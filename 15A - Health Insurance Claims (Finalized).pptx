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5" r:id="rId5"/>
    <p:sldMasterId id="2147483676"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y="5143500" cx="9144000"/>
  <p:notesSz cx="6858000" cy="9144000"/>
  <p:embeddedFontLst>
    <p:embeddedFont>
      <p:font typeface="Proxima Nova"/>
      <p:regular r:id="rId32"/>
      <p:bold r:id="rId33"/>
      <p:italic r:id="rId34"/>
      <p:boldItalic r:id="rId35"/>
    </p:embeddedFont>
    <p:embeddedFont>
      <p:font typeface="Anaheim"/>
      <p:regular r:id="rId36"/>
      <p:bold r:id="rId37"/>
    </p:embeddedFont>
    <p:embeddedFont>
      <p:font typeface="Bebas Neue"/>
      <p:regular r:id="rId38"/>
    </p:embeddedFont>
    <p:embeddedFont>
      <p:font typeface="Proxima Nova Semibold"/>
      <p:regular r:id="rId39"/>
      <p:bold r:id="rId40"/>
      <p:boldItalic r:id="rId41"/>
    </p:embeddedFont>
    <p:embeddedFont>
      <p:font typeface="Sora ExtraBold"/>
      <p:bold r:id="rId42"/>
    </p:embeddedFont>
    <p:embeddedFont>
      <p:font typeface="Sora"/>
      <p:regular r:id="rId43"/>
      <p:bold r:id="rId44"/>
    </p:embeddedFont>
    <p:embeddedFont>
      <p:font typeface="Numans"/>
      <p:regular r:id="rId45"/>
    </p:embeddedFont>
    <p:embeddedFont>
      <p:font typeface="Karla"/>
      <p:regular r:id="rId46"/>
      <p:bold r:id="rId47"/>
      <p:italic r:id="rId48"/>
      <p:boldItalic r:id="rId4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2880">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B78E818-41E4-494D-9F1C-A6AE39FE0DD5}">
  <a:tblStyle styleId="{8B78E818-41E4-494D-9F1C-A6AE39FE0DD5}"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ProximaNovaSemibold-bold.fntdata"/><Relationship Id="rId42" Type="http://schemas.openxmlformats.org/officeDocument/2006/relationships/font" Target="fonts/SoraExtraBold-bold.fntdata"/><Relationship Id="rId41" Type="http://schemas.openxmlformats.org/officeDocument/2006/relationships/font" Target="fonts/ProximaNovaSemibold-boldItalic.fntdata"/><Relationship Id="rId44" Type="http://schemas.openxmlformats.org/officeDocument/2006/relationships/font" Target="fonts/Sora-bold.fntdata"/><Relationship Id="rId43" Type="http://schemas.openxmlformats.org/officeDocument/2006/relationships/font" Target="fonts/Sora-regular.fntdata"/><Relationship Id="rId46" Type="http://schemas.openxmlformats.org/officeDocument/2006/relationships/font" Target="fonts/Karla-regular.fntdata"/><Relationship Id="rId45" Type="http://schemas.openxmlformats.org/officeDocument/2006/relationships/font" Target="fonts/Numans-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48" Type="http://schemas.openxmlformats.org/officeDocument/2006/relationships/font" Target="fonts/Karla-italic.fntdata"/><Relationship Id="rId47" Type="http://schemas.openxmlformats.org/officeDocument/2006/relationships/font" Target="fonts/Karla-bold.fntdata"/><Relationship Id="rId49" Type="http://schemas.openxmlformats.org/officeDocument/2006/relationships/font" Target="fonts/Karla-boldItalic.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font" Target="fonts/ProximaNova-bold.fntdata"/><Relationship Id="rId32" Type="http://schemas.openxmlformats.org/officeDocument/2006/relationships/font" Target="fonts/ProximaNova-regular.fntdata"/><Relationship Id="rId35" Type="http://schemas.openxmlformats.org/officeDocument/2006/relationships/font" Target="fonts/ProximaNova-boldItalic.fntdata"/><Relationship Id="rId34" Type="http://schemas.openxmlformats.org/officeDocument/2006/relationships/font" Target="fonts/ProximaNova-italic.fntdata"/><Relationship Id="rId37" Type="http://schemas.openxmlformats.org/officeDocument/2006/relationships/font" Target="fonts/Anaheim-bold.fntdata"/><Relationship Id="rId36" Type="http://schemas.openxmlformats.org/officeDocument/2006/relationships/font" Target="fonts/Anaheim-regular.fntdata"/><Relationship Id="rId39" Type="http://schemas.openxmlformats.org/officeDocument/2006/relationships/font" Target="fonts/ProximaNovaSemibold-regular.fntdata"/><Relationship Id="rId38" Type="http://schemas.openxmlformats.org/officeDocument/2006/relationships/font" Target="fonts/BebasNeue-regular.fntdata"/><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1575b300438_0_16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1575b300438_0_16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g10f9e629ec3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8" name="Google Shape;538;g10f9e629ec3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g1591531f251_0_501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6" name="Google Shape;606;g1591531f251_0_501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7" name="Shape 767"/>
        <p:cNvGrpSpPr/>
        <p:nvPr/>
      </p:nvGrpSpPr>
      <p:grpSpPr>
        <a:xfrm>
          <a:off x="0" y="0"/>
          <a:ext cx="0" cy="0"/>
          <a:chOff x="0" y="0"/>
          <a:chExt cx="0" cy="0"/>
        </a:xfrm>
      </p:grpSpPr>
      <p:sp>
        <p:nvSpPr>
          <p:cNvPr id="768" name="Google Shape;768;g1591531f251_0_42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9" name="Google Shape;769;g1591531f251_0_42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8" name="Shape 868"/>
        <p:cNvGrpSpPr/>
        <p:nvPr/>
      </p:nvGrpSpPr>
      <p:grpSpPr>
        <a:xfrm>
          <a:off x="0" y="0"/>
          <a:ext cx="0" cy="0"/>
          <a:chOff x="0" y="0"/>
          <a:chExt cx="0" cy="0"/>
        </a:xfrm>
      </p:grpSpPr>
      <p:sp>
        <p:nvSpPr>
          <p:cNvPr id="869" name="Google Shape;869;g372a584d69e_0_6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0" name="Google Shape;870;g372a584d69e_0_6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1" name="Shape 901"/>
        <p:cNvGrpSpPr/>
        <p:nvPr/>
      </p:nvGrpSpPr>
      <p:grpSpPr>
        <a:xfrm>
          <a:off x="0" y="0"/>
          <a:ext cx="0" cy="0"/>
          <a:chOff x="0" y="0"/>
          <a:chExt cx="0" cy="0"/>
        </a:xfrm>
      </p:grpSpPr>
      <p:sp>
        <p:nvSpPr>
          <p:cNvPr id="902" name="Google Shape;902;g15a7752a1c1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3" name="Google Shape;903;g15a7752a1c1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5" name="Shape 925"/>
        <p:cNvGrpSpPr/>
        <p:nvPr/>
      </p:nvGrpSpPr>
      <p:grpSpPr>
        <a:xfrm>
          <a:off x="0" y="0"/>
          <a:ext cx="0" cy="0"/>
          <a:chOff x="0" y="0"/>
          <a:chExt cx="0" cy="0"/>
        </a:xfrm>
      </p:grpSpPr>
      <p:sp>
        <p:nvSpPr>
          <p:cNvPr id="926" name="Google Shape;926;g372a584d69e_0_1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7" name="Google Shape;927;g372a584d69e_0_1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2" name="Shape 1032"/>
        <p:cNvGrpSpPr/>
        <p:nvPr/>
      </p:nvGrpSpPr>
      <p:grpSpPr>
        <a:xfrm>
          <a:off x="0" y="0"/>
          <a:ext cx="0" cy="0"/>
          <a:chOff x="0" y="0"/>
          <a:chExt cx="0" cy="0"/>
        </a:xfrm>
      </p:grpSpPr>
      <p:sp>
        <p:nvSpPr>
          <p:cNvPr id="1033" name="Google Shape;1033;g1578b76f7c2_0_18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4" name="Google Shape;1034;g1578b76f7c2_0_18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6" name="Shape 1156"/>
        <p:cNvGrpSpPr/>
        <p:nvPr/>
      </p:nvGrpSpPr>
      <p:grpSpPr>
        <a:xfrm>
          <a:off x="0" y="0"/>
          <a:ext cx="0" cy="0"/>
          <a:chOff x="0" y="0"/>
          <a:chExt cx="0" cy="0"/>
        </a:xfrm>
      </p:grpSpPr>
      <p:sp>
        <p:nvSpPr>
          <p:cNvPr id="1157" name="Google Shape;1157;g10f9e629ec3_0_5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8" name="Google Shape;1158;g10f9e629ec3_0_5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4" name="Shape 1204"/>
        <p:cNvGrpSpPr/>
        <p:nvPr/>
      </p:nvGrpSpPr>
      <p:grpSpPr>
        <a:xfrm>
          <a:off x="0" y="0"/>
          <a:ext cx="0" cy="0"/>
          <a:chOff x="0" y="0"/>
          <a:chExt cx="0" cy="0"/>
        </a:xfrm>
      </p:grpSpPr>
      <p:sp>
        <p:nvSpPr>
          <p:cNvPr id="1205" name="Google Shape;1205;g372b7c5493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6" name="Google Shape;1206;g372b7c5493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3" name="Shape 1323"/>
        <p:cNvGrpSpPr/>
        <p:nvPr/>
      </p:nvGrpSpPr>
      <p:grpSpPr>
        <a:xfrm>
          <a:off x="0" y="0"/>
          <a:ext cx="0" cy="0"/>
          <a:chOff x="0" y="0"/>
          <a:chExt cx="0" cy="0"/>
        </a:xfrm>
      </p:grpSpPr>
      <p:sp>
        <p:nvSpPr>
          <p:cNvPr id="1324" name="Google Shape;1324;g1591531f251_0_502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5" name="Google Shape;1325;g1591531f251_0_502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7" name="Shape 1347"/>
        <p:cNvGrpSpPr/>
        <p:nvPr/>
      </p:nvGrpSpPr>
      <p:grpSpPr>
        <a:xfrm>
          <a:off x="0" y="0"/>
          <a:ext cx="0" cy="0"/>
          <a:chOff x="0" y="0"/>
          <a:chExt cx="0" cy="0"/>
        </a:xfrm>
      </p:grpSpPr>
      <p:sp>
        <p:nvSpPr>
          <p:cNvPr id="1348" name="Google Shape;1348;g1591531f251_0_501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9" name="Google Shape;1349;g1591531f251_0_501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6" name="Shape 1496"/>
        <p:cNvGrpSpPr/>
        <p:nvPr/>
      </p:nvGrpSpPr>
      <p:grpSpPr>
        <a:xfrm>
          <a:off x="0" y="0"/>
          <a:ext cx="0" cy="0"/>
          <a:chOff x="0" y="0"/>
          <a:chExt cx="0" cy="0"/>
        </a:xfrm>
      </p:grpSpPr>
      <p:sp>
        <p:nvSpPr>
          <p:cNvPr id="1497" name="Google Shape;1497;g372b7c5493e_0_7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8" name="Google Shape;1498;g372b7c5493e_0_7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5" name="Shape 1645"/>
        <p:cNvGrpSpPr/>
        <p:nvPr/>
      </p:nvGrpSpPr>
      <p:grpSpPr>
        <a:xfrm>
          <a:off x="0" y="0"/>
          <a:ext cx="0" cy="0"/>
          <a:chOff x="0" y="0"/>
          <a:chExt cx="0" cy="0"/>
        </a:xfrm>
      </p:grpSpPr>
      <p:sp>
        <p:nvSpPr>
          <p:cNvPr id="1646" name="Google Shape;1646;g372b7c5493e_0_6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7" name="Google Shape;1647;g372b7c5493e_0_6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4" name="Shape 1794"/>
        <p:cNvGrpSpPr/>
        <p:nvPr/>
      </p:nvGrpSpPr>
      <p:grpSpPr>
        <a:xfrm>
          <a:off x="0" y="0"/>
          <a:ext cx="0" cy="0"/>
          <a:chOff x="0" y="0"/>
          <a:chExt cx="0" cy="0"/>
        </a:xfrm>
      </p:grpSpPr>
      <p:sp>
        <p:nvSpPr>
          <p:cNvPr id="1795" name="Google Shape;1795;g1591531f251_0_502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6" name="Google Shape;1796;g1591531f251_0_502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6" name="Shape 1836"/>
        <p:cNvGrpSpPr/>
        <p:nvPr/>
      </p:nvGrpSpPr>
      <p:grpSpPr>
        <a:xfrm>
          <a:off x="0" y="0"/>
          <a:ext cx="0" cy="0"/>
          <a:chOff x="0" y="0"/>
          <a:chExt cx="0" cy="0"/>
        </a:xfrm>
      </p:grpSpPr>
      <p:sp>
        <p:nvSpPr>
          <p:cNvPr id="1837" name="Google Shape;1837;g372a584d69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8" name="Google Shape;1838;g372a584d69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3" name="Shape 1993"/>
        <p:cNvGrpSpPr/>
        <p:nvPr/>
      </p:nvGrpSpPr>
      <p:grpSpPr>
        <a:xfrm>
          <a:off x="0" y="0"/>
          <a:ext cx="0" cy="0"/>
          <a:chOff x="0" y="0"/>
          <a:chExt cx="0" cy="0"/>
        </a:xfrm>
      </p:grpSpPr>
      <p:sp>
        <p:nvSpPr>
          <p:cNvPr id="1994" name="Google Shape;1994;g372e8394db0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5" name="Google Shape;1995;g372e8394db0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8" name="Shape 2018"/>
        <p:cNvGrpSpPr/>
        <p:nvPr/>
      </p:nvGrpSpPr>
      <p:grpSpPr>
        <a:xfrm>
          <a:off x="0" y="0"/>
          <a:ext cx="0" cy="0"/>
          <a:chOff x="0" y="0"/>
          <a:chExt cx="0" cy="0"/>
        </a:xfrm>
      </p:grpSpPr>
      <p:sp>
        <p:nvSpPr>
          <p:cNvPr id="2019" name="Google Shape;2019;g372b7c5493e_0_9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0" name="Google Shape;2020;g372b7c5493e_0_9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7" name="Shape 2267"/>
        <p:cNvGrpSpPr/>
        <p:nvPr/>
      </p:nvGrpSpPr>
      <p:grpSpPr>
        <a:xfrm>
          <a:off x="0" y="0"/>
          <a:ext cx="0" cy="0"/>
          <a:chOff x="0" y="0"/>
          <a:chExt cx="0" cy="0"/>
        </a:xfrm>
      </p:grpSpPr>
      <p:sp>
        <p:nvSpPr>
          <p:cNvPr id="2268" name="Google Shape;2268;g372b7c5493e_0_3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9" name="Google Shape;2269;g372b7c5493e_0_3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0" name="Shape 2300"/>
        <p:cNvGrpSpPr/>
        <p:nvPr/>
      </p:nvGrpSpPr>
      <p:grpSpPr>
        <a:xfrm>
          <a:off x="0" y="0"/>
          <a:ext cx="0" cy="0"/>
          <a:chOff x="0" y="0"/>
          <a:chExt cx="0" cy="0"/>
        </a:xfrm>
      </p:grpSpPr>
      <p:sp>
        <p:nvSpPr>
          <p:cNvPr id="2301" name="Google Shape;2301;g1105afc42a3_1_5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2" name="Google Shape;2302;g1105afc42a3_1_5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7" name="Shape 2317"/>
        <p:cNvGrpSpPr/>
        <p:nvPr/>
      </p:nvGrpSpPr>
      <p:grpSpPr>
        <a:xfrm>
          <a:off x="0" y="0"/>
          <a:ext cx="0" cy="0"/>
          <a:chOff x="0" y="0"/>
          <a:chExt cx="0" cy="0"/>
        </a:xfrm>
      </p:grpSpPr>
      <p:sp>
        <p:nvSpPr>
          <p:cNvPr id="2318" name="Google Shape;2318;g372a584d69e_0_4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9" name="Google Shape;2319;g372a584d69e_0_4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0" name="Shape 2350"/>
        <p:cNvGrpSpPr/>
        <p:nvPr/>
      </p:nvGrpSpPr>
      <p:grpSpPr>
        <a:xfrm>
          <a:off x="0" y="0"/>
          <a:ext cx="0" cy="0"/>
          <a:chOff x="0" y="0"/>
          <a:chExt cx="0" cy="0"/>
        </a:xfrm>
      </p:grpSpPr>
      <p:sp>
        <p:nvSpPr>
          <p:cNvPr id="2351" name="Google Shape;2351;g372b7c5493e_0_9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2" name="Google Shape;2352;g372b7c5493e_0_9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3" name="Shape 2373"/>
        <p:cNvGrpSpPr/>
        <p:nvPr/>
      </p:nvGrpSpPr>
      <p:grpSpPr>
        <a:xfrm>
          <a:off x="0" y="0"/>
          <a:ext cx="0" cy="0"/>
          <a:chOff x="0" y="0"/>
          <a:chExt cx="0" cy="0"/>
        </a:xfrm>
      </p:grpSpPr>
      <p:sp>
        <p:nvSpPr>
          <p:cNvPr id="2374" name="Google Shape;2374;g134ff0770fb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5" name="Google Shape;2375;g134ff0770fb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9" name="Shape 2549"/>
        <p:cNvGrpSpPr/>
        <p:nvPr/>
      </p:nvGrpSpPr>
      <p:grpSpPr>
        <a:xfrm>
          <a:off x="0" y="0"/>
          <a:ext cx="0" cy="0"/>
          <a:chOff x="0" y="0"/>
          <a:chExt cx="0" cy="0"/>
        </a:xfrm>
      </p:grpSpPr>
      <p:sp>
        <p:nvSpPr>
          <p:cNvPr id="2550" name="Google Shape;2550;g1591531f251_0_496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51" name="Google Shape;2551;g1591531f251_0_496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txBox="1"/>
          <p:nvPr>
            <p:ph type="ctrTitle"/>
          </p:nvPr>
        </p:nvSpPr>
        <p:spPr>
          <a:xfrm>
            <a:off x="715100" y="1200750"/>
            <a:ext cx="4122000" cy="24849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Clr>
                <a:srgbClr val="191919"/>
              </a:buClr>
              <a:buSzPts val="5200"/>
              <a:buNone/>
              <a:defRPr sz="5600">
                <a:latin typeface="Sora ExtraBold"/>
                <a:ea typeface="Sora ExtraBold"/>
                <a:cs typeface="Sora ExtraBold"/>
                <a:sym typeface="Sora ExtraBold"/>
              </a:defRPr>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10" name="Google Shape;10;p2"/>
          <p:cNvSpPr txBox="1"/>
          <p:nvPr>
            <p:ph idx="1" type="subTitle"/>
          </p:nvPr>
        </p:nvSpPr>
        <p:spPr>
          <a:xfrm>
            <a:off x="715100" y="3685650"/>
            <a:ext cx="4122000" cy="409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700">
                <a:latin typeface="Karla"/>
                <a:ea typeface="Karla"/>
                <a:cs typeface="Karla"/>
                <a:sym typeface="Karla"/>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1" name="Shape 11"/>
        <p:cNvGrpSpPr/>
        <p:nvPr/>
      </p:nvGrpSpPr>
      <p:grpSpPr>
        <a:xfrm>
          <a:off x="0" y="0"/>
          <a:ext cx="0" cy="0"/>
          <a:chOff x="0" y="0"/>
          <a:chExt cx="0" cy="0"/>
        </a:xfrm>
      </p:grpSpPr>
      <p:sp>
        <p:nvSpPr>
          <p:cNvPr id="12" name="Google Shape;12;p3"/>
          <p:cNvSpPr txBox="1"/>
          <p:nvPr>
            <p:ph type="title"/>
          </p:nvPr>
        </p:nvSpPr>
        <p:spPr>
          <a:xfrm>
            <a:off x="2542850" y="2483875"/>
            <a:ext cx="5881500" cy="841800"/>
          </a:xfrm>
          <a:prstGeom prst="rect">
            <a:avLst/>
          </a:prstGeom>
        </p:spPr>
        <p:txBody>
          <a:bodyPr anchorCtr="0" anchor="t" bIns="91425" lIns="91425" spcFirstLastPara="1" rIns="91425" wrap="square" tIns="91425">
            <a:noAutofit/>
          </a:bodyPr>
          <a:lstStyle>
            <a:lvl1pPr lvl="0" algn="ctr">
              <a:spcBef>
                <a:spcPts val="0"/>
              </a:spcBef>
              <a:spcAft>
                <a:spcPts val="0"/>
              </a:spcAft>
              <a:buSzPts val="3600"/>
              <a:buNone/>
              <a:defRPr sz="6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3" name="Google Shape;13;p3"/>
          <p:cNvSpPr txBox="1"/>
          <p:nvPr>
            <p:ph hasCustomPrompt="1" idx="2" type="title"/>
          </p:nvPr>
        </p:nvSpPr>
        <p:spPr>
          <a:xfrm>
            <a:off x="3797000" y="1108125"/>
            <a:ext cx="31509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73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14" name="Google Shape;14;p3"/>
          <p:cNvSpPr txBox="1"/>
          <p:nvPr>
            <p:ph idx="1" type="subTitle"/>
          </p:nvPr>
        </p:nvSpPr>
        <p:spPr>
          <a:xfrm>
            <a:off x="2542850" y="3436975"/>
            <a:ext cx="5881500" cy="4485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800">
                <a:latin typeface="Karla"/>
                <a:ea typeface="Karla"/>
                <a:cs typeface="Karla"/>
                <a:sym typeface="Karla"/>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5" name="Shape 15"/>
        <p:cNvGrpSpPr/>
        <p:nvPr/>
      </p:nvGrpSpPr>
      <p:grpSpPr>
        <a:xfrm>
          <a:off x="0" y="0"/>
          <a:ext cx="0" cy="0"/>
          <a:chOff x="0" y="0"/>
          <a:chExt cx="0" cy="0"/>
        </a:xfrm>
      </p:grpSpPr>
      <p:sp>
        <p:nvSpPr>
          <p:cNvPr id="16" name="Google Shape;16;p4"/>
          <p:cNvSpPr/>
          <p:nvPr/>
        </p:nvSpPr>
        <p:spPr>
          <a:xfrm rot="-3340487">
            <a:off x="-781980" y="-493846"/>
            <a:ext cx="1959103" cy="1314554"/>
          </a:xfrm>
          <a:custGeom>
            <a:rect b="b" l="l" r="r" t="t"/>
            <a:pathLst>
              <a:path extrusionOk="0" h="27472" w="40942">
                <a:moveTo>
                  <a:pt x="26941" y="3084"/>
                </a:moveTo>
                <a:cubicBezTo>
                  <a:pt x="22042" y="-22"/>
                  <a:pt x="15889" y="-321"/>
                  <a:pt x="11528" y="217"/>
                </a:cubicBezTo>
                <a:cubicBezTo>
                  <a:pt x="7167" y="755"/>
                  <a:pt x="2030" y="3263"/>
                  <a:pt x="775" y="6310"/>
                </a:cubicBezTo>
                <a:cubicBezTo>
                  <a:pt x="-479" y="9357"/>
                  <a:pt x="-539" y="14973"/>
                  <a:pt x="4001" y="18497"/>
                </a:cubicBezTo>
                <a:cubicBezTo>
                  <a:pt x="8541" y="22022"/>
                  <a:pt x="21863" y="27397"/>
                  <a:pt x="28016" y="27457"/>
                </a:cubicBezTo>
                <a:cubicBezTo>
                  <a:pt x="34169" y="27517"/>
                  <a:pt x="41099" y="22917"/>
                  <a:pt x="40920" y="18855"/>
                </a:cubicBezTo>
                <a:cubicBezTo>
                  <a:pt x="40741" y="14793"/>
                  <a:pt x="31840" y="6190"/>
                  <a:pt x="26941" y="3084"/>
                </a:cubicBezTo>
                <a:close/>
              </a:path>
            </a:pathLst>
          </a:custGeom>
          <a:solidFill>
            <a:srgbClr val="C7CAEA">
              <a:alpha val="52090"/>
            </a:srgbClr>
          </a:solidFill>
          <a:ln>
            <a:noFill/>
          </a:ln>
        </p:spPr>
      </p:sp>
      <p:sp>
        <p:nvSpPr>
          <p:cNvPr id="17" name="Google Shape;17;p4"/>
          <p:cNvSpPr/>
          <p:nvPr/>
        </p:nvSpPr>
        <p:spPr>
          <a:xfrm>
            <a:off x="4749732" y="-2673025"/>
            <a:ext cx="6079148" cy="3505319"/>
          </a:xfrm>
          <a:custGeom>
            <a:rect b="b" l="l" r="r" t="t"/>
            <a:pathLst>
              <a:path extrusionOk="0" h="140790" w="244167">
                <a:moveTo>
                  <a:pt x="134823" y="24269"/>
                </a:moveTo>
                <a:cubicBezTo>
                  <a:pt x="122338" y="19609"/>
                  <a:pt x="100115" y="3779"/>
                  <a:pt x="85001" y="971"/>
                </a:cubicBezTo>
                <a:cubicBezTo>
                  <a:pt x="69887" y="-1837"/>
                  <a:pt x="56864" y="1927"/>
                  <a:pt x="44140" y="7423"/>
                </a:cubicBezTo>
                <a:cubicBezTo>
                  <a:pt x="31416" y="12919"/>
                  <a:pt x="15943" y="24927"/>
                  <a:pt x="8655" y="33947"/>
                </a:cubicBezTo>
                <a:cubicBezTo>
                  <a:pt x="1367" y="42968"/>
                  <a:pt x="-843" y="52167"/>
                  <a:pt x="411" y="61546"/>
                </a:cubicBezTo>
                <a:cubicBezTo>
                  <a:pt x="1666" y="70925"/>
                  <a:pt x="3936" y="83710"/>
                  <a:pt x="16182" y="90221"/>
                </a:cubicBezTo>
                <a:cubicBezTo>
                  <a:pt x="28429" y="96733"/>
                  <a:pt x="57641" y="99002"/>
                  <a:pt x="73890" y="100615"/>
                </a:cubicBezTo>
                <a:cubicBezTo>
                  <a:pt x="90139" y="102228"/>
                  <a:pt x="100712" y="94641"/>
                  <a:pt x="113675" y="99898"/>
                </a:cubicBezTo>
                <a:cubicBezTo>
                  <a:pt x="126638" y="105155"/>
                  <a:pt x="140498" y="125347"/>
                  <a:pt x="151669" y="132157"/>
                </a:cubicBezTo>
                <a:cubicBezTo>
                  <a:pt x="162840" y="138967"/>
                  <a:pt x="169591" y="140880"/>
                  <a:pt x="180702" y="140760"/>
                </a:cubicBezTo>
                <a:cubicBezTo>
                  <a:pt x="191814" y="140641"/>
                  <a:pt x="208242" y="137593"/>
                  <a:pt x="218338" y="131440"/>
                </a:cubicBezTo>
                <a:cubicBezTo>
                  <a:pt x="228434" y="125287"/>
                  <a:pt x="237275" y="113997"/>
                  <a:pt x="241277" y="103841"/>
                </a:cubicBezTo>
                <a:cubicBezTo>
                  <a:pt x="245280" y="93686"/>
                  <a:pt x="244563" y="80961"/>
                  <a:pt x="242353" y="70507"/>
                </a:cubicBezTo>
                <a:cubicBezTo>
                  <a:pt x="240143" y="60053"/>
                  <a:pt x="234407" y="48582"/>
                  <a:pt x="228015" y="41115"/>
                </a:cubicBezTo>
                <a:cubicBezTo>
                  <a:pt x="221623" y="33648"/>
                  <a:pt x="215350" y="27734"/>
                  <a:pt x="204000" y="25703"/>
                </a:cubicBezTo>
                <a:cubicBezTo>
                  <a:pt x="192650" y="23672"/>
                  <a:pt x="171443" y="29168"/>
                  <a:pt x="159913" y="28929"/>
                </a:cubicBezTo>
                <a:cubicBezTo>
                  <a:pt x="148384" y="28690"/>
                  <a:pt x="147308" y="28929"/>
                  <a:pt x="134823" y="24269"/>
                </a:cubicBezTo>
                <a:close/>
              </a:path>
            </a:pathLst>
          </a:custGeom>
          <a:solidFill>
            <a:srgbClr val="C7CAEA">
              <a:alpha val="52090"/>
            </a:srgbClr>
          </a:solidFill>
          <a:ln>
            <a:noFill/>
          </a:ln>
        </p:spPr>
      </p:sp>
      <p:sp>
        <p:nvSpPr>
          <p:cNvPr id="18" name="Google Shape;18;p4"/>
          <p:cNvSpPr/>
          <p:nvPr/>
        </p:nvSpPr>
        <p:spPr>
          <a:xfrm rot="-3340487">
            <a:off x="-707716" y="-419581"/>
            <a:ext cx="1959103" cy="1314554"/>
          </a:xfrm>
          <a:custGeom>
            <a:rect b="b" l="l" r="r" t="t"/>
            <a:pathLst>
              <a:path extrusionOk="0" h="27472" w="40942">
                <a:moveTo>
                  <a:pt x="26941" y="3084"/>
                </a:moveTo>
                <a:cubicBezTo>
                  <a:pt x="22042" y="-22"/>
                  <a:pt x="15889" y="-321"/>
                  <a:pt x="11528" y="217"/>
                </a:cubicBezTo>
                <a:cubicBezTo>
                  <a:pt x="7167" y="755"/>
                  <a:pt x="2030" y="3263"/>
                  <a:pt x="775" y="6310"/>
                </a:cubicBezTo>
                <a:cubicBezTo>
                  <a:pt x="-479" y="9357"/>
                  <a:pt x="-539" y="14973"/>
                  <a:pt x="4001" y="18497"/>
                </a:cubicBezTo>
                <a:cubicBezTo>
                  <a:pt x="8541" y="22022"/>
                  <a:pt x="21863" y="27397"/>
                  <a:pt x="28016" y="27457"/>
                </a:cubicBezTo>
                <a:cubicBezTo>
                  <a:pt x="34169" y="27517"/>
                  <a:pt x="41099" y="22917"/>
                  <a:pt x="40920" y="18855"/>
                </a:cubicBezTo>
                <a:cubicBezTo>
                  <a:pt x="40741" y="14793"/>
                  <a:pt x="31840" y="6190"/>
                  <a:pt x="26941" y="3084"/>
                </a:cubicBezTo>
                <a:close/>
              </a:path>
            </a:pathLst>
          </a:custGeom>
          <a:noFill/>
          <a:ln cap="flat" cmpd="sng" w="9525">
            <a:solidFill>
              <a:schemeClr val="dk2"/>
            </a:solidFill>
            <a:prstDash val="solid"/>
            <a:round/>
            <a:headEnd len="med" w="med" type="none"/>
            <a:tailEnd len="med" w="med" type="none"/>
          </a:ln>
        </p:spPr>
      </p:sp>
      <p:sp>
        <p:nvSpPr>
          <p:cNvPr id="19" name="Google Shape;19;p4"/>
          <p:cNvSpPr/>
          <p:nvPr/>
        </p:nvSpPr>
        <p:spPr>
          <a:xfrm>
            <a:off x="4677551" y="-2600844"/>
            <a:ext cx="6079148" cy="3505319"/>
          </a:xfrm>
          <a:custGeom>
            <a:rect b="b" l="l" r="r" t="t"/>
            <a:pathLst>
              <a:path extrusionOk="0" h="140790" w="244167">
                <a:moveTo>
                  <a:pt x="134823" y="24269"/>
                </a:moveTo>
                <a:cubicBezTo>
                  <a:pt x="122338" y="19609"/>
                  <a:pt x="100115" y="3779"/>
                  <a:pt x="85001" y="971"/>
                </a:cubicBezTo>
                <a:cubicBezTo>
                  <a:pt x="69887" y="-1837"/>
                  <a:pt x="56864" y="1927"/>
                  <a:pt x="44140" y="7423"/>
                </a:cubicBezTo>
                <a:cubicBezTo>
                  <a:pt x="31416" y="12919"/>
                  <a:pt x="15943" y="24927"/>
                  <a:pt x="8655" y="33947"/>
                </a:cubicBezTo>
                <a:cubicBezTo>
                  <a:pt x="1367" y="42968"/>
                  <a:pt x="-843" y="52167"/>
                  <a:pt x="411" y="61546"/>
                </a:cubicBezTo>
                <a:cubicBezTo>
                  <a:pt x="1666" y="70925"/>
                  <a:pt x="3936" y="83710"/>
                  <a:pt x="16182" y="90221"/>
                </a:cubicBezTo>
                <a:cubicBezTo>
                  <a:pt x="28429" y="96733"/>
                  <a:pt x="57641" y="99002"/>
                  <a:pt x="73890" y="100615"/>
                </a:cubicBezTo>
                <a:cubicBezTo>
                  <a:pt x="90139" y="102228"/>
                  <a:pt x="100712" y="94641"/>
                  <a:pt x="113675" y="99898"/>
                </a:cubicBezTo>
                <a:cubicBezTo>
                  <a:pt x="126638" y="105155"/>
                  <a:pt x="140498" y="125347"/>
                  <a:pt x="151669" y="132157"/>
                </a:cubicBezTo>
                <a:cubicBezTo>
                  <a:pt x="162840" y="138967"/>
                  <a:pt x="169591" y="140880"/>
                  <a:pt x="180702" y="140760"/>
                </a:cubicBezTo>
                <a:cubicBezTo>
                  <a:pt x="191814" y="140641"/>
                  <a:pt x="208242" y="137593"/>
                  <a:pt x="218338" y="131440"/>
                </a:cubicBezTo>
                <a:cubicBezTo>
                  <a:pt x="228434" y="125287"/>
                  <a:pt x="237275" y="113997"/>
                  <a:pt x="241277" y="103841"/>
                </a:cubicBezTo>
                <a:cubicBezTo>
                  <a:pt x="245280" y="93686"/>
                  <a:pt x="244563" y="80961"/>
                  <a:pt x="242353" y="70507"/>
                </a:cubicBezTo>
                <a:cubicBezTo>
                  <a:pt x="240143" y="60053"/>
                  <a:pt x="234407" y="48582"/>
                  <a:pt x="228015" y="41115"/>
                </a:cubicBezTo>
                <a:cubicBezTo>
                  <a:pt x="221623" y="33648"/>
                  <a:pt x="215350" y="27734"/>
                  <a:pt x="204000" y="25703"/>
                </a:cubicBezTo>
                <a:cubicBezTo>
                  <a:pt x="192650" y="23672"/>
                  <a:pt x="171443" y="29168"/>
                  <a:pt x="159913" y="28929"/>
                </a:cubicBezTo>
                <a:cubicBezTo>
                  <a:pt x="148384" y="28690"/>
                  <a:pt x="147308" y="28929"/>
                  <a:pt x="134823" y="24269"/>
                </a:cubicBezTo>
                <a:close/>
              </a:path>
            </a:pathLst>
          </a:custGeom>
          <a:noFill/>
          <a:ln cap="flat" cmpd="sng" w="9525">
            <a:solidFill>
              <a:schemeClr val="dk2"/>
            </a:solidFill>
            <a:prstDash val="solid"/>
            <a:round/>
            <a:headEnd len="med" w="med" type="none"/>
            <a:tailEnd len="med" w="med" type="none"/>
          </a:ln>
        </p:spPr>
      </p:sp>
      <p:sp>
        <p:nvSpPr>
          <p:cNvPr id="20" name="Google Shape;20;p4"/>
          <p:cNvSpPr txBox="1"/>
          <p:nvPr>
            <p:ph type="title"/>
          </p:nvPr>
        </p:nvSpPr>
        <p:spPr>
          <a:xfrm>
            <a:off x="720000" y="535000"/>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1" name="Google Shape;21;p4"/>
          <p:cNvSpPr txBox="1"/>
          <p:nvPr>
            <p:ph idx="1" type="body"/>
          </p:nvPr>
        </p:nvSpPr>
        <p:spPr>
          <a:xfrm>
            <a:off x="720000" y="1228675"/>
            <a:ext cx="7704000" cy="406800"/>
          </a:xfrm>
          <a:prstGeom prst="rect">
            <a:avLst/>
          </a:prstGeom>
        </p:spPr>
        <p:txBody>
          <a:bodyPr anchorCtr="0" anchor="t" bIns="91425" lIns="91425" spcFirstLastPara="1" rIns="91425" wrap="square" tIns="91425">
            <a:noAutofit/>
          </a:bodyPr>
          <a:lstStyle>
            <a:lvl1pPr indent="-317500" lvl="0" marL="457200" rtl="0" algn="ctr">
              <a:lnSpc>
                <a:spcPct val="115000"/>
              </a:lnSpc>
              <a:spcBef>
                <a:spcPts val="0"/>
              </a:spcBef>
              <a:spcAft>
                <a:spcPts val="0"/>
              </a:spcAft>
              <a:buSzPts val="1400"/>
              <a:buFont typeface="Karla"/>
              <a:buChar char="●"/>
              <a:defRPr sz="1200">
                <a:latin typeface="Karla"/>
                <a:ea typeface="Karla"/>
                <a:cs typeface="Karla"/>
                <a:sym typeface="Karla"/>
              </a:defRPr>
            </a:lvl1pPr>
            <a:lvl2pPr indent="-317500" lvl="1" marL="914400" rtl="0">
              <a:lnSpc>
                <a:spcPct val="115000"/>
              </a:lnSpc>
              <a:spcBef>
                <a:spcPts val="0"/>
              </a:spcBef>
              <a:spcAft>
                <a:spcPts val="0"/>
              </a:spcAft>
              <a:buSzPts val="1400"/>
              <a:buFont typeface="Karla"/>
              <a:buChar char="○"/>
              <a:defRPr>
                <a:latin typeface="Karla"/>
                <a:ea typeface="Karla"/>
                <a:cs typeface="Karla"/>
                <a:sym typeface="Karla"/>
              </a:defRPr>
            </a:lvl2pPr>
            <a:lvl3pPr indent="-317500" lvl="2" marL="1371600" rtl="0">
              <a:lnSpc>
                <a:spcPct val="115000"/>
              </a:lnSpc>
              <a:spcBef>
                <a:spcPts val="0"/>
              </a:spcBef>
              <a:spcAft>
                <a:spcPts val="0"/>
              </a:spcAft>
              <a:buSzPts val="1400"/>
              <a:buFont typeface="Karla"/>
              <a:buChar char="■"/>
              <a:defRPr>
                <a:latin typeface="Karla"/>
                <a:ea typeface="Karla"/>
                <a:cs typeface="Karla"/>
                <a:sym typeface="Karla"/>
              </a:defRPr>
            </a:lvl3pPr>
            <a:lvl4pPr indent="-317500" lvl="3" marL="1828800" rtl="0">
              <a:lnSpc>
                <a:spcPct val="115000"/>
              </a:lnSpc>
              <a:spcBef>
                <a:spcPts val="0"/>
              </a:spcBef>
              <a:spcAft>
                <a:spcPts val="0"/>
              </a:spcAft>
              <a:buSzPts val="1400"/>
              <a:buFont typeface="Karla"/>
              <a:buChar char="●"/>
              <a:defRPr>
                <a:latin typeface="Karla"/>
                <a:ea typeface="Karla"/>
                <a:cs typeface="Karla"/>
                <a:sym typeface="Karla"/>
              </a:defRPr>
            </a:lvl4pPr>
            <a:lvl5pPr indent="-317500" lvl="4" marL="2286000" rtl="0">
              <a:lnSpc>
                <a:spcPct val="115000"/>
              </a:lnSpc>
              <a:spcBef>
                <a:spcPts val="0"/>
              </a:spcBef>
              <a:spcAft>
                <a:spcPts val="0"/>
              </a:spcAft>
              <a:buSzPts val="1400"/>
              <a:buFont typeface="Karla"/>
              <a:buChar char="○"/>
              <a:defRPr>
                <a:latin typeface="Karla"/>
                <a:ea typeface="Karla"/>
                <a:cs typeface="Karla"/>
                <a:sym typeface="Karla"/>
              </a:defRPr>
            </a:lvl5pPr>
            <a:lvl6pPr indent="-317500" lvl="5" marL="2743200" rtl="0">
              <a:lnSpc>
                <a:spcPct val="115000"/>
              </a:lnSpc>
              <a:spcBef>
                <a:spcPts val="0"/>
              </a:spcBef>
              <a:spcAft>
                <a:spcPts val="0"/>
              </a:spcAft>
              <a:buSzPts val="1400"/>
              <a:buFont typeface="Karla"/>
              <a:buChar char="■"/>
              <a:defRPr>
                <a:latin typeface="Karla"/>
                <a:ea typeface="Karla"/>
                <a:cs typeface="Karla"/>
                <a:sym typeface="Karla"/>
              </a:defRPr>
            </a:lvl6pPr>
            <a:lvl7pPr indent="-317500" lvl="6" marL="3200400" rtl="0">
              <a:lnSpc>
                <a:spcPct val="115000"/>
              </a:lnSpc>
              <a:spcBef>
                <a:spcPts val="0"/>
              </a:spcBef>
              <a:spcAft>
                <a:spcPts val="0"/>
              </a:spcAft>
              <a:buSzPts val="1400"/>
              <a:buFont typeface="Karla"/>
              <a:buChar char="●"/>
              <a:defRPr>
                <a:latin typeface="Karla"/>
                <a:ea typeface="Karla"/>
                <a:cs typeface="Karla"/>
                <a:sym typeface="Karla"/>
              </a:defRPr>
            </a:lvl7pPr>
            <a:lvl8pPr indent="-317500" lvl="7" marL="3657600" rtl="0">
              <a:lnSpc>
                <a:spcPct val="115000"/>
              </a:lnSpc>
              <a:spcBef>
                <a:spcPts val="0"/>
              </a:spcBef>
              <a:spcAft>
                <a:spcPts val="0"/>
              </a:spcAft>
              <a:buSzPts val="1400"/>
              <a:buFont typeface="Karla"/>
              <a:buChar char="○"/>
              <a:defRPr>
                <a:latin typeface="Karla"/>
                <a:ea typeface="Karla"/>
                <a:cs typeface="Karla"/>
                <a:sym typeface="Karla"/>
              </a:defRPr>
            </a:lvl8pPr>
            <a:lvl9pPr indent="-317500" lvl="8" marL="4114800" rtl="0">
              <a:lnSpc>
                <a:spcPct val="115000"/>
              </a:lnSpc>
              <a:spcBef>
                <a:spcPts val="0"/>
              </a:spcBef>
              <a:spcAft>
                <a:spcPts val="0"/>
              </a:spcAft>
              <a:buSzPts val="1400"/>
              <a:buFont typeface="Karla"/>
              <a:buChar char="■"/>
              <a:defRPr>
                <a:latin typeface="Karla"/>
                <a:ea typeface="Karla"/>
                <a:cs typeface="Karla"/>
                <a:sym typeface="Karla"/>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2" name="Shape 22"/>
        <p:cNvGrpSpPr/>
        <p:nvPr/>
      </p:nvGrpSpPr>
      <p:grpSpPr>
        <a:xfrm>
          <a:off x="0" y="0"/>
          <a:ext cx="0" cy="0"/>
          <a:chOff x="0" y="0"/>
          <a:chExt cx="0" cy="0"/>
        </a:xfrm>
      </p:grpSpPr>
      <p:sp>
        <p:nvSpPr>
          <p:cNvPr id="23" name="Google Shape;23;p5"/>
          <p:cNvSpPr/>
          <p:nvPr/>
        </p:nvSpPr>
        <p:spPr>
          <a:xfrm flipH="1" rot="-2542698">
            <a:off x="7534632" y="4218525"/>
            <a:ext cx="669090" cy="301498"/>
          </a:xfrm>
          <a:prstGeom prst="ellipse">
            <a:avLst/>
          </a:prstGeom>
          <a:solidFill>
            <a:srgbClr val="C7CAEA">
              <a:alpha val="520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5"/>
          <p:cNvSpPr/>
          <p:nvPr/>
        </p:nvSpPr>
        <p:spPr>
          <a:xfrm flipH="1" rot="-2541916">
            <a:off x="7426853" y="4225236"/>
            <a:ext cx="669135" cy="301331"/>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5"/>
          <p:cNvSpPr/>
          <p:nvPr/>
        </p:nvSpPr>
        <p:spPr>
          <a:xfrm flipH="1" rot="9592455">
            <a:off x="6265159" y="3780739"/>
            <a:ext cx="4684199" cy="2907779"/>
          </a:xfrm>
          <a:custGeom>
            <a:rect b="b" l="l" r="r" t="t"/>
            <a:pathLst>
              <a:path extrusionOk="0" h="140790" w="244167">
                <a:moveTo>
                  <a:pt x="134823" y="24269"/>
                </a:moveTo>
                <a:cubicBezTo>
                  <a:pt x="122338" y="19609"/>
                  <a:pt x="100115" y="3779"/>
                  <a:pt x="85001" y="971"/>
                </a:cubicBezTo>
                <a:cubicBezTo>
                  <a:pt x="69887" y="-1837"/>
                  <a:pt x="56864" y="1927"/>
                  <a:pt x="44140" y="7423"/>
                </a:cubicBezTo>
                <a:cubicBezTo>
                  <a:pt x="31416" y="12919"/>
                  <a:pt x="15943" y="24927"/>
                  <a:pt x="8655" y="33947"/>
                </a:cubicBezTo>
                <a:cubicBezTo>
                  <a:pt x="1367" y="42968"/>
                  <a:pt x="-843" y="52167"/>
                  <a:pt x="411" y="61546"/>
                </a:cubicBezTo>
                <a:cubicBezTo>
                  <a:pt x="1666" y="70925"/>
                  <a:pt x="3936" y="83710"/>
                  <a:pt x="16182" y="90221"/>
                </a:cubicBezTo>
                <a:cubicBezTo>
                  <a:pt x="28429" y="96733"/>
                  <a:pt x="57641" y="99002"/>
                  <a:pt x="73890" y="100615"/>
                </a:cubicBezTo>
                <a:cubicBezTo>
                  <a:pt x="90139" y="102228"/>
                  <a:pt x="100712" y="94641"/>
                  <a:pt x="113675" y="99898"/>
                </a:cubicBezTo>
                <a:cubicBezTo>
                  <a:pt x="126638" y="105155"/>
                  <a:pt x="140498" y="125347"/>
                  <a:pt x="151669" y="132157"/>
                </a:cubicBezTo>
                <a:cubicBezTo>
                  <a:pt x="162840" y="138967"/>
                  <a:pt x="169591" y="140880"/>
                  <a:pt x="180702" y="140760"/>
                </a:cubicBezTo>
                <a:cubicBezTo>
                  <a:pt x="191814" y="140641"/>
                  <a:pt x="208242" y="137593"/>
                  <a:pt x="218338" y="131440"/>
                </a:cubicBezTo>
                <a:cubicBezTo>
                  <a:pt x="228434" y="125287"/>
                  <a:pt x="237275" y="113997"/>
                  <a:pt x="241277" y="103841"/>
                </a:cubicBezTo>
                <a:cubicBezTo>
                  <a:pt x="245280" y="93686"/>
                  <a:pt x="244563" y="80961"/>
                  <a:pt x="242353" y="70507"/>
                </a:cubicBezTo>
                <a:cubicBezTo>
                  <a:pt x="240143" y="60053"/>
                  <a:pt x="234407" y="48582"/>
                  <a:pt x="228015" y="41115"/>
                </a:cubicBezTo>
                <a:cubicBezTo>
                  <a:pt x="221623" y="33648"/>
                  <a:pt x="215350" y="27734"/>
                  <a:pt x="204000" y="25703"/>
                </a:cubicBezTo>
                <a:cubicBezTo>
                  <a:pt x="192650" y="23672"/>
                  <a:pt x="171443" y="29168"/>
                  <a:pt x="159913" y="28929"/>
                </a:cubicBezTo>
                <a:cubicBezTo>
                  <a:pt x="148384" y="28690"/>
                  <a:pt x="147308" y="28929"/>
                  <a:pt x="134823" y="24269"/>
                </a:cubicBezTo>
                <a:close/>
              </a:path>
            </a:pathLst>
          </a:custGeom>
          <a:solidFill>
            <a:srgbClr val="C7CAEA">
              <a:alpha val="52090"/>
            </a:srgbClr>
          </a:solidFill>
          <a:ln>
            <a:noFill/>
          </a:ln>
        </p:spPr>
      </p:sp>
      <p:sp>
        <p:nvSpPr>
          <p:cNvPr id="26" name="Google Shape;26;p5"/>
          <p:cNvSpPr/>
          <p:nvPr/>
        </p:nvSpPr>
        <p:spPr>
          <a:xfrm flipH="1" rot="9592593">
            <a:off x="6193947" y="3701545"/>
            <a:ext cx="4684000" cy="2907869"/>
          </a:xfrm>
          <a:custGeom>
            <a:rect b="b" l="l" r="r" t="t"/>
            <a:pathLst>
              <a:path extrusionOk="0" h="140790" w="244167">
                <a:moveTo>
                  <a:pt x="134823" y="24269"/>
                </a:moveTo>
                <a:cubicBezTo>
                  <a:pt x="122338" y="19609"/>
                  <a:pt x="100115" y="3779"/>
                  <a:pt x="85001" y="971"/>
                </a:cubicBezTo>
                <a:cubicBezTo>
                  <a:pt x="69887" y="-1837"/>
                  <a:pt x="56864" y="1927"/>
                  <a:pt x="44140" y="7423"/>
                </a:cubicBezTo>
                <a:cubicBezTo>
                  <a:pt x="31416" y="12919"/>
                  <a:pt x="15943" y="24927"/>
                  <a:pt x="8655" y="33947"/>
                </a:cubicBezTo>
                <a:cubicBezTo>
                  <a:pt x="1367" y="42968"/>
                  <a:pt x="-843" y="52167"/>
                  <a:pt x="411" y="61546"/>
                </a:cubicBezTo>
                <a:cubicBezTo>
                  <a:pt x="1666" y="70925"/>
                  <a:pt x="3936" y="83710"/>
                  <a:pt x="16182" y="90221"/>
                </a:cubicBezTo>
                <a:cubicBezTo>
                  <a:pt x="28429" y="96733"/>
                  <a:pt x="57641" y="99002"/>
                  <a:pt x="73890" y="100615"/>
                </a:cubicBezTo>
                <a:cubicBezTo>
                  <a:pt x="90139" y="102228"/>
                  <a:pt x="100712" y="94641"/>
                  <a:pt x="113675" y="99898"/>
                </a:cubicBezTo>
                <a:cubicBezTo>
                  <a:pt x="126638" y="105155"/>
                  <a:pt x="140498" y="125347"/>
                  <a:pt x="151669" y="132157"/>
                </a:cubicBezTo>
                <a:cubicBezTo>
                  <a:pt x="162840" y="138967"/>
                  <a:pt x="169591" y="140880"/>
                  <a:pt x="180702" y="140760"/>
                </a:cubicBezTo>
                <a:cubicBezTo>
                  <a:pt x="191814" y="140641"/>
                  <a:pt x="208242" y="137593"/>
                  <a:pt x="218338" y="131440"/>
                </a:cubicBezTo>
                <a:cubicBezTo>
                  <a:pt x="228434" y="125287"/>
                  <a:pt x="237275" y="113997"/>
                  <a:pt x="241277" y="103841"/>
                </a:cubicBezTo>
                <a:cubicBezTo>
                  <a:pt x="245280" y="93686"/>
                  <a:pt x="244563" y="80961"/>
                  <a:pt x="242353" y="70507"/>
                </a:cubicBezTo>
                <a:cubicBezTo>
                  <a:pt x="240143" y="60053"/>
                  <a:pt x="234407" y="48582"/>
                  <a:pt x="228015" y="41115"/>
                </a:cubicBezTo>
                <a:cubicBezTo>
                  <a:pt x="221623" y="33648"/>
                  <a:pt x="215350" y="27734"/>
                  <a:pt x="204000" y="25703"/>
                </a:cubicBezTo>
                <a:cubicBezTo>
                  <a:pt x="192650" y="23672"/>
                  <a:pt x="171443" y="29168"/>
                  <a:pt x="159913" y="28929"/>
                </a:cubicBezTo>
                <a:cubicBezTo>
                  <a:pt x="148384" y="28690"/>
                  <a:pt x="147308" y="28929"/>
                  <a:pt x="134823" y="24269"/>
                </a:cubicBezTo>
                <a:close/>
              </a:path>
            </a:pathLst>
          </a:custGeom>
          <a:noFill/>
          <a:ln cap="flat" cmpd="sng" w="9525">
            <a:solidFill>
              <a:schemeClr val="dk2"/>
            </a:solidFill>
            <a:prstDash val="solid"/>
            <a:round/>
            <a:headEnd len="med" w="med" type="none"/>
            <a:tailEnd len="med" w="med" type="none"/>
          </a:ln>
        </p:spPr>
      </p:sp>
      <p:sp>
        <p:nvSpPr>
          <p:cNvPr id="27" name="Google Shape;27;p5"/>
          <p:cNvSpPr/>
          <p:nvPr/>
        </p:nvSpPr>
        <p:spPr>
          <a:xfrm flipH="1" rot="386051">
            <a:off x="-1800559" y="-1814075"/>
            <a:ext cx="4684551" cy="2907998"/>
          </a:xfrm>
          <a:custGeom>
            <a:rect b="b" l="l" r="r" t="t"/>
            <a:pathLst>
              <a:path extrusionOk="0" h="140790" w="244167">
                <a:moveTo>
                  <a:pt x="134823" y="24269"/>
                </a:moveTo>
                <a:cubicBezTo>
                  <a:pt x="122338" y="19609"/>
                  <a:pt x="100115" y="3779"/>
                  <a:pt x="85001" y="971"/>
                </a:cubicBezTo>
                <a:cubicBezTo>
                  <a:pt x="69887" y="-1837"/>
                  <a:pt x="56864" y="1927"/>
                  <a:pt x="44140" y="7423"/>
                </a:cubicBezTo>
                <a:cubicBezTo>
                  <a:pt x="31416" y="12919"/>
                  <a:pt x="15943" y="24927"/>
                  <a:pt x="8655" y="33947"/>
                </a:cubicBezTo>
                <a:cubicBezTo>
                  <a:pt x="1367" y="42968"/>
                  <a:pt x="-843" y="52167"/>
                  <a:pt x="411" y="61546"/>
                </a:cubicBezTo>
                <a:cubicBezTo>
                  <a:pt x="1666" y="70925"/>
                  <a:pt x="3936" y="83710"/>
                  <a:pt x="16182" y="90221"/>
                </a:cubicBezTo>
                <a:cubicBezTo>
                  <a:pt x="28429" y="96733"/>
                  <a:pt x="57641" y="99002"/>
                  <a:pt x="73890" y="100615"/>
                </a:cubicBezTo>
                <a:cubicBezTo>
                  <a:pt x="90139" y="102228"/>
                  <a:pt x="100712" y="94641"/>
                  <a:pt x="113675" y="99898"/>
                </a:cubicBezTo>
                <a:cubicBezTo>
                  <a:pt x="126638" y="105155"/>
                  <a:pt x="140498" y="125347"/>
                  <a:pt x="151669" y="132157"/>
                </a:cubicBezTo>
                <a:cubicBezTo>
                  <a:pt x="162840" y="138967"/>
                  <a:pt x="169591" y="140880"/>
                  <a:pt x="180702" y="140760"/>
                </a:cubicBezTo>
                <a:cubicBezTo>
                  <a:pt x="191814" y="140641"/>
                  <a:pt x="208242" y="137593"/>
                  <a:pt x="218338" y="131440"/>
                </a:cubicBezTo>
                <a:cubicBezTo>
                  <a:pt x="228434" y="125287"/>
                  <a:pt x="237275" y="113997"/>
                  <a:pt x="241277" y="103841"/>
                </a:cubicBezTo>
                <a:cubicBezTo>
                  <a:pt x="245280" y="93686"/>
                  <a:pt x="244563" y="80961"/>
                  <a:pt x="242353" y="70507"/>
                </a:cubicBezTo>
                <a:cubicBezTo>
                  <a:pt x="240143" y="60053"/>
                  <a:pt x="234407" y="48582"/>
                  <a:pt x="228015" y="41115"/>
                </a:cubicBezTo>
                <a:cubicBezTo>
                  <a:pt x="221623" y="33648"/>
                  <a:pt x="215350" y="27734"/>
                  <a:pt x="204000" y="25703"/>
                </a:cubicBezTo>
                <a:cubicBezTo>
                  <a:pt x="192650" y="23672"/>
                  <a:pt x="171443" y="29168"/>
                  <a:pt x="159913" y="28929"/>
                </a:cubicBezTo>
                <a:cubicBezTo>
                  <a:pt x="148384" y="28690"/>
                  <a:pt x="147308" y="28929"/>
                  <a:pt x="134823" y="24269"/>
                </a:cubicBezTo>
                <a:close/>
              </a:path>
            </a:pathLst>
          </a:custGeom>
          <a:solidFill>
            <a:srgbClr val="C7CAEA">
              <a:alpha val="52090"/>
            </a:srgbClr>
          </a:solidFill>
          <a:ln>
            <a:noFill/>
          </a:ln>
        </p:spPr>
      </p:sp>
      <p:sp>
        <p:nvSpPr>
          <p:cNvPr id="28" name="Google Shape;28;p5"/>
          <p:cNvSpPr/>
          <p:nvPr/>
        </p:nvSpPr>
        <p:spPr>
          <a:xfrm flipH="1" rot="386051">
            <a:off x="-1780216" y="-1753464"/>
            <a:ext cx="4684551" cy="2907998"/>
          </a:xfrm>
          <a:custGeom>
            <a:rect b="b" l="l" r="r" t="t"/>
            <a:pathLst>
              <a:path extrusionOk="0" h="140790" w="244167">
                <a:moveTo>
                  <a:pt x="134823" y="24269"/>
                </a:moveTo>
                <a:cubicBezTo>
                  <a:pt x="122338" y="19609"/>
                  <a:pt x="100115" y="3779"/>
                  <a:pt x="85001" y="971"/>
                </a:cubicBezTo>
                <a:cubicBezTo>
                  <a:pt x="69887" y="-1837"/>
                  <a:pt x="56864" y="1927"/>
                  <a:pt x="44140" y="7423"/>
                </a:cubicBezTo>
                <a:cubicBezTo>
                  <a:pt x="31416" y="12919"/>
                  <a:pt x="15943" y="24927"/>
                  <a:pt x="8655" y="33947"/>
                </a:cubicBezTo>
                <a:cubicBezTo>
                  <a:pt x="1367" y="42968"/>
                  <a:pt x="-843" y="52167"/>
                  <a:pt x="411" y="61546"/>
                </a:cubicBezTo>
                <a:cubicBezTo>
                  <a:pt x="1666" y="70925"/>
                  <a:pt x="3936" y="83710"/>
                  <a:pt x="16182" y="90221"/>
                </a:cubicBezTo>
                <a:cubicBezTo>
                  <a:pt x="28429" y="96733"/>
                  <a:pt x="57641" y="99002"/>
                  <a:pt x="73890" y="100615"/>
                </a:cubicBezTo>
                <a:cubicBezTo>
                  <a:pt x="90139" y="102228"/>
                  <a:pt x="100712" y="94641"/>
                  <a:pt x="113675" y="99898"/>
                </a:cubicBezTo>
                <a:cubicBezTo>
                  <a:pt x="126638" y="105155"/>
                  <a:pt x="140498" y="125347"/>
                  <a:pt x="151669" y="132157"/>
                </a:cubicBezTo>
                <a:cubicBezTo>
                  <a:pt x="162840" y="138967"/>
                  <a:pt x="169591" y="140880"/>
                  <a:pt x="180702" y="140760"/>
                </a:cubicBezTo>
                <a:cubicBezTo>
                  <a:pt x="191814" y="140641"/>
                  <a:pt x="208242" y="137593"/>
                  <a:pt x="218338" y="131440"/>
                </a:cubicBezTo>
                <a:cubicBezTo>
                  <a:pt x="228434" y="125287"/>
                  <a:pt x="237275" y="113997"/>
                  <a:pt x="241277" y="103841"/>
                </a:cubicBezTo>
                <a:cubicBezTo>
                  <a:pt x="245280" y="93686"/>
                  <a:pt x="244563" y="80961"/>
                  <a:pt x="242353" y="70507"/>
                </a:cubicBezTo>
                <a:cubicBezTo>
                  <a:pt x="240143" y="60053"/>
                  <a:pt x="234407" y="48582"/>
                  <a:pt x="228015" y="41115"/>
                </a:cubicBezTo>
                <a:cubicBezTo>
                  <a:pt x="221623" y="33648"/>
                  <a:pt x="215350" y="27734"/>
                  <a:pt x="204000" y="25703"/>
                </a:cubicBezTo>
                <a:cubicBezTo>
                  <a:pt x="192650" y="23672"/>
                  <a:pt x="171443" y="29168"/>
                  <a:pt x="159913" y="28929"/>
                </a:cubicBezTo>
                <a:cubicBezTo>
                  <a:pt x="148384" y="28690"/>
                  <a:pt x="147308" y="28929"/>
                  <a:pt x="134823" y="24269"/>
                </a:cubicBezTo>
                <a:close/>
              </a:path>
            </a:pathLst>
          </a:custGeom>
          <a:noFill/>
          <a:ln cap="flat" cmpd="sng" w="9525">
            <a:solidFill>
              <a:schemeClr val="dk2"/>
            </a:solidFill>
            <a:prstDash val="solid"/>
            <a:round/>
            <a:headEnd len="med" w="med" type="none"/>
            <a:tailEnd len="med" w="med" type="none"/>
          </a:ln>
        </p:spPr>
      </p:sp>
      <p:sp>
        <p:nvSpPr>
          <p:cNvPr id="29" name="Google Shape;29;p5"/>
          <p:cNvSpPr/>
          <p:nvPr/>
        </p:nvSpPr>
        <p:spPr>
          <a:xfrm flipH="1" rot="-7713949">
            <a:off x="-1729765" y="3985562"/>
            <a:ext cx="4683843" cy="2907559"/>
          </a:xfrm>
          <a:custGeom>
            <a:rect b="b" l="l" r="r" t="t"/>
            <a:pathLst>
              <a:path extrusionOk="0" h="140790" w="244167">
                <a:moveTo>
                  <a:pt x="134823" y="24269"/>
                </a:moveTo>
                <a:cubicBezTo>
                  <a:pt x="122338" y="19609"/>
                  <a:pt x="100115" y="3779"/>
                  <a:pt x="85001" y="971"/>
                </a:cubicBezTo>
                <a:cubicBezTo>
                  <a:pt x="69887" y="-1837"/>
                  <a:pt x="56864" y="1927"/>
                  <a:pt x="44140" y="7423"/>
                </a:cubicBezTo>
                <a:cubicBezTo>
                  <a:pt x="31416" y="12919"/>
                  <a:pt x="15943" y="24927"/>
                  <a:pt x="8655" y="33947"/>
                </a:cubicBezTo>
                <a:cubicBezTo>
                  <a:pt x="1367" y="42968"/>
                  <a:pt x="-843" y="52167"/>
                  <a:pt x="411" y="61546"/>
                </a:cubicBezTo>
                <a:cubicBezTo>
                  <a:pt x="1666" y="70925"/>
                  <a:pt x="3936" y="83710"/>
                  <a:pt x="16182" y="90221"/>
                </a:cubicBezTo>
                <a:cubicBezTo>
                  <a:pt x="28429" y="96733"/>
                  <a:pt x="57641" y="99002"/>
                  <a:pt x="73890" y="100615"/>
                </a:cubicBezTo>
                <a:cubicBezTo>
                  <a:pt x="90139" y="102228"/>
                  <a:pt x="100712" y="94641"/>
                  <a:pt x="113675" y="99898"/>
                </a:cubicBezTo>
                <a:cubicBezTo>
                  <a:pt x="126638" y="105155"/>
                  <a:pt x="140498" y="125347"/>
                  <a:pt x="151669" y="132157"/>
                </a:cubicBezTo>
                <a:cubicBezTo>
                  <a:pt x="162840" y="138967"/>
                  <a:pt x="169591" y="140880"/>
                  <a:pt x="180702" y="140760"/>
                </a:cubicBezTo>
                <a:cubicBezTo>
                  <a:pt x="191814" y="140641"/>
                  <a:pt x="208242" y="137593"/>
                  <a:pt x="218338" y="131440"/>
                </a:cubicBezTo>
                <a:cubicBezTo>
                  <a:pt x="228434" y="125287"/>
                  <a:pt x="237275" y="113997"/>
                  <a:pt x="241277" y="103841"/>
                </a:cubicBezTo>
                <a:cubicBezTo>
                  <a:pt x="245280" y="93686"/>
                  <a:pt x="244563" y="80961"/>
                  <a:pt x="242353" y="70507"/>
                </a:cubicBezTo>
                <a:cubicBezTo>
                  <a:pt x="240143" y="60053"/>
                  <a:pt x="234407" y="48582"/>
                  <a:pt x="228015" y="41115"/>
                </a:cubicBezTo>
                <a:cubicBezTo>
                  <a:pt x="221623" y="33648"/>
                  <a:pt x="215350" y="27734"/>
                  <a:pt x="204000" y="25703"/>
                </a:cubicBezTo>
                <a:cubicBezTo>
                  <a:pt x="192650" y="23672"/>
                  <a:pt x="171443" y="29168"/>
                  <a:pt x="159913" y="28929"/>
                </a:cubicBezTo>
                <a:cubicBezTo>
                  <a:pt x="148384" y="28690"/>
                  <a:pt x="147308" y="28929"/>
                  <a:pt x="134823" y="24269"/>
                </a:cubicBezTo>
                <a:close/>
              </a:path>
            </a:pathLst>
          </a:custGeom>
          <a:solidFill>
            <a:srgbClr val="C7CAEA">
              <a:alpha val="52090"/>
            </a:srgbClr>
          </a:solidFill>
          <a:ln>
            <a:noFill/>
          </a:ln>
        </p:spPr>
      </p:sp>
      <p:sp>
        <p:nvSpPr>
          <p:cNvPr id="30" name="Google Shape;30;p5"/>
          <p:cNvSpPr/>
          <p:nvPr/>
        </p:nvSpPr>
        <p:spPr>
          <a:xfrm flipH="1" rot="-7713991">
            <a:off x="-1701418" y="3897106"/>
            <a:ext cx="4684200" cy="2907328"/>
          </a:xfrm>
          <a:custGeom>
            <a:rect b="b" l="l" r="r" t="t"/>
            <a:pathLst>
              <a:path extrusionOk="0" h="140790" w="244167">
                <a:moveTo>
                  <a:pt x="134823" y="24269"/>
                </a:moveTo>
                <a:cubicBezTo>
                  <a:pt x="122338" y="19609"/>
                  <a:pt x="100115" y="3779"/>
                  <a:pt x="85001" y="971"/>
                </a:cubicBezTo>
                <a:cubicBezTo>
                  <a:pt x="69887" y="-1837"/>
                  <a:pt x="56864" y="1927"/>
                  <a:pt x="44140" y="7423"/>
                </a:cubicBezTo>
                <a:cubicBezTo>
                  <a:pt x="31416" y="12919"/>
                  <a:pt x="15943" y="24927"/>
                  <a:pt x="8655" y="33947"/>
                </a:cubicBezTo>
                <a:cubicBezTo>
                  <a:pt x="1367" y="42968"/>
                  <a:pt x="-843" y="52167"/>
                  <a:pt x="411" y="61546"/>
                </a:cubicBezTo>
                <a:cubicBezTo>
                  <a:pt x="1666" y="70925"/>
                  <a:pt x="3936" y="83710"/>
                  <a:pt x="16182" y="90221"/>
                </a:cubicBezTo>
                <a:cubicBezTo>
                  <a:pt x="28429" y="96733"/>
                  <a:pt x="57641" y="99002"/>
                  <a:pt x="73890" y="100615"/>
                </a:cubicBezTo>
                <a:cubicBezTo>
                  <a:pt x="90139" y="102228"/>
                  <a:pt x="100712" y="94641"/>
                  <a:pt x="113675" y="99898"/>
                </a:cubicBezTo>
                <a:cubicBezTo>
                  <a:pt x="126638" y="105155"/>
                  <a:pt x="140498" y="125347"/>
                  <a:pt x="151669" y="132157"/>
                </a:cubicBezTo>
                <a:cubicBezTo>
                  <a:pt x="162840" y="138967"/>
                  <a:pt x="169591" y="140880"/>
                  <a:pt x="180702" y="140760"/>
                </a:cubicBezTo>
                <a:cubicBezTo>
                  <a:pt x="191814" y="140641"/>
                  <a:pt x="208242" y="137593"/>
                  <a:pt x="218338" y="131440"/>
                </a:cubicBezTo>
                <a:cubicBezTo>
                  <a:pt x="228434" y="125287"/>
                  <a:pt x="237275" y="113997"/>
                  <a:pt x="241277" y="103841"/>
                </a:cubicBezTo>
                <a:cubicBezTo>
                  <a:pt x="245280" y="93686"/>
                  <a:pt x="244563" y="80961"/>
                  <a:pt x="242353" y="70507"/>
                </a:cubicBezTo>
                <a:cubicBezTo>
                  <a:pt x="240143" y="60053"/>
                  <a:pt x="234407" y="48582"/>
                  <a:pt x="228015" y="41115"/>
                </a:cubicBezTo>
                <a:cubicBezTo>
                  <a:pt x="221623" y="33648"/>
                  <a:pt x="215350" y="27734"/>
                  <a:pt x="204000" y="25703"/>
                </a:cubicBezTo>
                <a:cubicBezTo>
                  <a:pt x="192650" y="23672"/>
                  <a:pt x="171443" y="29168"/>
                  <a:pt x="159913" y="28929"/>
                </a:cubicBezTo>
                <a:cubicBezTo>
                  <a:pt x="148384" y="28690"/>
                  <a:pt x="147308" y="28929"/>
                  <a:pt x="134823" y="24269"/>
                </a:cubicBezTo>
                <a:close/>
              </a:path>
            </a:pathLst>
          </a:custGeom>
          <a:noFill/>
          <a:ln cap="flat" cmpd="sng" w="9525">
            <a:solidFill>
              <a:schemeClr val="dk2"/>
            </a:solidFill>
            <a:prstDash val="solid"/>
            <a:round/>
            <a:headEnd len="med" w="med" type="none"/>
            <a:tailEnd len="med" w="med" type="none"/>
          </a:ln>
        </p:spPr>
      </p:sp>
      <p:sp>
        <p:nvSpPr>
          <p:cNvPr id="31" name="Google Shape;31;p5"/>
          <p:cNvSpPr/>
          <p:nvPr/>
        </p:nvSpPr>
        <p:spPr>
          <a:xfrm flipH="1" rot="2963986">
            <a:off x="6500059" y="-1459205"/>
            <a:ext cx="4684146" cy="2907747"/>
          </a:xfrm>
          <a:custGeom>
            <a:rect b="b" l="l" r="r" t="t"/>
            <a:pathLst>
              <a:path extrusionOk="0" h="140790" w="244167">
                <a:moveTo>
                  <a:pt x="134823" y="24269"/>
                </a:moveTo>
                <a:cubicBezTo>
                  <a:pt x="122338" y="19609"/>
                  <a:pt x="100115" y="3779"/>
                  <a:pt x="85001" y="971"/>
                </a:cubicBezTo>
                <a:cubicBezTo>
                  <a:pt x="69887" y="-1837"/>
                  <a:pt x="56864" y="1927"/>
                  <a:pt x="44140" y="7423"/>
                </a:cubicBezTo>
                <a:cubicBezTo>
                  <a:pt x="31416" y="12919"/>
                  <a:pt x="15943" y="24927"/>
                  <a:pt x="8655" y="33947"/>
                </a:cubicBezTo>
                <a:cubicBezTo>
                  <a:pt x="1367" y="42968"/>
                  <a:pt x="-843" y="52167"/>
                  <a:pt x="411" y="61546"/>
                </a:cubicBezTo>
                <a:cubicBezTo>
                  <a:pt x="1666" y="70925"/>
                  <a:pt x="3936" y="83710"/>
                  <a:pt x="16182" y="90221"/>
                </a:cubicBezTo>
                <a:cubicBezTo>
                  <a:pt x="28429" y="96733"/>
                  <a:pt x="57641" y="99002"/>
                  <a:pt x="73890" y="100615"/>
                </a:cubicBezTo>
                <a:cubicBezTo>
                  <a:pt x="90139" y="102228"/>
                  <a:pt x="100712" y="94641"/>
                  <a:pt x="113675" y="99898"/>
                </a:cubicBezTo>
                <a:cubicBezTo>
                  <a:pt x="126638" y="105155"/>
                  <a:pt x="140498" y="125347"/>
                  <a:pt x="151669" y="132157"/>
                </a:cubicBezTo>
                <a:cubicBezTo>
                  <a:pt x="162840" y="138967"/>
                  <a:pt x="169591" y="140880"/>
                  <a:pt x="180702" y="140760"/>
                </a:cubicBezTo>
                <a:cubicBezTo>
                  <a:pt x="191814" y="140641"/>
                  <a:pt x="208242" y="137593"/>
                  <a:pt x="218338" y="131440"/>
                </a:cubicBezTo>
                <a:cubicBezTo>
                  <a:pt x="228434" y="125287"/>
                  <a:pt x="237275" y="113997"/>
                  <a:pt x="241277" y="103841"/>
                </a:cubicBezTo>
                <a:cubicBezTo>
                  <a:pt x="245280" y="93686"/>
                  <a:pt x="244563" y="80961"/>
                  <a:pt x="242353" y="70507"/>
                </a:cubicBezTo>
                <a:cubicBezTo>
                  <a:pt x="240143" y="60053"/>
                  <a:pt x="234407" y="48582"/>
                  <a:pt x="228015" y="41115"/>
                </a:cubicBezTo>
                <a:cubicBezTo>
                  <a:pt x="221623" y="33648"/>
                  <a:pt x="215350" y="27734"/>
                  <a:pt x="204000" y="25703"/>
                </a:cubicBezTo>
                <a:cubicBezTo>
                  <a:pt x="192650" y="23672"/>
                  <a:pt x="171443" y="29168"/>
                  <a:pt x="159913" y="28929"/>
                </a:cubicBezTo>
                <a:cubicBezTo>
                  <a:pt x="148384" y="28690"/>
                  <a:pt x="147308" y="28929"/>
                  <a:pt x="134823" y="24269"/>
                </a:cubicBezTo>
                <a:close/>
              </a:path>
            </a:pathLst>
          </a:custGeom>
          <a:solidFill>
            <a:srgbClr val="C7CAEA">
              <a:alpha val="52090"/>
            </a:srgbClr>
          </a:solidFill>
          <a:ln>
            <a:noFill/>
          </a:ln>
        </p:spPr>
      </p:sp>
      <p:sp>
        <p:nvSpPr>
          <p:cNvPr id="32" name="Google Shape;32;p5"/>
          <p:cNvSpPr/>
          <p:nvPr/>
        </p:nvSpPr>
        <p:spPr>
          <a:xfrm flipH="1" rot="2963825">
            <a:off x="6477467" y="-1369391"/>
            <a:ext cx="4684027" cy="2907793"/>
          </a:xfrm>
          <a:custGeom>
            <a:rect b="b" l="l" r="r" t="t"/>
            <a:pathLst>
              <a:path extrusionOk="0" h="140790" w="244167">
                <a:moveTo>
                  <a:pt x="134823" y="24269"/>
                </a:moveTo>
                <a:cubicBezTo>
                  <a:pt x="122338" y="19609"/>
                  <a:pt x="100115" y="3779"/>
                  <a:pt x="85001" y="971"/>
                </a:cubicBezTo>
                <a:cubicBezTo>
                  <a:pt x="69887" y="-1837"/>
                  <a:pt x="56864" y="1927"/>
                  <a:pt x="44140" y="7423"/>
                </a:cubicBezTo>
                <a:cubicBezTo>
                  <a:pt x="31416" y="12919"/>
                  <a:pt x="15943" y="24927"/>
                  <a:pt x="8655" y="33947"/>
                </a:cubicBezTo>
                <a:cubicBezTo>
                  <a:pt x="1367" y="42968"/>
                  <a:pt x="-843" y="52167"/>
                  <a:pt x="411" y="61546"/>
                </a:cubicBezTo>
                <a:cubicBezTo>
                  <a:pt x="1666" y="70925"/>
                  <a:pt x="3936" y="83710"/>
                  <a:pt x="16182" y="90221"/>
                </a:cubicBezTo>
                <a:cubicBezTo>
                  <a:pt x="28429" y="96733"/>
                  <a:pt x="57641" y="99002"/>
                  <a:pt x="73890" y="100615"/>
                </a:cubicBezTo>
                <a:cubicBezTo>
                  <a:pt x="90139" y="102228"/>
                  <a:pt x="100712" y="94641"/>
                  <a:pt x="113675" y="99898"/>
                </a:cubicBezTo>
                <a:cubicBezTo>
                  <a:pt x="126638" y="105155"/>
                  <a:pt x="140498" y="125347"/>
                  <a:pt x="151669" y="132157"/>
                </a:cubicBezTo>
                <a:cubicBezTo>
                  <a:pt x="162840" y="138967"/>
                  <a:pt x="169591" y="140880"/>
                  <a:pt x="180702" y="140760"/>
                </a:cubicBezTo>
                <a:cubicBezTo>
                  <a:pt x="191814" y="140641"/>
                  <a:pt x="208242" y="137593"/>
                  <a:pt x="218338" y="131440"/>
                </a:cubicBezTo>
                <a:cubicBezTo>
                  <a:pt x="228434" y="125287"/>
                  <a:pt x="237275" y="113997"/>
                  <a:pt x="241277" y="103841"/>
                </a:cubicBezTo>
                <a:cubicBezTo>
                  <a:pt x="245280" y="93686"/>
                  <a:pt x="244563" y="80961"/>
                  <a:pt x="242353" y="70507"/>
                </a:cubicBezTo>
                <a:cubicBezTo>
                  <a:pt x="240143" y="60053"/>
                  <a:pt x="234407" y="48582"/>
                  <a:pt x="228015" y="41115"/>
                </a:cubicBezTo>
                <a:cubicBezTo>
                  <a:pt x="221623" y="33648"/>
                  <a:pt x="215350" y="27734"/>
                  <a:pt x="204000" y="25703"/>
                </a:cubicBezTo>
                <a:cubicBezTo>
                  <a:pt x="192650" y="23672"/>
                  <a:pt x="171443" y="29168"/>
                  <a:pt x="159913" y="28929"/>
                </a:cubicBezTo>
                <a:cubicBezTo>
                  <a:pt x="148384" y="28690"/>
                  <a:pt x="147308" y="28929"/>
                  <a:pt x="134823" y="24269"/>
                </a:cubicBezTo>
                <a:close/>
              </a:path>
            </a:pathLst>
          </a:custGeom>
          <a:noFill/>
          <a:ln cap="flat" cmpd="sng" w="9525">
            <a:solidFill>
              <a:schemeClr val="dk2"/>
            </a:solidFill>
            <a:prstDash val="solid"/>
            <a:round/>
            <a:headEnd len="med" w="med" type="none"/>
            <a:tailEnd len="med" w="med" type="none"/>
          </a:ln>
        </p:spPr>
      </p:sp>
      <p:sp>
        <p:nvSpPr>
          <p:cNvPr id="33" name="Google Shape;33;p5"/>
          <p:cNvSpPr txBox="1"/>
          <p:nvPr>
            <p:ph idx="1" type="subTitle"/>
          </p:nvPr>
        </p:nvSpPr>
        <p:spPr>
          <a:xfrm>
            <a:off x="1443175" y="1716750"/>
            <a:ext cx="2907600" cy="436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500"/>
              <a:buFont typeface="Bebas Neue"/>
              <a:buNone/>
              <a:defRPr b="1" sz="1800">
                <a:latin typeface="Sora"/>
                <a:ea typeface="Sora"/>
                <a:cs typeface="Sora"/>
                <a:sym typeface="Sora"/>
              </a:defRPr>
            </a:lvl1pPr>
            <a:lvl2pPr lvl="1" algn="ctr">
              <a:lnSpc>
                <a:spcPct val="100000"/>
              </a:lnSpc>
              <a:spcBef>
                <a:spcPts val="0"/>
              </a:spcBef>
              <a:spcAft>
                <a:spcPts val="0"/>
              </a:spcAft>
              <a:buSzPts val="2500"/>
              <a:buFont typeface="Bebas Neue"/>
              <a:buNone/>
              <a:defRPr sz="2500">
                <a:latin typeface="Bebas Neue"/>
                <a:ea typeface="Bebas Neue"/>
                <a:cs typeface="Bebas Neue"/>
                <a:sym typeface="Bebas Neue"/>
              </a:defRPr>
            </a:lvl2pPr>
            <a:lvl3pPr lvl="2" algn="ctr">
              <a:lnSpc>
                <a:spcPct val="100000"/>
              </a:lnSpc>
              <a:spcBef>
                <a:spcPts val="0"/>
              </a:spcBef>
              <a:spcAft>
                <a:spcPts val="0"/>
              </a:spcAft>
              <a:buSzPts val="2500"/>
              <a:buFont typeface="Bebas Neue"/>
              <a:buNone/>
              <a:defRPr sz="2500">
                <a:latin typeface="Bebas Neue"/>
                <a:ea typeface="Bebas Neue"/>
                <a:cs typeface="Bebas Neue"/>
                <a:sym typeface="Bebas Neue"/>
              </a:defRPr>
            </a:lvl3pPr>
            <a:lvl4pPr lvl="3" algn="ctr">
              <a:lnSpc>
                <a:spcPct val="100000"/>
              </a:lnSpc>
              <a:spcBef>
                <a:spcPts val="0"/>
              </a:spcBef>
              <a:spcAft>
                <a:spcPts val="0"/>
              </a:spcAft>
              <a:buSzPts val="2500"/>
              <a:buFont typeface="Bebas Neue"/>
              <a:buNone/>
              <a:defRPr sz="2500">
                <a:latin typeface="Bebas Neue"/>
                <a:ea typeface="Bebas Neue"/>
                <a:cs typeface="Bebas Neue"/>
                <a:sym typeface="Bebas Neue"/>
              </a:defRPr>
            </a:lvl4pPr>
            <a:lvl5pPr lvl="4" algn="ctr">
              <a:lnSpc>
                <a:spcPct val="100000"/>
              </a:lnSpc>
              <a:spcBef>
                <a:spcPts val="0"/>
              </a:spcBef>
              <a:spcAft>
                <a:spcPts val="0"/>
              </a:spcAft>
              <a:buSzPts val="2500"/>
              <a:buFont typeface="Bebas Neue"/>
              <a:buNone/>
              <a:defRPr sz="2500">
                <a:latin typeface="Bebas Neue"/>
                <a:ea typeface="Bebas Neue"/>
                <a:cs typeface="Bebas Neue"/>
                <a:sym typeface="Bebas Neue"/>
              </a:defRPr>
            </a:lvl5pPr>
            <a:lvl6pPr lvl="5" algn="ctr">
              <a:lnSpc>
                <a:spcPct val="100000"/>
              </a:lnSpc>
              <a:spcBef>
                <a:spcPts val="0"/>
              </a:spcBef>
              <a:spcAft>
                <a:spcPts val="0"/>
              </a:spcAft>
              <a:buSzPts val="2500"/>
              <a:buFont typeface="Bebas Neue"/>
              <a:buNone/>
              <a:defRPr sz="2500">
                <a:latin typeface="Bebas Neue"/>
                <a:ea typeface="Bebas Neue"/>
                <a:cs typeface="Bebas Neue"/>
                <a:sym typeface="Bebas Neue"/>
              </a:defRPr>
            </a:lvl6pPr>
            <a:lvl7pPr lvl="6" algn="ctr">
              <a:lnSpc>
                <a:spcPct val="100000"/>
              </a:lnSpc>
              <a:spcBef>
                <a:spcPts val="0"/>
              </a:spcBef>
              <a:spcAft>
                <a:spcPts val="0"/>
              </a:spcAft>
              <a:buSzPts val="2500"/>
              <a:buFont typeface="Bebas Neue"/>
              <a:buNone/>
              <a:defRPr sz="2500">
                <a:latin typeface="Bebas Neue"/>
                <a:ea typeface="Bebas Neue"/>
                <a:cs typeface="Bebas Neue"/>
                <a:sym typeface="Bebas Neue"/>
              </a:defRPr>
            </a:lvl7pPr>
            <a:lvl8pPr lvl="7" algn="ctr">
              <a:lnSpc>
                <a:spcPct val="100000"/>
              </a:lnSpc>
              <a:spcBef>
                <a:spcPts val="0"/>
              </a:spcBef>
              <a:spcAft>
                <a:spcPts val="0"/>
              </a:spcAft>
              <a:buSzPts val="2500"/>
              <a:buFont typeface="Bebas Neue"/>
              <a:buNone/>
              <a:defRPr sz="2500">
                <a:latin typeface="Bebas Neue"/>
                <a:ea typeface="Bebas Neue"/>
                <a:cs typeface="Bebas Neue"/>
                <a:sym typeface="Bebas Neue"/>
              </a:defRPr>
            </a:lvl8pPr>
            <a:lvl9pPr lvl="8" algn="ctr">
              <a:lnSpc>
                <a:spcPct val="100000"/>
              </a:lnSpc>
              <a:spcBef>
                <a:spcPts val="0"/>
              </a:spcBef>
              <a:spcAft>
                <a:spcPts val="0"/>
              </a:spcAft>
              <a:buSzPts val="2500"/>
              <a:buFont typeface="Bebas Neue"/>
              <a:buNone/>
              <a:defRPr sz="2500">
                <a:latin typeface="Bebas Neue"/>
                <a:ea typeface="Bebas Neue"/>
                <a:cs typeface="Bebas Neue"/>
                <a:sym typeface="Bebas Neue"/>
              </a:defRPr>
            </a:lvl9pPr>
          </a:lstStyle>
          <a:p/>
        </p:txBody>
      </p:sp>
      <p:sp>
        <p:nvSpPr>
          <p:cNvPr id="34" name="Google Shape;34;p5"/>
          <p:cNvSpPr txBox="1"/>
          <p:nvPr>
            <p:ph idx="2" type="subTitle"/>
          </p:nvPr>
        </p:nvSpPr>
        <p:spPr>
          <a:xfrm>
            <a:off x="4793250" y="1716750"/>
            <a:ext cx="2907600" cy="436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500"/>
              <a:buFont typeface="Bebas Neue"/>
              <a:buNone/>
              <a:defRPr b="1" sz="1800">
                <a:latin typeface="Sora"/>
                <a:ea typeface="Sora"/>
                <a:cs typeface="Sora"/>
                <a:sym typeface="Sora"/>
              </a:defRPr>
            </a:lvl1pPr>
            <a:lvl2pPr lvl="1" rtl="0" algn="ctr">
              <a:lnSpc>
                <a:spcPct val="100000"/>
              </a:lnSpc>
              <a:spcBef>
                <a:spcPts val="0"/>
              </a:spcBef>
              <a:spcAft>
                <a:spcPts val="0"/>
              </a:spcAft>
              <a:buSzPts val="2500"/>
              <a:buFont typeface="Bebas Neue"/>
              <a:buNone/>
              <a:defRPr sz="2500">
                <a:latin typeface="Bebas Neue"/>
                <a:ea typeface="Bebas Neue"/>
                <a:cs typeface="Bebas Neue"/>
                <a:sym typeface="Bebas Neue"/>
              </a:defRPr>
            </a:lvl2pPr>
            <a:lvl3pPr lvl="2" rtl="0" algn="ctr">
              <a:lnSpc>
                <a:spcPct val="100000"/>
              </a:lnSpc>
              <a:spcBef>
                <a:spcPts val="0"/>
              </a:spcBef>
              <a:spcAft>
                <a:spcPts val="0"/>
              </a:spcAft>
              <a:buSzPts val="2500"/>
              <a:buFont typeface="Bebas Neue"/>
              <a:buNone/>
              <a:defRPr sz="2500">
                <a:latin typeface="Bebas Neue"/>
                <a:ea typeface="Bebas Neue"/>
                <a:cs typeface="Bebas Neue"/>
                <a:sym typeface="Bebas Neue"/>
              </a:defRPr>
            </a:lvl3pPr>
            <a:lvl4pPr lvl="3" rtl="0" algn="ctr">
              <a:lnSpc>
                <a:spcPct val="100000"/>
              </a:lnSpc>
              <a:spcBef>
                <a:spcPts val="0"/>
              </a:spcBef>
              <a:spcAft>
                <a:spcPts val="0"/>
              </a:spcAft>
              <a:buSzPts val="2500"/>
              <a:buFont typeface="Bebas Neue"/>
              <a:buNone/>
              <a:defRPr sz="2500">
                <a:latin typeface="Bebas Neue"/>
                <a:ea typeface="Bebas Neue"/>
                <a:cs typeface="Bebas Neue"/>
                <a:sym typeface="Bebas Neue"/>
              </a:defRPr>
            </a:lvl4pPr>
            <a:lvl5pPr lvl="4" rtl="0" algn="ctr">
              <a:lnSpc>
                <a:spcPct val="100000"/>
              </a:lnSpc>
              <a:spcBef>
                <a:spcPts val="0"/>
              </a:spcBef>
              <a:spcAft>
                <a:spcPts val="0"/>
              </a:spcAft>
              <a:buSzPts val="2500"/>
              <a:buFont typeface="Bebas Neue"/>
              <a:buNone/>
              <a:defRPr sz="2500">
                <a:latin typeface="Bebas Neue"/>
                <a:ea typeface="Bebas Neue"/>
                <a:cs typeface="Bebas Neue"/>
                <a:sym typeface="Bebas Neue"/>
              </a:defRPr>
            </a:lvl5pPr>
            <a:lvl6pPr lvl="5" rtl="0" algn="ctr">
              <a:lnSpc>
                <a:spcPct val="100000"/>
              </a:lnSpc>
              <a:spcBef>
                <a:spcPts val="0"/>
              </a:spcBef>
              <a:spcAft>
                <a:spcPts val="0"/>
              </a:spcAft>
              <a:buSzPts val="2500"/>
              <a:buFont typeface="Bebas Neue"/>
              <a:buNone/>
              <a:defRPr sz="2500">
                <a:latin typeface="Bebas Neue"/>
                <a:ea typeface="Bebas Neue"/>
                <a:cs typeface="Bebas Neue"/>
                <a:sym typeface="Bebas Neue"/>
              </a:defRPr>
            </a:lvl6pPr>
            <a:lvl7pPr lvl="6" rtl="0" algn="ctr">
              <a:lnSpc>
                <a:spcPct val="100000"/>
              </a:lnSpc>
              <a:spcBef>
                <a:spcPts val="0"/>
              </a:spcBef>
              <a:spcAft>
                <a:spcPts val="0"/>
              </a:spcAft>
              <a:buSzPts val="2500"/>
              <a:buFont typeface="Bebas Neue"/>
              <a:buNone/>
              <a:defRPr sz="2500">
                <a:latin typeface="Bebas Neue"/>
                <a:ea typeface="Bebas Neue"/>
                <a:cs typeface="Bebas Neue"/>
                <a:sym typeface="Bebas Neue"/>
              </a:defRPr>
            </a:lvl7pPr>
            <a:lvl8pPr lvl="7" rtl="0" algn="ctr">
              <a:lnSpc>
                <a:spcPct val="100000"/>
              </a:lnSpc>
              <a:spcBef>
                <a:spcPts val="0"/>
              </a:spcBef>
              <a:spcAft>
                <a:spcPts val="0"/>
              </a:spcAft>
              <a:buSzPts val="2500"/>
              <a:buFont typeface="Bebas Neue"/>
              <a:buNone/>
              <a:defRPr sz="2500">
                <a:latin typeface="Bebas Neue"/>
                <a:ea typeface="Bebas Neue"/>
                <a:cs typeface="Bebas Neue"/>
                <a:sym typeface="Bebas Neue"/>
              </a:defRPr>
            </a:lvl8pPr>
            <a:lvl9pPr lvl="8" rtl="0" algn="ctr">
              <a:lnSpc>
                <a:spcPct val="100000"/>
              </a:lnSpc>
              <a:spcBef>
                <a:spcPts val="0"/>
              </a:spcBef>
              <a:spcAft>
                <a:spcPts val="0"/>
              </a:spcAft>
              <a:buSzPts val="2500"/>
              <a:buFont typeface="Bebas Neue"/>
              <a:buNone/>
              <a:defRPr sz="2500">
                <a:latin typeface="Bebas Neue"/>
                <a:ea typeface="Bebas Neue"/>
                <a:cs typeface="Bebas Neue"/>
                <a:sym typeface="Bebas Neue"/>
              </a:defRPr>
            </a:lvl9pPr>
          </a:lstStyle>
          <a:p/>
        </p:txBody>
      </p:sp>
      <p:sp>
        <p:nvSpPr>
          <p:cNvPr id="35" name="Google Shape;35;p5"/>
          <p:cNvSpPr txBox="1"/>
          <p:nvPr>
            <p:ph idx="3" type="subTitle"/>
          </p:nvPr>
        </p:nvSpPr>
        <p:spPr>
          <a:xfrm>
            <a:off x="1443163" y="2430150"/>
            <a:ext cx="2907600" cy="1710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accent2"/>
              </a:buClr>
              <a:buSzPts val="1400"/>
              <a:buChar char="●"/>
              <a:defRPr>
                <a:latin typeface="Karla"/>
                <a:ea typeface="Karla"/>
                <a:cs typeface="Karla"/>
                <a:sym typeface="Karla"/>
              </a:defRPr>
            </a:lvl1pPr>
            <a:lvl2pPr lvl="1" rtl="0" algn="ctr">
              <a:lnSpc>
                <a:spcPct val="100000"/>
              </a:lnSpc>
              <a:spcBef>
                <a:spcPts val="0"/>
              </a:spcBef>
              <a:spcAft>
                <a:spcPts val="0"/>
              </a:spcAft>
              <a:buSzPts val="1400"/>
              <a:buChar char="○"/>
              <a:defRPr/>
            </a:lvl2pPr>
            <a:lvl3pPr lvl="2" rtl="0" algn="ctr">
              <a:lnSpc>
                <a:spcPct val="100000"/>
              </a:lnSpc>
              <a:spcBef>
                <a:spcPts val="0"/>
              </a:spcBef>
              <a:spcAft>
                <a:spcPts val="0"/>
              </a:spcAft>
              <a:buSzPts val="1400"/>
              <a:buChar char="■"/>
              <a:defRPr/>
            </a:lvl3pPr>
            <a:lvl4pPr lvl="3" rtl="0" algn="ctr">
              <a:lnSpc>
                <a:spcPct val="100000"/>
              </a:lnSpc>
              <a:spcBef>
                <a:spcPts val="0"/>
              </a:spcBef>
              <a:spcAft>
                <a:spcPts val="0"/>
              </a:spcAft>
              <a:buSzPts val="1400"/>
              <a:buChar char="●"/>
              <a:defRPr/>
            </a:lvl4pPr>
            <a:lvl5pPr lvl="4" rtl="0" algn="ctr">
              <a:lnSpc>
                <a:spcPct val="100000"/>
              </a:lnSpc>
              <a:spcBef>
                <a:spcPts val="0"/>
              </a:spcBef>
              <a:spcAft>
                <a:spcPts val="0"/>
              </a:spcAft>
              <a:buSzPts val="1400"/>
              <a:buChar char="○"/>
              <a:defRPr/>
            </a:lvl5pPr>
            <a:lvl6pPr lvl="5" rtl="0" algn="ctr">
              <a:lnSpc>
                <a:spcPct val="100000"/>
              </a:lnSpc>
              <a:spcBef>
                <a:spcPts val="0"/>
              </a:spcBef>
              <a:spcAft>
                <a:spcPts val="0"/>
              </a:spcAft>
              <a:buSzPts val="1400"/>
              <a:buChar char="■"/>
              <a:defRPr/>
            </a:lvl6pPr>
            <a:lvl7pPr lvl="6" rtl="0" algn="ctr">
              <a:lnSpc>
                <a:spcPct val="100000"/>
              </a:lnSpc>
              <a:spcBef>
                <a:spcPts val="0"/>
              </a:spcBef>
              <a:spcAft>
                <a:spcPts val="0"/>
              </a:spcAft>
              <a:buSzPts val="1400"/>
              <a:buChar char="●"/>
              <a:defRPr/>
            </a:lvl7pPr>
            <a:lvl8pPr lvl="7" rtl="0" algn="ctr">
              <a:lnSpc>
                <a:spcPct val="100000"/>
              </a:lnSpc>
              <a:spcBef>
                <a:spcPts val="0"/>
              </a:spcBef>
              <a:spcAft>
                <a:spcPts val="0"/>
              </a:spcAft>
              <a:buSzPts val="1400"/>
              <a:buChar char="○"/>
              <a:defRPr/>
            </a:lvl8pPr>
            <a:lvl9pPr lvl="8" rtl="0" algn="ctr">
              <a:lnSpc>
                <a:spcPct val="100000"/>
              </a:lnSpc>
              <a:spcBef>
                <a:spcPts val="0"/>
              </a:spcBef>
              <a:spcAft>
                <a:spcPts val="0"/>
              </a:spcAft>
              <a:buSzPts val="1400"/>
              <a:buChar char="■"/>
              <a:defRPr/>
            </a:lvl9pPr>
          </a:lstStyle>
          <a:p/>
        </p:txBody>
      </p:sp>
      <p:sp>
        <p:nvSpPr>
          <p:cNvPr id="36" name="Google Shape;36;p5"/>
          <p:cNvSpPr txBox="1"/>
          <p:nvPr>
            <p:ph idx="4" type="subTitle"/>
          </p:nvPr>
        </p:nvSpPr>
        <p:spPr>
          <a:xfrm>
            <a:off x="4793238" y="2430150"/>
            <a:ext cx="2907600" cy="1710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accent2"/>
              </a:buClr>
              <a:buSzPts val="1400"/>
              <a:buChar char="●"/>
              <a:defRPr>
                <a:latin typeface="Karla"/>
                <a:ea typeface="Karla"/>
                <a:cs typeface="Karla"/>
                <a:sym typeface="Karla"/>
              </a:defRPr>
            </a:lvl1pPr>
            <a:lvl2pPr lvl="1" rtl="0" algn="ctr">
              <a:lnSpc>
                <a:spcPct val="100000"/>
              </a:lnSpc>
              <a:spcBef>
                <a:spcPts val="0"/>
              </a:spcBef>
              <a:spcAft>
                <a:spcPts val="0"/>
              </a:spcAft>
              <a:buSzPts val="1400"/>
              <a:buChar char="○"/>
              <a:defRPr/>
            </a:lvl2pPr>
            <a:lvl3pPr lvl="2" rtl="0" algn="ctr">
              <a:lnSpc>
                <a:spcPct val="100000"/>
              </a:lnSpc>
              <a:spcBef>
                <a:spcPts val="0"/>
              </a:spcBef>
              <a:spcAft>
                <a:spcPts val="0"/>
              </a:spcAft>
              <a:buSzPts val="1400"/>
              <a:buChar char="■"/>
              <a:defRPr/>
            </a:lvl3pPr>
            <a:lvl4pPr lvl="3" rtl="0" algn="ctr">
              <a:lnSpc>
                <a:spcPct val="100000"/>
              </a:lnSpc>
              <a:spcBef>
                <a:spcPts val="0"/>
              </a:spcBef>
              <a:spcAft>
                <a:spcPts val="0"/>
              </a:spcAft>
              <a:buSzPts val="1400"/>
              <a:buChar char="●"/>
              <a:defRPr/>
            </a:lvl4pPr>
            <a:lvl5pPr lvl="4" rtl="0" algn="ctr">
              <a:lnSpc>
                <a:spcPct val="100000"/>
              </a:lnSpc>
              <a:spcBef>
                <a:spcPts val="0"/>
              </a:spcBef>
              <a:spcAft>
                <a:spcPts val="0"/>
              </a:spcAft>
              <a:buSzPts val="1400"/>
              <a:buChar char="○"/>
              <a:defRPr/>
            </a:lvl5pPr>
            <a:lvl6pPr lvl="5" rtl="0" algn="ctr">
              <a:lnSpc>
                <a:spcPct val="100000"/>
              </a:lnSpc>
              <a:spcBef>
                <a:spcPts val="0"/>
              </a:spcBef>
              <a:spcAft>
                <a:spcPts val="0"/>
              </a:spcAft>
              <a:buSzPts val="1400"/>
              <a:buChar char="■"/>
              <a:defRPr/>
            </a:lvl6pPr>
            <a:lvl7pPr lvl="6" rtl="0" algn="ctr">
              <a:lnSpc>
                <a:spcPct val="100000"/>
              </a:lnSpc>
              <a:spcBef>
                <a:spcPts val="0"/>
              </a:spcBef>
              <a:spcAft>
                <a:spcPts val="0"/>
              </a:spcAft>
              <a:buSzPts val="1400"/>
              <a:buChar char="●"/>
              <a:defRPr/>
            </a:lvl7pPr>
            <a:lvl8pPr lvl="7" rtl="0" algn="ctr">
              <a:lnSpc>
                <a:spcPct val="100000"/>
              </a:lnSpc>
              <a:spcBef>
                <a:spcPts val="0"/>
              </a:spcBef>
              <a:spcAft>
                <a:spcPts val="0"/>
              </a:spcAft>
              <a:buSzPts val="1400"/>
              <a:buChar char="○"/>
              <a:defRPr/>
            </a:lvl8pPr>
            <a:lvl9pPr lvl="8" rtl="0" algn="ctr">
              <a:lnSpc>
                <a:spcPct val="100000"/>
              </a:lnSpc>
              <a:spcBef>
                <a:spcPts val="0"/>
              </a:spcBef>
              <a:spcAft>
                <a:spcPts val="0"/>
              </a:spcAft>
              <a:buSzPts val="1400"/>
              <a:buChar char="■"/>
              <a:defRPr/>
            </a:lvl9pPr>
          </a:lstStyle>
          <a:p/>
        </p:txBody>
      </p:sp>
      <p:sp>
        <p:nvSpPr>
          <p:cNvPr id="37" name="Google Shape;37;p5"/>
          <p:cNvSpPr txBox="1"/>
          <p:nvPr>
            <p:ph type="title"/>
          </p:nvPr>
        </p:nvSpPr>
        <p:spPr>
          <a:xfrm>
            <a:off x="720000" y="535000"/>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8" name="Shape 38"/>
        <p:cNvGrpSpPr/>
        <p:nvPr/>
      </p:nvGrpSpPr>
      <p:grpSpPr>
        <a:xfrm>
          <a:off x="0" y="0"/>
          <a:ext cx="0" cy="0"/>
          <a:chOff x="0" y="0"/>
          <a:chExt cx="0" cy="0"/>
        </a:xfrm>
      </p:grpSpPr>
      <p:sp>
        <p:nvSpPr>
          <p:cNvPr id="39" name="Google Shape;39;p6"/>
          <p:cNvSpPr/>
          <p:nvPr/>
        </p:nvSpPr>
        <p:spPr>
          <a:xfrm rot="278467">
            <a:off x="-3285404" y="4107879"/>
            <a:ext cx="6329419" cy="3649629"/>
          </a:xfrm>
          <a:custGeom>
            <a:rect b="b" l="l" r="r" t="t"/>
            <a:pathLst>
              <a:path extrusionOk="0" h="140790" w="244167">
                <a:moveTo>
                  <a:pt x="134823" y="24269"/>
                </a:moveTo>
                <a:cubicBezTo>
                  <a:pt x="122338" y="19609"/>
                  <a:pt x="100115" y="3779"/>
                  <a:pt x="85001" y="971"/>
                </a:cubicBezTo>
                <a:cubicBezTo>
                  <a:pt x="69887" y="-1837"/>
                  <a:pt x="56864" y="1927"/>
                  <a:pt x="44140" y="7423"/>
                </a:cubicBezTo>
                <a:cubicBezTo>
                  <a:pt x="31416" y="12919"/>
                  <a:pt x="15943" y="24927"/>
                  <a:pt x="8655" y="33947"/>
                </a:cubicBezTo>
                <a:cubicBezTo>
                  <a:pt x="1367" y="42968"/>
                  <a:pt x="-843" y="52167"/>
                  <a:pt x="411" y="61546"/>
                </a:cubicBezTo>
                <a:cubicBezTo>
                  <a:pt x="1666" y="70925"/>
                  <a:pt x="3936" y="83710"/>
                  <a:pt x="16182" y="90221"/>
                </a:cubicBezTo>
                <a:cubicBezTo>
                  <a:pt x="28429" y="96733"/>
                  <a:pt x="57641" y="99002"/>
                  <a:pt x="73890" y="100615"/>
                </a:cubicBezTo>
                <a:cubicBezTo>
                  <a:pt x="90139" y="102228"/>
                  <a:pt x="100712" y="94641"/>
                  <a:pt x="113675" y="99898"/>
                </a:cubicBezTo>
                <a:cubicBezTo>
                  <a:pt x="126638" y="105155"/>
                  <a:pt x="140498" y="125347"/>
                  <a:pt x="151669" y="132157"/>
                </a:cubicBezTo>
                <a:cubicBezTo>
                  <a:pt x="162840" y="138967"/>
                  <a:pt x="169591" y="140880"/>
                  <a:pt x="180702" y="140760"/>
                </a:cubicBezTo>
                <a:cubicBezTo>
                  <a:pt x="191814" y="140641"/>
                  <a:pt x="208242" y="137593"/>
                  <a:pt x="218338" y="131440"/>
                </a:cubicBezTo>
                <a:cubicBezTo>
                  <a:pt x="228434" y="125287"/>
                  <a:pt x="237275" y="113997"/>
                  <a:pt x="241277" y="103841"/>
                </a:cubicBezTo>
                <a:cubicBezTo>
                  <a:pt x="245280" y="93686"/>
                  <a:pt x="244563" y="80961"/>
                  <a:pt x="242353" y="70507"/>
                </a:cubicBezTo>
                <a:cubicBezTo>
                  <a:pt x="240143" y="60053"/>
                  <a:pt x="234407" y="48582"/>
                  <a:pt x="228015" y="41115"/>
                </a:cubicBezTo>
                <a:cubicBezTo>
                  <a:pt x="221623" y="33648"/>
                  <a:pt x="215350" y="27734"/>
                  <a:pt x="204000" y="25703"/>
                </a:cubicBezTo>
                <a:cubicBezTo>
                  <a:pt x="192650" y="23672"/>
                  <a:pt x="171443" y="29168"/>
                  <a:pt x="159913" y="28929"/>
                </a:cubicBezTo>
                <a:cubicBezTo>
                  <a:pt x="148384" y="28690"/>
                  <a:pt x="147308" y="28929"/>
                  <a:pt x="134823" y="24269"/>
                </a:cubicBezTo>
                <a:close/>
              </a:path>
            </a:pathLst>
          </a:custGeom>
          <a:solidFill>
            <a:srgbClr val="C7CAEA">
              <a:alpha val="52090"/>
            </a:srgbClr>
          </a:solidFill>
          <a:ln>
            <a:noFill/>
          </a:ln>
        </p:spPr>
      </p:sp>
      <p:sp>
        <p:nvSpPr>
          <p:cNvPr id="40" name="Google Shape;40;p6"/>
          <p:cNvSpPr/>
          <p:nvPr/>
        </p:nvSpPr>
        <p:spPr>
          <a:xfrm rot="278603">
            <a:off x="5973536" y="-2279735"/>
            <a:ext cx="6303717" cy="3634809"/>
          </a:xfrm>
          <a:custGeom>
            <a:rect b="b" l="l" r="r" t="t"/>
            <a:pathLst>
              <a:path extrusionOk="0" h="140790" w="244167">
                <a:moveTo>
                  <a:pt x="134823" y="24269"/>
                </a:moveTo>
                <a:cubicBezTo>
                  <a:pt x="122338" y="19609"/>
                  <a:pt x="100115" y="3779"/>
                  <a:pt x="85001" y="971"/>
                </a:cubicBezTo>
                <a:cubicBezTo>
                  <a:pt x="69887" y="-1837"/>
                  <a:pt x="56864" y="1927"/>
                  <a:pt x="44140" y="7423"/>
                </a:cubicBezTo>
                <a:cubicBezTo>
                  <a:pt x="31416" y="12919"/>
                  <a:pt x="15943" y="24927"/>
                  <a:pt x="8655" y="33947"/>
                </a:cubicBezTo>
                <a:cubicBezTo>
                  <a:pt x="1367" y="42968"/>
                  <a:pt x="-843" y="52167"/>
                  <a:pt x="411" y="61546"/>
                </a:cubicBezTo>
                <a:cubicBezTo>
                  <a:pt x="1666" y="70925"/>
                  <a:pt x="3936" y="83710"/>
                  <a:pt x="16182" y="90221"/>
                </a:cubicBezTo>
                <a:cubicBezTo>
                  <a:pt x="28429" y="96733"/>
                  <a:pt x="57641" y="99002"/>
                  <a:pt x="73890" y="100615"/>
                </a:cubicBezTo>
                <a:cubicBezTo>
                  <a:pt x="90139" y="102228"/>
                  <a:pt x="100712" y="94641"/>
                  <a:pt x="113675" y="99898"/>
                </a:cubicBezTo>
                <a:cubicBezTo>
                  <a:pt x="126638" y="105155"/>
                  <a:pt x="140498" y="125347"/>
                  <a:pt x="151669" y="132157"/>
                </a:cubicBezTo>
                <a:cubicBezTo>
                  <a:pt x="162840" y="138967"/>
                  <a:pt x="169591" y="140880"/>
                  <a:pt x="180702" y="140760"/>
                </a:cubicBezTo>
                <a:cubicBezTo>
                  <a:pt x="191814" y="140641"/>
                  <a:pt x="208242" y="137593"/>
                  <a:pt x="218338" y="131440"/>
                </a:cubicBezTo>
                <a:cubicBezTo>
                  <a:pt x="228434" y="125287"/>
                  <a:pt x="237275" y="113997"/>
                  <a:pt x="241277" y="103841"/>
                </a:cubicBezTo>
                <a:cubicBezTo>
                  <a:pt x="245280" y="93686"/>
                  <a:pt x="244563" y="80961"/>
                  <a:pt x="242353" y="70507"/>
                </a:cubicBezTo>
                <a:cubicBezTo>
                  <a:pt x="240143" y="60053"/>
                  <a:pt x="234407" y="48582"/>
                  <a:pt x="228015" y="41115"/>
                </a:cubicBezTo>
                <a:cubicBezTo>
                  <a:pt x="221623" y="33648"/>
                  <a:pt x="215350" y="27734"/>
                  <a:pt x="204000" y="25703"/>
                </a:cubicBezTo>
                <a:cubicBezTo>
                  <a:pt x="192650" y="23672"/>
                  <a:pt x="171443" y="29168"/>
                  <a:pt x="159913" y="28929"/>
                </a:cubicBezTo>
                <a:cubicBezTo>
                  <a:pt x="148384" y="28690"/>
                  <a:pt x="147308" y="28929"/>
                  <a:pt x="134823" y="24269"/>
                </a:cubicBezTo>
                <a:close/>
              </a:path>
            </a:pathLst>
          </a:custGeom>
          <a:solidFill>
            <a:srgbClr val="C7CAEA">
              <a:alpha val="52090"/>
            </a:srgbClr>
          </a:solidFill>
          <a:ln>
            <a:noFill/>
          </a:ln>
        </p:spPr>
      </p:sp>
      <p:sp>
        <p:nvSpPr>
          <p:cNvPr id="41" name="Google Shape;41;p6"/>
          <p:cNvSpPr/>
          <p:nvPr/>
        </p:nvSpPr>
        <p:spPr>
          <a:xfrm rot="278467">
            <a:off x="-3202530" y="4026312"/>
            <a:ext cx="6329419" cy="3649629"/>
          </a:xfrm>
          <a:custGeom>
            <a:rect b="b" l="l" r="r" t="t"/>
            <a:pathLst>
              <a:path extrusionOk="0" h="140790" w="244167">
                <a:moveTo>
                  <a:pt x="134823" y="24269"/>
                </a:moveTo>
                <a:cubicBezTo>
                  <a:pt x="122338" y="19609"/>
                  <a:pt x="100115" y="3779"/>
                  <a:pt x="85001" y="971"/>
                </a:cubicBezTo>
                <a:cubicBezTo>
                  <a:pt x="69887" y="-1837"/>
                  <a:pt x="56864" y="1927"/>
                  <a:pt x="44140" y="7423"/>
                </a:cubicBezTo>
                <a:cubicBezTo>
                  <a:pt x="31416" y="12919"/>
                  <a:pt x="15943" y="24927"/>
                  <a:pt x="8655" y="33947"/>
                </a:cubicBezTo>
                <a:cubicBezTo>
                  <a:pt x="1367" y="42968"/>
                  <a:pt x="-843" y="52167"/>
                  <a:pt x="411" y="61546"/>
                </a:cubicBezTo>
                <a:cubicBezTo>
                  <a:pt x="1666" y="70925"/>
                  <a:pt x="3936" y="83710"/>
                  <a:pt x="16182" y="90221"/>
                </a:cubicBezTo>
                <a:cubicBezTo>
                  <a:pt x="28429" y="96733"/>
                  <a:pt x="57641" y="99002"/>
                  <a:pt x="73890" y="100615"/>
                </a:cubicBezTo>
                <a:cubicBezTo>
                  <a:pt x="90139" y="102228"/>
                  <a:pt x="100712" y="94641"/>
                  <a:pt x="113675" y="99898"/>
                </a:cubicBezTo>
                <a:cubicBezTo>
                  <a:pt x="126638" y="105155"/>
                  <a:pt x="140498" y="125347"/>
                  <a:pt x="151669" y="132157"/>
                </a:cubicBezTo>
                <a:cubicBezTo>
                  <a:pt x="162840" y="138967"/>
                  <a:pt x="169591" y="140880"/>
                  <a:pt x="180702" y="140760"/>
                </a:cubicBezTo>
                <a:cubicBezTo>
                  <a:pt x="191814" y="140641"/>
                  <a:pt x="208242" y="137593"/>
                  <a:pt x="218338" y="131440"/>
                </a:cubicBezTo>
                <a:cubicBezTo>
                  <a:pt x="228434" y="125287"/>
                  <a:pt x="237275" y="113997"/>
                  <a:pt x="241277" y="103841"/>
                </a:cubicBezTo>
                <a:cubicBezTo>
                  <a:pt x="245280" y="93686"/>
                  <a:pt x="244563" y="80961"/>
                  <a:pt x="242353" y="70507"/>
                </a:cubicBezTo>
                <a:cubicBezTo>
                  <a:pt x="240143" y="60053"/>
                  <a:pt x="234407" y="48582"/>
                  <a:pt x="228015" y="41115"/>
                </a:cubicBezTo>
                <a:cubicBezTo>
                  <a:pt x="221623" y="33648"/>
                  <a:pt x="215350" y="27734"/>
                  <a:pt x="204000" y="25703"/>
                </a:cubicBezTo>
                <a:cubicBezTo>
                  <a:pt x="192650" y="23672"/>
                  <a:pt x="171443" y="29168"/>
                  <a:pt x="159913" y="28929"/>
                </a:cubicBezTo>
                <a:cubicBezTo>
                  <a:pt x="148384" y="28690"/>
                  <a:pt x="147308" y="28929"/>
                  <a:pt x="134823" y="24269"/>
                </a:cubicBezTo>
                <a:close/>
              </a:path>
            </a:pathLst>
          </a:custGeom>
          <a:noFill/>
          <a:ln cap="flat" cmpd="sng" w="9525">
            <a:solidFill>
              <a:schemeClr val="dk2"/>
            </a:solidFill>
            <a:prstDash val="solid"/>
            <a:round/>
            <a:headEnd len="med" w="med" type="none"/>
            <a:tailEnd len="med" w="med" type="none"/>
          </a:ln>
        </p:spPr>
      </p:sp>
      <p:sp>
        <p:nvSpPr>
          <p:cNvPr id="42" name="Google Shape;42;p6"/>
          <p:cNvSpPr/>
          <p:nvPr/>
        </p:nvSpPr>
        <p:spPr>
          <a:xfrm rot="278603">
            <a:off x="5973536" y="-2204891"/>
            <a:ext cx="6303717" cy="3634809"/>
          </a:xfrm>
          <a:custGeom>
            <a:rect b="b" l="l" r="r" t="t"/>
            <a:pathLst>
              <a:path extrusionOk="0" h="140790" w="244167">
                <a:moveTo>
                  <a:pt x="134823" y="24269"/>
                </a:moveTo>
                <a:cubicBezTo>
                  <a:pt x="122338" y="19609"/>
                  <a:pt x="100115" y="3779"/>
                  <a:pt x="85001" y="971"/>
                </a:cubicBezTo>
                <a:cubicBezTo>
                  <a:pt x="69887" y="-1837"/>
                  <a:pt x="56864" y="1927"/>
                  <a:pt x="44140" y="7423"/>
                </a:cubicBezTo>
                <a:cubicBezTo>
                  <a:pt x="31416" y="12919"/>
                  <a:pt x="15943" y="24927"/>
                  <a:pt x="8655" y="33947"/>
                </a:cubicBezTo>
                <a:cubicBezTo>
                  <a:pt x="1367" y="42968"/>
                  <a:pt x="-843" y="52167"/>
                  <a:pt x="411" y="61546"/>
                </a:cubicBezTo>
                <a:cubicBezTo>
                  <a:pt x="1666" y="70925"/>
                  <a:pt x="3936" y="83710"/>
                  <a:pt x="16182" y="90221"/>
                </a:cubicBezTo>
                <a:cubicBezTo>
                  <a:pt x="28429" y="96733"/>
                  <a:pt x="57641" y="99002"/>
                  <a:pt x="73890" y="100615"/>
                </a:cubicBezTo>
                <a:cubicBezTo>
                  <a:pt x="90139" y="102228"/>
                  <a:pt x="100712" y="94641"/>
                  <a:pt x="113675" y="99898"/>
                </a:cubicBezTo>
                <a:cubicBezTo>
                  <a:pt x="126638" y="105155"/>
                  <a:pt x="140498" y="125347"/>
                  <a:pt x="151669" y="132157"/>
                </a:cubicBezTo>
                <a:cubicBezTo>
                  <a:pt x="162840" y="138967"/>
                  <a:pt x="169591" y="140880"/>
                  <a:pt x="180702" y="140760"/>
                </a:cubicBezTo>
                <a:cubicBezTo>
                  <a:pt x="191814" y="140641"/>
                  <a:pt x="208242" y="137593"/>
                  <a:pt x="218338" y="131440"/>
                </a:cubicBezTo>
                <a:cubicBezTo>
                  <a:pt x="228434" y="125287"/>
                  <a:pt x="237275" y="113997"/>
                  <a:pt x="241277" y="103841"/>
                </a:cubicBezTo>
                <a:cubicBezTo>
                  <a:pt x="245280" y="93686"/>
                  <a:pt x="244563" y="80961"/>
                  <a:pt x="242353" y="70507"/>
                </a:cubicBezTo>
                <a:cubicBezTo>
                  <a:pt x="240143" y="60053"/>
                  <a:pt x="234407" y="48582"/>
                  <a:pt x="228015" y="41115"/>
                </a:cubicBezTo>
                <a:cubicBezTo>
                  <a:pt x="221623" y="33648"/>
                  <a:pt x="215350" y="27734"/>
                  <a:pt x="204000" y="25703"/>
                </a:cubicBezTo>
                <a:cubicBezTo>
                  <a:pt x="192650" y="23672"/>
                  <a:pt x="171443" y="29168"/>
                  <a:pt x="159913" y="28929"/>
                </a:cubicBezTo>
                <a:cubicBezTo>
                  <a:pt x="148384" y="28690"/>
                  <a:pt x="147308" y="28929"/>
                  <a:pt x="134823" y="24269"/>
                </a:cubicBezTo>
                <a:close/>
              </a:path>
            </a:pathLst>
          </a:custGeom>
          <a:noFill/>
          <a:ln cap="flat" cmpd="sng" w="9525">
            <a:solidFill>
              <a:schemeClr val="dk2"/>
            </a:solidFill>
            <a:prstDash val="solid"/>
            <a:round/>
            <a:headEnd len="med" w="med" type="none"/>
            <a:tailEnd len="med" w="med" type="none"/>
          </a:ln>
        </p:spPr>
      </p:sp>
      <p:sp>
        <p:nvSpPr>
          <p:cNvPr id="43" name="Google Shape;43;p6"/>
          <p:cNvSpPr txBox="1"/>
          <p:nvPr>
            <p:ph type="title"/>
          </p:nvPr>
        </p:nvSpPr>
        <p:spPr>
          <a:xfrm>
            <a:off x="721800" y="535000"/>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44" name="Google Shape;44;p6"/>
          <p:cNvSpPr/>
          <p:nvPr/>
        </p:nvSpPr>
        <p:spPr>
          <a:xfrm flipH="1" rot="385892">
            <a:off x="-1804235" y="-1820355"/>
            <a:ext cx="4566584" cy="2834691"/>
          </a:xfrm>
          <a:custGeom>
            <a:rect b="b" l="l" r="r" t="t"/>
            <a:pathLst>
              <a:path extrusionOk="0" h="140790" w="244167">
                <a:moveTo>
                  <a:pt x="134823" y="24269"/>
                </a:moveTo>
                <a:cubicBezTo>
                  <a:pt x="122338" y="19609"/>
                  <a:pt x="100115" y="3779"/>
                  <a:pt x="85001" y="971"/>
                </a:cubicBezTo>
                <a:cubicBezTo>
                  <a:pt x="69887" y="-1837"/>
                  <a:pt x="56864" y="1927"/>
                  <a:pt x="44140" y="7423"/>
                </a:cubicBezTo>
                <a:cubicBezTo>
                  <a:pt x="31416" y="12919"/>
                  <a:pt x="15943" y="24927"/>
                  <a:pt x="8655" y="33947"/>
                </a:cubicBezTo>
                <a:cubicBezTo>
                  <a:pt x="1367" y="42968"/>
                  <a:pt x="-843" y="52167"/>
                  <a:pt x="411" y="61546"/>
                </a:cubicBezTo>
                <a:cubicBezTo>
                  <a:pt x="1666" y="70925"/>
                  <a:pt x="3936" y="83710"/>
                  <a:pt x="16182" y="90221"/>
                </a:cubicBezTo>
                <a:cubicBezTo>
                  <a:pt x="28429" y="96733"/>
                  <a:pt x="57641" y="99002"/>
                  <a:pt x="73890" y="100615"/>
                </a:cubicBezTo>
                <a:cubicBezTo>
                  <a:pt x="90139" y="102228"/>
                  <a:pt x="100712" y="94641"/>
                  <a:pt x="113675" y="99898"/>
                </a:cubicBezTo>
                <a:cubicBezTo>
                  <a:pt x="126638" y="105155"/>
                  <a:pt x="140498" y="125347"/>
                  <a:pt x="151669" y="132157"/>
                </a:cubicBezTo>
                <a:cubicBezTo>
                  <a:pt x="162840" y="138967"/>
                  <a:pt x="169591" y="140880"/>
                  <a:pt x="180702" y="140760"/>
                </a:cubicBezTo>
                <a:cubicBezTo>
                  <a:pt x="191814" y="140641"/>
                  <a:pt x="208242" y="137593"/>
                  <a:pt x="218338" y="131440"/>
                </a:cubicBezTo>
                <a:cubicBezTo>
                  <a:pt x="228434" y="125287"/>
                  <a:pt x="237275" y="113997"/>
                  <a:pt x="241277" y="103841"/>
                </a:cubicBezTo>
                <a:cubicBezTo>
                  <a:pt x="245280" y="93686"/>
                  <a:pt x="244563" y="80961"/>
                  <a:pt x="242353" y="70507"/>
                </a:cubicBezTo>
                <a:cubicBezTo>
                  <a:pt x="240143" y="60053"/>
                  <a:pt x="234407" y="48582"/>
                  <a:pt x="228015" y="41115"/>
                </a:cubicBezTo>
                <a:cubicBezTo>
                  <a:pt x="221623" y="33648"/>
                  <a:pt x="215350" y="27734"/>
                  <a:pt x="204000" y="25703"/>
                </a:cubicBezTo>
                <a:cubicBezTo>
                  <a:pt x="192650" y="23672"/>
                  <a:pt x="171443" y="29168"/>
                  <a:pt x="159913" y="28929"/>
                </a:cubicBezTo>
                <a:cubicBezTo>
                  <a:pt x="148384" y="28690"/>
                  <a:pt x="147308" y="28929"/>
                  <a:pt x="134823" y="24269"/>
                </a:cubicBezTo>
                <a:close/>
              </a:path>
            </a:pathLst>
          </a:custGeom>
          <a:solidFill>
            <a:srgbClr val="C7CAEA">
              <a:alpha val="52090"/>
            </a:srgbClr>
          </a:solidFill>
          <a:ln>
            <a:noFill/>
          </a:ln>
        </p:spPr>
      </p:sp>
      <p:sp>
        <p:nvSpPr>
          <p:cNvPr id="45" name="Google Shape;45;p6"/>
          <p:cNvSpPr/>
          <p:nvPr/>
        </p:nvSpPr>
        <p:spPr>
          <a:xfrm flipH="1" rot="385892">
            <a:off x="-1784404" y="-1761270"/>
            <a:ext cx="4566584" cy="2834691"/>
          </a:xfrm>
          <a:custGeom>
            <a:rect b="b" l="l" r="r" t="t"/>
            <a:pathLst>
              <a:path extrusionOk="0" h="140790" w="244167">
                <a:moveTo>
                  <a:pt x="134823" y="24269"/>
                </a:moveTo>
                <a:cubicBezTo>
                  <a:pt x="122338" y="19609"/>
                  <a:pt x="100115" y="3779"/>
                  <a:pt x="85001" y="971"/>
                </a:cubicBezTo>
                <a:cubicBezTo>
                  <a:pt x="69887" y="-1837"/>
                  <a:pt x="56864" y="1927"/>
                  <a:pt x="44140" y="7423"/>
                </a:cubicBezTo>
                <a:cubicBezTo>
                  <a:pt x="31416" y="12919"/>
                  <a:pt x="15943" y="24927"/>
                  <a:pt x="8655" y="33947"/>
                </a:cubicBezTo>
                <a:cubicBezTo>
                  <a:pt x="1367" y="42968"/>
                  <a:pt x="-843" y="52167"/>
                  <a:pt x="411" y="61546"/>
                </a:cubicBezTo>
                <a:cubicBezTo>
                  <a:pt x="1666" y="70925"/>
                  <a:pt x="3936" y="83710"/>
                  <a:pt x="16182" y="90221"/>
                </a:cubicBezTo>
                <a:cubicBezTo>
                  <a:pt x="28429" y="96733"/>
                  <a:pt x="57641" y="99002"/>
                  <a:pt x="73890" y="100615"/>
                </a:cubicBezTo>
                <a:cubicBezTo>
                  <a:pt x="90139" y="102228"/>
                  <a:pt x="100712" y="94641"/>
                  <a:pt x="113675" y="99898"/>
                </a:cubicBezTo>
                <a:cubicBezTo>
                  <a:pt x="126638" y="105155"/>
                  <a:pt x="140498" y="125347"/>
                  <a:pt x="151669" y="132157"/>
                </a:cubicBezTo>
                <a:cubicBezTo>
                  <a:pt x="162840" y="138967"/>
                  <a:pt x="169591" y="140880"/>
                  <a:pt x="180702" y="140760"/>
                </a:cubicBezTo>
                <a:cubicBezTo>
                  <a:pt x="191814" y="140641"/>
                  <a:pt x="208242" y="137593"/>
                  <a:pt x="218338" y="131440"/>
                </a:cubicBezTo>
                <a:cubicBezTo>
                  <a:pt x="228434" y="125287"/>
                  <a:pt x="237275" y="113997"/>
                  <a:pt x="241277" y="103841"/>
                </a:cubicBezTo>
                <a:cubicBezTo>
                  <a:pt x="245280" y="93686"/>
                  <a:pt x="244563" y="80961"/>
                  <a:pt x="242353" y="70507"/>
                </a:cubicBezTo>
                <a:cubicBezTo>
                  <a:pt x="240143" y="60053"/>
                  <a:pt x="234407" y="48582"/>
                  <a:pt x="228015" y="41115"/>
                </a:cubicBezTo>
                <a:cubicBezTo>
                  <a:pt x="221623" y="33648"/>
                  <a:pt x="215350" y="27734"/>
                  <a:pt x="204000" y="25703"/>
                </a:cubicBezTo>
                <a:cubicBezTo>
                  <a:pt x="192650" y="23672"/>
                  <a:pt x="171443" y="29168"/>
                  <a:pt x="159913" y="28929"/>
                </a:cubicBezTo>
                <a:cubicBezTo>
                  <a:pt x="148384" y="28690"/>
                  <a:pt x="147308" y="28929"/>
                  <a:pt x="134823" y="24269"/>
                </a:cubicBezTo>
                <a:close/>
              </a:path>
            </a:pathLst>
          </a:custGeom>
          <a:noFill/>
          <a:ln cap="flat" cmpd="sng" w="9525">
            <a:solidFill>
              <a:schemeClr val="dk2"/>
            </a:solidFill>
            <a:prstDash val="solid"/>
            <a:round/>
            <a:headEnd len="med" w="med" type="none"/>
            <a:tailEnd len="med" w="med" type="none"/>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6" name="Shape 46"/>
        <p:cNvGrpSpPr/>
        <p:nvPr/>
      </p:nvGrpSpPr>
      <p:grpSpPr>
        <a:xfrm>
          <a:off x="0" y="0"/>
          <a:ext cx="0" cy="0"/>
          <a:chOff x="0" y="0"/>
          <a:chExt cx="0" cy="0"/>
        </a:xfrm>
      </p:grpSpPr>
      <p:sp>
        <p:nvSpPr>
          <p:cNvPr id="47" name="Google Shape;47;p7"/>
          <p:cNvSpPr/>
          <p:nvPr/>
        </p:nvSpPr>
        <p:spPr>
          <a:xfrm flipH="1" rot="858084">
            <a:off x="-1184773" y="4366026"/>
            <a:ext cx="6494047" cy="3744555"/>
          </a:xfrm>
          <a:custGeom>
            <a:rect b="b" l="l" r="r" t="t"/>
            <a:pathLst>
              <a:path extrusionOk="0" h="140790" w="244167">
                <a:moveTo>
                  <a:pt x="134823" y="24269"/>
                </a:moveTo>
                <a:cubicBezTo>
                  <a:pt x="122338" y="19609"/>
                  <a:pt x="100115" y="3779"/>
                  <a:pt x="85001" y="971"/>
                </a:cubicBezTo>
                <a:cubicBezTo>
                  <a:pt x="69887" y="-1837"/>
                  <a:pt x="56864" y="1927"/>
                  <a:pt x="44140" y="7423"/>
                </a:cubicBezTo>
                <a:cubicBezTo>
                  <a:pt x="31416" y="12919"/>
                  <a:pt x="15943" y="24927"/>
                  <a:pt x="8655" y="33947"/>
                </a:cubicBezTo>
                <a:cubicBezTo>
                  <a:pt x="1367" y="42968"/>
                  <a:pt x="-843" y="52167"/>
                  <a:pt x="411" y="61546"/>
                </a:cubicBezTo>
                <a:cubicBezTo>
                  <a:pt x="1666" y="70925"/>
                  <a:pt x="3936" y="83710"/>
                  <a:pt x="16182" y="90221"/>
                </a:cubicBezTo>
                <a:cubicBezTo>
                  <a:pt x="28429" y="96733"/>
                  <a:pt x="57641" y="99002"/>
                  <a:pt x="73890" y="100615"/>
                </a:cubicBezTo>
                <a:cubicBezTo>
                  <a:pt x="90139" y="102228"/>
                  <a:pt x="100712" y="94641"/>
                  <a:pt x="113675" y="99898"/>
                </a:cubicBezTo>
                <a:cubicBezTo>
                  <a:pt x="126638" y="105155"/>
                  <a:pt x="140498" y="125347"/>
                  <a:pt x="151669" y="132157"/>
                </a:cubicBezTo>
                <a:cubicBezTo>
                  <a:pt x="162840" y="138967"/>
                  <a:pt x="169591" y="140880"/>
                  <a:pt x="180702" y="140760"/>
                </a:cubicBezTo>
                <a:cubicBezTo>
                  <a:pt x="191814" y="140641"/>
                  <a:pt x="208242" y="137593"/>
                  <a:pt x="218338" y="131440"/>
                </a:cubicBezTo>
                <a:cubicBezTo>
                  <a:pt x="228434" y="125287"/>
                  <a:pt x="237275" y="113997"/>
                  <a:pt x="241277" y="103841"/>
                </a:cubicBezTo>
                <a:cubicBezTo>
                  <a:pt x="245280" y="93686"/>
                  <a:pt x="244563" y="80961"/>
                  <a:pt x="242353" y="70507"/>
                </a:cubicBezTo>
                <a:cubicBezTo>
                  <a:pt x="240143" y="60053"/>
                  <a:pt x="234407" y="48582"/>
                  <a:pt x="228015" y="41115"/>
                </a:cubicBezTo>
                <a:cubicBezTo>
                  <a:pt x="221623" y="33648"/>
                  <a:pt x="215350" y="27734"/>
                  <a:pt x="204000" y="25703"/>
                </a:cubicBezTo>
                <a:cubicBezTo>
                  <a:pt x="192650" y="23672"/>
                  <a:pt x="171443" y="29168"/>
                  <a:pt x="159913" y="28929"/>
                </a:cubicBezTo>
                <a:cubicBezTo>
                  <a:pt x="148384" y="28690"/>
                  <a:pt x="147308" y="28929"/>
                  <a:pt x="134823" y="24269"/>
                </a:cubicBezTo>
                <a:close/>
              </a:path>
            </a:pathLst>
          </a:custGeom>
          <a:solidFill>
            <a:srgbClr val="C7CAEA">
              <a:alpha val="52090"/>
            </a:srgbClr>
          </a:solidFill>
          <a:ln>
            <a:noFill/>
          </a:ln>
        </p:spPr>
      </p:sp>
      <p:sp>
        <p:nvSpPr>
          <p:cNvPr id="48" name="Google Shape;48;p7"/>
          <p:cNvSpPr/>
          <p:nvPr/>
        </p:nvSpPr>
        <p:spPr>
          <a:xfrm flipH="1" rot="858084">
            <a:off x="-1052766" y="4254530"/>
            <a:ext cx="6494047" cy="3744555"/>
          </a:xfrm>
          <a:custGeom>
            <a:rect b="b" l="l" r="r" t="t"/>
            <a:pathLst>
              <a:path extrusionOk="0" h="140790" w="244167">
                <a:moveTo>
                  <a:pt x="134823" y="24269"/>
                </a:moveTo>
                <a:cubicBezTo>
                  <a:pt x="122338" y="19609"/>
                  <a:pt x="100115" y="3779"/>
                  <a:pt x="85001" y="971"/>
                </a:cubicBezTo>
                <a:cubicBezTo>
                  <a:pt x="69887" y="-1837"/>
                  <a:pt x="56864" y="1927"/>
                  <a:pt x="44140" y="7423"/>
                </a:cubicBezTo>
                <a:cubicBezTo>
                  <a:pt x="31416" y="12919"/>
                  <a:pt x="15943" y="24927"/>
                  <a:pt x="8655" y="33947"/>
                </a:cubicBezTo>
                <a:cubicBezTo>
                  <a:pt x="1367" y="42968"/>
                  <a:pt x="-843" y="52167"/>
                  <a:pt x="411" y="61546"/>
                </a:cubicBezTo>
                <a:cubicBezTo>
                  <a:pt x="1666" y="70925"/>
                  <a:pt x="3936" y="83710"/>
                  <a:pt x="16182" y="90221"/>
                </a:cubicBezTo>
                <a:cubicBezTo>
                  <a:pt x="28429" y="96733"/>
                  <a:pt x="57641" y="99002"/>
                  <a:pt x="73890" y="100615"/>
                </a:cubicBezTo>
                <a:cubicBezTo>
                  <a:pt x="90139" y="102228"/>
                  <a:pt x="100712" y="94641"/>
                  <a:pt x="113675" y="99898"/>
                </a:cubicBezTo>
                <a:cubicBezTo>
                  <a:pt x="126638" y="105155"/>
                  <a:pt x="140498" y="125347"/>
                  <a:pt x="151669" y="132157"/>
                </a:cubicBezTo>
                <a:cubicBezTo>
                  <a:pt x="162840" y="138967"/>
                  <a:pt x="169591" y="140880"/>
                  <a:pt x="180702" y="140760"/>
                </a:cubicBezTo>
                <a:cubicBezTo>
                  <a:pt x="191814" y="140641"/>
                  <a:pt x="208242" y="137593"/>
                  <a:pt x="218338" y="131440"/>
                </a:cubicBezTo>
                <a:cubicBezTo>
                  <a:pt x="228434" y="125287"/>
                  <a:pt x="237275" y="113997"/>
                  <a:pt x="241277" y="103841"/>
                </a:cubicBezTo>
                <a:cubicBezTo>
                  <a:pt x="245280" y="93686"/>
                  <a:pt x="244563" y="80961"/>
                  <a:pt x="242353" y="70507"/>
                </a:cubicBezTo>
                <a:cubicBezTo>
                  <a:pt x="240143" y="60053"/>
                  <a:pt x="234407" y="48582"/>
                  <a:pt x="228015" y="41115"/>
                </a:cubicBezTo>
                <a:cubicBezTo>
                  <a:pt x="221623" y="33648"/>
                  <a:pt x="215350" y="27734"/>
                  <a:pt x="204000" y="25703"/>
                </a:cubicBezTo>
                <a:cubicBezTo>
                  <a:pt x="192650" y="23672"/>
                  <a:pt x="171443" y="29168"/>
                  <a:pt x="159913" y="28929"/>
                </a:cubicBezTo>
                <a:cubicBezTo>
                  <a:pt x="148384" y="28690"/>
                  <a:pt x="147308" y="28929"/>
                  <a:pt x="134823" y="24269"/>
                </a:cubicBezTo>
                <a:close/>
              </a:path>
            </a:pathLst>
          </a:custGeom>
          <a:noFill/>
          <a:ln cap="flat" cmpd="sng" w="9525">
            <a:solidFill>
              <a:schemeClr val="dk2"/>
            </a:solidFill>
            <a:prstDash val="solid"/>
            <a:round/>
            <a:headEnd len="med" w="med" type="none"/>
            <a:tailEnd len="med" w="med" type="none"/>
          </a:ln>
        </p:spPr>
      </p:sp>
      <p:sp>
        <p:nvSpPr>
          <p:cNvPr id="49" name="Google Shape;49;p7"/>
          <p:cNvSpPr/>
          <p:nvPr/>
        </p:nvSpPr>
        <p:spPr>
          <a:xfrm flipH="1" rot="9850898">
            <a:off x="175628" y="593299"/>
            <a:ext cx="669140" cy="301521"/>
          </a:xfrm>
          <a:prstGeom prst="ellipse">
            <a:avLst/>
          </a:prstGeom>
          <a:solidFill>
            <a:srgbClr val="C7CAEA">
              <a:alpha val="520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7"/>
          <p:cNvSpPr/>
          <p:nvPr/>
        </p:nvSpPr>
        <p:spPr>
          <a:xfrm flipH="1" rot="9850898">
            <a:off x="198711" y="635410"/>
            <a:ext cx="669140" cy="301521"/>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flipH="1" rot="386051">
            <a:off x="-2105359" y="-1814075"/>
            <a:ext cx="4684551" cy="2907998"/>
          </a:xfrm>
          <a:custGeom>
            <a:rect b="b" l="l" r="r" t="t"/>
            <a:pathLst>
              <a:path extrusionOk="0" h="140790" w="244167">
                <a:moveTo>
                  <a:pt x="134823" y="24269"/>
                </a:moveTo>
                <a:cubicBezTo>
                  <a:pt x="122338" y="19609"/>
                  <a:pt x="100115" y="3779"/>
                  <a:pt x="85001" y="971"/>
                </a:cubicBezTo>
                <a:cubicBezTo>
                  <a:pt x="69887" y="-1837"/>
                  <a:pt x="56864" y="1927"/>
                  <a:pt x="44140" y="7423"/>
                </a:cubicBezTo>
                <a:cubicBezTo>
                  <a:pt x="31416" y="12919"/>
                  <a:pt x="15943" y="24927"/>
                  <a:pt x="8655" y="33947"/>
                </a:cubicBezTo>
                <a:cubicBezTo>
                  <a:pt x="1367" y="42968"/>
                  <a:pt x="-843" y="52167"/>
                  <a:pt x="411" y="61546"/>
                </a:cubicBezTo>
                <a:cubicBezTo>
                  <a:pt x="1666" y="70925"/>
                  <a:pt x="3936" y="83710"/>
                  <a:pt x="16182" y="90221"/>
                </a:cubicBezTo>
                <a:cubicBezTo>
                  <a:pt x="28429" y="96733"/>
                  <a:pt x="57641" y="99002"/>
                  <a:pt x="73890" y="100615"/>
                </a:cubicBezTo>
                <a:cubicBezTo>
                  <a:pt x="90139" y="102228"/>
                  <a:pt x="100712" y="94641"/>
                  <a:pt x="113675" y="99898"/>
                </a:cubicBezTo>
                <a:cubicBezTo>
                  <a:pt x="126638" y="105155"/>
                  <a:pt x="140498" y="125347"/>
                  <a:pt x="151669" y="132157"/>
                </a:cubicBezTo>
                <a:cubicBezTo>
                  <a:pt x="162840" y="138967"/>
                  <a:pt x="169591" y="140880"/>
                  <a:pt x="180702" y="140760"/>
                </a:cubicBezTo>
                <a:cubicBezTo>
                  <a:pt x="191814" y="140641"/>
                  <a:pt x="208242" y="137593"/>
                  <a:pt x="218338" y="131440"/>
                </a:cubicBezTo>
                <a:cubicBezTo>
                  <a:pt x="228434" y="125287"/>
                  <a:pt x="237275" y="113997"/>
                  <a:pt x="241277" y="103841"/>
                </a:cubicBezTo>
                <a:cubicBezTo>
                  <a:pt x="245280" y="93686"/>
                  <a:pt x="244563" y="80961"/>
                  <a:pt x="242353" y="70507"/>
                </a:cubicBezTo>
                <a:cubicBezTo>
                  <a:pt x="240143" y="60053"/>
                  <a:pt x="234407" y="48582"/>
                  <a:pt x="228015" y="41115"/>
                </a:cubicBezTo>
                <a:cubicBezTo>
                  <a:pt x="221623" y="33648"/>
                  <a:pt x="215350" y="27734"/>
                  <a:pt x="204000" y="25703"/>
                </a:cubicBezTo>
                <a:cubicBezTo>
                  <a:pt x="192650" y="23672"/>
                  <a:pt x="171443" y="29168"/>
                  <a:pt x="159913" y="28929"/>
                </a:cubicBezTo>
                <a:cubicBezTo>
                  <a:pt x="148384" y="28690"/>
                  <a:pt x="147308" y="28929"/>
                  <a:pt x="134823" y="24269"/>
                </a:cubicBezTo>
                <a:close/>
              </a:path>
            </a:pathLst>
          </a:custGeom>
          <a:solidFill>
            <a:srgbClr val="C7CAEA">
              <a:alpha val="52090"/>
            </a:srgbClr>
          </a:solidFill>
          <a:ln>
            <a:noFill/>
          </a:ln>
        </p:spPr>
      </p:sp>
      <p:sp>
        <p:nvSpPr>
          <p:cNvPr id="52" name="Google Shape;52;p7"/>
          <p:cNvSpPr/>
          <p:nvPr/>
        </p:nvSpPr>
        <p:spPr>
          <a:xfrm flipH="1" rot="386051">
            <a:off x="-2085016" y="-1753464"/>
            <a:ext cx="4684551" cy="2907998"/>
          </a:xfrm>
          <a:custGeom>
            <a:rect b="b" l="l" r="r" t="t"/>
            <a:pathLst>
              <a:path extrusionOk="0" h="140790" w="244167">
                <a:moveTo>
                  <a:pt x="134823" y="24269"/>
                </a:moveTo>
                <a:cubicBezTo>
                  <a:pt x="122338" y="19609"/>
                  <a:pt x="100115" y="3779"/>
                  <a:pt x="85001" y="971"/>
                </a:cubicBezTo>
                <a:cubicBezTo>
                  <a:pt x="69887" y="-1837"/>
                  <a:pt x="56864" y="1927"/>
                  <a:pt x="44140" y="7423"/>
                </a:cubicBezTo>
                <a:cubicBezTo>
                  <a:pt x="31416" y="12919"/>
                  <a:pt x="15943" y="24927"/>
                  <a:pt x="8655" y="33947"/>
                </a:cubicBezTo>
                <a:cubicBezTo>
                  <a:pt x="1367" y="42968"/>
                  <a:pt x="-843" y="52167"/>
                  <a:pt x="411" y="61546"/>
                </a:cubicBezTo>
                <a:cubicBezTo>
                  <a:pt x="1666" y="70925"/>
                  <a:pt x="3936" y="83710"/>
                  <a:pt x="16182" y="90221"/>
                </a:cubicBezTo>
                <a:cubicBezTo>
                  <a:pt x="28429" y="96733"/>
                  <a:pt x="57641" y="99002"/>
                  <a:pt x="73890" y="100615"/>
                </a:cubicBezTo>
                <a:cubicBezTo>
                  <a:pt x="90139" y="102228"/>
                  <a:pt x="100712" y="94641"/>
                  <a:pt x="113675" y="99898"/>
                </a:cubicBezTo>
                <a:cubicBezTo>
                  <a:pt x="126638" y="105155"/>
                  <a:pt x="140498" y="125347"/>
                  <a:pt x="151669" y="132157"/>
                </a:cubicBezTo>
                <a:cubicBezTo>
                  <a:pt x="162840" y="138967"/>
                  <a:pt x="169591" y="140880"/>
                  <a:pt x="180702" y="140760"/>
                </a:cubicBezTo>
                <a:cubicBezTo>
                  <a:pt x="191814" y="140641"/>
                  <a:pt x="208242" y="137593"/>
                  <a:pt x="218338" y="131440"/>
                </a:cubicBezTo>
                <a:cubicBezTo>
                  <a:pt x="228434" y="125287"/>
                  <a:pt x="237275" y="113997"/>
                  <a:pt x="241277" y="103841"/>
                </a:cubicBezTo>
                <a:cubicBezTo>
                  <a:pt x="245280" y="93686"/>
                  <a:pt x="244563" y="80961"/>
                  <a:pt x="242353" y="70507"/>
                </a:cubicBezTo>
                <a:cubicBezTo>
                  <a:pt x="240143" y="60053"/>
                  <a:pt x="234407" y="48582"/>
                  <a:pt x="228015" y="41115"/>
                </a:cubicBezTo>
                <a:cubicBezTo>
                  <a:pt x="221623" y="33648"/>
                  <a:pt x="215350" y="27734"/>
                  <a:pt x="204000" y="25703"/>
                </a:cubicBezTo>
                <a:cubicBezTo>
                  <a:pt x="192650" y="23672"/>
                  <a:pt x="171443" y="29168"/>
                  <a:pt x="159913" y="28929"/>
                </a:cubicBezTo>
                <a:cubicBezTo>
                  <a:pt x="148384" y="28690"/>
                  <a:pt x="147308" y="28929"/>
                  <a:pt x="134823" y="24269"/>
                </a:cubicBezTo>
                <a:close/>
              </a:path>
            </a:pathLst>
          </a:custGeom>
          <a:noFill/>
          <a:ln cap="flat" cmpd="sng" w="9525">
            <a:solidFill>
              <a:schemeClr val="dk2"/>
            </a:solidFill>
            <a:prstDash val="solid"/>
            <a:round/>
            <a:headEnd len="med" w="med" type="none"/>
            <a:tailEnd len="med" w="med" type="none"/>
          </a:ln>
        </p:spPr>
      </p:sp>
      <p:sp>
        <p:nvSpPr>
          <p:cNvPr id="53" name="Google Shape;53;p7"/>
          <p:cNvSpPr/>
          <p:nvPr/>
        </p:nvSpPr>
        <p:spPr>
          <a:xfrm flipH="1" rot="3340532">
            <a:off x="7819094" y="-626819"/>
            <a:ext cx="2010148" cy="1348805"/>
          </a:xfrm>
          <a:custGeom>
            <a:rect b="b" l="l" r="r" t="t"/>
            <a:pathLst>
              <a:path extrusionOk="0" h="27472" w="40942">
                <a:moveTo>
                  <a:pt x="26941" y="3084"/>
                </a:moveTo>
                <a:cubicBezTo>
                  <a:pt x="22042" y="-22"/>
                  <a:pt x="15889" y="-321"/>
                  <a:pt x="11528" y="217"/>
                </a:cubicBezTo>
                <a:cubicBezTo>
                  <a:pt x="7167" y="755"/>
                  <a:pt x="2030" y="3263"/>
                  <a:pt x="775" y="6310"/>
                </a:cubicBezTo>
                <a:cubicBezTo>
                  <a:pt x="-479" y="9357"/>
                  <a:pt x="-539" y="14973"/>
                  <a:pt x="4001" y="18497"/>
                </a:cubicBezTo>
                <a:cubicBezTo>
                  <a:pt x="8541" y="22022"/>
                  <a:pt x="21863" y="27397"/>
                  <a:pt x="28016" y="27457"/>
                </a:cubicBezTo>
                <a:cubicBezTo>
                  <a:pt x="34169" y="27517"/>
                  <a:pt x="41099" y="22917"/>
                  <a:pt x="40920" y="18855"/>
                </a:cubicBezTo>
                <a:cubicBezTo>
                  <a:pt x="40741" y="14793"/>
                  <a:pt x="31840" y="6190"/>
                  <a:pt x="26941" y="3084"/>
                </a:cubicBezTo>
                <a:close/>
              </a:path>
            </a:pathLst>
          </a:custGeom>
          <a:solidFill>
            <a:srgbClr val="C7CAEA">
              <a:alpha val="52090"/>
            </a:srgbClr>
          </a:solidFill>
          <a:ln>
            <a:noFill/>
          </a:ln>
        </p:spPr>
      </p:sp>
      <p:sp>
        <p:nvSpPr>
          <p:cNvPr id="54" name="Google Shape;54;p7"/>
          <p:cNvSpPr/>
          <p:nvPr/>
        </p:nvSpPr>
        <p:spPr>
          <a:xfrm flipH="1" rot="3340532">
            <a:off x="7742894" y="-550619"/>
            <a:ext cx="2010148" cy="1348805"/>
          </a:xfrm>
          <a:custGeom>
            <a:rect b="b" l="l" r="r" t="t"/>
            <a:pathLst>
              <a:path extrusionOk="0" h="27472" w="40942">
                <a:moveTo>
                  <a:pt x="26941" y="3084"/>
                </a:moveTo>
                <a:cubicBezTo>
                  <a:pt x="22042" y="-22"/>
                  <a:pt x="15889" y="-321"/>
                  <a:pt x="11528" y="217"/>
                </a:cubicBezTo>
                <a:cubicBezTo>
                  <a:pt x="7167" y="755"/>
                  <a:pt x="2030" y="3263"/>
                  <a:pt x="775" y="6310"/>
                </a:cubicBezTo>
                <a:cubicBezTo>
                  <a:pt x="-479" y="9357"/>
                  <a:pt x="-539" y="14973"/>
                  <a:pt x="4001" y="18497"/>
                </a:cubicBezTo>
                <a:cubicBezTo>
                  <a:pt x="8541" y="22022"/>
                  <a:pt x="21863" y="27397"/>
                  <a:pt x="28016" y="27457"/>
                </a:cubicBezTo>
                <a:cubicBezTo>
                  <a:pt x="34169" y="27517"/>
                  <a:pt x="41099" y="22917"/>
                  <a:pt x="40920" y="18855"/>
                </a:cubicBezTo>
                <a:cubicBezTo>
                  <a:pt x="40741" y="14793"/>
                  <a:pt x="31840" y="6190"/>
                  <a:pt x="26941" y="3084"/>
                </a:cubicBezTo>
                <a:close/>
              </a:path>
            </a:pathLst>
          </a:custGeom>
          <a:noFill/>
          <a:ln cap="flat" cmpd="sng" w="9525">
            <a:solidFill>
              <a:schemeClr val="dk2"/>
            </a:solidFill>
            <a:prstDash val="solid"/>
            <a:round/>
            <a:headEnd len="med" w="med" type="none"/>
            <a:tailEnd len="med" w="med" type="none"/>
          </a:ln>
        </p:spPr>
      </p:sp>
      <p:sp>
        <p:nvSpPr>
          <p:cNvPr id="55" name="Google Shape;55;p7"/>
          <p:cNvSpPr txBox="1"/>
          <p:nvPr>
            <p:ph type="title"/>
          </p:nvPr>
        </p:nvSpPr>
        <p:spPr>
          <a:xfrm>
            <a:off x="720000" y="535000"/>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56" name="Google Shape;56;p7"/>
          <p:cNvSpPr txBox="1"/>
          <p:nvPr>
            <p:ph idx="1" type="body"/>
          </p:nvPr>
        </p:nvSpPr>
        <p:spPr>
          <a:xfrm>
            <a:off x="720000" y="2117500"/>
            <a:ext cx="3882900" cy="872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Font typeface="Karla"/>
              <a:buChar char="●"/>
              <a:defRPr sz="1400">
                <a:latin typeface="Karla"/>
                <a:ea typeface="Karla"/>
                <a:cs typeface="Karla"/>
                <a:sym typeface="Karla"/>
              </a:defRPr>
            </a:lvl1pPr>
            <a:lvl2pPr indent="-317500" lvl="1" marL="914400" rtl="0">
              <a:lnSpc>
                <a:spcPct val="115000"/>
              </a:lnSpc>
              <a:spcBef>
                <a:spcPts val="0"/>
              </a:spcBef>
              <a:spcAft>
                <a:spcPts val="0"/>
              </a:spcAft>
              <a:buSzPts val="1400"/>
              <a:buFont typeface="Karla"/>
              <a:buChar char="○"/>
              <a:defRPr>
                <a:latin typeface="Karla"/>
                <a:ea typeface="Karla"/>
                <a:cs typeface="Karla"/>
                <a:sym typeface="Karla"/>
              </a:defRPr>
            </a:lvl2pPr>
            <a:lvl3pPr indent="-317500" lvl="2" marL="1371600" rtl="0">
              <a:lnSpc>
                <a:spcPct val="115000"/>
              </a:lnSpc>
              <a:spcBef>
                <a:spcPts val="0"/>
              </a:spcBef>
              <a:spcAft>
                <a:spcPts val="0"/>
              </a:spcAft>
              <a:buSzPts val="1400"/>
              <a:buFont typeface="Karla"/>
              <a:buChar char="■"/>
              <a:defRPr>
                <a:latin typeface="Karla"/>
                <a:ea typeface="Karla"/>
                <a:cs typeface="Karla"/>
                <a:sym typeface="Karla"/>
              </a:defRPr>
            </a:lvl3pPr>
            <a:lvl4pPr indent="-317500" lvl="3" marL="1828800" rtl="0">
              <a:lnSpc>
                <a:spcPct val="115000"/>
              </a:lnSpc>
              <a:spcBef>
                <a:spcPts val="0"/>
              </a:spcBef>
              <a:spcAft>
                <a:spcPts val="0"/>
              </a:spcAft>
              <a:buSzPts val="1400"/>
              <a:buFont typeface="Karla"/>
              <a:buChar char="●"/>
              <a:defRPr>
                <a:latin typeface="Karla"/>
                <a:ea typeface="Karla"/>
                <a:cs typeface="Karla"/>
                <a:sym typeface="Karla"/>
              </a:defRPr>
            </a:lvl4pPr>
            <a:lvl5pPr indent="-317500" lvl="4" marL="2286000" rtl="0">
              <a:lnSpc>
                <a:spcPct val="115000"/>
              </a:lnSpc>
              <a:spcBef>
                <a:spcPts val="0"/>
              </a:spcBef>
              <a:spcAft>
                <a:spcPts val="0"/>
              </a:spcAft>
              <a:buSzPts val="1400"/>
              <a:buFont typeface="Karla"/>
              <a:buChar char="○"/>
              <a:defRPr>
                <a:latin typeface="Karla"/>
                <a:ea typeface="Karla"/>
                <a:cs typeface="Karla"/>
                <a:sym typeface="Karla"/>
              </a:defRPr>
            </a:lvl5pPr>
            <a:lvl6pPr indent="-317500" lvl="5" marL="2743200" rtl="0">
              <a:lnSpc>
                <a:spcPct val="115000"/>
              </a:lnSpc>
              <a:spcBef>
                <a:spcPts val="0"/>
              </a:spcBef>
              <a:spcAft>
                <a:spcPts val="0"/>
              </a:spcAft>
              <a:buSzPts val="1400"/>
              <a:buFont typeface="Karla"/>
              <a:buChar char="■"/>
              <a:defRPr>
                <a:latin typeface="Karla"/>
                <a:ea typeface="Karla"/>
                <a:cs typeface="Karla"/>
                <a:sym typeface="Karla"/>
              </a:defRPr>
            </a:lvl6pPr>
            <a:lvl7pPr indent="-317500" lvl="6" marL="3200400" rtl="0">
              <a:lnSpc>
                <a:spcPct val="115000"/>
              </a:lnSpc>
              <a:spcBef>
                <a:spcPts val="0"/>
              </a:spcBef>
              <a:spcAft>
                <a:spcPts val="0"/>
              </a:spcAft>
              <a:buSzPts val="1400"/>
              <a:buFont typeface="Karla"/>
              <a:buChar char="●"/>
              <a:defRPr>
                <a:latin typeface="Karla"/>
                <a:ea typeface="Karla"/>
                <a:cs typeface="Karla"/>
                <a:sym typeface="Karla"/>
              </a:defRPr>
            </a:lvl7pPr>
            <a:lvl8pPr indent="-317500" lvl="7" marL="3657600" rtl="0">
              <a:lnSpc>
                <a:spcPct val="115000"/>
              </a:lnSpc>
              <a:spcBef>
                <a:spcPts val="0"/>
              </a:spcBef>
              <a:spcAft>
                <a:spcPts val="0"/>
              </a:spcAft>
              <a:buSzPts val="1400"/>
              <a:buFont typeface="Karla"/>
              <a:buChar char="○"/>
              <a:defRPr>
                <a:latin typeface="Karla"/>
                <a:ea typeface="Karla"/>
                <a:cs typeface="Karla"/>
                <a:sym typeface="Karla"/>
              </a:defRPr>
            </a:lvl8pPr>
            <a:lvl9pPr indent="-317500" lvl="8" marL="4114800" rtl="0">
              <a:lnSpc>
                <a:spcPct val="115000"/>
              </a:lnSpc>
              <a:spcBef>
                <a:spcPts val="0"/>
              </a:spcBef>
              <a:spcAft>
                <a:spcPts val="0"/>
              </a:spcAft>
              <a:buSzPts val="1400"/>
              <a:buFont typeface="Karla"/>
              <a:buChar char="■"/>
              <a:defRPr>
                <a:latin typeface="Karla"/>
                <a:ea typeface="Karla"/>
                <a:cs typeface="Karla"/>
                <a:sym typeface="Karla"/>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57" name="Shape 57"/>
        <p:cNvGrpSpPr/>
        <p:nvPr/>
      </p:nvGrpSpPr>
      <p:grpSpPr>
        <a:xfrm>
          <a:off x="0" y="0"/>
          <a:ext cx="0" cy="0"/>
          <a:chOff x="0" y="0"/>
          <a:chExt cx="0" cy="0"/>
        </a:xfrm>
      </p:grpSpPr>
      <p:sp>
        <p:nvSpPr>
          <p:cNvPr id="58" name="Google Shape;58;p8"/>
          <p:cNvSpPr txBox="1"/>
          <p:nvPr>
            <p:ph type="title"/>
          </p:nvPr>
        </p:nvSpPr>
        <p:spPr>
          <a:xfrm>
            <a:off x="715050" y="1434000"/>
            <a:ext cx="7713900" cy="2275500"/>
          </a:xfrm>
          <a:prstGeom prst="rect">
            <a:avLst/>
          </a:prstGeom>
        </p:spPr>
        <p:txBody>
          <a:bodyPr anchorCtr="0" anchor="t" bIns="91425" lIns="91425" spcFirstLastPara="1" rIns="91425" wrap="square" tIns="91425">
            <a:noAutofit/>
          </a:bodyPr>
          <a:lstStyle>
            <a:lvl1pPr lvl="0" algn="ctr">
              <a:spcBef>
                <a:spcPts val="0"/>
              </a:spcBef>
              <a:spcAft>
                <a:spcPts val="0"/>
              </a:spcAft>
              <a:buSzPts val="6000"/>
              <a:buNone/>
              <a:defRPr sz="69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9" name="Shape 59"/>
        <p:cNvGrpSpPr/>
        <p:nvPr/>
      </p:nvGrpSpPr>
      <p:grpSpPr>
        <a:xfrm>
          <a:off x="0" y="0"/>
          <a:ext cx="0" cy="0"/>
          <a:chOff x="0" y="0"/>
          <a:chExt cx="0" cy="0"/>
        </a:xfrm>
      </p:grpSpPr>
      <p:sp>
        <p:nvSpPr>
          <p:cNvPr id="60" name="Google Shape;60;p9"/>
          <p:cNvSpPr txBox="1"/>
          <p:nvPr>
            <p:ph type="title"/>
          </p:nvPr>
        </p:nvSpPr>
        <p:spPr>
          <a:xfrm>
            <a:off x="4312600" y="1601088"/>
            <a:ext cx="3811500" cy="740400"/>
          </a:xfrm>
          <a:prstGeom prst="rect">
            <a:avLst/>
          </a:prstGeom>
        </p:spPr>
        <p:txBody>
          <a:bodyPr anchorCtr="0" anchor="b" bIns="91425" lIns="91425" spcFirstLastPara="1" rIns="91425" wrap="square" tIns="91425">
            <a:noAutofit/>
          </a:bodyPr>
          <a:lstStyle>
            <a:lvl1pPr lvl="0" rtl="0">
              <a:spcBef>
                <a:spcPts val="0"/>
              </a:spcBef>
              <a:spcAft>
                <a:spcPts val="0"/>
              </a:spcAft>
              <a:buSzPts val="3600"/>
              <a:buNone/>
              <a:defRPr sz="40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61" name="Google Shape;61;p9"/>
          <p:cNvSpPr txBox="1"/>
          <p:nvPr>
            <p:ph idx="1" type="subTitle"/>
          </p:nvPr>
        </p:nvSpPr>
        <p:spPr>
          <a:xfrm>
            <a:off x="4312600" y="2328613"/>
            <a:ext cx="3811500" cy="1213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700">
                <a:latin typeface="Karla"/>
                <a:ea typeface="Karla"/>
                <a:cs typeface="Karla"/>
                <a:sym typeface="Karla"/>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62" name="Google Shape;62;p9"/>
          <p:cNvSpPr/>
          <p:nvPr>
            <p:ph idx="2" type="pic"/>
          </p:nvPr>
        </p:nvSpPr>
        <p:spPr>
          <a:xfrm>
            <a:off x="724300" y="535000"/>
            <a:ext cx="3254100" cy="4073400"/>
          </a:xfrm>
          <a:prstGeom prst="roundRect">
            <a:avLst>
              <a:gd fmla="val 16667" name="adj"/>
            </a:avLst>
          </a:prstGeom>
          <a:noFill/>
          <a:ln>
            <a:no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3" name="Shape 63"/>
        <p:cNvGrpSpPr/>
        <p:nvPr/>
      </p:nvGrpSpPr>
      <p:grpSpPr>
        <a:xfrm>
          <a:off x="0" y="0"/>
          <a:ext cx="0" cy="0"/>
          <a:chOff x="0" y="0"/>
          <a:chExt cx="0" cy="0"/>
        </a:xfrm>
      </p:grpSpPr>
      <p:sp>
        <p:nvSpPr>
          <p:cNvPr id="64" name="Google Shape;64;p10"/>
          <p:cNvSpPr txBox="1"/>
          <p:nvPr>
            <p:ph type="title"/>
          </p:nvPr>
        </p:nvSpPr>
        <p:spPr>
          <a:xfrm>
            <a:off x="720000" y="3801325"/>
            <a:ext cx="7704000" cy="793500"/>
          </a:xfrm>
          <a:prstGeom prst="rect">
            <a:avLst/>
          </a:prstGeom>
          <a:solidFill>
            <a:schemeClr val="lt1"/>
          </a:solidFill>
        </p:spPr>
        <p:txBody>
          <a:bodyPr anchorCtr="0" anchor="ctr" bIns="91425" lIns="91425" spcFirstLastPara="1" rIns="91425" wrap="square" tIns="91425">
            <a:noAutofit/>
          </a:bodyPr>
          <a:lstStyle>
            <a:lvl1pPr lvl="0" rtl="0" algn="ctr">
              <a:spcBef>
                <a:spcPts val="0"/>
              </a:spcBef>
              <a:spcAft>
                <a:spcPts val="0"/>
              </a:spcAft>
              <a:buSzPts val="3500"/>
              <a:buNone/>
              <a:defRPr sz="3100"/>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5" name="Shape 65"/>
        <p:cNvGrpSpPr/>
        <p:nvPr/>
      </p:nvGrpSpPr>
      <p:grpSpPr>
        <a:xfrm>
          <a:off x="0" y="0"/>
          <a:ext cx="0" cy="0"/>
          <a:chOff x="0" y="0"/>
          <a:chExt cx="0" cy="0"/>
        </a:xfrm>
      </p:grpSpPr>
      <p:sp>
        <p:nvSpPr>
          <p:cNvPr id="66" name="Google Shape;66;p11"/>
          <p:cNvSpPr/>
          <p:nvPr/>
        </p:nvSpPr>
        <p:spPr>
          <a:xfrm flipH="1" rot="386051">
            <a:off x="-1267159" y="-1814075"/>
            <a:ext cx="4684551" cy="2907998"/>
          </a:xfrm>
          <a:custGeom>
            <a:rect b="b" l="l" r="r" t="t"/>
            <a:pathLst>
              <a:path extrusionOk="0" h="140790" w="244167">
                <a:moveTo>
                  <a:pt x="134823" y="24269"/>
                </a:moveTo>
                <a:cubicBezTo>
                  <a:pt x="122338" y="19609"/>
                  <a:pt x="100115" y="3779"/>
                  <a:pt x="85001" y="971"/>
                </a:cubicBezTo>
                <a:cubicBezTo>
                  <a:pt x="69887" y="-1837"/>
                  <a:pt x="56864" y="1927"/>
                  <a:pt x="44140" y="7423"/>
                </a:cubicBezTo>
                <a:cubicBezTo>
                  <a:pt x="31416" y="12919"/>
                  <a:pt x="15943" y="24927"/>
                  <a:pt x="8655" y="33947"/>
                </a:cubicBezTo>
                <a:cubicBezTo>
                  <a:pt x="1367" y="42968"/>
                  <a:pt x="-843" y="52167"/>
                  <a:pt x="411" y="61546"/>
                </a:cubicBezTo>
                <a:cubicBezTo>
                  <a:pt x="1666" y="70925"/>
                  <a:pt x="3936" y="83710"/>
                  <a:pt x="16182" y="90221"/>
                </a:cubicBezTo>
                <a:cubicBezTo>
                  <a:pt x="28429" y="96733"/>
                  <a:pt x="57641" y="99002"/>
                  <a:pt x="73890" y="100615"/>
                </a:cubicBezTo>
                <a:cubicBezTo>
                  <a:pt x="90139" y="102228"/>
                  <a:pt x="100712" y="94641"/>
                  <a:pt x="113675" y="99898"/>
                </a:cubicBezTo>
                <a:cubicBezTo>
                  <a:pt x="126638" y="105155"/>
                  <a:pt x="140498" y="125347"/>
                  <a:pt x="151669" y="132157"/>
                </a:cubicBezTo>
                <a:cubicBezTo>
                  <a:pt x="162840" y="138967"/>
                  <a:pt x="169591" y="140880"/>
                  <a:pt x="180702" y="140760"/>
                </a:cubicBezTo>
                <a:cubicBezTo>
                  <a:pt x="191814" y="140641"/>
                  <a:pt x="208242" y="137593"/>
                  <a:pt x="218338" y="131440"/>
                </a:cubicBezTo>
                <a:cubicBezTo>
                  <a:pt x="228434" y="125287"/>
                  <a:pt x="237275" y="113997"/>
                  <a:pt x="241277" y="103841"/>
                </a:cubicBezTo>
                <a:cubicBezTo>
                  <a:pt x="245280" y="93686"/>
                  <a:pt x="244563" y="80961"/>
                  <a:pt x="242353" y="70507"/>
                </a:cubicBezTo>
                <a:cubicBezTo>
                  <a:pt x="240143" y="60053"/>
                  <a:pt x="234407" y="48582"/>
                  <a:pt x="228015" y="41115"/>
                </a:cubicBezTo>
                <a:cubicBezTo>
                  <a:pt x="221623" y="33648"/>
                  <a:pt x="215350" y="27734"/>
                  <a:pt x="204000" y="25703"/>
                </a:cubicBezTo>
                <a:cubicBezTo>
                  <a:pt x="192650" y="23672"/>
                  <a:pt x="171443" y="29168"/>
                  <a:pt x="159913" y="28929"/>
                </a:cubicBezTo>
                <a:cubicBezTo>
                  <a:pt x="148384" y="28690"/>
                  <a:pt x="147308" y="28929"/>
                  <a:pt x="134823" y="24269"/>
                </a:cubicBezTo>
                <a:close/>
              </a:path>
            </a:pathLst>
          </a:custGeom>
          <a:solidFill>
            <a:srgbClr val="C7CAEA">
              <a:alpha val="52090"/>
            </a:srgbClr>
          </a:solidFill>
          <a:ln>
            <a:noFill/>
          </a:ln>
        </p:spPr>
      </p:sp>
      <p:sp>
        <p:nvSpPr>
          <p:cNvPr id="67" name="Google Shape;67;p11"/>
          <p:cNvSpPr/>
          <p:nvPr/>
        </p:nvSpPr>
        <p:spPr>
          <a:xfrm flipH="1" rot="386051">
            <a:off x="-1170616" y="-1753464"/>
            <a:ext cx="4684551" cy="2907998"/>
          </a:xfrm>
          <a:custGeom>
            <a:rect b="b" l="l" r="r" t="t"/>
            <a:pathLst>
              <a:path extrusionOk="0" h="140790" w="244167">
                <a:moveTo>
                  <a:pt x="134823" y="24269"/>
                </a:moveTo>
                <a:cubicBezTo>
                  <a:pt x="122338" y="19609"/>
                  <a:pt x="100115" y="3779"/>
                  <a:pt x="85001" y="971"/>
                </a:cubicBezTo>
                <a:cubicBezTo>
                  <a:pt x="69887" y="-1837"/>
                  <a:pt x="56864" y="1927"/>
                  <a:pt x="44140" y="7423"/>
                </a:cubicBezTo>
                <a:cubicBezTo>
                  <a:pt x="31416" y="12919"/>
                  <a:pt x="15943" y="24927"/>
                  <a:pt x="8655" y="33947"/>
                </a:cubicBezTo>
                <a:cubicBezTo>
                  <a:pt x="1367" y="42968"/>
                  <a:pt x="-843" y="52167"/>
                  <a:pt x="411" y="61546"/>
                </a:cubicBezTo>
                <a:cubicBezTo>
                  <a:pt x="1666" y="70925"/>
                  <a:pt x="3936" y="83710"/>
                  <a:pt x="16182" y="90221"/>
                </a:cubicBezTo>
                <a:cubicBezTo>
                  <a:pt x="28429" y="96733"/>
                  <a:pt x="57641" y="99002"/>
                  <a:pt x="73890" y="100615"/>
                </a:cubicBezTo>
                <a:cubicBezTo>
                  <a:pt x="90139" y="102228"/>
                  <a:pt x="100712" y="94641"/>
                  <a:pt x="113675" y="99898"/>
                </a:cubicBezTo>
                <a:cubicBezTo>
                  <a:pt x="126638" y="105155"/>
                  <a:pt x="140498" y="125347"/>
                  <a:pt x="151669" y="132157"/>
                </a:cubicBezTo>
                <a:cubicBezTo>
                  <a:pt x="162840" y="138967"/>
                  <a:pt x="169591" y="140880"/>
                  <a:pt x="180702" y="140760"/>
                </a:cubicBezTo>
                <a:cubicBezTo>
                  <a:pt x="191814" y="140641"/>
                  <a:pt x="208242" y="137593"/>
                  <a:pt x="218338" y="131440"/>
                </a:cubicBezTo>
                <a:cubicBezTo>
                  <a:pt x="228434" y="125287"/>
                  <a:pt x="237275" y="113997"/>
                  <a:pt x="241277" y="103841"/>
                </a:cubicBezTo>
                <a:cubicBezTo>
                  <a:pt x="245280" y="93686"/>
                  <a:pt x="244563" y="80961"/>
                  <a:pt x="242353" y="70507"/>
                </a:cubicBezTo>
                <a:cubicBezTo>
                  <a:pt x="240143" y="60053"/>
                  <a:pt x="234407" y="48582"/>
                  <a:pt x="228015" y="41115"/>
                </a:cubicBezTo>
                <a:cubicBezTo>
                  <a:pt x="221623" y="33648"/>
                  <a:pt x="215350" y="27734"/>
                  <a:pt x="204000" y="25703"/>
                </a:cubicBezTo>
                <a:cubicBezTo>
                  <a:pt x="192650" y="23672"/>
                  <a:pt x="171443" y="29168"/>
                  <a:pt x="159913" y="28929"/>
                </a:cubicBezTo>
                <a:cubicBezTo>
                  <a:pt x="148384" y="28690"/>
                  <a:pt x="147308" y="28929"/>
                  <a:pt x="134823" y="24269"/>
                </a:cubicBezTo>
                <a:close/>
              </a:path>
            </a:pathLst>
          </a:custGeom>
          <a:noFill/>
          <a:ln cap="flat" cmpd="sng" w="9525">
            <a:solidFill>
              <a:schemeClr val="dk2"/>
            </a:solidFill>
            <a:prstDash val="solid"/>
            <a:round/>
            <a:headEnd len="med" w="med" type="none"/>
            <a:tailEnd len="med" w="med" type="none"/>
          </a:ln>
        </p:spPr>
      </p:sp>
      <p:sp>
        <p:nvSpPr>
          <p:cNvPr id="68" name="Google Shape;68;p11"/>
          <p:cNvSpPr/>
          <p:nvPr/>
        </p:nvSpPr>
        <p:spPr>
          <a:xfrm flipH="1" rot="-278568">
            <a:off x="5856927" y="4053813"/>
            <a:ext cx="6417623" cy="3700488"/>
          </a:xfrm>
          <a:custGeom>
            <a:rect b="b" l="l" r="r" t="t"/>
            <a:pathLst>
              <a:path extrusionOk="0" h="140790" w="244167">
                <a:moveTo>
                  <a:pt x="134823" y="24269"/>
                </a:moveTo>
                <a:cubicBezTo>
                  <a:pt x="122338" y="19609"/>
                  <a:pt x="100115" y="3779"/>
                  <a:pt x="85001" y="971"/>
                </a:cubicBezTo>
                <a:cubicBezTo>
                  <a:pt x="69887" y="-1837"/>
                  <a:pt x="56864" y="1927"/>
                  <a:pt x="44140" y="7423"/>
                </a:cubicBezTo>
                <a:cubicBezTo>
                  <a:pt x="31416" y="12919"/>
                  <a:pt x="15943" y="24927"/>
                  <a:pt x="8655" y="33947"/>
                </a:cubicBezTo>
                <a:cubicBezTo>
                  <a:pt x="1367" y="42968"/>
                  <a:pt x="-843" y="52167"/>
                  <a:pt x="411" y="61546"/>
                </a:cubicBezTo>
                <a:cubicBezTo>
                  <a:pt x="1666" y="70925"/>
                  <a:pt x="3936" y="83710"/>
                  <a:pt x="16182" y="90221"/>
                </a:cubicBezTo>
                <a:cubicBezTo>
                  <a:pt x="28429" y="96733"/>
                  <a:pt x="57641" y="99002"/>
                  <a:pt x="73890" y="100615"/>
                </a:cubicBezTo>
                <a:cubicBezTo>
                  <a:pt x="90139" y="102228"/>
                  <a:pt x="100712" y="94641"/>
                  <a:pt x="113675" y="99898"/>
                </a:cubicBezTo>
                <a:cubicBezTo>
                  <a:pt x="126638" y="105155"/>
                  <a:pt x="140498" y="125347"/>
                  <a:pt x="151669" y="132157"/>
                </a:cubicBezTo>
                <a:cubicBezTo>
                  <a:pt x="162840" y="138967"/>
                  <a:pt x="169591" y="140880"/>
                  <a:pt x="180702" y="140760"/>
                </a:cubicBezTo>
                <a:cubicBezTo>
                  <a:pt x="191814" y="140641"/>
                  <a:pt x="208242" y="137593"/>
                  <a:pt x="218338" y="131440"/>
                </a:cubicBezTo>
                <a:cubicBezTo>
                  <a:pt x="228434" y="125287"/>
                  <a:pt x="237275" y="113997"/>
                  <a:pt x="241277" y="103841"/>
                </a:cubicBezTo>
                <a:cubicBezTo>
                  <a:pt x="245280" y="93686"/>
                  <a:pt x="244563" y="80961"/>
                  <a:pt x="242353" y="70507"/>
                </a:cubicBezTo>
                <a:cubicBezTo>
                  <a:pt x="240143" y="60053"/>
                  <a:pt x="234407" y="48582"/>
                  <a:pt x="228015" y="41115"/>
                </a:cubicBezTo>
                <a:cubicBezTo>
                  <a:pt x="221623" y="33648"/>
                  <a:pt x="215350" y="27734"/>
                  <a:pt x="204000" y="25703"/>
                </a:cubicBezTo>
                <a:cubicBezTo>
                  <a:pt x="192650" y="23672"/>
                  <a:pt x="171443" y="29168"/>
                  <a:pt x="159913" y="28929"/>
                </a:cubicBezTo>
                <a:cubicBezTo>
                  <a:pt x="148384" y="28690"/>
                  <a:pt x="147308" y="28929"/>
                  <a:pt x="134823" y="24269"/>
                </a:cubicBezTo>
                <a:close/>
              </a:path>
            </a:pathLst>
          </a:custGeom>
          <a:solidFill>
            <a:srgbClr val="C7CAEA">
              <a:alpha val="52090"/>
            </a:srgbClr>
          </a:solidFill>
          <a:ln>
            <a:noFill/>
          </a:ln>
        </p:spPr>
      </p:sp>
      <p:sp>
        <p:nvSpPr>
          <p:cNvPr id="69" name="Google Shape;69;p11"/>
          <p:cNvSpPr/>
          <p:nvPr/>
        </p:nvSpPr>
        <p:spPr>
          <a:xfrm flipH="1" rot="-278568">
            <a:off x="5772902" y="3971113"/>
            <a:ext cx="6417623" cy="3700488"/>
          </a:xfrm>
          <a:custGeom>
            <a:rect b="b" l="l" r="r" t="t"/>
            <a:pathLst>
              <a:path extrusionOk="0" h="140790" w="244167">
                <a:moveTo>
                  <a:pt x="134823" y="24269"/>
                </a:moveTo>
                <a:cubicBezTo>
                  <a:pt x="122338" y="19609"/>
                  <a:pt x="100115" y="3779"/>
                  <a:pt x="85001" y="971"/>
                </a:cubicBezTo>
                <a:cubicBezTo>
                  <a:pt x="69887" y="-1837"/>
                  <a:pt x="56864" y="1927"/>
                  <a:pt x="44140" y="7423"/>
                </a:cubicBezTo>
                <a:cubicBezTo>
                  <a:pt x="31416" y="12919"/>
                  <a:pt x="15943" y="24927"/>
                  <a:pt x="8655" y="33947"/>
                </a:cubicBezTo>
                <a:cubicBezTo>
                  <a:pt x="1367" y="42968"/>
                  <a:pt x="-843" y="52167"/>
                  <a:pt x="411" y="61546"/>
                </a:cubicBezTo>
                <a:cubicBezTo>
                  <a:pt x="1666" y="70925"/>
                  <a:pt x="3936" y="83710"/>
                  <a:pt x="16182" y="90221"/>
                </a:cubicBezTo>
                <a:cubicBezTo>
                  <a:pt x="28429" y="96733"/>
                  <a:pt x="57641" y="99002"/>
                  <a:pt x="73890" y="100615"/>
                </a:cubicBezTo>
                <a:cubicBezTo>
                  <a:pt x="90139" y="102228"/>
                  <a:pt x="100712" y="94641"/>
                  <a:pt x="113675" y="99898"/>
                </a:cubicBezTo>
                <a:cubicBezTo>
                  <a:pt x="126638" y="105155"/>
                  <a:pt x="140498" y="125347"/>
                  <a:pt x="151669" y="132157"/>
                </a:cubicBezTo>
                <a:cubicBezTo>
                  <a:pt x="162840" y="138967"/>
                  <a:pt x="169591" y="140880"/>
                  <a:pt x="180702" y="140760"/>
                </a:cubicBezTo>
                <a:cubicBezTo>
                  <a:pt x="191814" y="140641"/>
                  <a:pt x="208242" y="137593"/>
                  <a:pt x="218338" y="131440"/>
                </a:cubicBezTo>
                <a:cubicBezTo>
                  <a:pt x="228434" y="125287"/>
                  <a:pt x="237275" y="113997"/>
                  <a:pt x="241277" y="103841"/>
                </a:cubicBezTo>
                <a:cubicBezTo>
                  <a:pt x="245280" y="93686"/>
                  <a:pt x="244563" y="80961"/>
                  <a:pt x="242353" y="70507"/>
                </a:cubicBezTo>
                <a:cubicBezTo>
                  <a:pt x="240143" y="60053"/>
                  <a:pt x="234407" y="48582"/>
                  <a:pt x="228015" y="41115"/>
                </a:cubicBezTo>
                <a:cubicBezTo>
                  <a:pt x="221623" y="33648"/>
                  <a:pt x="215350" y="27734"/>
                  <a:pt x="204000" y="25703"/>
                </a:cubicBezTo>
                <a:cubicBezTo>
                  <a:pt x="192650" y="23672"/>
                  <a:pt x="171443" y="29168"/>
                  <a:pt x="159913" y="28929"/>
                </a:cubicBezTo>
                <a:cubicBezTo>
                  <a:pt x="148384" y="28690"/>
                  <a:pt x="147308" y="28929"/>
                  <a:pt x="134823" y="24269"/>
                </a:cubicBezTo>
                <a:close/>
              </a:path>
            </a:pathLst>
          </a:custGeom>
          <a:noFill/>
          <a:ln cap="flat" cmpd="sng" w="9525">
            <a:solidFill>
              <a:schemeClr val="dk2"/>
            </a:solidFill>
            <a:prstDash val="solid"/>
            <a:round/>
            <a:headEnd len="med" w="med" type="none"/>
            <a:tailEnd len="med" w="med" type="none"/>
          </a:ln>
        </p:spPr>
      </p:sp>
      <p:sp>
        <p:nvSpPr>
          <p:cNvPr id="70" name="Google Shape;70;p11"/>
          <p:cNvSpPr txBox="1"/>
          <p:nvPr>
            <p:ph hasCustomPrompt="1" type="title"/>
          </p:nvPr>
        </p:nvSpPr>
        <p:spPr>
          <a:xfrm>
            <a:off x="715100" y="1558475"/>
            <a:ext cx="7713900" cy="1511100"/>
          </a:xfrm>
          <a:prstGeom prst="rect">
            <a:avLst/>
          </a:prstGeom>
        </p:spPr>
        <p:txBody>
          <a:bodyPr anchorCtr="0" anchor="b" bIns="91425" lIns="91425" spcFirstLastPara="1" rIns="91425" wrap="square" tIns="91425">
            <a:noAutofit/>
          </a:bodyPr>
          <a:lstStyle>
            <a:lvl1pPr lvl="0" algn="ctr">
              <a:spcBef>
                <a:spcPts val="0"/>
              </a:spcBef>
              <a:spcAft>
                <a:spcPts val="0"/>
              </a:spcAft>
              <a:buSzPts val="9600"/>
              <a:buNone/>
              <a:defRPr sz="10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71" name="Google Shape;71;p11"/>
          <p:cNvSpPr txBox="1"/>
          <p:nvPr>
            <p:ph idx="1" type="subTitle"/>
          </p:nvPr>
        </p:nvSpPr>
        <p:spPr>
          <a:xfrm>
            <a:off x="714900" y="3069625"/>
            <a:ext cx="7713900" cy="713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sz="2200">
                <a:latin typeface="Karla"/>
                <a:ea typeface="Karla"/>
                <a:cs typeface="Karla"/>
                <a:sym typeface="Karla"/>
              </a:defRPr>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lt2"/>
        </a:solidFill>
      </p:bgPr>
    </p:bg>
    <p:spTree>
      <p:nvGrpSpPr>
        <p:cNvPr id="72" name="Shape 72"/>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
    <p:spTree>
      <p:nvGrpSpPr>
        <p:cNvPr id="73" name="Shape 73"/>
        <p:cNvGrpSpPr/>
        <p:nvPr/>
      </p:nvGrpSpPr>
      <p:grpSpPr>
        <a:xfrm>
          <a:off x="0" y="0"/>
          <a:ext cx="0" cy="0"/>
          <a:chOff x="0" y="0"/>
          <a:chExt cx="0" cy="0"/>
        </a:xfrm>
      </p:grpSpPr>
      <p:sp>
        <p:nvSpPr>
          <p:cNvPr id="74" name="Google Shape;74;p13"/>
          <p:cNvSpPr txBox="1"/>
          <p:nvPr>
            <p:ph hasCustomPrompt="1" type="title"/>
          </p:nvPr>
        </p:nvSpPr>
        <p:spPr>
          <a:xfrm>
            <a:off x="828075" y="1436150"/>
            <a:ext cx="711300" cy="5934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3000"/>
              <a:buNone/>
              <a:defRPr b="1" sz="2000">
                <a:latin typeface="Sora"/>
                <a:ea typeface="Sora"/>
                <a:cs typeface="Sora"/>
                <a:sym typeface="Sora"/>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75" name="Google Shape;75;p13"/>
          <p:cNvSpPr txBox="1"/>
          <p:nvPr>
            <p:ph idx="1" type="subTitle"/>
          </p:nvPr>
        </p:nvSpPr>
        <p:spPr>
          <a:xfrm>
            <a:off x="720000" y="2397560"/>
            <a:ext cx="2336400" cy="484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solidFill>
                  <a:schemeClr val="dk1"/>
                </a:solidFill>
                <a:latin typeface="Karla"/>
                <a:ea typeface="Karla"/>
                <a:cs typeface="Karla"/>
                <a:sym typeface="Karla"/>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76" name="Google Shape;76;p13"/>
          <p:cNvSpPr txBox="1"/>
          <p:nvPr>
            <p:ph hasCustomPrompt="1" idx="2" type="title"/>
          </p:nvPr>
        </p:nvSpPr>
        <p:spPr>
          <a:xfrm>
            <a:off x="3566378" y="1436150"/>
            <a:ext cx="711300" cy="5934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3000"/>
              <a:buNone/>
              <a:defRPr b="1" sz="2000">
                <a:latin typeface="Sora"/>
                <a:ea typeface="Sora"/>
                <a:cs typeface="Sora"/>
                <a:sym typeface="Sora"/>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77" name="Google Shape;77;p13"/>
          <p:cNvSpPr txBox="1"/>
          <p:nvPr>
            <p:ph idx="3" type="subTitle"/>
          </p:nvPr>
        </p:nvSpPr>
        <p:spPr>
          <a:xfrm>
            <a:off x="3403800" y="2397560"/>
            <a:ext cx="2336400" cy="484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solidFill>
                  <a:schemeClr val="dk1"/>
                </a:solidFill>
                <a:latin typeface="Karla"/>
                <a:ea typeface="Karla"/>
                <a:cs typeface="Karla"/>
                <a:sym typeface="Karla"/>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78" name="Google Shape;78;p13"/>
          <p:cNvSpPr txBox="1"/>
          <p:nvPr>
            <p:ph hasCustomPrompt="1" idx="4" type="title"/>
          </p:nvPr>
        </p:nvSpPr>
        <p:spPr>
          <a:xfrm>
            <a:off x="6304680" y="1436150"/>
            <a:ext cx="711300" cy="5934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3000"/>
              <a:buNone/>
              <a:defRPr b="1" sz="2000">
                <a:latin typeface="Sora"/>
                <a:ea typeface="Sora"/>
                <a:cs typeface="Sora"/>
                <a:sym typeface="Sora"/>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79" name="Google Shape;79;p13"/>
          <p:cNvSpPr txBox="1"/>
          <p:nvPr>
            <p:ph idx="5" type="subTitle"/>
          </p:nvPr>
        </p:nvSpPr>
        <p:spPr>
          <a:xfrm>
            <a:off x="6087600" y="2397560"/>
            <a:ext cx="2336400" cy="484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solidFill>
                  <a:schemeClr val="dk1"/>
                </a:solidFill>
                <a:latin typeface="Karla"/>
                <a:ea typeface="Karla"/>
                <a:cs typeface="Karla"/>
                <a:sym typeface="Karla"/>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80" name="Google Shape;80;p13"/>
          <p:cNvSpPr txBox="1"/>
          <p:nvPr>
            <p:ph hasCustomPrompt="1" idx="6" type="title"/>
          </p:nvPr>
        </p:nvSpPr>
        <p:spPr>
          <a:xfrm>
            <a:off x="843125" y="3149350"/>
            <a:ext cx="711300" cy="5934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3000"/>
              <a:buNone/>
              <a:defRPr b="1" sz="2000">
                <a:latin typeface="Sora"/>
                <a:ea typeface="Sora"/>
                <a:cs typeface="Sora"/>
                <a:sym typeface="Sora"/>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1" name="Google Shape;81;p13"/>
          <p:cNvSpPr txBox="1"/>
          <p:nvPr>
            <p:ph idx="7" type="subTitle"/>
          </p:nvPr>
        </p:nvSpPr>
        <p:spPr>
          <a:xfrm>
            <a:off x="735050" y="4123712"/>
            <a:ext cx="2336400" cy="484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solidFill>
                  <a:schemeClr val="dk1"/>
                </a:solidFill>
                <a:latin typeface="Karla"/>
                <a:ea typeface="Karla"/>
                <a:cs typeface="Karla"/>
                <a:sym typeface="Karla"/>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82" name="Google Shape;82;p13"/>
          <p:cNvSpPr txBox="1"/>
          <p:nvPr>
            <p:ph hasCustomPrompt="1" idx="8" type="title"/>
          </p:nvPr>
        </p:nvSpPr>
        <p:spPr>
          <a:xfrm>
            <a:off x="3581428" y="3149350"/>
            <a:ext cx="711300" cy="5934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3000"/>
              <a:buNone/>
              <a:defRPr b="1" sz="2000">
                <a:latin typeface="Sora"/>
                <a:ea typeface="Sora"/>
                <a:cs typeface="Sora"/>
                <a:sym typeface="Sora"/>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3" name="Google Shape;83;p13"/>
          <p:cNvSpPr txBox="1"/>
          <p:nvPr>
            <p:ph idx="9" type="subTitle"/>
          </p:nvPr>
        </p:nvSpPr>
        <p:spPr>
          <a:xfrm>
            <a:off x="3418850" y="4123712"/>
            <a:ext cx="2336400" cy="484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solidFill>
                  <a:schemeClr val="dk1"/>
                </a:solidFill>
                <a:latin typeface="Karla"/>
                <a:ea typeface="Karla"/>
                <a:cs typeface="Karla"/>
                <a:sym typeface="Karla"/>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84" name="Google Shape;84;p13"/>
          <p:cNvSpPr txBox="1"/>
          <p:nvPr>
            <p:ph hasCustomPrompt="1" idx="13" type="title"/>
          </p:nvPr>
        </p:nvSpPr>
        <p:spPr>
          <a:xfrm>
            <a:off x="6319730" y="3149350"/>
            <a:ext cx="711300" cy="5934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3000"/>
              <a:buNone/>
              <a:defRPr b="1" sz="2000">
                <a:latin typeface="Sora"/>
                <a:ea typeface="Sora"/>
                <a:cs typeface="Sora"/>
                <a:sym typeface="Sora"/>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5" name="Google Shape;85;p13"/>
          <p:cNvSpPr txBox="1"/>
          <p:nvPr>
            <p:ph idx="14" type="subTitle"/>
          </p:nvPr>
        </p:nvSpPr>
        <p:spPr>
          <a:xfrm>
            <a:off x="6102650" y="4123712"/>
            <a:ext cx="2336400" cy="484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solidFill>
                  <a:schemeClr val="dk1"/>
                </a:solidFill>
                <a:latin typeface="Karla"/>
                <a:ea typeface="Karla"/>
                <a:cs typeface="Karla"/>
                <a:sym typeface="Karla"/>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86" name="Google Shape;86;p13"/>
          <p:cNvSpPr txBox="1"/>
          <p:nvPr>
            <p:ph idx="15" type="title"/>
          </p:nvPr>
        </p:nvSpPr>
        <p:spPr>
          <a:xfrm>
            <a:off x="720000" y="535000"/>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87" name="Google Shape;87;p13"/>
          <p:cNvSpPr txBox="1"/>
          <p:nvPr>
            <p:ph idx="16" type="subTitle"/>
          </p:nvPr>
        </p:nvSpPr>
        <p:spPr>
          <a:xfrm>
            <a:off x="715100" y="2048850"/>
            <a:ext cx="2336400" cy="3486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b="1" sz="1800">
                <a:solidFill>
                  <a:schemeClr val="dk1"/>
                </a:solidFill>
                <a:latin typeface="Sora"/>
                <a:ea typeface="Sora"/>
                <a:cs typeface="Sora"/>
                <a:sym typeface="Sora"/>
              </a:defRPr>
            </a:lvl1pPr>
            <a:lvl2pPr lvl="1"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88" name="Google Shape;88;p13"/>
          <p:cNvSpPr txBox="1"/>
          <p:nvPr>
            <p:ph idx="17" type="subTitle"/>
          </p:nvPr>
        </p:nvSpPr>
        <p:spPr>
          <a:xfrm>
            <a:off x="3403800" y="2048850"/>
            <a:ext cx="2336400" cy="3486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b="1" sz="1800">
                <a:solidFill>
                  <a:schemeClr val="dk1"/>
                </a:solidFill>
                <a:latin typeface="Sora"/>
                <a:ea typeface="Sora"/>
                <a:cs typeface="Sora"/>
                <a:sym typeface="Sora"/>
              </a:defRPr>
            </a:lvl1pPr>
            <a:lvl2pPr lvl="1"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89" name="Google Shape;89;p13"/>
          <p:cNvSpPr txBox="1"/>
          <p:nvPr>
            <p:ph idx="18" type="subTitle"/>
          </p:nvPr>
        </p:nvSpPr>
        <p:spPr>
          <a:xfrm>
            <a:off x="6092500" y="2048850"/>
            <a:ext cx="2336400" cy="3486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b="1" sz="1800">
                <a:solidFill>
                  <a:schemeClr val="dk1"/>
                </a:solidFill>
                <a:latin typeface="Sora"/>
                <a:ea typeface="Sora"/>
                <a:cs typeface="Sora"/>
                <a:sym typeface="Sora"/>
              </a:defRPr>
            </a:lvl1pPr>
            <a:lvl2pPr lvl="1"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90" name="Google Shape;90;p13"/>
          <p:cNvSpPr txBox="1"/>
          <p:nvPr>
            <p:ph idx="19" type="subTitle"/>
          </p:nvPr>
        </p:nvSpPr>
        <p:spPr>
          <a:xfrm>
            <a:off x="730150" y="3730400"/>
            <a:ext cx="2336400" cy="3486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b="1" sz="1800">
                <a:solidFill>
                  <a:schemeClr val="dk1"/>
                </a:solidFill>
                <a:latin typeface="Sora"/>
                <a:ea typeface="Sora"/>
                <a:cs typeface="Sora"/>
                <a:sym typeface="Sora"/>
              </a:defRPr>
            </a:lvl1pPr>
            <a:lvl2pPr lvl="1"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91" name="Google Shape;91;p13"/>
          <p:cNvSpPr txBox="1"/>
          <p:nvPr>
            <p:ph idx="20" type="subTitle"/>
          </p:nvPr>
        </p:nvSpPr>
        <p:spPr>
          <a:xfrm>
            <a:off x="3418850" y="3730400"/>
            <a:ext cx="2336400" cy="3486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b="1" sz="1800">
                <a:solidFill>
                  <a:schemeClr val="dk1"/>
                </a:solidFill>
                <a:latin typeface="Sora"/>
                <a:ea typeface="Sora"/>
                <a:cs typeface="Sora"/>
                <a:sym typeface="Sora"/>
              </a:defRPr>
            </a:lvl1pPr>
            <a:lvl2pPr lvl="1"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92" name="Google Shape;92;p13"/>
          <p:cNvSpPr txBox="1"/>
          <p:nvPr>
            <p:ph idx="21" type="subTitle"/>
          </p:nvPr>
        </p:nvSpPr>
        <p:spPr>
          <a:xfrm>
            <a:off x="6107550" y="3730399"/>
            <a:ext cx="2336400" cy="3486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b="1" sz="1800">
                <a:solidFill>
                  <a:schemeClr val="dk1"/>
                </a:solidFill>
                <a:latin typeface="Sora"/>
                <a:ea typeface="Sora"/>
                <a:cs typeface="Sora"/>
                <a:sym typeface="Sora"/>
              </a:defRPr>
            </a:lvl1pPr>
            <a:lvl2pPr lvl="1"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93" name="Shape 93"/>
        <p:cNvGrpSpPr/>
        <p:nvPr/>
      </p:nvGrpSpPr>
      <p:grpSpPr>
        <a:xfrm>
          <a:off x="0" y="0"/>
          <a:ext cx="0" cy="0"/>
          <a:chOff x="0" y="0"/>
          <a:chExt cx="0" cy="0"/>
        </a:xfrm>
      </p:grpSpPr>
      <p:sp>
        <p:nvSpPr>
          <p:cNvPr id="94" name="Google Shape;94;p14"/>
          <p:cNvSpPr/>
          <p:nvPr/>
        </p:nvSpPr>
        <p:spPr>
          <a:xfrm>
            <a:off x="5249540" y="-2215833"/>
            <a:ext cx="6417319" cy="3700313"/>
          </a:xfrm>
          <a:custGeom>
            <a:rect b="b" l="l" r="r" t="t"/>
            <a:pathLst>
              <a:path extrusionOk="0" h="140790" w="244167">
                <a:moveTo>
                  <a:pt x="134823" y="24269"/>
                </a:moveTo>
                <a:cubicBezTo>
                  <a:pt x="122338" y="19609"/>
                  <a:pt x="100115" y="3779"/>
                  <a:pt x="85001" y="971"/>
                </a:cubicBezTo>
                <a:cubicBezTo>
                  <a:pt x="69887" y="-1837"/>
                  <a:pt x="56864" y="1927"/>
                  <a:pt x="44140" y="7423"/>
                </a:cubicBezTo>
                <a:cubicBezTo>
                  <a:pt x="31416" y="12919"/>
                  <a:pt x="15943" y="24927"/>
                  <a:pt x="8655" y="33947"/>
                </a:cubicBezTo>
                <a:cubicBezTo>
                  <a:pt x="1367" y="42968"/>
                  <a:pt x="-843" y="52167"/>
                  <a:pt x="411" y="61546"/>
                </a:cubicBezTo>
                <a:cubicBezTo>
                  <a:pt x="1666" y="70925"/>
                  <a:pt x="3936" y="83710"/>
                  <a:pt x="16182" y="90221"/>
                </a:cubicBezTo>
                <a:cubicBezTo>
                  <a:pt x="28429" y="96733"/>
                  <a:pt x="57641" y="99002"/>
                  <a:pt x="73890" y="100615"/>
                </a:cubicBezTo>
                <a:cubicBezTo>
                  <a:pt x="90139" y="102228"/>
                  <a:pt x="100712" y="94641"/>
                  <a:pt x="113675" y="99898"/>
                </a:cubicBezTo>
                <a:cubicBezTo>
                  <a:pt x="126638" y="105155"/>
                  <a:pt x="140498" y="125347"/>
                  <a:pt x="151669" y="132157"/>
                </a:cubicBezTo>
                <a:cubicBezTo>
                  <a:pt x="162840" y="138967"/>
                  <a:pt x="169591" y="140880"/>
                  <a:pt x="180702" y="140760"/>
                </a:cubicBezTo>
                <a:cubicBezTo>
                  <a:pt x="191814" y="140641"/>
                  <a:pt x="208242" y="137593"/>
                  <a:pt x="218338" y="131440"/>
                </a:cubicBezTo>
                <a:cubicBezTo>
                  <a:pt x="228434" y="125287"/>
                  <a:pt x="237275" y="113997"/>
                  <a:pt x="241277" y="103841"/>
                </a:cubicBezTo>
                <a:cubicBezTo>
                  <a:pt x="245280" y="93686"/>
                  <a:pt x="244563" y="80961"/>
                  <a:pt x="242353" y="70507"/>
                </a:cubicBezTo>
                <a:cubicBezTo>
                  <a:pt x="240143" y="60053"/>
                  <a:pt x="234407" y="48582"/>
                  <a:pt x="228015" y="41115"/>
                </a:cubicBezTo>
                <a:cubicBezTo>
                  <a:pt x="221623" y="33648"/>
                  <a:pt x="215350" y="27734"/>
                  <a:pt x="204000" y="25703"/>
                </a:cubicBezTo>
                <a:cubicBezTo>
                  <a:pt x="192650" y="23672"/>
                  <a:pt x="171443" y="29168"/>
                  <a:pt x="159913" y="28929"/>
                </a:cubicBezTo>
                <a:cubicBezTo>
                  <a:pt x="148384" y="28690"/>
                  <a:pt x="147308" y="28929"/>
                  <a:pt x="134823" y="24269"/>
                </a:cubicBezTo>
                <a:close/>
              </a:path>
            </a:pathLst>
          </a:custGeom>
          <a:solidFill>
            <a:srgbClr val="C7CAEA">
              <a:alpha val="52090"/>
            </a:srgbClr>
          </a:solidFill>
          <a:ln>
            <a:noFill/>
          </a:ln>
        </p:spPr>
      </p:sp>
      <p:sp>
        <p:nvSpPr>
          <p:cNvPr id="95" name="Google Shape;95;p14"/>
          <p:cNvSpPr/>
          <p:nvPr/>
        </p:nvSpPr>
        <p:spPr>
          <a:xfrm>
            <a:off x="5249540" y="-2139633"/>
            <a:ext cx="6417319" cy="3700313"/>
          </a:xfrm>
          <a:custGeom>
            <a:rect b="b" l="l" r="r" t="t"/>
            <a:pathLst>
              <a:path extrusionOk="0" h="140790" w="244167">
                <a:moveTo>
                  <a:pt x="134823" y="24269"/>
                </a:moveTo>
                <a:cubicBezTo>
                  <a:pt x="122338" y="19609"/>
                  <a:pt x="100115" y="3779"/>
                  <a:pt x="85001" y="971"/>
                </a:cubicBezTo>
                <a:cubicBezTo>
                  <a:pt x="69887" y="-1837"/>
                  <a:pt x="56864" y="1927"/>
                  <a:pt x="44140" y="7423"/>
                </a:cubicBezTo>
                <a:cubicBezTo>
                  <a:pt x="31416" y="12919"/>
                  <a:pt x="15943" y="24927"/>
                  <a:pt x="8655" y="33947"/>
                </a:cubicBezTo>
                <a:cubicBezTo>
                  <a:pt x="1367" y="42968"/>
                  <a:pt x="-843" y="52167"/>
                  <a:pt x="411" y="61546"/>
                </a:cubicBezTo>
                <a:cubicBezTo>
                  <a:pt x="1666" y="70925"/>
                  <a:pt x="3936" y="83710"/>
                  <a:pt x="16182" y="90221"/>
                </a:cubicBezTo>
                <a:cubicBezTo>
                  <a:pt x="28429" y="96733"/>
                  <a:pt x="57641" y="99002"/>
                  <a:pt x="73890" y="100615"/>
                </a:cubicBezTo>
                <a:cubicBezTo>
                  <a:pt x="90139" y="102228"/>
                  <a:pt x="100712" y="94641"/>
                  <a:pt x="113675" y="99898"/>
                </a:cubicBezTo>
                <a:cubicBezTo>
                  <a:pt x="126638" y="105155"/>
                  <a:pt x="140498" y="125347"/>
                  <a:pt x="151669" y="132157"/>
                </a:cubicBezTo>
                <a:cubicBezTo>
                  <a:pt x="162840" y="138967"/>
                  <a:pt x="169591" y="140880"/>
                  <a:pt x="180702" y="140760"/>
                </a:cubicBezTo>
                <a:cubicBezTo>
                  <a:pt x="191814" y="140641"/>
                  <a:pt x="208242" y="137593"/>
                  <a:pt x="218338" y="131440"/>
                </a:cubicBezTo>
                <a:cubicBezTo>
                  <a:pt x="228434" y="125287"/>
                  <a:pt x="237275" y="113997"/>
                  <a:pt x="241277" y="103841"/>
                </a:cubicBezTo>
                <a:cubicBezTo>
                  <a:pt x="245280" y="93686"/>
                  <a:pt x="244563" y="80961"/>
                  <a:pt x="242353" y="70507"/>
                </a:cubicBezTo>
                <a:cubicBezTo>
                  <a:pt x="240143" y="60053"/>
                  <a:pt x="234407" y="48582"/>
                  <a:pt x="228015" y="41115"/>
                </a:cubicBezTo>
                <a:cubicBezTo>
                  <a:pt x="221623" y="33648"/>
                  <a:pt x="215350" y="27734"/>
                  <a:pt x="204000" y="25703"/>
                </a:cubicBezTo>
                <a:cubicBezTo>
                  <a:pt x="192650" y="23672"/>
                  <a:pt x="171443" y="29168"/>
                  <a:pt x="159913" y="28929"/>
                </a:cubicBezTo>
                <a:cubicBezTo>
                  <a:pt x="148384" y="28690"/>
                  <a:pt x="147308" y="28929"/>
                  <a:pt x="134823" y="24269"/>
                </a:cubicBezTo>
                <a:close/>
              </a:path>
            </a:pathLst>
          </a:custGeom>
          <a:noFill/>
          <a:ln cap="flat" cmpd="sng" w="9525">
            <a:solidFill>
              <a:schemeClr val="dk2"/>
            </a:solidFill>
            <a:prstDash val="solid"/>
            <a:round/>
            <a:headEnd len="med" w="med" type="none"/>
            <a:tailEnd len="med" w="med" type="none"/>
          </a:ln>
        </p:spPr>
      </p:sp>
      <p:sp>
        <p:nvSpPr>
          <p:cNvPr id="96" name="Google Shape;96;p14"/>
          <p:cNvSpPr/>
          <p:nvPr/>
        </p:nvSpPr>
        <p:spPr>
          <a:xfrm rot="7288781">
            <a:off x="-2753359" y="-1757574"/>
            <a:ext cx="5359604" cy="3327717"/>
          </a:xfrm>
          <a:custGeom>
            <a:rect b="b" l="l" r="r" t="t"/>
            <a:pathLst>
              <a:path extrusionOk="0" h="140790" w="244167">
                <a:moveTo>
                  <a:pt x="134823" y="24269"/>
                </a:moveTo>
                <a:cubicBezTo>
                  <a:pt x="122338" y="19609"/>
                  <a:pt x="100115" y="3779"/>
                  <a:pt x="85001" y="971"/>
                </a:cubicBezTo>
                <a:cubicBezTo>
                  <a:pt x="69887" y="-1837"/>
                  <a:pt x="56864" y="1927"/>
                  <a:pt x="44140" y="7423"/>
                </a:cubicBezTo>
                <a:cubicBezTo>
                  <a:pt x="31416" y="12919"/>
                  <a:pt x="15943" y="24927"/>
                  <a:pt x="8655" y="33947"/>
                </a:cubicBezTo>
                <a:cubicBezTo>
                  <a:pt x="1367" y="42968"/>
                  <a:pt x="-843" y="52167"/>
                  <a:pt x="411" y="61546"/>
                </a:cubicBezTo>
                <a:cubicBezTo>
                  <a:pt x="1666" y="70925"/>
                  <a:pt x="3936" y="83710"/>
                  <a:pt x="16182" y="90221"/>
                </a:cubicBezTo>
                <a:cubicBezTo>
                  <a:pt x="28429" y="96733"/>
                  <a:pt x="57641" y="99002"/>
                  <a:pt x="73890" y="100615"/>
                </a:cubicBezTo>
                <a:cubicBezTo>
                  <a:pt x="90139" y="102228"/>
                  <a:pt x="100712" y="94641"/>
                  <a:pt x="113675" y="99898"/>
                </a:cubicBezTo>
                <a:cubicBezTo>
                  <a:pt x="126638" y="105155"/>
                  <a:pt x="140498" y="125347"/>
                  <a:pt x="151669" y="132157"/>
                </a:cubicBezTo>
                <a:cubicBezTo>
                  <a:pt x="162840" y="138967"/>
                  <a:pt x="169591" y="140880"/>
                  <a:pt x="180702" y="140760"/>
                </a:cubicBezTo>
                <a:cubicBezTo>
                  <a:pt x="191814" y="140641"/>
                  <a:pt x="208242" y="137593"/>
                  <a:pt x="218338" y="131440"/>
                </a:cubicBezTo>
                <a:cubicBezTo>
                  <a:pt x="228434" y="125287"/>
                  <a:pt x="237275" y="113997"/>
                  <a:pt x="241277" y="103841"/>
                </a:cubicBezTo>
                <a:cubicBezTo>
                  <a:pt x="245280" y="93686"/>
                  <a:pt x="244563" y="80961"/>
                  <a:pt x="242353" y="70507"/>
                </a:cubicBezTo>
                <a:cubicBezTo>
                  <a:pt x="240143" y="60053"/>
                  <a:pt x="234407" y="48582"/>
                  <a:pt x="228015" y="41115"/>
                </a:cubicBezTo>
                <a:cubicBezTo>
                  <a:pt x="221623" y="33648"/>
                  <a:pt x="215350" y="27734"/>
                  <a:pt x="204000" y="25703"/>
                </a:cubicBezTo>
                <a:cubicBezTo>
                  <a:pt x="192650" y="23672"/>
                  <a:pt x="171443" y="29168"/>
                  <a:pt x="159913" y="28929"/>
                </a:cubicBezTo>
                <a:cubicBezTo>
                  <a:pt x="148384" y="28690"/>
                  <a:pt x="147308" y="28929"/>
                  <a:pt x="134823" y="24269"/>
                </a:cubicBezTo>
                <a:close/>
              </a:path>
            </a:pathLst>
          </a:custGeom>
          <a:noFill/>
          <a:ln cap="flat" cmpd="sng" w="9525">
            <a:solidFill>
              <a:schemeClr val="dk2"/>
            </a:solidFill>
            <a:prstDash val="solid"/>
            <a:round/>
            <a:headEnd len="med" w="med" type="none"/>
            <a:tailEnd len="med" w="med" type="none"/>
          </a:ln>
        </p:spPr>
      </p:sp>
      <p:sp>
        <p:nvSpPr>
          <p:cNvPr id="97" name="Google Shape;97;p14"/>
          <p:cNvSpPr/>
          <p:nvPr/>
        </p:nvSpPr>
        <p:spPr>
          <a:xfrm rot="7288838">
            <a:off x="-2919300" y="-1756367"/>
            <a:ext cx="5359971" cy="3327858"/>
          </a:xfrm>
          <a:custGeom>
            <a:rect b="b" l="l" r="r" t="t"/>
            <a:pathLst>
              <a:path extrusionOk="0" h="140790" w="244167">
                <a:moveTo>
                  <a:pt x="134823" y="24269"/>
                </a:moveTo>
                <a:cubicBezTo>
                  <a:pt x="122338" y="19609"/>
                  <a:pt x="100115" y="3779"/>
                  <a:pt x="85001" y="971"/>
                </a:cubicBezTo>
                <a:cubicBezTo>
                  <a:pt x="69887" y="-1837"/>
                  <a:pt x="56864" y="1927"/>
                  <a:pt x="44140" y="7423"/>
                </a:cubicBezTo>
                <a:cubicBezTo>
                  <a:pt x="31416" y="12919"/>
                  <a:pt x="15943" y="24927"/>
                  <a:pt x="8655" y="33947"/>
                </a:cubicBezTo>
                <a:cubicBezTo>
                  <a:pt x="1367" y="42968"/>
                  <a:pt x="-843" y="52167"/>
                  <a:pt x="411" y="61546"/>
                </a:cubicBezTo>
                <a:cubicBezTo>
                  <a:pt x="1666" y="70925"/>
                  <a:pt x="3936" y="83710"/>
                  <a:pt x="16182" y="90221"/>
                </a:cubicBezTo>
                <a:cubicBezTo>
                  <a:pt x="28429" y="96733"/>
                  <a:pt x="57641" y="99002"/>
                  <a:pt x="73890" y="100615"/>
                </a:cubicBezTo>
                <a:cubicBezTo>
                  <a:pt x="90139" y="102228"/>
                  <a:pt x="100712" y="94641"/>
                  <a:pt x="113675" y="99898"/>
                </a:cubicBezTo>
                <a:cubicBezTo>
                  <a:pt x="126638" y="105155"/>
                  <a:pt x="140498" y="125347"/>
                  <a:pt x="151669" y="132157"/>
                </a:cubicBezTo>
                <a:cubicBezTo>
                  <a:pt x="162840" y="138967"/>
                  <a:pt x="169591" y="140880"/>
                  <a:pt x="180702" y="140760"/>
                </a:cubicBezTo>
                <a:cubicBezTo>
                  <a:pt x="191814" y="140641"/>
                  <a:pt x="208242" y="137593"/>
                  <a:pt x="218338" y="131440"/>
                </a:cubicBezTo>
                <a:cubicBezTo>
                  <a:pt x="228434" y="125287"/>
                  <a:pt x="237275" y="113997"/>
                  <a:pt x="241277" y="103841"/>
                </a:cubicBezTo>
                <a:cubicBezTo>
                  <a:pt x="245280" y="93686"/>
                  <a:pt x="244563" y="80961"/>
                  <a:pt x="242353" y="70507"/>
                </a:cubicBezTo>
                <a:cubicBezTo>
                  <a:pt x="240143" y="60053"/>
                  <a:pt x="234407" y="48582"/>
                  <a:pt x="228015" y="41115"/>
                </a:cubicBezTo>
                <a:cubicBezTo>
                  <a:pt x="221623" y="33648"/>
                  <a:pt x="215350" y="27734"/>
                  <a:pt x="204000" y="25703"/>
                </a:cubicBezTo>
                <a:cubicBezTo>
                  <a:pt x="192650" y="23672"/>
                  <a:pt x="171443" y="29168"/>
                  <a:pt x="159913" y="28929"/>
                </a:cubicBezTo>
                <a:cubicBezTo>
                  <a:pt x="148384" y="28690"/>
                  <a:pt x="147308" y="28929"/>
                  <a:pt x="134823" y="24269"/>
                </a:cubicBezTo>
                <a:close/>
              </a:path>
            </a:pathLst>
          </a:custGeom>
          <a:solidFill>
            <a:srgbClr val="C7CAEA">
              <a:alpha val="52090"/>
            </a:srgbClr>
          </a:solidFill>
          <a:ln>
            <a:noFill/>
          </a:ln>
        </p:spPr>
      </p:sp>
      <p:sp>
        <p:nvSpPr>
          <p:cNvPr id="98" name="Google Shape;98;p14"/>
          <p:cNvSpPr/>
          <p:nvPr/>
        </p:nvSpPr>
        <p:spPr>
          <a:xfrm rot="8652437">
            <a:off x="7545734" y="4407827"/>
            <a:ext cx="2010157" cy="1348811"/>
          </a:xfrm>
          <a:custGeom>
            <a:rect b="b" l="l" r="r" t="t"/>
            <a:pathLst>
              <a:path extrusionOk="0" h="27472" w="40942">
                <a:moveTo>
                  <a:pt x="26941" y="3084"/>
                </a:moveTo>
                <a:cubicBezTo>
                  <a:pt x="22042" y="-22"/>
                  <a:pt x="15889" y="-321"/>
                  <a:pt x="11528" y="217"/>
                </a:cubicBezTo>
                <a:cubicBezTo>
                  <a:pt x="7167" y="755"/>
                  <a:pt x="2030" y="3263"/>
                  <a:pt x="775" y="6310"/>
                </a:cubicBezTo>
                <a:cubicBezTo>
                  <a:pt x="-479" y="9357"/>
                  <a:pt x="-539" y="14973"/>
                  <a:pt x="4001" y="18497"/>
                </a:cubicBezTo>
                <a:cubicBezTo>
                  <a:pt x="8541" y="22022"/>
                  <a:pt x="21863" y="27397"/>
                  <a:pt x="28016" y="27457"/>
                </a:cubicBezTo>
                <a:cubicBezTo>
                  <a:pt x="34169" y="27517"/>
                  <a:pt x="41099" y="22917"/>
                  <a:pt x="40920" y="18855"/>
                </a:cubicBezTo>
                <a:cubicBezTo>
                  <a:pt x="40741" y="14793"/>
                  <a:pt x="31840" y="6190"/>
                  <a:pt x="26941" y="3084"/>
                </a:cubicBezTo>
                <a:close/>
              </a:path>
            </a:pathLst>
          </a:custGeom>
          <a:solidFill>
            <a:srgbClr val="C7CAEA">
              <a:alpha val="52090"/>
            </a:srgbClr>
          </a:solidFill>
          <a:ln>
            <a:noFill/>
          </a:ln>
        </p:spPr>
      </p:sp>
      <p:sp>
        <p:nvSpPr>
          <p:cNvPr id="99" name="Google Shape;99;p14"/>
          <p:cNvSpPr/>
          <p:nvPr/>
        </p:nvSpPr>
        <p:spPr>
          <a:xfrm rot="8652437">
            <a:off x="7530461" y="4288876"/>
            <a:ext cx="2010157" cy="1348811"/>
          </a:xfrm>
          <a:custGeom>
            <a:rect b="b" l="l" r="r" t="t"/>
            <a:pathLst>
              <a:path extrusionOk="0" h="27472" w="40942">
                <a:moveTo>
                  <a:pt x="26941" y="3084"/>
                </a:moveTo>
                <a:cubicBezTo>
                  <a:pt x="22042" y="-22"/>
                  <a:pt x="15889" y="-321"/>
                  <a:pt x="11528" y="217"/>
                </a:cubicBezTo>
                <a:cubicBezTo>
                  <a:pt x="7167" y="755"/>
                  <a:pt x="2030" y="3263"/>
                  <a:pt x="775" y="6310"/>
                </a:cubicBezTo>
                <a:cubicBezTo>
                  <a:pt x="-479" y="9357"/>
                  <a:pt x="-539" y="14973"/>
                  <a:pt x="4001" y="18497"/>
                </a:cubicBezTo>
                <a:cubicBezTo>
                  <a:pt x="8541" y="22022"/>
                  <a:pt x="21863" y="27397"/>
                  <a:pt x="28016" y="27457"/>
                </a:cubicBezTo>
                <a:cubicBezTo>
                  <a:pt x="34169" y="27517"/>
                  <a:pt x="41099" y="22917"/>
                  <a:pt x="40920" y="18855"/>
                </a:cubicBezTo>
                <a:cubicBezTo>
                  <a:pt x="40741" y="14793"/>
                  <a:pt x="31840" y="6190"/>
                  <a:pt x="26941" y="3084"/>
                </a:cubicBezTo>
                <a:close/>
              </a:path>
            </a:pathLst>
          </a:custGeom>
          <a:noFill/>
          <a:ln cap="flat" cmpd="sng" w="9525">
            <a:solidFill>
              <a:schemeClr val="dk2"/>
            </a:solidFill>
            <a:prstDash val="solid"/>
            <a:round/>
            <a:headEnd len="med" w="med" type="none"/>
            <a:tailEnd len="med" w="med" type="none"/>
          </a:ln>
        </p:spPr>
      </p:sp>
      <p:sp>
        <p:nvSpPr>
          <p:cNvPr id="100" name="Google Shape;100;p14"/>
          <p:cNvSpPr txBox="1"/>
          <p:nvPr>
            <p:ph type="title"/>
          </p:nvPr>
        </p:nvSpPr>
        <p:spPr>
          <a:xfrm>
            <a:off x="3451850" y="3154713"/>
            <a:ext cx="4964700" cy="531900"/>
          </a:xfrm>
          <a:prstGeom prst="rect">
            <a:avLst/>
          </a:prstGeom>
        </p:spPr>
        <p:txBody>
          <a:bodyPr anchorCtr="0" anchor="t" bIns="91425" lIns="91425" spcFirstLastPara="1" rIns="91425" wrap="square" tIns="91425">
            <a:noAutofit/>
          </a:bodyPr>
          <a:lstStyle>
            <a:lvl1pPr lvl="0" rtl="0" algn="r">
              <a:spcBef>
                <a:spcPts val="0"/>
              </a:spcBef>
              <a:spcAft>
                <a:spcPts val="0"/>
              </a:spcAft>
              <a:buSzPts val="3000"/>
              <a:buNone/>
              <a:defRPr sz="3000"/>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p:txBody>
      </p:sp>
      <p:sp>
        <p:nvSpPr>
          <p:cNvPr id="101" name="Google Shape;101;p14"/>
          <p:cNvSpPr txBox="1"/>
          <p:nvPr>
            <p:ph idx="1" type="subTitle"/>
          </p:nvPr>
        </p:nvSpPr>
        <p:spPr>
          <a:xfrm>
            <a:off x="3464425" y="1456888"/>
            <a:ext cx="4964700" cy="17403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2500"/>
              <a:buNone/>
              <a:defRPr sz="2500">
                <a:latin typeface="Karla"/>
                <a:ea typeface="Karla"/>
                <a:cs typeface="Karla"/>
                <a:sym typeface="Karla"/>
              </a:defRPr>
            </a:lvl1pPr>
            <a:lvl2pPr lvl="1" rtl="0" algn="ctr">
              <a:lnSpc>
                <a:spcPct val="100000"/>
              </a:lnSpc>
              <a:spcBef>
                <a:spcPts val="0"/>
              </a:spcBef>
              <a:spcAft>
                <a:spcPts val="0"/>
              </a:spcAft>
              <a:buSzPts val="2500"/>
              <a:buNone/>
              <a:defRPr sz="2500"/>
            </a:lvl2pPr>
            <a:lvl3pPr lvl="2" rtl="0" algn="ctr">
              <a:lnSpc>
                <a:spcPct val="100000"/>
              </a:lnSpc>
              <a:spcBef>
                <a:spcPts val="0"/>
              </a:spcBef>
              <a:spcAft>
                <a:spcPts val="0"/>
              </a:spcAft>
              <a:buSzPts val="2500"/>
              <a:buNone/>
              <a:defRPr sz="2500"/>
            </a:lvl3pPr>
            <a:lvl4pPr lvl="3" rtl="0" algn="ctr">
              <a:lnSpc>
                <a:spcPct val="100000"/>
              </a:lnSpc>
              <a:spcBef>
                <a:spcPts val="0"/>
              </a:spcBef>
              <a:spcAft>
                <a:spcPts val="0"/>
              </a:spcAft>
              <a:buSzPts val="2500"/>
              <a:buNone/>
              <a:defRPr sz="2500"/>
            </a:lvl4pPr>
            <a:lvl5pPr lvl="4" rtl="0" algn="ctr">
              <a:lnSpc>
                <a:spcPct val="100000"/>
              </a:lnSpc>
              <a:spcBef>
                <a:spcPts val="0"/>
              </a:spcBef>
              <a:spcAft>
                <a:spcPts val="0"/>
              </a:spcAft>
              <a:buSzPts val="2500"/>
              <a:buNone/>
              <a:defRPr sz="2500"/>
            </a:lvl5pPr>
            <a:lvl6pPr lvl="5" rtl="0" algn="ctr">
              <a:lnSpc>
                <a:spcPct val="100000"/>
              </a:lnSpc>
              <a:spcBef>
                <a:spcPts val="0"/>
              </a:spcBef>
              <a:spcAft>
                <a:spcPts val="0"/>
              </a:spcAft>
              <a:buSzPts val="2500"/>
              <a:buNone/>
              <a:defRPr sz="2500"/>
            </a:lvl6pPr>
            <a:lvl7pPr lvl="6" rtl="0" algn="ctr">
              <a:lnSpc>
                <a:spcPct val="100000"/>
              </a:lnSpc>
              <a:spcBef>
                <a:spcPts val="0"/>
              </a:spcBef>
              <a:spcAft>
                <a:spcPts val="0"/>
              </a:spcAft>
              <a:buSzPts val="2500"/>
              <a:buNone/>
              <a:defRPr sz="2500"/>
            </a:lvl7pPr>
            <a:lvl8pPr lvl="7" rtl="0" algn="ctr">
              <a:lnSpc>
                <a:spcPct val="100000"/>
              </a:lnSpc>
              <a:spcBef>
                <a:spcPts val="0"/>
              </a:spcBef>
              <a:spcAft>
                <a:spcPts val="0"/>
              </a:spcAft>
              <a:buSzPts val="2500"/>
              <a:buNone/>
              <a:defRPr sz="2500"/>
            </a:lvl8pPr>
            <a:lvl9pPr lvl="8" rtl="0" algn="ctr">
              <a:lnSpc>
                <a:spcPct val="100000"/>
              </a:lnSpc>
              <a:spcBef>
                <a:spcPts val="0"/>
              </a:spcBef>
              <a:spcAft>
                <a:spcPts val="0"/>
              </a:spcAft>
              <a:buSzPts val="2500"/>
              <a:buNone/>
              <a:defRPr sz="25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102" name="Shape 102"/>
        <p:cNvGrpSpPr/>
        <p:nvPr/>
      </p:nvGrpSpPr>
      <p:grpSpPr>
        <a:xfrm>
          <a:off x="0" y="0"/>
          <a:ext cx="0" cy="0"/>
          <a:chOff x="0" y="0"/>
          <a:chExt cx="0" cy="0"/>
        </a:xfrm>
      </p:grpSpPr>
      <p:sp>
        <p:nvSpPr>
          <p:cNvPr id="103" name="Google Shape;103;p15"/>
          <p:cNvSpPr/>
          <p:nvPr/>
        </p:nvSpPr>
        <p:spPr>
          <a:xfrm>
            <a:off x="-1906916" y="4192609"/>
            <a:ext cx="5062803" cy="3143489"/>
          </a:xfrm>
          <a:custGeom>
            <a:rect b="b" l="l" r="r" t="t"/>
            <a:pathLst>
              <a:path extrusionOk="0" h="140790" w="244167">
                <a:moveTo>
                  <a:pt x="134823" y="24269"/>
                </a:moveTo>
                <a:cubicBezTo>
                  <a:pt x="122338" y="19609"/>
                  <a:pt x="100115" y="3779"/>
                  <a:pt x="85001" y="971"/>
                </a:cubicBezTo>
                <a:cubicBezTo>
                  <a:pt x="69887" y="-1837"/>
                  <a:pt x="56864" y="1927"/>
                  <a:pt x="44140" y="7423"/>
                </a:cubicBezTo>
                <a:cubicBezTo>
                  <a:pt x="31416" y="12919"/>
                  <a:pt x="15943" y="24927"/>
                  <a:pt x="8655" y="33947"/>
                </a:cubicBezTo>
                <a:cubicBezTo>
                  <a:pt x="1367" y="42968"/>
                  <a:pt x="-843" y="52167"/>
                  <a:pt x="411" y="61546"/>
                </a:cubicBezTo>
                <a:cubicBezTo>
                  <a:pt x="1666" y="70925"/>
                  <a:pt x="3936" y="83710"/>
                  <a:pt x="16182" y="90221"/>
                </a:cubicBezTo>
                <a:cubicBezTo>
                  <a:pt x="28429" y="96733"/>
                  <a:pt x="57641" y="99002"/>
                  <a:pt x="73890" y="100615"/>
                </a:cubicBezTo>
                <a:cubicBezTo>
                  <a:pt x="90139" y="102228"/>
                  <a:pt x="100712" y="94641"/>
                  <a:pt x="113675" y="99898"/>
                </a:cubicBezTo>
                <a:cubicBezTo>
                  <a:pt x="126638" y="105155"/>
                  <a:pt x="140498" y="125347"/>
                  <a:pt x="151669" y="132157"/>
                </a:cubicBezTo>
                <a:cubicBezTo>
                  <a:pt x="162840" y="138967"/>
                  <a:pt x="169591" y="140880"/>
                  <a:pt x="180702" y="140760"/>
                </a:cubicBezTo>
                <a:cubicBezTo>
                  <a:pt x="191814" y="140641"/>
                  <a:pt x="208242" y="137593"/>
                  <a:pt x="218338" y="131440"/>
                </a:cubicBezTo>
                <a:cubicBezTo>
                  <a:pt x="228434" y="125287"/>
                  <a:pt x="237275" y="113997"/>
                  <a:pt x="241277" y="103841"/>
                </a:cubicBezTo>
                <a:cubicBezTo>
                  <a:pt x="245280" y="93686"/>
                  <a:pt x="244563" y="80961"/>
                  <a:pt x="242353" y="70507"/>
                </a:cubicBezTo>
                <a:cubicBezTo>
                  <a:pt x="240143" y="60053"/>
                  <a:pt x="234407" y="48582"/>
                  <a:pt x="228015" y="41115"/>
                </a:cubicBezTo>
                <a:cubicBezTo>
                  <a:pt x="221623" y="33648"/>
                  <a:pt x="215350" y="27734"/>
                  <a:pt x="204000" y="25703"/>
                </a:cubicBezTo>
                <a:cubicBezTo>
                  <a:pt x="192650" y="23672"/>
                  <a:pt x="171443" y="29168"/>
                  <a:pt x="159913" y="28929"/>
                </a:cubicBezTo>
                <a:cubicBezTo>
                  <a:pt x="148384" y="28690"/>
                  <a:pt x="147308" y="28929"/>
                  <a:pt x="134823" y="24269"/>
                </a:cubicBezTo>
                <a:close/>
              </a:path>
            </a:pathLst>
          </a:custGeom>
          <a:noFill/>
          <a:ln cap="flat" cmpd="sng" w="9525">
            <a:solidFill>
              <a:schemeClr val="dk2"/>
            </a:solidFill>
            <a:prstDash val="solid"/>
            <a:round/>
            <a:headEnd len="med" w="med" type="none"/>
            <a:tailEnd len="med" w="med" type="none"/>
          </a:ln>
        </p:spPr>
      </p:sp>
      <p:sp>
        <p:nvSpPr>
          <p:cNvPr id="104" name="Google Shape;104;p15"/>
          <p:cNvSpPr/>
          <p:nvPr/>
        </p:nvSpPr>
        <p:spPr>
          <a:xfrm>
            <a:off x="-1930625" y="4314814"/>
            <a:ext cx="5062803" cy="3143489"/>
          </a:xfrm>
          <a:custGeom>
            <a:rect b="b" l="l" r="r" t="t"/>
            <a:pathLst>
              <a:path extrusionOk="0" h="140790" w="244167">
                <a:moveTo>
                  <a:pt x="134823" y="24269"/>
                </a:moveTo>
                <a:cubicBezTo>
                  <a:pt x="122338" y="19609"/>
                  <a:pt x="100115" y="3779"/>
                  <a:pt x="85001" y="971"/>
                </a:cubicBezTo>
                <a:cubicBezTo>
                  <a:pt x="69887" y="-1837"/>
                  <a:pt x="56864" y="1927"/>
                  <a:pt x="44140" y="7423"/>
                </a:cubicBezTo>
                <a:cubicBezTo>
                  <a:pt x="31416" y="12919"/>
                  <a:pt x="15943" y="24927"/>
                  <a:pt x="8655" y="33947"/>
                </a:cubicBezTo>
                <a:cubicBezTo>
                  <a:pt x="1367" y="42968"/>
                  <a:pt x="-843" y="52167"/>
                  <a:pt x="411" y="61546"/>
                </a:cubicBezTo>
                <a:cubicBezTo>
                  <a:pt x="1666" y="70925"/>
                  <a:pt x="3936" y="83710"/>
                  <a:pt x="16182" y="90221"/>
                </a:cubicBezTo>
                <a:cubicBezTo>
                  <a:pt x="28429" y="96733"/>
                  <a:pt x="57641" y="99002"/>
                  <a:pt x="73890" y="100615"/>
                </a:cubicBezTo>
                <a:cubicBezTo>
                  <a:pt x="90139" y="102228"/>
                  <a:pt x="100712" y="94641"/>
                  <a:pt x="113675" y="99898"/>
                </a:cubicBezTo>
                <a:cubicBezTo>
                  <a:pt x="126638" y="105155"/>
                  <a:pt x="140498" y="125347"/>
                  <a:pt x="151669" y="132157"/>
                </a:cubicBezTo>
                <a:cubicBezTo>
                  <a:pt x="162840" y="138967"/>
                  <a:pt x="169591" y="140880"/>
                  <a:pt x="180702" y="140760"/>
                </a:cubicBezTo>
                <a:cubicBezTo>
                  <a:pt x="191814" y="140641"/>
                  <a:pt x="208242" y="137593"/>
                  <a:pt x="218338" y="131440"/>
                </a:cubicBezTo>
                <a:cubicBezTo>
                  <a:pt x="228434" y="125287"/>
                  <a:pt x="237275" y="113997"/>
                  <a:pt x="241277" y="103841"/>
                </a:cubicBezTo>
                <a:cubicBezTo>
                  <a:pt x="245280" y="93686"/>
                  <a:pt x="244563" y="80961"/>
                  <a:pt x="242353" y="70507"/>
                </a:cubicBezTo>
                <a:cubicBezTo>
                  <a:pt x="240143" y="60053"/>
                  <a:pt x="234407" y="48582"/>
                  <a:pt x="228015" y="41115"/>
                </a:cubicBezTo>
                <a:cubicBezTo>
                  <a:pt x="221623" y="33648"/>
                  <a:pt x="215350" y="27734"/>
                  <a:pt x="204000" y="25703"/>
                </a:cubicBezTo>
                <a:cubicBezTo>
                  <a:pt x="192650" y="23672"/>
                  <a:pt x="171443" y="29168"/>
                  <a:pt x="159913" y="28929"/>
                </a:cubicBezTo>
                <a:cubicBezTo>
                  <a:pt x="148384" y="28690"/>
                  <a:pt x="147308" y="28929"/>
                  <a:pt x="134823" y="24269"/>
                </a:cubicBezTo>
                <a:close/>
              </a:path>
            </a:pathLst>
          </a:custGeom>
          <a:solidFill>
            <a:srgbClr val="C7CAEA">
              <a:alpha val="52090"/>
            </a:srgbClr>
          </a:solidFill>
          <a:ln>
            <a:noFill/>
          </a:ln>
        </p:spPr>
      </p:sp>
      <p:sp>
        <p:nvSpPr>
          <p:cNvPr id="105" name="Google Shape;105;p15"/>
          <p:cNvSpPr/>
          <p:nvPr/>
        </p:nvSpPr>
        <p:spPr>
          <a:xfrm rot="-9899904">
            <a:off x="6187183" y="-2023082"/>
            <a:ext cx="5360246" cy="3327970"/>
          </a:xfrm>
          <a:custGeom>
            <a:rect b="b" l="l" r="r" t="t"/>
            <a:pathLst>
              <a:path extrusionOk="0" h="140790" w="244167">
                <a:moveTo>
                  <a:pt x="134823" y="24269"/>
                </a:moveTo>
                <a:cubicBezTo>
                  <a:pt x="122338" y="19609"/>
                  <a:pt x="100115" y="3779"/>
                  <a:pt x="85001" y="971"/>
                </a:cubicBezTo>
                <a:cubicBezTo>
                  <a:pt x="69887" y="-1837"/>
                  <a:pt x="56864" y="1927"/>
                  <a:pt x="44140" y="7423"/>
                </a:cubicBezTo>
                <a:cubicBezTo>
                  <a:pt x="31416" y="12919"/>
                  <a:pt x="15943" y="24927"/>
                  <a:pt x="8655" y="33947"/>
                </a:cubicBezTo>
                <a:cubicBezTo>
                  <a:pt x="1367" y="42968"/>
                  <a:pt x="-843" y="52167"/>
                  <a:pt x="411" y="61546"/>
                </a:cubicBezTo>
                <a:cubicBezTo>
                  <a:pt x="1666" y="70925"/>
                  <a:pt x="3936" y="83710"/>
                  <a:pt x="16182" y="90221"/>
                </a:cubicBezTo>
                <a:cubicBezTo>
                  <a:pt x="28429" y="96733"/>
                  <a:pt x="57641" y="99002"/>
                  <a:pt x="73890" y="100615"/>
                </a:cubicBezTo>
                <a:cubicBezTo>
                  <a:pt x="90139" y="102228"/>
                  <a:pt x="100712" y="94641"/>
                  <a:pt x="113675" y="99898"/>
                </a:cubicBezTo>
                <a:cubicBezTo>
                  <a:pt x="126638" y="105155"/>
                  <a:pt x="140498" y="125347"/>
                  <a:pt x="151669" y="132157"/>
                </a:cubicBezTo>
                <a:cubicBezTo>
                  <a:pt x="162840" y="138967"/>
                  <a:pt x="169591" y="140880"/>
                  <a:pt x="180702" y="140760"/>
                </a:cubicBezTo>
                <a:cubicBezTo>
                  <a:pt x="191814" y="140641"/>
                  <a:pt x="208242" y="137593"/>
                  <a:pt x="218338" y="131440"/>
                </a:cubicBezTo>
                <a:cubicBezTo>
                  <a:pt x="228434" y="125287"/>
                  <a:pt x="237275" y="113997"/>
                  <a:pt x="241277" y="103841"/>
                </a:cubicBezTo>
                <a:cubicBezTo>
                  <a:pt x="245280" y="93686"/>
                  <a:pt x="244563" y="80961"/>
                  <a:pt x="242353" y="70507"/>
                </a:cubicBezTo>
                <a:cubicBezTo>
                  <a:pt x="240143" y="60053"/>
                  <a:pt x="234407" y="48582"/>
                  <a:pt x="228015" y="41115"/>
                </a:cubicBezTo>
                <a:cubicBezTo>
                  <a:pt x="221623" y="33648"/>
                  <a:pt x="215350" y="27734"/>
                  <a:pt x="204000" y="25703"/>
                </a:cubicBezTo>
                <a:cubicBezTo>
                  <a:pt x="192650" y="23672"/>
                  <a:pt x="171443" y="29168"/>
                  <a:pt x="159913" y="28929"/>
                </a:cubicBezTo>
                <a:cubicBezTo>
                  <a:pt x="148384" y="28690"/>
                  <a:pt x="147308" y="28929"/>
                  <a:pt x="134823" y="24269"/>
                </a:cubicBezTo>
                <a:close/>
              </a:path>
            </a:pathLst>
          </a:custGeom>
          <a:noFill/>
          <a:ln cap="flat" cmpd="sng" w="9525">
            <a:solidFill>
              <a:schemeClr val="dk2"/>
            </a:solidFill>
            <a:prstDash val="solid"/>
            <a:round/>
            <a:headEnd len="med" w="med" type="none"/>
            <a:tailEnd len="med" w="med" type="none"/>
          </a:ln>
        </p:spPr>
      </p:sp>
      <p:sp>
        <p:nvSpPr>
          <p:cNvPr id="106" name="Google Shape;106;p15"/>
          <p:cNvSpPr/>
          <p:nvPr/>
        </p:nvSpPr>
        <p:spPr>
          <a:xfrm rot="-9899904">
            <a:off x="6193625" y="-2102193"/>
            <a:ext cx="5360246" cy="3327970"/>
          </a:xfrm>
          <a:custGeom>
            <a:rect b="b" l="l" r="r" t="t"/>
            <a:pathLst>
              <a:path extrusionOk="0" h="140790" w="244167">
                <a:moveTo>
                  <a:pt x="134823" y="24269"/>
                </a:moveTo>
                <a:cubicBezTo>
                  <a:pt x="122338" y="19609"/>
                  <a:pt x="100115" y="3779"/>
                  <a:pt x="85001" y="971"/>
                </a:cubicBezTo>
                <a:cubicBezTo>
                  <a:pt x="69887" y="-1837"/>
                  <a:pt x="56864" y="1927"/>
                  <a:pt x="44140" y="7423"/>
                </a:cubicBezTo>
                <a:cubicBezTo>
                  <a:pt x="31416" y="12919"/>
                  <a:pt x="15943" y="24927"/>
                  <a:pt x="8655" y="33947"/>
                </a:cubicBezTo>
                <a:cubicBezTo>
                  <a:pt x="1367" y="42968"/>
                  <a:pt x="-843" y="52167"/>
                  <a:pt x="411" y="61546"/>
                </a:cubicBezTo>
                <a:cubicBezTo>
                  <a:pt x="1666" y="70925"/>
                  <a:pt x="3936" y="83710"/>
                  <a:pt x="16182" y="90221"/>
                </a:cubicBezTo>
                <a:cubicBezTo>
                  <a:pt x="28429" y="96733"/>
                  <a:pt x="57641" y="99002"/>
                  <a:pt x="73890" y="100615"/>
                </a:cubicBezTo>
                <a:cubicBezTo>
                  <a:pt x="90139" y="102228"/>
                  <a:pt x="100712" y="94641"/>
                  <a:pt x="113675" y="99898"/>
                </a:cubicBezTo>
                <a:cubicBezTo>
                  <a:pt x="126638" y="105155"/>
                  <a:pt x="140498" y="125347"/>
                  <a:pt x="151669" y="132157"/>
                </a:cubicBezTo>
                <a:cubicBezTo>
                  <a:pt x="162840" y="138967"/>
                  <a:pt x="169591" y="140880"/>
                  <a:pt x="180702" y="140760"/>
                </a:cubicBezTo>
                <a:cubicBezTo>
                  <a:pt x="191814" y="140641"/>
                  <a:pt x="208242" y="137593"/>
                  <a:pt x="218338" y="131440"/>
                </a:cubicBezTo>
                <a:cubicBezTo>
                  <a:pt x="228434" y="125287"/>
                  <a:pt x="237275" y="113997"/>
                  <a:pt x="241277" y="103841"/>
                </a:cubicBezTo>
                <a:cubicBezTo>
                  <a:pt x="245280" y="93686"/>
                  <a:pt x="244563" y="80961"/>
                  <a:pt x="242353" y="70507"/>
                </a:cubicBezTo>
                <a:cubicBezTo>
                  <a:pt x="240143" y="60053"/>
                  <a:pt x="234407" y="48582"/>
                  <a:pt x="228015" y="41115"/>
                </a:cubicBezTo>
                <a:cubicBezTo>
                  <a:pt x="221623" y="33648"/>
                  <a:pt x="215350" y="27734"/>
                  <a:pt x="204000" y="25703"/>
                </a:cubicBezTo>
                <a:cubicBezTo>
                  <a:pt x="192650" y="23672"/>
                  <a:pt x="171443" y="29168"/>
                  <a:pt x="159913" y="28929"/>
                </a:cubicBezTo>
                <a:cubicBezTo>
                  <a:pt x="148384" y="28690"/>
                  <a:pt x="147308" y="28929"/>
                  <a:pt x="134823" y="24269"/>
                </a:cubicBezTo>
                <a:close/>
              </a:path>
            </a:pathLst>
          </a:custGeom>
          <a:solidFill>
            <a:srgbClr val="C7CAEA">
              <a:alpha val="52090"/>
            </a:srgbClr>
          </a:solidFill>
          <a:ln>
            <a:noFill/>
          </a:ln>
        </p:spPr>
      </p:sp>
      <p:sp>
        <p:nvSpPr>
          <p:cNvPr id="107" name="Google Shape;107;p15"/>
          <p:cNvSpPr/>
          <p:nvPr/>
        </p:nvSpPr>
        <p:spPr>
          <a:xfrm rot="7855908">
            <a:off x="-2450517" y="-2119118"/>
            <a:ext cx="5360111" cy="3327988"/>
          </a:xfrm>
          <a:custGeom>
            <a:rect b="b" l="l" r="r" t="t"/>
            <a:pathLst>
              <a:path extrusionOk="0" h="140790" w="244167">
                <a:moveTo>
                  <a:pt x="134823" y="24269"/>
                </a:moveTo>
                <a:cubicBezTo>
                  <a:pt x="122338" y="19609"/>
                  <a:pt x="100115" y="3779"/>
                  <a:pt x="85001" y="971"/>
                </a:cubicBezTo>
                <a:cubicBezTo>
                  <a:pt x="69887" y="-1837"/>
                  <a:pt x="56864" y="1927"/>
                  <a:pt x="44140" y="7423"/>
                </a:cubicBezTo>
                <a:cubicBezTo>
                  <a:pt x="31416" y="12919"/>
                  <a:pt x="15943" y="24927"/>
                  <a:pt x="8655" y="33947"/>
                </a:cubicBezTo>
                <a:cubicBezTo>
                  <a:pt x="1367" y="42968"/>
                  <a:pt x="-843" y="52167"/>
                  <a:pt x="411" y="61546"/>
                </a:cubicBezTo>
                <a:cubicBezTo>
                  <a:pt x="1666" y="70925"/>
                  <a:pt x="3936" y="83710"/>
                  <a:pt x="16182" y="90221"/>
                </a:cubicBezTo>
                <a:cubicBezTo>
                  <a:pt x="28429" y="96733"/>
                  <a:pt x="57641" y="99002"/>
                  <a:pt x="73890" y="100615"/>
                </a:cubicBezTo>
                <a:cubicBezTo>
                  <a:pt x="90139" y="102228"/>
                  <a:pt x="100712" y="94641"/>
                  <a:pt x="113675" y="99898"/>
                </a:cubicBezTo>
                <a:cubicBezTo>
                  <a:pt x="126638" y="105155"/>
                  <a:pt x="140498" y="125347"/>
                  <a:pt x="151669" y="132157"/>
                </a:cubicBezTo>
                <a:cubicBezTo>
                  <a:pt x="162840" y="138967"/>
                  <a:pt x="169591" y="140880"/>
                  <a:pt x="180702" y="140760"/>
                </a:cubicBezTo>
                <a:cubicBezTo>
                  <a:pt x="191814" y="140641"/>
                  <a:pt x="208242" y="137593"/>
                  <a:pt x="218338" y="131440"/>
                </a:cubicBezTo>
                <a:cubicBezTo>
                  <a:pt x="228434" y="125287"/>
                  <a:pt x="237275" y="113997"/>
                  <a:pt x="241277" y="103841"/>
                </a:cubicBezTo>
                <a:cubicBezTo>
                  <a:pt x="245280" y="93686"/>
                  <a:pt x="244563" y="80961"/>
                  <a:pt x="242353" y="70507"/>
                </a:cubicBezTo>
                <a:cubicBezTo>
                  <a:pt x="240143" y="60053"/>
                  <a:pt x="234407" y="48582"/>
                  <a:pt x="228015" y="41115"/>
                </a:cubicBezTo>
                <a:cubicBezTo>
                  <a:pt x="221623" y="33648"/>
                  <a:pt x="215350" y="27734"/>
                  <a:pt x="204000" y="25703"/>
                </a:cubicBezTo>
                <a:cubicBezTo>
                  <a:pt x="192650" y="23672"/>
                  <a:pt x="171443" y="29168"/>
                  <a:pt x="159913" y="28929"/>
                </a:cubicBezTo>
                <a:cubicBezTo>
                  <a:pt x="148384" y="28690"/>
                  <a:pt x="147308" y="28929"/>
                  <a:pt x="134823" y="24269"/>
                </a:cubicBezTo>
                <a:close/>
              </a:path>
            </a:pathLst>
          </a:custGeom>
          <a:noFill/>
          <a:ln cap="flat" cmpd="sng" w="9525">
            <a:solidFill>
              <a:schemeClr val="dk2"/>
            </a:solidFill>
            <a:prstDash val="solid"/>
            <a:round/>
            <a:headEnd len="med" w="med" type="none"/>
            <a:tailEnd len="med" w="med" type="none"/>
          </a:ln>
        </p:spPr>
      </p:sp>
      <p:sp>
        <p:nvSpPr>
          <p:cNvPr id="108" name="Google Shape;108;p15"/>
          <p:cNvSpPr/>
          <p:nvPr/>
        </p:nvSpPr>
        <p:spPr>
          <a:xfrm rot="7855989">
            <a:off x="-2537043" y="-2157625"/>
            <a:ext cx="5360256" cy="3328036"/>
          </a:xfrm>
          <a:custGeom>
            <a:rect b="b" l="l" r="r" t="t"/>
            <a:pathLst>
              <a:path extrusionOk="0" h="140790" w="244167">
                <a:moveTo>
                  <a:pt x="134823" y="24269"/>
                </a:moveTo>
                <a:cubicBezTo>
                  <a:pt x="122338" y="19609"/>
                  <a:pt x="100115" y="3779"/>
                  <a:pt x="85001" y="971"/>
                </a:cubicBezTo>
                <a:cubicBezTo>
                  <a:pt x="69887" y="-1837"/>
                  <a:pt x="56864" y="1927"/>
                  <a:pt x="44140" y="7423"/>
                </a:cubicBezTo>
                <a:cubicBezTo>
                  <a:pt x="31416" y="12919"/>
                  <a:pt x="15943" y="24927"/>
                  <a:pt x="8655" y="33947"/>
                </a:cubicBezTo>
                <a:cubicBezTo>
                  <a:pt x="1367" y="42968"/>
                  <a:pt x="-843" y="52167"/>
                  <a:pt x="411" y="61546"/>
                </a:cubicBezTo>
                <a:cubicBezTo>
                  <a:pt x="1666" y="70925"/>
                  <a:pt x="3936" y="83710"/>
                  <a:pt x="16182" y="90221"/>
                </a:cubicBezTo>
                <a:cubicBezTo>
                  <a:pt x="28429" y="96733"/>
                  <a:pt x="57641" y="99002"/>
                  <a:pt x="73890" y="100615"/>
                </a:cubicBezTo>
                <a:cubicBezTo>
                  <a:pt x="90139" y="102228"/>
                  <a:pt x="100712" y="94641"/>
                  <a:pt x="113675" y="99898"/>
                </a:cubicBezTo>
                <a:cubicBezTo>
                  <a:pt x="126638" y="105155"/>
                  <a:pt x="140498" y="125347"/>
                  <a:pt x="151669" y="132157"/>
                </a:cubicBezTo>
                <a:cubicBezTo>
                  <a:pt x="162840" y="138967"/>
                  <a:pt x="169591" y="140880"/>
                  <a:pt x="180702" y="140760"/>
                </a:cubicBezTo>
                <a:cubicBezTo>
                  <a:pt x="191814" y="140641"/>
                  <a:pt x="208242" y="137593"/>
                  <a:pt x="218338" y="131440"/>
                </a:cubicBezTo>
                <a:cubicBezTo>
                  <a:pt x="228434" y="125287"/>
                  <a:pt x="237275" y="113997"/>
                  <a:pt x="241277" y="103841"/>
                </a:cubicBezTo>
                <a:cubicBezTo>
                  <a:pt x="245280" y="93686"/>
                  <a:pt x="244563" y="80961"/>
                  <a:pt x="242353" y="70507"/>
                </a:cubicBezTo>
                <a:cubicBezTo>
                  <a:pt x="240143" y="60053"/>
                  <a:pt x="234407" y="48582"/>
                  <a:pt x="228015" y="41115"/>
                </a:cubicBezTo>
                <a:cubicBezTo>
                  <a:pt x="221623" y="33648"/>
                  <a:pt x="215350" y="27734"/>
                  <a:pt x="204000" y="25703"/>
                </a:cubicBezTo>
                <a:cubicBezTo>
                  <a:pt x="192650" y="23672"/>
                  <a:pt x="171443" y="29168"/>
                  <a:pt x="159913" y="28929"/>
                </a:cubicBezTo>
                <a:cubicBezTo>
                  <a:pt x="148384" y="28690"/>
                  <a:pt x="147308" y="28929"/>
                  <a:pt x="134823" y="24269"/>
                </a:cubicBezTo>
                <a:close/>
              </a:path>
            </a:pathLst>
          </a:custGeom>
          <a:solidFill>
            <a:srgbClr val="C7CAEA">
              <a:alpha val="52090"/>
            </a:srgbClr>
          </a:solidFill>
          <a:ln>
            <a:noFill/>
          </a:ln>
        </p:spPr>
      </p:sp>
      <p:sp>
        <p:nvSpPr>
          <p:cNvPr id="109" name="Google Shape;109;p15"/>
          <p:cNvSpPr txBox="1"/>
          <p:nvPr>
            <p:ph idx="1" type="subTitle"/>
          </p:nvPr>
        </p:nvSpPr>
        <p:spPr>
          <a:xfrm>
            <a:off x="1290763" y="3331625"/>
            <a:ext cx="2907600" cy="522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500"/>
              <a:buFont typeface="Bebas Neue"/>
              <a:buNone/>
              <a:defRPr b="1" sz="1800">
                <a:latin typeface="Sora"/>
                <a:ea typeface="Sora"/>
                <a:cs typeface="Sora"/>
                <a:sym typeface="Sora"/>
              </a:defRPr>
            </a:lvl1pPr>
            <a:lvl2pPr lvl="1" rtl="0" algn="ctr">
              <a:lnSpc>
                <a:spcPct val="100000"/>
              </a:lnSpc>
              <a:spcBef>
                <a:spcPts val="0"/>
              </a:spcBef>
              <a:spcAft>
                <a:spcPts val="0"/>
              </a:spcAft>
              <a:buSzPts val="2500"/>
              <a:buFont typeface="Bebas Neue"/>
              <a:buNone/>
              <a:defRPr sz="2500">
                <a:latin typeface="Bebas Neue"/>
                <a:ea typeface="Bebas Neue"/>
                <a:cs typeface="Bebas Neue"/>
                <a:sym typeface="Bebas Neue"/>
              </a:defRPr>
            </a:lvl2pPr>
            <a:lvl3pPr lvl="2" rtl="0" algn="ctr">
              <a:lnSpc>
                <a:spcPct val="100000"/>
              </a:lnSpc>
              <a:spcBef>
                <a:spcPts val="0"/>
              </a:spcBef>
              <a:spcAft>
                <a:spcPts val="0"/>
              </a:spcAft>
              <a:buSzPts val="2500"/>
              <a:buFont typeface="Bebas Neue"/>
              <a:buNone/>
              <a:defRPr sz="2500">
                <a:latin typeface="Bebas Neue"/>
                <a:ea typeface="Bebas Neue"/>
                <a:cs typeface="Bebas Neue"/>
                <a:sym typeface="Bebas Neue"/>
              </a:defRPr>
            </a:lvl3pPr>
            <a:lvl4pPr lvl="3" rtl="0" algn="ctr">
              <a:lnSpc>
                <a:spcPct val="100000"/>
              </a:lnSpc>
              <a:spcBef>
                <a:spcPts val="0"/>
              </a:spcBef>
              <a:spcAft>
                <a:spcPts val="0"/>
              </a:spcAft>
              <a:buSzPts val="2500"/>
              <a:buFont typeface="Bebas Neue"/>
              <a:buNone/>
              <a:defRPr sz="2500">
                <a:latin typeface="Bebas Neue"/>
                <a:ea typeface="Bebas Neue"/>
                <a:cs typeface="Bebas Neue"/>
                <a:sym typeface="Bebas Neue"/>
              </a:defRPr>
            </a:lvl4pPr>
            <a:lvl5pPr lvl="4" rtl="0" algn="ctr">
              <a:lnSpc>
                <a:spcPct val="100000"/>
              </a:lnSpc>
              <a:spcBef>
                <a:spcPts val="0"/>
              </a:spcBef>
              <a:spcAft>
                <a:spcPts val="0"/>
              </a:spcAft>
              <a:buSzPts val="2500"/>
              <a:buFont typeface="Bebas Neue"/>
              <a:buNone/>
              <a:defRPr sz="2500">
                <a:latin typeface="Bebas Neue"/>
                <a:ea typeface="Bebas Neue"/>
                <a:cs typeface="Bebas Neue"/>
                <a:sym typeface="Bebas Neue"/>
              </a:defRPr>
            </a:lvl5pPr>
            <a:lvl6pPr lvl="5" rtl="0" algn="ctr">
              <a:lnSpc>
                <a:spcPct val="100000"/>
              </a:lnSpc>
              <a:spcBef>
                <a:spcPts val="0"/>
              </a:spcBef>
              <a:spcAft>
                <a:spcPts val="0"/>
              </a:spcAft>
              <a:buSzPts val="2500"/>
              <a:buFont typeface="Bebas Neue"/>
              <a:buNone/>
              <a:defRPr sz="2500">
                <a:latin typeface="Bebas Neue"/>
                <a:ea typeface="Bebas Neue"/>
                <a:cs typeface="Bebas Neue"/>
                <a:sym typeface="Bebas Neue"/>
              </a:defRPr>
            </a:lvl6pPr>
            <a:lvl7pPr lvl="6" rtl="0" algn="ctr">
              <a:lnSpc>
                <a:spcPct val="100000"/>
              </a:lnSpc>
              <a:spcBef>
                <a:spcPts val="0"/>
              </a:spcBef>
              <a:spcAft>
                <a:spcPts val="0"/>
              </a:spcAft>
              <a:buSzPts val="2500"/>
              <a:buFont typeface="Bebas Neue"/>
              <a:buNone/>
              <a:defRPr sz="2500">
                <a:latin typeface="Bebas Neue"/>
                <a:ea typeface="Bebas Neue"/>
                <a:cs typeface="Bebas Neue"/>
                <a:sym typeface="Bebas Neue"/>
              </a:defRPr>
            </a:lvl7pPr>
            <a:lvl8pPr lvl="7" rtl="0" algn="ctr">
              <a:lnSpc>
                <a:spcPct val="100000"/>
              </a:lnSpc>
              <a:spcBef>
                <a:spcPts val="0"/>
              </a:spcBef>
              <a:spcAft>
                <a:spcPts val="0"/>
              </a:spcAft>
              <a:buSzPts val="2500"/>
              <a:buFont typeface="Bebas Neue"/>
              <a:buNone/>
              <a:defRPr sz="2500">
                <a:latin typeface="Bebas Neue"/>
                <a:ea typeface="Bebas Neue"/>
                <a:cs typeface="Bebas Neue"/>
                <a:sym typeface="Bebas Neue"/>
              </a:defRPr>
            </a:lvl8pPr>
            <a:lvl9pPr lvl="8" rtl="0" algn="ctr">
              <a:lnSpc>
                <a:spcPct val="100000"/>
              </a:lnSpc>
              <a:spcBef>
                <a:spcPts val="0"/>
              </a:spcBef>
              <a:spcAft>
                <a:spcPts val="0"/>
              </a:spcAft>
              <a:buSzPts val="2500"/>
              <a:buFont typeface="Bebas Neue"/>
              <a:buNone/>
              <a:defRPr sz="2500">
                <a:latin typeface="Bebas Neue"/>
                <a:ea typeface="Bebas Neue"/>
                <a:cs typeface="Bebas Neue"/>
                <a:sym typeface="Bebas Neue"/>
              </a:defRPr>
            </a:lvl9pPr>
          </a:lstStyle>
          <a:p/>
        </p:txBody>
      </p:sp>
      <p:sp>
        <p:nvSpPr>
          <p:cNvPr id="110" name="Google Shape;110;p15"/>
          <p:cNvSpPr txBox="1"/>
          <p:nvPr>
            <p:ph idx="2" type="subTitle"/>
          </p:nvPr>
        </p:nvSpPr>
        <p:spPr>
          <a:xfrm>
            <a:off x="4945638" y="3331625"/>
            <a:ext cx="2907600" cy="522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500"/>
              <a:buFont typeface="Bebas Neue"/>
              <a:buNone/>
              <a:defRPr b="1" sz="1800">
                <a:latin typeface="Sora"/>
                <a:ea typeface="Sora"/>
                <a:cs typeface="Sora"/>
                <a:sym typeface="Sora"/>
              </a:defRPr>
            </a:lvl1pPr>
            <a:lvl2pPr lvl="1" rtl="0" algn="ctr">
              <a:lnSpc>
                <a:spcPct val="100000"/>
              </a:lnSpc>
              <a:spcBef>
                <a:spcPts val="0"/>
              </a:spcBef>
              <a:spcAft>
                <a:spcPts val="0"/>
              </a:spcAft>
              <a:buSzPts val="2500"/>
              <a:buFont typeface="Bebas Neue"/>
              <a:buNone/>
              <a:defRPr sz="2500">
                <a:latin typeface="Bebas Neue"/>
                <a:ea typeface="Bebas Neue"/>
                <a:cs typeface="Bebas Neue"/>
                <a:sym typeface="Bebas Neue"/>
              </a:defRPr>
            </a:lvl2pPr>
            <a:lvl3pPr lvl="2" rtl="0" algn="ctr">
              <a:lnSpc>
                <a:spcPct val="100000"/>
              </a:lnSpc>
              <a:spcBef>
                <a:spcPts val="0"/>
              </a:spcBef>
              <a:spcAft>
                <a:spcPts val="0"/>
              </a:spcAft>
              <a:buSzPts val="2500"/>
              <a:buFont typeface="Bebas Neue"/>
              <a:buNone/>
              <a:defRPr sz="2500">
                <a:latin typeface="Bebas Neue"/>
                <a:ea typeface="Bebas Neue"/>
                <a:cs typeface="Bebas Neue"/>
                <a:sym typeface="Bebas Neue"/>
              </a:defRPr>
            </a:lvl3pPr>
            <a:lvl4pPr lvl="3" rtl="0" algn="ctr">
              <a:lnSpc>
                <a:spcPct val="100000"/>
              </a:lnSpc>
              <a:spcBef>
                <a:spcPts val="0"/>
              </a:spcBef>
              <a:spcAft>
                <a:spcPts val="0"/>
              </a:spcAft>
              <a:buSzPts val="2500"/>
              <a:buFont typeface="Bebas Neue"/>
              <a:buNone/>
              <a:defRPr sz="2500">
                <a:latin typeface="Bebas Neue"/>
                <a:ea typeface="Bebas Neue"/>
                <a:cs typeface="Bebas Neue"/>
                <a:sym typeface="Bebas Neue"/>
              </a:defRPr>
            </a:lvl4pPr>
            <a:lvl5pPr lvl="4" rtl="0" algn="ctr">
              <a:lnSpc>
                <a:spcPct val="100000"/>
              </a:lnSpc>
              <a:spcBef>
                <a:spcPts val="0"/>
              </a:spcBef>
              <a:spcAft>
                <a:spcPts val="0"/>
              </a:spcAft>
              <a:buSzPts val="2500"/>
              <a:buFont typeface="Bebas Neue"/>
              <a:buNone/>
              <a:defRPr sz="2500">
                <a:latin typeface="Bebas Neue"/>
                <a:ea typeface="Bebas Neue"/>
                <a:cs typeface="Bebas Neue"/>
                <a:sym typeface="Bebas Neue"/>
              </a:defRPr>
            </a:lvl5pPr>
            <a:lvl6pPr lvl="5" rtl="0" algn="ctr">
              <a:lnSpc>
                <a:spcPct val="100000"/>
              </a:lnSpc>
              <a:spcBef>
                <a:spcPts val="0"/>
              </a:spcBef>
              <a:spcAft>
                <a:spcPts val="0"/>
              </a:spcAft>
              <a:buSzPts val="2500"/>
              <a:buFont typeface="Bebas Neue"/>
              <a:buNone/>
              <a:defRPr sz="2500">
                <a:latin typeface="Bebas Neue"/>
                <a:ea typeface="Bebas Neue"/>
                <a:cs typeface="Bebas Neue"/>
                <a:sym typeface="Bebas Neue"/>
              </a:defRPr>
            </a:lvl6pPr>
            <a:lvl7pPr lvl="6" rtl="0" algn="ctr">
              <a:lnSpc>
                <a:spcPct val="100000"/>
              </a:lnSpc>
              <a:spcBef>
                <a:spcPts val="0"/>
              </a:spcBef>
              <a:spcAft>
                <a:spcPts val="0"/>
              </a:spcAft>
              <a:buSzPts val="2500"/>
              <a:buFont typeface="Bebas Neue"/>
              <a:buNone/>
              <a:defRPr sz="2500">
                <a:latin typeface="Bebas Neue"/>
                <a:ea typeface="Bebas Neue"/>
                <a:cs typeface="Bebas Neue"/>
                <a:sym typeface="Bebas Neue"/>
              </a:defRPr>
            </a:lvl7pPr>
            <a:lvl8pPr lvl="7" rtl="0" algn="ctr">
              <a:lnSpc>
                <a:spcPct val="100000"/>
              </a:lnSpc>
              <a:spcBef>
                <a:spcPts val="0"/>
              </a:spcBef>
              <a:spcAft>
                <a:spcPts val="0"/>
              </a:spcAft>
              <a:buSzPts val="2500"/>
              <a:buFont typeface="Bebas Neue"/>
              <a:buNone/>
              <a:defRPr sz="2500">
                <a:latin typeface="Bebas Neue"/>
                <a:ea typeface="Bebas Neue"/>
                <a:cs typeface="Bebas Neue"/>
                <a:sym typeface="Bebas Neue"/>
              </a:defRPr>
            </a:lvl8pPr>
            <a:lvl9pPr lvl="8" rtl="0" algn="ctr">
              <a:lnSpc>
                <a:spcPct val="100000"/>
              </a:lnSpc>
              <a:spcBef>
                <a:spcPts val="0"/>
              </a:spcBef>
              <a:spcAft>
                <a:spcPts val="0"/>
              </a:spcAft>
              <a:buSzPts val="2500"/>
              <a:buFont typeface="Bebas Neue"/>
              <a:buNone/>
              <a:defRPr sz="2500">
                <a:latin typeface="Bebas Neue"/>
                <a:ea typeface="Bebas Neue"/>
                <a:cs typeface="Bebas Neue"/>
                <a:sym typeface="Bebas Neue"/>
              </a:defRPr>
            </a:lvl9pPr>
          </a:lstStyle>
          <a:p/>
        </p:txBody>
      </p:sp>
      <p:sp>
        <p:nvSpPr>
          <p:cNvPr id="111" name="Google Shape;111;p15"/>
          <p:cNvSpPr txBox="1"/>
          <p:nvPr>
            <p:ph idx="3" type="subTitle"/>
          </p:nvPr>
        </p:nvSpPr>
        <p:spPr>
          <a:xfrm>
            <a:off x="1290763" y="3738400"/>
            <a:ext cx="2907600" cy="713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atin typeface="Karla"/>
                <a:ea typeface="Karla"/>
                <a:cs typeface="Karla"/>
                <a:sym typeface="Karla"/>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12" name="Google Shape;112;p15"/>
          <p:cNvSpPr txBox="1"/>
          <p:nvPr>
            <p:ph idx="4" type="subTitle"/>
          </p:nvPr>
        </p:nvSpPr>
        <p:spPr>
          <a:xfrm>
            <a:off x="4945638" y="3738400"/>
            <a:ext cx="2907600" cy="713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atin typeface="Karla"/>
                <a:ea typeface="Karla"/>
                <a:cs typeface="Karla"/>
                <a:sym typeface="Karla"/>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13" name="Google Shape;113;p15"/>
          <p:cNvSpPr txBox="1"/>
          <p:nvPr>
            <p:ph type="title"/>
          </p:nvPr>
        </p:nvSpPr>
        <p:spPr>
          <a:xfrm>
            <a:off x="720000" y="535000"/>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14" name="Google Shape;114;p15"/>
          <p:cNvSpPr/>
          <p:nvPr/>
        </p:nvSpPr>
        <p:spPr>
          <a:xfrm rot="-2068959">
            <a:off x="6031244" y="4075208"/>
            <a:ext cx="5360700" cy="3328289"/>
          </a:xfrm>
          <a:custGeom>
            <a:rect b="b" l="l" r="r" t="t"/>
            <a:pathLst>
              <a:path extrusionOk="0" h="140790" w="244167">
                <a:moveTo>
                  <a:pt x="134823" y="24269"/>
                </a:moveTo>
                <a:cubicBezTo>
                  <a:pt x="122338" y="19609"/>
                  <a:pt x="100115" y="3779"/>
                  <a:pt x="85001" y="971"/>
                </a:cubicBezTo>
                <a:cubicBezTo>
                  <a:pt x="69887" y="-1837"/>
                  <a:pt x="56864" y="1927"/>
                  <a:pt x="44140" y="7423"/>
                </a:cubicBezTo>
                <a:cubicBezTo>
                  <a:pt x="31416" y="12919"/>
                  <a:pt x="15943" y="24927"/>
                  <a:pt x="8655" y="33947"/>
                </a:cubicBezTo>
                <a:cubicBezTo>
                  <a:pt x="1367" y="42968"/>
                  <a:pt x="-843" y="52167"/>
                  <a:pt x="411" y="61546"/>
                </a:cubicBezTo>
                <a:cubicBezTo>
                  <a:pt x="1666" y="70925"/>
                  <a:pt x="3936" y="83710"/>
                  <a:pt x="16182" y="90221"/>
                </a:cubicBezTo>
                <a:cubicBezTo>
                  <a:pt x="28429" y="96733"/>
                  <a:pt x="57641" y="99002"/>
                  <a:pt x="73890" y="100615"/>
                </a:cubicBezTo>
                <a:cubicBezTo>
                  <a:pt x="90139" y="102228"/>
                  <a:pt x="100712" y="94641"/>
                  <a:pt x="113675" y="99898"/>
                </a:cubicBezTo>
                <a:cubicBezTo>
                  <a:pt x="126638" y="105155"/>
                  <a:pt x="140498" y="125347"/>
                  <a:pt x="151669" y="132157"/>
                </a:cubicBezTo>
                <a:cubicBezTo>
                  <a:pt x="162840" y="138967"/>
                  <a:pt x="169591" y="140880"/>
                  <a:pt x="180702" y="140760"/>
                </a:cubicBezTo>
                <a:cubicBezTo>
                  <a:pt x="191814" y="140641"/>
                  <a:pt x="208242" y="137593"/>
                  <a:pt x="218338" y="131440"/>
                </a:cubicBezTo>
                <a:cubicBezTo>
                  <a:pt x="228434" y="125287"/>
                  <a:pt x="237275" y="113997"/>
                  <a:pt x="241277" y="103841"/>
                </a:cubicBezTo>
                <a:cubicBezTo>
                  <a:pt x="245280" y="93686"/>
                  <a:pt x="244563" y="80961"/>
                  <a:pt x="242353" y="70507"/>
                </a:cubicBezTo>
                <a:cubicBezTo>
                  <a:pt x="240143" y="60053"/>
                  <a:pt x="234407" y="48582"/>
                  <a:pt x="228015" y="41115"/>
                </a:cubicBezTo>
                <a:cubicBezTo>
                  <a:pt x="221623" y="33648"/>
                  <a:pt x="215350" y="27734"/>
                  <a:pt x="204000" y="25703"/>
                </a:cubicBezTo>
                <a:cubicBezTo>
                  <a:pt x="192650" y="23672"/>
                  <a:pt x="171443" y="29168"/>
                  <a:pt x="159913" y="28929"/>
                </a:cubicBezTo>
                <a:cubicBezTo>
                  <a:pt x="148384" y="28690"/>
                  <a:pt x="147308" y="28929"/>
                  <a:pt x="134823" y="24269"/>
                </a:cubicBezTo>
                <a:close/>
              </a:path>
            </a:pathLst>
          </a:custGeom>
          <a:noFill/>
          <a:ln cap="flat" cmpd="sng" w="9525">
            <a:solidFill>
              <a:schemeClr val="dk2"/>
            </a:solidFill>
            <a:prstDash val="solid"/>
            <a:round/>
            <a:headEnd len="med" w="med" type="none"/>
            <a:tailEnd len="med" w="med" type="none"/>
          </a:ln>
        </p:spPr>
      </p:sp>
      <p:sp>
        <p:nvSpPr>
          <p:cNvPr id="115" name="Google Shape;115;p15"/>
          <p:cNvSpPr/>
          <p:nvPr/>
        </p:nvSpPr>
        <p:spPr>
          <a:xfrm rot="-2068883">
            <a:off x="6100294" y="4172610"/>
            <a:ext cx="5360660" cy="3328286"/>
          </a:xfrm>
          <a:custGeom>
            <a:rect b="b" l="l" r="r" t="t"/>
            <a:pathLst>
              <a:path extrusionOk="0" h="140790" w="244167">
                <a:moveTo>
                  <a:pt x="134823" y="24269"/>
                </a:moveTo>
                <a:cubicBezTo>
                  <a:pt x="122338" y="19609"/>
                  <a:pt x="100115" y="3779"/>
                  <a:pt x="85001" y="971"/>
                </a:cubicBezTo>
                <a:cubicBezTo>
                  <a:pt x="69887" y="-1837"/>
                  <a:pt x="56864" y="1927"/>
                  <a:pt x="44140" y="7423"/>
                </a:cubicBezTo>
                <a:cubicBezTo>
                  <a:pt x="31416" y="12919"/>
                  <a:pt x="15943" y="24927"/>
                  <a:pt x="8655" y="33947"/>
                </a:cubicBezTo>
                <a:cubicBezTo>
                  <a:pt x="1367" y="42968"/>
                  <a:pt x="-843" y="52167"/>
                  <a:pt x="411" y="61546"/>
                </a:cubicBezTo>
                <a:cubicBezTo>
                  <a:pt x="1666" y="70925"/>
                  <a:pt x="3936" y="83710"/>
                  <a:pt x="16182" y="90221"/>
                </a:cubicBezTo>
                <a:cubicBezTo>
                  <a:pt x="28429" y="96733"/>
                  <a:pt x="57641" y="99002"/>
                  <a:pt x="73890" y="100615"/>
                </a:cubicBezTo>
                <a:cubicBezTo>
                  <a:pt x="90139" y="102228"/>
                  <a:pt x="100712" y="94641"/>
                  <a:pt x="113675" y="99898"/>
                </a:cubicBezTo>
                <a:cubicBezTo>
                  <a:pt x="126638" y="105155"/>
                  <a:pt x="140498" y="125347"/>
                  <a:pt x="151669" y="132157"/>
                </a:cubicBezTo>
                <a:cubicBezTo>
                  <a:pt x="162840" y="138967"/>
                  <a:pt x="169591" y="140880"/>
                  <a:pt x="180702" y="140760"/>
                </a:cubicBezTo>
                <a:cubicBezTo>
                  <a:pt x="191814" y="140641"/>
                  <a:pt x="208242" y="137593"/>
                  <a:pt x="218338" y="131440"/>
                </a:cubicBezTo>
                <a:cubicBezTo>
                  <a:pt x="228434" y="125287"/>
                  <a:pt x="237275" y="113997"/>
                  <a:pt x="241277" y="103841"/>
                </a:cubicBezTo>
                <a:cubicBezTo>
                  <a:pt x="245280" y="93686"/>
                  <a:pt x="244563" y="80961"/>
                  <a:pt x="242353" y="70507"/>
                </a:cubicBezTo>
                <a:cubicBezTo>
                  <a:pt x="240143" y="60053"/>
                  <a:pt x="234407" y="48582"/>
                  <a:pt x="228015" y="41115"/>
                </a:cubicBezTo>
                <a:cubicBezTo>
                  <a:pt x="221623" y="33648"/>
                  <a:pt x="215350" y="27734"/>
                  <a:pt x="204000" y="25703"/>
                </a:cubicBezTo>
                <a:cubicBezTo>
                  <a:pt x="192650" y="23672"/>
                  <a:pt x="171443" y="29168"/>
                  <a:pt x="159913" y="28929"/>
                </a:cubicBezTo>
                <a:cubicBezTo>
                  <a:pt x="148384" y="28690"/>
                  <a:pt x="147308" y="28929"/>
                  <a:pt x="134823" y="24269"/>
                </a:cubicBezTo>
                <a:close/>
              </a:path>
            </a:pathLst>
          </a:custGeom>
          <a:solidFill>
            <a:srgbClr val="C7CAEA">
              <a:alpha val="52090"/>
            </a:srgbClr>
          </a:solidFill>
          <a:ln>
            <a:no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BLANK_1_1_1_2">
    <p:spTree>
      <p:nvGrpSpPr>
        <p:cNvPr id="116" name="Shape 116"/>
        <p:cNvGrpSpPr/>
        <p:nvPr/>
      </p:nvGrpSpPr>
      <p:grpSpPr>
        <a:xfrm>
          <a:off x="0" y="0"/>
          <a:ext cx="0" cy="0"/>
          <a:chOff x="0" y="0"/>
          <a:chExt cx="0" cy="0"/>
        </a:xfrm>
      </p:grpSpPr>
      <p:sp>
        <p:nvSpPr>
          <p:cNvPr id="117" name="Google Shape;117;p16"/>
          <p:cNvSpPr/>
          <p:nvPr/>
        </p:nvSpPr>
        <p:spPr>
          <a:xfrm>
            <a:off x="-1905525" y="4001177"/>
            <a:ext cx="5360076" cy="3327924"/>
          </a:xfrm>
          <a:custGeom>
            <a:rect b="b" l="l" r="r" t="t"/>
            <a:pathLst>
              <a:path extrusionOk="0" h="140790" w="244167">
                <a:moveTo>
                  <a:pt x="134823" y="24269"/>
                </a:moveTo>
                <a:cubicBezTo>
                  <a:pt x="122338" y="19609"/>
                  <a:pt x="100115" y="3779"/>
                  <a:pt x="85001" y="971"/>
                </a:cubicBezTo>
                <a:cubicBezTo>
                  <a:pt x="69887" y="-1837"/>
                  <a:pt x="56864" y="1927"/>
                  <a:pt x="44140" y="7423"/>
                </a:cubicBezTo>
                <a:cubicBezTo>
                  <a:pt x="31416" y="12919"/>
                  <a:pt x="15943" y="24927"/>
                  <a:pt x="8655" y="33947"/>
                </a:cubicBezTo>
                <a:cubicBezTo>
                  <a:pt x="1367" y="42968"/>
                  <a:pt x="-843" y="52167"/>
                  <a:pt x="411" y="61546"/>
                </a:cubicBezTo>
                <a:cubicBezTo>
                  <a:pt x="1666" y="70925"/>
                  <a:pt x="3936" y="83710"/>
                  <a:pt x="16182" y="90221"/>
                </a:cubicBezTo>
                <a:cubicBezTo>
                  <a:pt x="28429" y="96733"/>
                  <a:pt x="57641" y="99002"/>
                  <a:pt x="73890" y="100615"/>
                </a:cubicBezTo>
                <a:cubicBezTo>
                  <a:pt x="90139" y="102228"/>
                  <a:pt x="100712" y="94641"/>
                  <a:pt x="113675" y="99898"/>
                </a:cubicBezTo>
                <a:cubicBezTo>
                  <a:pt x="126638" y="105155"/>
                  <a:pt x="140498" y="125347"/>
                  <a:pt x="151669" y="132157"/>
                </a:cubicBezTo>
                <a:cubicBezTo>
                  <a:pt x="162840" y="138967"/>
                  <a:pt x="169591" y="140880"/>
                  <a:pt x="180702" y="140760"/>
                </a:cubicBezTo>
                <a:cubicBezTo>
                  <a:pt x="191814" y="140641"/>
                  <a:pt x="208242" y="137593"/>
                  <a:pt x="218338" y="131440"/>
                </a:cubicBezTo>
                <a:cubicBezTo>
                  <a:pt x="228434" y="125287"/>
                  <a:pt x="237275" y="113997"/>
                  <a:pt x="241277" y="103841"/>
                </a:cubicBezTo>
                <a:cubicBezTo>
                  <a:pt x="245280" y="93686"/>
                  <a:pt x="244563" y="80961"/>
                  <a:pt x="242353" y="70507"/>
                </a:cubicBezTo>
                <a:cubicBezTo>
                  <a:pt x="240143" y="60053"/>
                  <a:pt x="234407" y="48582"/>
                  <a:pt x="228015" y="41115"/>
                </a:cubicBezTo>
                <a:cubicBezTo>
                  <a:pt x="221623" y="33648"/>
                  <a:pt x="215350" y="27734"/>
                  <a:pt x="204000" y="25703"/>
                </a:cubicBezTo>
                <a:cubicBezTo>
                  <a:pt x="192650" y="23672"/>
                  <a:pt x="171443" y="29168"/>
                  <a:pt x="159913" y="28929"/>
                </a:cubicBezTo>
                <a:cubicBezTo>
                  <a:pt x="148384" y="28690"/>
                  <a:pt x="147308" y="28929"/>
                  <a:pt x="134823" y="24269"/>
                </a:cubicBezTo>
                <a:close/>
              </a:path>
            </a:pathLst>
          </a:custGeom>
          <a:noFill/>
          <a:ln cap="flat" cmpd="sng" w="9525">
            <a:solidFill>
              <a:schemeClr val="dk2"/>
            </a:solidFill>
            <a:prstDash val="solid"/>
            <a:round/>
            <a:headEnd len="med" w="med" type="none"/>
            <a:tailEnd len="med" w="med" type="none"/>
          </a:ln>
        </p:spPr>
      </p:sp>
      <p:sp>
        <p:nvSpPr>
          <p:cNvPr id="118" name="Google Shape;118;p16"/>
          <p:cNvSpPr/>
          <p:nvPr/>
        </p:nvSpPr>
        <p:spPr>
          <a:xfrm>
            <a:off x="-1930624" y="4130544"/>
            <a:ext cx="5360076" cy="3327924"/>
          </a:xfrm>
          <a:custGeom>
            <a:rect b="b" l="l" r="r" t="t"/>
            <a:pathLst>
              <a:path extrusionOk="0" h="140790" w="244167">
                <a:moveTo>
                  <a:pt x="134823" y="24269"/>
                </a:moveTo>
                <a:cubicBezTo>
                  <a:pt x="122338" y="19609"/>
                  <a:pt x="100115" y="3779"/>
                  <a:pt x="85001" y="971"/>
                </a:cubicBezTo>
                <a:cubicBezTo>
                  <a:pt x="69887" y="-1837"/>
                  <a:pt x="56864" y="1927"/>
                  <a:pt x="44140" y="7423"/>
                </a:cubicBezTo>
                <a:cubicBezTo>
                  <a:pt x="31416" y="12919"/>
                  <a:pt x="15943" y="24927"/>
                  <a:pt x="8655" y="33947"/>
                </a:cubicBezTo>
                <a:cubicBezTo>
                  <a:pt x="1367" y="42968"/>
                  <a:pt x="-843" y="52167"/>
                  <a:pt x="411" y="61546"/>
                </a:cubicBezTo>
                <a:cubicBezTo>
                  <a:pt x="1666" y="70925"/>
                  <a:pt x="3936" y="83710"/>
                  <a:pt x="16182" y="90221"/>
                </a:cubicBezTo>
                <a:cubicBezTo>
                  <a:pt x="28429" y="96733"/>
                  <a:pt x="57641" y="99002"/>
                  <a:pt x="73890" y="100615"/>
                </a:cubicBezTo>
                <a:cubicBezTo>
                  <a:pt x="90139" y="102228"/>
                  <a:pt x="100712" y="94641"/>
                  <a:pt x="113675" y="99898"/>
                </a:cubicBezTo>
                <a:cubicBezTo>
                  <a:pt x="126638" y="105155"/>
                  <a:pt x="140498" y="125347"/>
                  <a:pt x="151669" y="132157"/>
                </a:cubicBezTo>
                <a:cubicBezTo>
                  <a:pt x="162840" y="138967"/>
                  <a:pt x="169591" y="140880"/>
                  <a:pt x="180702" y="140760"/>
                </a:cubicBezTo>
                <a:cubicBezTo>
                  <a:pt x="191814" y="140641"/>
                  <a:pt x="208242" y="137593"/>
                  <a:pt x="218338" y="131440"/>
                </a:cubicBezTo>
                <a:cubicBezTo>
                  <a:pt x="228434" y="125287"/>
                  <a:pt x="237275" y="113997"/>
                  <a:pt x="241277" y="103841"/>
                </a:cubicBezTo>
                <a:cubicBezTo>
                  <a:pt x="245280" y="93686"/>
                  <a:pt x="244563" y="80961"/>
                  <a:pt x="242353" y="70507"/>
                </a:cubicBezTo>
                <a:cubicBezTo>
                  <a:pt x="240143" y="60053"/>
                  <a:pt x="234407" y="48582"/>
                  <a:pt x="228015" y="41115"/>
                </a:cubicBezTo>
                <a:cubicBezTo>
                  <a:pt x="221623" y="33648"/>
                  <a:pt x="215350" y="27734"/>
                  <a:pt x="204000" y="25703"/>
                </a:cubicBezTo>
                <a:cubicBezTo>
                  <a:pt x="192650" y="23672"/>
                  <a:pt x="171443" y="29168"/>
                  <a:pt x="159913" y="28929"/>
                </a:cubicBezTo>
                <a:cubicBezTo>
                  <a:pt x="148384" y="28690"/>
                  <a:pt x="147308" y="28929"/>
                  <a:pt x="134823" y="24269"/>
                </a:cubicBezTo>
                <a:close/>
              </a:path>
            </a:pathLst>
          </a:custGeom>
          <a:solidFill>
            <a:srgbClr val="C7CAEA">
              <a:alpha val="52090"/>
            </a:srgbClr>
          </a:solidFill>
          <a:ln>
            <a:noFill/>
          </a:ln>
        </p:spPr>
      </p:sp>
      <p:sp>
        <p:nvSpPr>
          <p:cNvPr id="119" name="Google Shape;119;p16"/>
          <p:cNvSpPr/>
          <p:nvPr/>
        </p:nvSpPr>
        <p:spPr>
          <a:xfrm rot="-9899904">
            <a:off x="6263383" y="-1946882"/>
            <a:ext cx="5360246" cy="3327970"/>
          </a:xfrm>
          <a:custGeom>
            <a:rect b="b" l="l" r="r" t="t"/>
            <a:pathLst>
              <a:path extrusionOk="0" h="140790" w="244167">
                <a:moveTo>
                  <a:pt x="134823" y="24269"/>
                </a:moveTo>
                <a:cubicBezTo>
                  <a:pt x="122338" y="19609"/>
                  <a:pt x="100115" y="3779"/>
                  <a:pt x="85001" y="971"/>
                </a:cubicBezTo>
                <a:cubicBezTo>
                  <a:pt x="69887" y="-1837"/>
                  <a:pt x="56864" y="1927"/>
                  <a:pt x="44140" y="7423"/>
                </a:cubicBezTo>
                <a:cubicBezTo>
                  <a:pt x="31416" y="12919"/>
                  <a:pt x="15943" y="24927"/>
                  <a:pt x="8655" y="33947"/>
                </a:cubicBezTo>
                <a:cubicBezTo>
                  <a:pt x="1367" y="42968"/>
                  <a:pt x="-843" y="52167"/>
                  <a:pt x="411" y="61546"/>
                </a:cubicBezTo>
                <a:cubicBezTo>
                  <a:pt x="1666" y="70925"/>
                  <a:pt x="3936" y="83710"/>
                  <a:pt x="16182" y="90221"/>
                </a:cubicBezTo>
                <a:cubicBezTo>
                  <a:pt x="28429" y="96733"/>
                  <a:pt x="57641" y="99002"/>
                  <a:pt x="73890" y="100615"/>
                </a:cubicBezTo>
                <a:cubicBezTo>
                  <a:pt x="90139" y="102228"/>
                  <a:pt x="100712" y="94641"/>
                  <a:pt x="113675" y="99898"/>
                </a:cubicBezTo>
                <a:cubicBezTo>
                  <a:pt x="126638" y="105155"/>
                  <a:pt x="140498" y="125347"/>
                  <a:pt x="151669" y="132157"/>
                </a:cubicBezTo>
                <a:cubicBezTo>
                  <a:pt x="162840" y="138967"/>
                  <a:pt x="169591" y="140880"/>
                  <a:pt x="180702" y="140760"/>
                </a:cubicBezTo>
                <a:cubicBezTo>
                  <a:pt x="191814" y="140641"/>
                  <a:pt x="208242" y="137593"/>
                  <a:pt x="218338" y="131440"/>
                </a:cubicBezTo>
                <a:cubicBezTo>
                  <a:pt x="228434" y="125287"/>
                  <a:pt x="237275" y="113997"/>
                  <a:pt x="241277" y="103841"/>
                </a:cubicBezTo>
                <a:cubicBezTo>
                  <a:pt x="245280" y="93686"/>
                  <a:pt x="244563" y="80961"/>
                  <a:pt x="242353" y="70507"/>
                </a:cubicBezTo>
                <a:cubicBezTo>
                  <a:pt x="240143" y="60053"/>
                  <a:pt x="234407" y="48582"/>
                  <a:pt x="228015" y="41115"/>
                </a:cubicBezTo>
                <a:cubicBezTo>
                  <a:pt x="221623" y="33648"/>
                  <a:pt x="215350" y="27734"/>
                  <a:pt x="204000" y="25703"/>
                </a:cubicBezTo>
                <a:cubicBezTo>
                  <a:pt x="192650" y="23672"/>
                  <a:pt x="171443" y="29168"/>
                  <a:pt x="159913" y="28929"/>
                </a:cubicBezTo>
                <a:cubicBezTo>
                  <a:pt x="148384" y="28690"/>
                  <a:pt x="147308" y="28929"/>
                  <a:pt x="134823" y="24269"/>
                </a:cubicBezTo>
                <a:close/>
              </a:path>
            </a:pathLst>
          </a:custGeom>
          <a:noFill/>
          <a:ln cap="flat" cmpd="sng" w="9525">
            <a:solidFill>
              <a:schemeClr val="dk2"/>
            </a:solidFill>
            <a:prstDash val="solid"/>
            <a:round/>
            <a:headEnd len="med" w="med" type="none"/>
            <a:tailEnd len="med" w="med" type="none"/>
          </a:ln>
        </p:spPr>
      </p:sp>
      <p:sp>
        <p:nvSpPr>
          <p:cNvPr id="120" name="Google Shape;120;p16"/>
          <p:cNvSpPr/>
          <p:nvPr/>
        </p:nvSpPr>
        <p:spPr>
          <a:xfrm rot="-9899904">
            <a:off x="6193625" y="-2102193"/>
            <a:ext cx="5360246" cy="3327970"/>
          </a:xfrm>
          <a:custGeom>
            <a:rect b="b" l="l" r="r" t="t"/>
            <a:pathLst>
              <a:path extrusionOk="0" h="140790" w="244167">
                <a:moveTo>
                  <a:pt x="134823" y="24269"/>
                </a:moveTo>
                <a:cubicBezTo>
                  <a:pt x="122338" y="19609"/>
                  <a:pt x="100115" y="3779"/>
                  <a:pt x="85001" y="971"/>
                </a:cubicBezTo>
                <a:cubicBezTo>
                  <a:pt x="69887" y="-1837"/>
                  <a:pt x="56864" y="1927"/>
                  <a:pt x="44140" y="7423"/>
                </a:cubicBezTo>
                <a:cubicBezTo>
                  <a:pt x="31416" y="12919"/>
                  <a:pt x="15943" y="24927"/>
                  <a:pt x="8655" y="33947"/>
                </a:cubicBezTo>
                <a:cubicBezTo>
                  <a:pt x="1367" y="42968"/>
                  <a:pt x="-843" y="52167"/>
                  <a:pt x="411" y="61546"/>
                </a:cubicBezTo>
                <a:cubicBezTo>
                  <a:pt x="1666" y="70925"/>
                  <a:pt x="3936" y="83710"/>
                  <a:pt x="16182" y="90221"/>
                </a:cubicBezTo>
                <a:cubicBezTo>
                  <a:pt x="28429" y="96733"/>
                  <a:pt x="57641" y="99002"/>
                  <a:pt x="73890" y="100615"/>
                </a:cubicBezTo>
                <a:cubicBezTo>
                  <a:pt x="90139" y="102228"/>
                  <a:pt x="100712" y="94641"/>
                  <a:pt x="113675" y="99898"/>
                </a:cubicBezTo>
                <a:cubicBezTo>
                  <a:pt x="126638" y="105155"/>
                  <a:pt x="140498" y="125347"/>
                  <a:pt x="151669" y="132157"/>
                </a:cubicBezTo>
                <a:cubicBezTo>
                  <a:pt x="162840" y="138967"/>
                  <a:pt x="169591" y="140880"/>
                  <a:pt x="180702" y="140760"/>
                </a:cubicBezTo>
                <a:cubicBezTo>
                  <a:pt x="191814" y="140641"/>
                  <a:pt x="208242" y="137593"/>
                  <a:pt x="218338" y="131440"/>
                </a:cubicBezTo>
                <a:cubicBezTo>
                  <a:pt x="228434" y="125287"/>
                  <a:pt x="237275" y="113997"/>
                  <a:pt x="241277" y="103841"/>
                </a:cubicBezTo>
                <a:cubicBezTo>
                  <a:pt x="245280" y="93686"/>
                  <a:pt x="244563" y="80961"/>
                  <a:pt x="242353" y="70507"/>
                </a:cubicBezTo>
                <a:cubicBezTo>
                  <a:pt x="240143" y="60053"/>
                  <a:pt x="234407" y="48582"/>
                  <a:pt x="228015" y="41115"/>
                </a:cubicBezTo>
                <a:cubicBezTo>
                  <a:pt x="221623" y="33648"/>
                  <a:pt x="215350" y="27734"/>
                  <a:pt x="204000" y="25703"/>
                </a:cubicBezTo>
                <a:cubicBezTo>
                  <a:pt x="192650" y="23672"/>
                  <a:pt x="171443" y="29168"/>
                  <a:pt x="159913" y="28929"/>
                </a:cubicBezTo>
                <a:cubicBezTo>
                  <a:pt x="148384" y="28690"/>
                  <a:pt x="147308" y="28929"/>
                  <a:pt x="134823" y="24269"/>
                </a:cubicBezTo>
                <a:close/>
              </a:path>
            </a:pathLst>
          </a:custGeom>
          <a:solidFill>
            <a:srgbClr val="C7CAEA">
              <a:alpha val="52090"/>
            </a:srgbClr>
          </a:solidFill>
          <a:ln>
            <a:noFill/>
          </a:ln>
        </p:spPr>
      </p:sp>
      <p:sp>
        <p:nvSpPr>
          <p:cNvPr id="121" name="Google Shape;121;p16"/>
          <p:cNvSpPr/>
          <p:nvPr/>
        </p:nvSpPr>
        <p:spPr>
          <a:xfrm rot="7011062">
            <a:off x="-4049732" y="-853231"/>
            <a:ext cx="5359894" cy="3328119"/>
          </a:xfrm>
          <a:custGeom>
            <a:rect b="b" l="l" r="r" t="t"/>
            <a:pathLst>
              <a:path extrusionOk="0" h="140790" w="244167">
                <a:moveTo>
                  <a:pt x="134823" y="24269"/>
                </a:moveTo>
                <a:cubicBezTo>
                  <a:pt x="122338" y="19609"/>
                  <a:pt x="100115" y="3779"/>
                  <a:pt x="85001" y="971"/>
                </a:cubicBezTo>
                <a:cubicBezTo>
                  <a:pt x="69887" y="-1837"/>
                  <a:pt x="56864" y="1927"/>
                  <a:pt x="44140" y="7423"/>
                </a:cubicBezTo>
                <a:cubicBezTo>
                  <a:pt x="31416" y="12919"/>
                  <a:pt x="15943" y="24927"/>
                  <a:pt x="8655" y="33947"/>
                </a:cubicBezTo>
                <a:cubicBezTo>
                  <a:pt x="1367" y="42968"/>
                  <a:pt x="-843" y="52167"/>
                  <a:pt x="411" y="61546"/>
                </a:cubicBezTo>
                <a:cubicBezTo>
                  <a:pt x="1666" y="70925"/>
                  <a:pt x="3936" y="83710"/>
                  <a:pt x="16182" y="90221"/>
                </a:cubicBezTo>
                <a:cubicBezTo>
                  <a:pt x="28429" y="96733"/>
                  <a:pt x="57641" y="99002"/>
                  <a:pt x="73890" y="100615"/>
                </a:cubicBezTo>
                <a:cubicBezTo>
                  <a:pt x="90139" y="102228"/>
                  <a:pt x="100712" y="94641"/>
                  <a:pt x="113675" y="99898"/>
                </a:cubicBezTo>
                <a:cubicBezTo>
                  <a:pt x="126638" y="105155"/>
                  <a:pt x="140498" y="125347"/>
                  <a:pt x="151669" y="132157"/>
                </a:cubicBezTo>
                <a:cubicBezTo>
                  <a:pt x="162840" y="138967"/>
                  <a:pt x="169591" y="140880"/>
                  <a:pt x="180702" y="140760"/>
                </a:cubicBezTo>
                <a:cubicBezTo>
                  <a:pt x="191814" y="140641"/>
                  <a:pt x="208242" y="137593"/>
                  <a:pt x="218338" y="131440"/>
                </a:cubicBezTo>
                <a:cubicBezTo>
                  <a:pt x="228434" y="125287"/>
                  <a:pt x="237275" y="113997"/>
                  <a:pt x="241277" y="103841"/>
                </a:cubicBezTo>
                <a:cubicBezTo>
                  <a:pt x="245280" y="93686"/>
                  <a:pt x="244563" y="80961"/>
                  <a:pt x="242353" y="70507"/>
                </a:cubicBezTo>
                <a:cubicBezTo>
                  <a:pt x="240143" y="60053"/>
                  <a:pt x="234407" y="48582"/>
                  <a:pt x="228015" y="41115"/>
                </a:cubicBezTo>
                <a:cubicBezTo>
                  <a:pt x="221623" y="33648"/>
                  <a:pt x="215350" y="27734"/>
                  <a:pt x="204000" y="25703"/>
                </a:cubicBezTo>
                <a:cubicBezTo>
                  <a:pt x="192650" y="23672"/>
                  <a:pt x="171443" y="29168"/>
                  <a:pt x="159913" y="28929"/>
                </a:cubicBezTo>
                <a:cubicBezTo>
                  <a:pt x="148384" y="28690"/>
                  <a:pt x="147308" y="28929"/>
                  <a:pt x="134823" y="24269"/>
                </a:cubicBezTo>
                <a:close/>
              </a:path>
            </a:pathLst>
          </a:custGeom>
          <a:noFill/>
          <a:ln cap="flat" cmpd="sng" w="9525">
            <a:solidFill>
              <a:schemeClr val="dk2"/>
            </a:solidFill>
            <a:prstDash val="solid"/>
            <a:round/>
            <a:headEnd len="med" w="med" type="none"/>
            <a:tailEnd len="med" w="med" type="none"/>
          </a:ln>
        </p:spPr>
      </p:sp>
      <p:sp>
        <p:nvSpPr>
          <p:cNvPr id="122" name="Google Shape;122;p16"/>
          <p:cNvSpPr/>
          <p:nvPr/>
        </p:nvSpPr>
        <p:spPr>
          <a:xfrm rot="7011122">
            <a:off x="-4214676" y="-832300"/>
            <a:ext cx="5360220" cy="3328013"/>
          </a:xfrm>
          <a:custGeom>
            <a:rect b="b" l="l" r="r" t="t"/>
            <a:pathLst>
              <a:path extrusionOk="0" h="140790" w="244167">
                <a:moveTo>
                  <a:pt x="134823" y="24269"/>
                </a:moveTo>
                <a:cubicBezTo>
                  <a:pt x="122338" y="19609"/>
                  <a:pt x="100115" y="3779"/>
                  <a:pt x="85001" y="971"/>
                </a:cubicBezTo>
                <a:cubicBezTo>
                  <a:pt x="69887" y="-1837"/>
                  <a:pt x="56864" y="1927"/>
                  <a:pt x="44140" y="7423"/>
                </a:cubicBezTo>
                <a:cubicBezTo>
                  <a:pt x="31416" y="12919"/>
                  <a:pt x="15943" y="24927"/>
                  <a:pt x="8655" y="33947"/>
                </a:cubicBezTo>
                <a:cubicBezTo>
                  <a:pt x="1367" y="42968"/>
                  <a:pt x="-843" y="52167"/>
                  <a:pt x="411" y="61546"/>
                </a:cubicBezTo>
                <a:cubicBezTo>
                  <a:pt x="1666" y="70925"/>
                  <a:pt x="3936" y="83710"/>
                  <a:pt x="16182" y="90221"/>
                </a:cubicBezTo>
                <a:cubicBezTo>
                  <a:pt x="28429" y="96733"/>
                  <a:pt x="57641" y="99002"/>
                  <a:pt x="73890" y="100615"/>
                </a:cubicBezTo>
                <a:cubicBezTo>
                  <a:pt x="90139" y="102228"/>
                  <a:pt x="100712" y="94641"/>
                  <a:pt x="113675" y="99898"/>
                </a:cubicBezTo>
                <a:cubicBezTo>
                  <a:pt x="126638" y="105155"/>
                  <a:pt x="140498" y="125347"/>
                  <a:pt x="151669" y="132157"/>
                </a:cubicBezTo>
                <a:cubicBezTo>
                  <a:pt x="162840" y="138967"/>
                  <a:pt x="169591" y="140880"/>
                  <a:pt x="180702" y="140760"/>
                </a:cubicBezTo>
                <a:cubicBezTo>
                  <a:pt x="191814" y="140641"/>
                  <a:pt x="208242" y="137593"/>
                  <a:pt x="218338" y="131440"/>
                </a:cubicBezTo>
                <a:cubicBezTo>
                  <a:pt x="228434" y="125287"/>
                  <a:pt x="237275" y="113997"/>
                  <a:pt x="241277" y="103841"/>
                </a:cubicBezTo>
                <a:cubicBezTo>
                  <a:pt x="245280" y="93686"/>
                  <a:pt x="244563" y="80961"/>
                  <a:pt x="242353" y="70507"/>
                </a:cubicBezTo>
                <a:cubicBezTo>
                  <a:pt x="240143" y="60053"/>
                  <a:pt x="234407" y="48582"/>
                  <a:pt x="228015" y="41115"/>
                </a:cubicBezTo>
                <a:cubicBezTo>
                  <a:pt x="221623" y="33648"/>
                  <a:pt x="215350" y="27734"/>
                  <a:pt x="204000" y="25703"/>
                </a:cubicBezTo>
                <a:cubicBezTo>
                  <a:pt x="192650" y="23672"/>
                  <a:pt x="171443" y="29168"/>
                  <a:pt x="159913" y="28929"/>
                </a:cubicBezTo>
                <a:cubicBezTo>
                  <a:pt x="148384" y="28690"/>
                  <a:pt x="147308" y="28929"/>
                  <a:pt x="134823" y="24269"/>
                </a:cubicBezTo>
                <a:close/>
              </a:path>
            </a:pathLst>
          </a:custGeom>
          <a:solidFill>
            <a:srgbClr val="C7CAEA">
              <a:alpha val="52090"/>
            </a:srgbClr>
          </a:solidFill>
          <a:ln>
            <a:noFill/>
          </a:ln>
        </p:spPr>
      </p:sp>
      <p:sp>
        <p:nvSpPr>
          <p:cNvPr id="123" name="Google Shape;123;p16"/>
          <p:cNvSpPr/>
          <p:nvPr/>
        </p:nvSpPr>
        <p:spPr>
          <a:xfrm rot="-2068959">
            <a:off x="5497844" y="4608608"/>
            <a:ext cx="5360700" cy="3328289"/>
          </a:xfrm>
          <a:custGeom>
            <a:rect b="b" l="l" r="r" t="t"/>
            <a:pathLst>
              <a:path extrusionOk="0" h="140790" w="244167">
                <a:moveTo>
                  <a:pt x="134823" y="24269"/>
                </a:moveTo>
                <a:cubicBezTo>
                  <a:pt x="122338" y="19609"/>
                  <a:pt x="100115" y="3779"/>
                  <a:pt x="85001" y="971"/>
                </a:cubicBezTo>
                <a:cubicBezTo>
                  <a:pt x="69887" y="-1837"/>
                  <a:pt x="56864" y="1927"/>
                  <a:pt x="44140" y="7423"/>
                </a:cubicBezTo>
                <a:cubicBezTo>
                  <a:pt x="31416" y="12919"/>
                  <a:pt x="15943" y="24927"/>
                  <a:pt x="8655" y="33947"/>
                </a:cubicBezTo>
                <a:cubicBezTo>
                  <a:pt x="1367" y="42968"/>
                  <a:pt x="-843" y="52167"/>
                  <a:pt x="411" y="61546"/>
                </a:cubicBezTo>
                <a:cubicBezTo>
                  <a:pt x="1666" y="70925"/>
                  <a:pt x="3936" y="83710"/>
                  <a:pt x="16182" y="90221"/>
                </a:cubicBezTo>
                <a:cubicBezTo>
                  <a:pt x="28429" y="96733"/>
                  <a:pt x="57641" y="99002"/>
                  <a:pt x="73890" y="100615"/>
                </a:cubicBezTo>
                <a:cubicBezTo>
                  <a:pt x="90139" y="102228"/>
                  <a:pt x="100712" y="94641"/>
                  <a:pt x="113675" y="99898"/>
                </a:cubicBezTo>
                <a:cubicBezTo>
                  <a:pt x="126638" y="105155"/>
                  <a:pt x="140498" y="125347"/>
                  <a:pt x="151669" y="132157"/>
                </a:cubicBezTo>
                <a:cubicBezTo>
                  <a:pt x="162840" y="138967"/>
                  <a:pt x="169591" y="140880"/>
                  <a:pt x="180702" y="140760"/>
                </a:cubicBezTo>
                <a:cubicBezTo>
                  <a:pt x="191814" y="140641"/>
                  <a:pt x="208242" y="137593"/>
                  <a:pt x="218338" y="131440"/>
                </a:cubicBezTo>
                <a:cubicBezTo>
                  <a:pt x="228434" y="125287"/>
                  <a:pt x="237275" y="113997"/>
                  <a:pt x="241277" y="103841"/>
                </a:cubicBezTo>
                <a:cubicBezTo>
                  <a:pt x="245280" y="93686"/>
                  <a:pt x="244563" y="80961"/>
                  <a:pt x="242353" y="70507"/>
                </a:cubicBezTo>
                <a:cubicBezTo>
                  <a:pt x="240143" y="60053"/>
                  <a:pt x="234407" y="48582"/>
                  <a:pt x="228015" y="41115"/>
                </a:cubicBezTo>
                <a:cubicBezTo>
                  <a:pt x="221623" y="33648"/>
                  <a:pt x="215350" y="27734"/>
                  <a:pt x="204000" y="25703"/>
                </a:cubicBezTo>
                <a:cubicBezTo>
                  <a:pt x="192650" y="23672"/>
                  <a:pt x="171443" y="29168"/>
                  <a:pt x="159913" y="28929"/>
                </a:cubicBezTo>
                <a:cubicBezTo>
                  <a:pt x="148384" y="28690"/>
                  <a:pt x="147308" y="28929"/>
                  <a:pt x="134823" y="24269"/>
                </a:cubicBezTo>
                <a:close/>
              </a:path>
            </a:pathLst>
          </a:custGeom>
          <a:noFill/>
          <a:ln cap="flat" cmpd="sng" w="9525">
            <a:solidFill>
              <a:schemeClr val="dk2"/>
            </a:solidFill>
            <a:prstDash val="solid"/>
            <a:round/>
            <a:headEnd len="med" w="med" type="none"/>
            <a:tailEnd len="med" w="med" type="none"/>
          </a:ln>
        </p:spPr>
      </p:sp>
      <p:sp>
        <p:nvSpPr>
          <p:cNvPr id="124" name="Google Shape;124;p16"/>
          <p:cNvSpPr/>
          <p:nvPr/>
        </p:nvSpPr>
        <p:spPr>
          <a:xfrm rot="-2068883">
            <a:off x="5566894" y="4706010"/>
            <a:ext cx="5360660" cy="3328286"/>
          </a:xfrm>
          <a:custGeom>
            <a:rect b="b" l="l" r="r" t="t"/>
            <a:pathLst>
              <a:path extrusionOk="0" h="140790" w="244167">
                <a:moveTo>
                  <a:pt x="134823" y="24269"/>
                </a:moveTo>
                <a:cubicBezTo>
                  <a:pt x="122338" y="19609"/>
                  <a:pt x="100115" y="3779"/>
                  <a:pt x="85001" y="971"/>
                </a:cubicBezTo>
                <a:cubicBezTo>
                  <a:pt x="69887" y="-1837"/>
                  <a:pt x="56864" y="1927"/>
                  <a:pt x="44140" y="7423"/>
                </a:cubicBezTo>
                <a:cubicBezTo>
                  <a:pt x="31416" y="12919"/>
                  <a:pt x="15943" y="24927"/>
                  <a:pt x="8655" y="33947"/>
                </a:cubicBezTo>
                <a:cubicBezTo>
                  <a:pt x="1367" y="42968"/>
                  <a:pt x="-843" y="52167"/>
                  <a:pt x="411" y="61546"/>
                </a:cubicBezTo>
                <a:cubicBezTo>
                  <a:pt x="1666" y="70925"/>
                  <a:pt x="3936" y="83710"/>
                  <a:pt x="16182" y="90221"/>
                </a:cubicBezTo>
                <a:cubicBezTo>
                  <a:pt x="28429" y="96733"/>
                  <a:pt x="57641" y="99002"/>
                  <a:pt x="73890" y="100615"/>
                </a:cubicBezTo>
                <a:cubicBezTo>
                  <a:pt x="90139" y="102228"/>
                  <a:pt x="100712" y="94641"/>
                  <a:pt x="113675" y="99898"/>
                </a:cubicBezTo>
                <a:cubicBezTo>
                  <a:pt x="126638" y="105155"/>
                  <a:pt x="140498" y="125347"/>
                  <a:pt x="151669" y="132157"/>
                </a:cubicBezTo>
                <a:cubicBezTo>
                  <a:pt x="162840" y="138967"/>
                  <a:pt x="169591" y="140880"/>
                  <a:pt x="180702" y="140760"/>
                </a:cubicBezTo>
                <a:cubicBezTo>
                  <a:pt x="191814" y="140641"/>
                  <a:pt x="208242" y="137593"/>
                  <a:pt x="218338" y="131440"/>
                </a:cubicBezTo>
                <a:cubicBezTo>
                  <a:pt x="228434" y="125287"/>
                  <a:pt x="237275" y="113997"/>
                  <a:pt x="241277" y="103841"/>
                </a:cubicBezTo>
                <a:cubicBezTo>
                  <a:pt x="245280" y="93686"/>
                  <a:pt x="244563" y="80961"/>
                  <a:pt x="242353" y="70507"/>
                </a:cubicBezTo>
                <a:cubicBezTo>
                  <a:pt x="240143" y="60053"/>
                  <a:pt x="234407" y="48582"/>
                  <a:pt x="228015" y="41115"/>
                </a:cubicBezTo>
                <a:cubicBezTo>
                  <a:pt x="221623" y="33648"/>
                  <a:pt x="215350" y="27734"/>
                  <a:pt x="204000" y="25703"/>
                </a:cubicBezTo>
                <a:cubicBezTo>
                  <a:pt x="192650" y="23672"/>
                  <a:pt x="171443" y="29168"/>
                  <a:pt x="159913" y="28929"/>
                </a:cubicBezTo>
                <a:cubicBezTo>
                  <a:pt x="148384" y="28690"/>
                  <a:pt x="147308" y="28929"/>
                  <a:pt x="134823" y="24269"/>
                </a:cubicBezTo>
                <a:close/>
              </a:path>
            </a:pathLst>
          </a:custGeom>
          <a:solidFill>
            <a:srgbClr val="C7CAEA">
              <a:alpha val="52090"/>
            </a:srgbClr>
          </a:solidFill>
          <a:ln>
            <a:noFill/>
          </a:ln>
        </p:spPr>
      </p:sp>
      <p:sp>
        <p:nvSpPr>
          <p:cNvPr id="125" name="Google Shape;125;p16"/>
          <p:cNvSpPr txBox="1"/>
          <p:nvPr>
            <p:ph type="title"/>
          </p:nvPr>
        </p:nvSpPr>
        <p:spPr>
          <a:xfrm>
            <a:off x="720000" y="535000"/>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26" name="Google Shape;126;p16"/>
          <p:cNvSpPr txBox="1"/>
          <p:nvPr>
            <p:ph idx="1" type="subTitle"/>
          </p:nvPr>
        </p:nvSpPr>
        <p:spPr>
          <a:xfrm>
            <a:off x="1007354" y="2705775"/>
            <a:ext cx="2068800" cy="4962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b="1" sz="1800">
                <a:solidFill>
                  <a:schemeClr val="dk1"/>
                </a:solidFill>
                <a:latin typeface="Sora"/>
                <a:ea typeface="Sora"/>
                <a:cs typeface="Sora"/>
                <a:sym typeface="Sora"/>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127" name="Google Shape;127;p16"/>
          <p:cNvSpPr txBox="1"/>
          <p:nvPr>
            <p:ph idx="2" type="subTitle"/>
          </p:nvPr>
        </p:nvSpPr>
        <p:spPr>
          <a:xfrm>
            <a:off x="1007354" y="3162275"/>
            <a:ext cx="2068800" cy="8925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atin typeface="Karla"/>
                <a:ea typeface="Karla"/>
                <a:cs typeface="Karla"/>
                <a:sym typeface="Karla"/>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28" name="Google Shape;128;p16"/>
          <p:cNvSpPr txBox="1"/>
          <p:nvPr>
            <p:ph idx="3" type="subTitle"/>
          </p:nvPr>
        </p:nvSpPr>
        <p:spPr>
          <a:xfrm>
            <a:off x="3537600" y="3162275"/>
            <a:ext cx="2068800" cy="8925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atin typeface="Karla"/>
                <a:ea typeface="Karla"/>
                <a:cs typeface="Karla"/>
                <a:sym typeface="Karla"/>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29" name="Google Shape;129;p16"/>
          <p:cNvSpPr txBox="1"/>
          <p:nvPr>
            <p:ph idx="4" type="subTitle"/>
          </p:nvPr>
        </p:nvSpPr>
        <p:spPr>
          <a:xfrm>
            <a:off x="6067846" y="3162275"/>
            <a:ext cx="2068800" cy="8925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atin typeface="Karla"/>
                <a:ea typeface="Karla"/>
                <a:cs typeface="Karla"/>
                <a:sym typeface="Karla"/>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30" name="Google Shape;130;p16"/>
          <p:cNvSpPr txBox="1"/>
          <p:nvPr>
            <p:ph idx="5" type="subTitle"/>
          </p:nvPr>
        </p:nvSpPr>
        <p:spPr>
          <a:xfrm>
            <a:off x="3537599" y="2705775"/>
            <a:ext cx="2068800" cy="4962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b="1" sz="1800">
                <a:solidFill>
                  <a:schemeClr val="dk1"/>
                </a:solidFill>
                <a:latin typeface="Sora"/>
                <a:ea typeface="Sora"/>
                <a:cs typeface="Sora"/>
                <a:sym typeface="Sora"/>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131" name="Google Shape;131;p16"/>
          <p:cNvSpPr txBox="1"/>
          <p:nvPr>
            <p:ph idx="6" type="subTitle"/>
          </p:nvPr>
        </p:nvSpPr>
        <p:spPr>
          <a:xfrm>
            <a:off x="6067846" y="2705775"/>
            <a:ext cx="2068800" cy="4962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b="1" sz="1800">
                <a:solidFill>
                  <a:schemeClr val="dk1"/>
                </a:solidFill>
                <a:latin typeface="Sora"/>
                <a:ea typeface="Sora"/>
                <a:cs typeface="Sora"/>
                <a:sym typeface="Sora"/>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BLANK_1_1_1_1">
    <p:spTree>
      <p:nvGrpSpPr>
        <p:cNvPr id="132" name="Shape 132"/>
        <p:cNvGrpSpPr/>
        <p:nvPr/>
      </p:nvGrpSpPr>
      <p:grpSpPr>
        <a:xfrm>
          <a:off x="0" y="0"/>
          <a:ext cx="0" cy="0"/>
          <a:chOff x="0" y="0"/>
          <a:chExt cx="0" cy="0"/>
        </a:xfrm>
      </p:grpSpPr>
      <p:sp>
        <p:nvSpPr>
          <p:cNvPr id="133" name="Google Shape;133;p17"/>
          <p:cNvSpPr/>
          <p:nvPr/>
        </p:nvSpPr>
        <p:spPr>
          <a:xfrm flipH="1" rot="8810579">
            <a:off x="313904" y="741124"/>
            <a:ext cx="669098" cy="301502"/>
          </a:xfrm>
          <a:prstGeom prst="ellipse">
            <a:avLst/>
          </a:prstGeom>
          <a:solidFill>
            <a:srgbClr val="C7CAEA">
              <a:alpha val="520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17"/>
          <p:cNvSpPr/>
          <p:nvPr/>
        </p:nvSpPr>
        <p:spPr>
          <a:xfrm flipH="1" rot="8810232">
            <a:off x="344957" y="751780"/>
            <a:ext cx="669080" cy="301464"/>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17"/>
          <p:cNvSpPr/>
          <p:nvPr/>
        </p:nvSpPr>
        <p:spPr>
          <a:xfrm flipH="1" rot="-654268">
            <a:off x="-2283554" y="-1534492"/>
            <a:ext cx="4684256" cy="2907815"/>
          </a:xfrm>
          <a:custGeom>
            <a:rect b="b" l="l" r="r" t="t"/>
            <a:pathLst>
              <a:path extrusionOk="0" h="140790" w="244167">
                <a:moveTo>
                  <a:pt x="134823" y="24269"/>
                </a:moveTo>
                <a:cubicBezTo>
                  <a:pt x="122338" y="19609"/>
                  <a:pt x="100115" y="3779"/>
                  <a:pt x="85001" y="971"/>
                </a:cubicBezTo>
                <a:cubicBezTo>
                  <a:pt x="69887" y="-1837"/>
                  <a:pt x="56864" y="1927"/>
                  <a:pt x="44140" y="7423"/>
                </a:cubicBezTo>
                <a:cubicBezTo>
                  <a:pt x="31416" y="12919"/>
                  <a:pt x="15943" y="24927"/>
                  <a:pt x="8655" y="33947"/>
                </a:cubicBezTo>
                <a:cubicBezTo>
                  <a:pt x="1367" y="42968"/>
                  <a:pt x="-843" y="52167"/>
                  <a:pt x="411" y="61546"/>
                </a:cubicBezTo>
                <a:cubicBezTo>
                  <a:pt x="1666" y="70925"/>
                  <a:pt x="3936" y="83710"/>
                  <a:pt x="16182" y="90221"/>
                </a:cubicBezTo>
                <a:cubicBezTo>
                  <a:pt x="28429" y="96733"/>
                  <a:pt x="57641" y="99002"/>
                  <a:pt x="73890" y="100615"/>
                </a:cubicBezTo>
                <a:cubicBezTo>
                  <a:pt x="90139" y="102228"/>
                  <a:pt x="100712" y="94641"/>
                  <a:pt x="113675" y="99898"/>
                </a:cubicBezTo>
                <a:cubicBezTo>
                  <a:pt x="126638" y="105155"/>
                  <a:pt x="140498" y="125347"/>
                  <a:pt x="151669" y="132157"/>
                </a:cubicBezTo>
                <a:cubicBezTo>
                  <a:pt x="162840" y="138967"/>
                  <a:pt x="169591" y="140880"/>
                  <a:pt x="180702" y="140760"/>
                </a:cubicBezTo>
                <a:cubicBezTo>
                  <a:pt x="191814" y="140641"/>
                  <a:pt x="208242" y="137593"/>
                  <a:pt x="218338" y="131440"/>
                </a:cubicBezTo>
                <a:cubicBezTo>
                  <a:pt x="228434" y="125287"/>
                  <a:pt x="237275" y="113997"/>
                  <a:pt x="241277" y="103841"/>
                </a:cubicBezTo>
                <a:cubicBezTo>
                  <a:pt x="245280" y="93686"/>
                  <a:pt x="244563" y="80961"/>
                  <a:pt x="242353" y="70507"/>
                </a:cubicBezTo>
                <a:cubicBezTo>
                  <a:pt x="240143" y="60053"/>
                  <a:pt x="234407" y="48582"/>
                  <a:pt x="228015" y="41115"/>
                </a:cubicBezTo>
                <a:cubicBezTo>
                  <a:pt x="221623" y="33648"/>
                  <a:pt x="215350" y="27734"/>
                  <a:pt x="204000" y="25703"/>
                </a:cubicBezTo>
                <a:cubicBezTo>
                  <a:pt x="192650" y="23672"/>
                  <a:pt x="171443" y="29168"/>
                  <a:pt x="159913" y="28929"/>
                </a:cubicBezTo>
                <a:cubicBezTo>
                  <a:pt x="148384" y="28690"/>
                  <a:pt x="147308" y="28929"/>
                  <a:pt x="134823" y="24269"/>
                </a:cubicBezTo>
                <a:close/>
              </a:path>
            </a:pathLst>
          </a:custGeom>
          <a:solidFill>
            <a:srgbClr val="C7CAEA">
              <a:alpha val="52090"/>
            </a:srgbClr>
          </a:solidFill>
          <a:ln>
            <a:noFill/>
          </a:ln>
        </p:spPr>
      </p:sp>
      <p:sp>
        <p:nvSpPr>
          <p:cNvPr id="136" name="Google Shape;136;p17"/>
          <p:cNvSpPr/>
          <p:nvPr/>
        </p:nvSpPr>
        <p:spPr>
          <a:xfrm flipH="1" rot="-654435">
            <a:off x="-2226615" y="-1508790"/>
            <a:ext cx="4684115" cy="2907804"/>
          </a:xfrm>
          <a:custGeom>
            <a:rect b="b" l="l" r="r" t="t"/>
            <a:pathLst>
              <a:path extrusionOk="0" h="140790" w="244167">
                <a:moveTo>
                  <a:pt x="134823" y="24269"/>
                </a:moveTo>
                <a:cubicBezTo>
                  <a:pt x="122338" y="19609"/>
                  <a:pt x="100115" y="3779"/>
                  <a:pt x="85001" y="971"/>
                </a:cubicBezTo>
                <a:cubicBezTo>
                  <a:pt x="69887" y="-1837"/>
                  <a:pt x="56864" y="1927"/>
                  <a:pt x="44140" y="7423"/>
                </a:cubicBezTo>
                <a:cubicBezTo>
                  <a:pt x="31416" y="12919"/>
                  <a:pt x="15943" y="24927"/>
                  <a:pt x="8655" y="33947"/>
                </a:cubicBezTo>
                <a:cubicBezTo>
                  <a:pt x="1367" y="42968"/>
                  <a:pt x="-843" y="52167"/>
                  <a:pt x="411" y="61546"/>
                </a:cubicBezTo>
                <a:cubicBezTo>
                  <a:pt x="1666" y="70925"/>
                  <a:pt x="3936" y="83710"/>
                  <a:pt x="16182" y="90221"/>
                </a:cubicBezTo>
                <a:cubicBezTo>
                  <a:pt x="28429" y="96733"/>
                  <a:pt x="57641" y="99002"/>
                  <a:pt x="73890" y="100615"/>
                </a:cubicBezTo>
                <a:cubicBezTo>
                  <a:pt x="90139" y="102228"/>
                  <a:pt x="100712" y="94641"/>
                  <a:pt x="113675" y="99898"/>
                </a:cubicBezTo>
                <a:cubicBezTo>
                  <a:pt x="126638" y="105155"/>
                  <a:pt x="140498" y="125347"/>
                  <a:pt x="151669" y="132157"/>
                </a:cubicBezTo>
                <a:cubicBezTo>
                  <a:pt x="162840" y="138967"/>
                  <a:pt x="169591" y="140880"/>
                  <a:pt x="180702" y="140760"/>
                </a:cubicBezTo>
                <a:cubicBezTo>
                  <a:pt x="191814" y="140641"/>
                  <a:pt x="208242" y="137593"/>
                  <a:pt x="218338" y="131440"/>
                </a:cubicBezTo>
                <a:cubicBezTo>
                  <a:pt x="228434" y="125287"/>
                  <a:pt x="237275" y="113997"/>
                  <a:pt x="241277" y="103841"/>
                </a:cubicBezTo>
                <a:cubicBezTo>
                  <a:pt x="245280" y="93686"/>
                  <a:pt x="244563" y="80961"/>
                  <a:pt x="242353" y="70507"/>
                </a:cubicBezTo>
                <a:cubicBezTo>
                  <a:pt x="240143" y="60053"/>
                  <a:pt x="234407" y="48582"/>
                  <a:pt x="228015" y="41115"/>
                </a:cubicBezTo>
                <a:cubicBezTo>
                  <a:pt x="221623" y="33648"/>
                  <a:pt x="215350" y="27734"/>
                  <a:pt x="204000" y="25703"/>
                </a:cubicBezTo>
                <a:cubicBezTo>
                  <a:pt x="192650" y="23672"/>
                  <a:pt x="171443" y="29168"/>
                  <a:pt x="159913" y="28929"/>
                </a:cubicBezTo>
                <a:cubicBezTo>
                  <a:pt x="148384" y="28690"/>
                  <a:pt x="147308" y="28929"/>
                  <a:pt x="134823" y="24269"/>
                </a:cubicBezTo>
                <a:close/>
              </a:path>
            </a:pathLst>
          </a:custGeom>
          <a:noFill/>
          <a:ln cap="flat" cmpd="sng" w="9525">
            <a:solidFill>
              <a:schemeClr val="dk2"/>
            </a:solidFill>
            <a:prstDash val="solid"/>
            <a:round/>
            <a:headEnd len="med" w="med" type="none"/>
            <a:tailEnd len="med" w="med" type="none"/>
          </a:ln>
        </p:spPr>
      </p:sp>
      <p:sp>
        <p:nvSpPr>
          <p:cNvPr id="137" name="Google Shape;137;p17"/>
          <p:cNvSpPr/>
          <p:nvPr/>
        </p:nvSpPr>
        <p:spPr>
          <a:xfrm flipH="1" rot="-10413949">
            <a:off x="5850957" y="4071117"/>
            <a:ext cx="4684551" cy="2907998"/>
          </a:xfrm>
          <a:custGeom>
            <a:rect b="b" l="l" r="r" t="t"/>
            <a:pathLst>
              <a:path extrusionOk="0" h="140790" w="244167">
                <a:moveTo>
                  <a:pt x="134823" y="24269"/>
                </a:moveTo>
                <a:cubicBezTo>
                  <a:pt x="122338" y="19609"/>
                  <a:pt x="100115" y="3779"/>
                  <a:pt x="85001" y="971"/>
                </a:cubicBezTo>
                <a:cubicBezTo>
                  <a:pt x="69887" y="-1837"/>
                  <a:pt x="56864" y="1927"/>
                  <a:pt x="44140" y="7423"/>
                </a:cubicBezTo>
                <a:cubicBezTo>
                  <a:pt x="31416" y="12919"/>
                  <a:pt x="15943" y="24927"/>
                  <a:pt x="8655" y="33947"/>
                </a:cubicBezTo>
                <a:cubicBezTo>
                  <a:pt x="1367" y="42968"/>
                  <a:pt x="-843" y="52167"/>
                  <a:pt x="411" y="61546"/>
                </a:cubicBezTo>
                <a:cubicBezTo>
                  <a:pt x="1666" y="70925"/>
                  <a:pt x="3936" y="83710"/>
                  <a:pt x="16182" y="90221"/>
                </a:cubicBezTo>
                <a:cubicBezTo>
                  <a:pt x="28429" y="96733"/>
                  <a:pt x="57641" y="99002"/>
                  <a:pt x="73890" y="100615"/>
                </a:cubicBezTo>
                <a:cubicBezTo>
                  <a:pt x="90139" y="102228"/>
                  <a:pt x="100712" y="94641"/>
                  <a:pt x="113675" y="99898"/>
                </a:cubicBezTo>
                <a:cubicBezTo>
                  <a:pt x="126638" y="105155"/>
                  <a:pt x="140498" y="125347"/>
                  <a:pt x="151669" y="132157"/>
                </a:cubicBezTo>
                <a:cubicBezTo>
                  <a:pt x="162840" y="138967"/>
                  <a:pt x="169591" y="140880"/>
                  <a:pt x="180702" y="140760"/>
                </a:cubicBezTo>
                <a:cubicBezTo>
                  <a:pt x="191814" y="140641"/>
                  <a:pt x="208242" y="137593"/>
                  <a:pt x="218338" y="131440"/>
                </a:cubicBezTo>
                <a:cubicBezTo>
                  <a:pt x="228434" y="125287"/>
                  <a:pt x="237275" y="113997"/>
                  <a:pt x="241277" y="103841"/>
                </a:cubicBezTo>
                <a:cubicBezTo>
                  <a:pt x="245280" y="93686"/>
                  <a:pt x="244563" y="80961"/>
                  <a:pt x="242353" y="70507"/>
                </a:cubicBezTo>
                <a:cubicBezTo>
                  <a:pt x="240143" y="60053"/>
                  <a:pt x="234407" y="48582"/>
                  <a:pt x="228015" y="41115"/>
                </a:cubicBezTo>
                <a:cubicBezTo>
                  <a:pt x="221623" y="33648"/>
                  <a:pt x="215350" y="27734"/>
                  <a:pt x="204000" y="25703"/>
                </a:cubicBezTo>
                <a:cubicBezTo>
                  <a:pt x="192650" y="23672"/>
                  <a:pt x="171443" y="29168"/>
                  <a:pt x="159913" y="28929"/>
                </a:cubicBezTo>
                <a:cubicBezTo>
                  <a:pt x="148384" y="28690"/>
                  <a:pt x="147308" y="28929"/>
                  <a:pt x="134823" y="24269"/>
                </a:cubicBezTo>
                <a:close/>
              </a:path>
            </a:pathLst>
          </a:custGeom>
          <a:solidFill>
            <a:srgbClr val="C7CAEA">
              <a:alpha val="52090"/>
            </a:srgbClr>
          </a:solidFill>
          <a:ln>
            <a:noFill/>
          </a:ln>
        </p:spPr>
      </p:sp>
      <p:sp>
        <p:nvSpPr>
          <p:cNvPr id="138" name="Google Shape;138;p17"/>
          <p:cNvSpPr/>
          <p:nvPr/>
        </p:nvSpPr>
        <p:spPr>
          <a:xfrm flipH="1" rot="-10413949">
            <a:off x="5830614" y="4010507"/>
            <a:ext cx="4684551" cy="2907998"/>
          </a:xfrm>
          <a:custGeom>
            <a:rect b="b" l="l" r="r" t="t"/>
            <a:pathLst>
              <a:path extrusionOk="0" h="140790" w="244167">
                <a:moveTo>
                  <a:pt x="134823" y="24269"/>
                </a:moveTo>
                <a:cubicBezTo>
                  <a:pt x="122338" y="19609"/>
                  <a:pt x="100115" y="3779"/>
                  <a:pt x="85001" y="971"/>
                </a:cubicBezTo>
                <a:cubicBezTo>
                  <a:pt x="69887" y="-1837"/>
                  <a:pt x="56864" y="1927"/>
                  <a:pt x="44140" y="7423"/>
                </a:cubicBezTo>
                <a:cubicBezTo>
                  <a:pt x="31416" y="12919"/>
                  <a:pt x="15943" y="24927"/>
                  <a:pt x="8655" y="33947"/>
                </a:cubicBezTo>
                <a:cubicBezTo>
                  <a:pt x="1367" y="42968"/>
                  <a:pt x="-843" y="52167"/>
                  <a:pt x="411" y="61546"/>
                </a:cubicBezTo>
                <a:cubicBezTo>
                  <a:pt x="1666" y="70925"/>
                  <a:pt x="3936" y="83710"/>
                  <a:pt x="16182" y="90221"/>
                </a:cubicBezTo>
                <a:cubicBezTo>
                  <a:pt x="28429" y="96733"/>
                  <a:pt x="57641" y="99002"/>
                  <a:pt x="73890" y="100615"/>
                </a:cubicBezTo>
                <a:cubicBezTo>
                  <a:pt x="90139" y="102228"/>
                  <a:pt x="100712" y="94641"/>
                  <a:pt x="113675" y="99898"/>
                </a:cubicBezTo>
                <a:cubicBezTo>
                  <a:pt x="126638" y="105155"/>
                  <a:pt x="140498" y="125347"/>
                  <a:pt x="151669" y="132157"/>
                </a:cubicBezTo>
                <a:cubicBezTo>
                  <a:pt x="162840" y="138967"/>
                  <a:pt x="169591" y="140880"/>
                  <a:pt x="180702" y="140760"/>
                </a:cubicBezTo>
                <a:cubicBezTo>
                  <a:pt x="191814" y="140641"/>
                  <a:pt x="208242" y="137593"/>
                  <a:pt x="218338" y="131440"/>
                </a:cubicBezTo>
                <a:cubicBezTo>
                  <a:pt x="228434" y="125287"/>
                  <a:pt x="237275" y="113997"/>
                  <a:pt x="241277" y="103841"/>
                </a:cubicBezTo>
                <a:cubicBezTo>
                  <a:pt x="245280" y="93686"/>
                  <a:pt x="244563" y="80961"/>
                  <a:pt x="242353" y="70507"/>
                </a:cubicBezTo>
                <a:cubicBezTo>
                  <a:pt x="240143" y="60053"/>
                  <a:pt x="234407" y="48582"/>
                  <a:pt x="228015" y="41115"/>
                </a:cubicBezTo>
                <a:cubicBezTo>
                  <a:pt x="221623" y="33648"/>
                  <a:pt x="215350" y="27734"/>
                  <a:pt x="204000" y="25703"/>
                </a:cubicBezTo>
                <a:cubicBezTo>
                  <a:pt x="192650" y="23672"/>
                  <a:pt x="171443" y="29168"/>
                  <a:pt x="159913" y="28929"/>
                </a:cubicBezTo>
                <a:cubicBezTo>
                  <a:pt x="148384" y="28690"/>
                  <a:pt x="147308" y="28929"/>
                  <a:pt x="134823" y="24269"/>
                </a:cubicBezTo>
                <a:close/>
              </a:path>
            </a:pathLst>
          </a:custGeom>
          <a:noFill/>
          <a:ln cap="flat" cmpd="sng" w="9525">
            <a:solidFill>
              <a:schemeClr val="dk2"/>
            </a:solidFill>
            <a:prstDash val="solid"/>
            <a:round/>
            <a:headEnd len="med" w="med" type="none"/>
            <a:tailEnd len="med" w="med" type="none"/>
          </a:ln>
        </p:spPr>
      </p:sp>
      <p:sp>
        <p:nvSpPr>
          <p:cNvPr id="139" name="Google Shape;139;p17"/>
          <p:cNvSpPr txBox="1"/>
          <p:nvPr>
            <p:ph idx="1" type="subTitle"/>
          </p:nvPr>
        </p:nvSpPr>
        <p:spPr>
          <a:xfrm>
            <a:off x="721475" y="1458364"/>
            <a:ext cx="2290500" cy="5727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Clr>
                <a:srgbClr val="FF0000"/>
              </a:buClr>
              <a:buSzPts val="2400"/>
              <a:buFont typeface="Bebas Neue"/>
              <a:buNone/>
              <a:defRPr b="1" sz="1800">
                <a:latin typeface="Sora"/>
                <a:ea typeface="Sora"/>
                <a:cs typeface="Sora"/>
                <a:sym typeface="Sora"/>
              </a:defRPr>
            </a:lvl1pPr>
            <a:lvl2pPr lvl="1" rtl="0" algn="r">
              <a:lnSpc>
                <a:spcPct val="100000"/>
              </a:lnSpc>
              <a:spcBef>
                <a:spcPts val="0"/>
              </a:spcBef>
              <a:spcAft>
                <a:spcPts val="0"/>
              </a:spcAft>
              <a:buClr>
                <a:srgbClr val="FF0000"/>
              </a:buClr>
              <a:buSzPts val="2400"/>
              <a:buFont typeface="Bebas Neue"/>
              <a:buNone/>
              <a:defRPr sz="2400">
                <a:solidFill>
                  <a:srgbClr val="FF0000"/>
                </a:solidFill>
                <a:latin typeface="Bebas Neue"/>
                <a:ea typeface="Bebas Neue"/>
                <a:cs typeface="Bebas Neue"/>
                <a:sym typeface="Bebas Neue"/>
              </a:defRPr>
            </a:lvl2pPr>
            <a:lvl3pPr lvl="2" rtl="0" algn="r">
              <a:lnSpc>
                <a:spcPct val="100000"/>
              </a:lnSpc>
              <a:spcBef>
                <a:spcPts val="0"/>
              </a:spcBef>
              <a:spcAft>
                <a:spcPts val="0"/>
              </a:spcAft>
              <a:buClr>
                <a:srgbClr val="FF0000"/>
              </a:buClr>
              <a:buSzPts val="2400"/>
              <a:buFont typeface="Bebas Neue"/>
              <a:buNone/>
              <a:defRPr sz="2400">
                <a:solidFill>
                  <a:srgbClr val="FF0000"/>
                </a:solidFill>
                <a:latin typeface="Bebas Neue"/>
                <a:ea typeface="Bebas Neue"/>
                <a:cs typeface="Bebas Neue"/>
                <a:sym typeface="Bebas Neue"/>
              </a:defRPr>
            </a:lvl3pPr>
            <a:lvl4pPr lvl="3" rtl="0" algn="r">
              <a:lnSpc>
                <a:spcPct val="100000"/>
              </a:lnSpc>
              <a:spcBef>
                <a:spcPts val="0"/>
              </a:spcBef>
              <a:spcAft>
                <a:spcPts val="0"/>
              </a:spcAft>
              <a:buClr>
                <a:srgbClr val="FF0000"/>
              </a:buClr>
              <a:buSzPts val="2400"/>
              <a:buFont typeface="Bebas Neue"/>
              <a:buNone/>
              <a:defRPr sz="2400">
                <a:solidFill>
                  <a:srgbClr val="FF0000"/>
                </a:solidFill>
                <a:latin typeface="Bebas Neue"/>
                <a:ea typeface="Bebas Neue"/>
                <a:cs typeface="Bebas Neue"/>
                <a:sym typeface="Bebas Neue"/>
              </a:defRPr>
            </a:lvl4pPr>
            <a:lvl5pPr lvl="4" rtl="0" algn="r">
              <a:lnSpc>
                <a:spcPct val="100000"/>
              </a:lnSpc>
              <a:spcBef>
                <a:spcPts val="0"/>
              </a:spcBef>
              <a:spcAft>
                <a:spcPts val="0"/>
              </a:spcAft>
              <a:buClr>
                <a:srgbClr val="FF0000"/>
              </a:buClr>
              <a:buSzPts val="2400"/>
              <a:buFont typeface="Bebas Neue"/>
              <a:buNone/>
              <a:defRPr sz="2400">
                <a:solidFill>
                  <a:srgbClr val="FF0000"/>
                </a:solidFill>
                <a:latin typeface="Bebas Neue"/>
                <a:ea typeface="Bebas Neue"/>
                <a:cs typeface="Bebas Neue"/>
                <a:sym typeface="Bebas Neue"/>
              </a:defRPr>
            </a:lvl5pPr>
            <a:lvl6pPr lvl="5" rtl="0" algn="r">
              <a:lnSpc>
                <a:spcPct val="100000"/>
              </a:lnSpc>
              <a:spcBef>
                <a:spcPts val="0"/>
              </a:spcBef>
              <a:spcAft>
                <a:spcPts val="0"/>
              </a:spcAft>
              <a:buClr>
                <a:srgbClr val="FF0000"/>
              </a:buClr>
              <a:buSzPts val="2400"/>
              <a:buFont typeface="Bebas Neue"/>
              <a:buNone/>
              <a:defRPr sz="2400">
                <a:solidFill>
                  <a:srgbClr val="FF0000"/>
                </a:solidFill>
                <a:latin typeface="Bebas Neue"/>
                <a:ea typeface="Bebas Neue"/>
                <a:cs typeface="Bebas Neue"/>
                <a:sym typeface="Bebas Neue"/>
              </a:defRPr>
            </a:lvl6pPr>
            <a:lvl7pPr lvl="6" rtl="0" algn="r">
              <a:lnSpc>
                <a:spcPct val="100000"/>
              </a:lnSpc>
              <a:spcBef>
                <a:spcPts val="0"/>
              </a:spcBef>
              <a:spcAft>
                <a:spcPts val="0"/>
              </a:spcAft>
              <a:buClr>
                <a:srgbClr val="FF0000"/>
              </a:buClr>
              <a:buSzPts val="2400"/>
              <a:buFont typeface="Bebas Neue"/>
              <a:buNone/>
              <a:defRPr sz="2400">
                <a:solidFill>
                  <a:srgbClr val="FF0000"/>
                </a:solidFill>
                <a:latin typeface="Bebas Neue"/>
                <a:ea typeface="Bebas Neue"/>
                <a:cs typeface="Bebas Neue"/>
                <a:sym typeface="Bebas Neue"/>
              </a:defRPr>
            </a:lvl7pPr>
            <a:lvl8pPr lvl="7" rtl="0" algn="r">
              <a:lnSpc>
                <a:spcPct val="100000"/>
              </a:lnSpc>
              <a:spcBef>
                <a:spcPts val="0"/>
              </a:spcBef>
              <a:spcAft>
                <a:spcPts val="0"/>
              </a:spcAft>
              <a:buClr>
                <a:srgbClr val="FF0000"/>
              </a:buClr>
              <a:buSzPts val="2400"/>
              <a:buFont typeface="Bebas Neue"/>
              <a:buNone/>
              <a:defRPr sz="2400">
                <a:solidFill>
                  <a:srgbClr val="FF0000"/>
                </a:solidFill>
                <a:latin typeface="Bebas Neue"/>
                <a:ea typeface="Bebas Neue"/>
                <a:cs typeface="Bebas Neue"/>
                <a:sym typeface="Bebas Neue"/>
              </a:defRPr>
            </a:lvl8pPr>
            <a:lvl9pPr lvl="8" rtl="0" algn="r">
              <a:lnSpc>
                <a:spcPct val="100000"/>
              </a:lnSpc>
              <a:spcBef>
                <a:spcPts val="0"/>
              </a:spcBef>
              <a:spcAft>
                <a:spcPts val="0"/>
              </a:spcAft>
              <a:buClr>
                <a:srgbClr val="FF0000"/>
              </a:buClr>
              <a:buSzPts val="2400"/>
              <a:buFont typeface="Bebas Neue"/>
              <a:buNone/>
              <a:defRPr sz="2400">
                <a:solidFill>
                  <a:srgbClr val="FF0000"/>
                </a:solidFill>
                <a:latin typeface="Bebas Neue"/>
                <a:ea typeface="Bebas Neue"/>
                <a:cs typeface="Bebas Neue"/>
                <a:sym typeface="Bebas Neue"/>
              </a:defRPr>
            </a:lvl9pPr>
          </a:lstStyle>
          <a:p/>
        </p:txBody>
      </p:sp>
      <p:sp>
        <p:nvSpPr>
          <p:cNvPr id="140" name="Google Shape;140;p17"/>
          <p:cNvSpPr txBox="1"/>
          <p:nvPr>
            <p:ph idx="2" type="subTitle"/>
          </p:nvPr>
        </p:nvSpPr>
        <p:spPr>
          <a:xfrm>
            <a:off x="721475" y="3227515"/>
            <a:ext cx="2290500" cy="5727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Clr>
                <a:srgbClr val="FF0000"/>
              </a:buClr>
              <a:buSzPts val="2400"/>
              <a:buFont typeface="Bebas Neue"/>
              <a:buNone/>
              <a:defRPr b="1" sz="1800">
                <a:latin typeface="Sora"/>
                <a:ea typeface="Sora"/>
                <a:cs typeface="Sora"/>
                <a:sym typeface="Sora"/>
              </a:defRPr>
            </a:lvl1pPr>
            <a:lvl2pPr lvl="1" rtl="0" algn="r">
              <a:lnSpc>
                <a:spcPct val="100000"/>
              </a:lnSpc>
              <a:spcBef>
                <a:spcPts val="0"/>
              </a:spcBef>
              <a:spcAft>
                <a:spcPts val="0"/>
              </a:spcAft>
              <a:buClr>
                <a:srgbClr val="FF0000"/>
              </a:buClr>
              <a:buSzPts val="2400"/>
              <a:buFont typeface="Bebas Neue"/>
              <a:buNone/>
              <a:defRPr sz="2400">
                <a:solidFill>
                  <a:srgbClr val="FF0000"/>
                </a:solidFill>
                <a:latin typeface="Bebas Neue"/>
                <a:ea typeface="Bebas Neue"/>
                <a:cs typeface="Bebas Neue"/>
                <a:sym typeface="Bebas Neue"/>
              </a:defRPr>
            </a:lvl2pPr>
            <a:lvl3pPr lvl="2" rtl="0" algn="r">
              <a:lnSpc>
                <a:spcPct val="100000"/>
              </a:lnSpc>
              <a:spcBef>
                <a:spcPts val="0"/>
              </a:spcBef>
              <a:spcAft>
                <a:spcPts val="0"/>
              </a:spcAft>
              <a:buClr>
                <a:srgbClr val="FF0000"/>
              </a:buClr>
              <a:buSzPts val="2400"/>
              <a:buFont typeface="Bebas Neue"/>
              <a:buNone/>
              <a:defRPr sz="2400">
                <a:solidFill>
                  <a:srgbClr val="FF0000"/>
                </a:solidFill>
                <a:latin typeface="Bebas Neue"/>
                <a:ea typeface="Bebas Neue"/>
                <a:cs typeface="Bebas Neue"/>
                <a:sym typeface="Bebas Neue"/>
              </a:defRPr>
            </a:lvl3pPr>
            <a:lvl4pPr lvl="3" rtl="0" algn="r">
              <a:lnSpc>
                <a:spcPct val="100000"/>
              </a:lnSpc>
              <a:spcBef>
                <a:spcPts val="0"/>
              </a:spcBef>
              <a:spcAft>
                <a:spcPts val="0"/>
              </a:spcAft>
              <a:buClr>
                <a:srgbClr val="FF0000"/>
              </a:buClr>
              <a:buSzPts val="2400"/>
              <a:buFont typeface="Bebas Neue"/>
              <a:buNone/>
              <a:defRPr sz="2400">
                <a:solidFill>
                  <a:srgbClr val="FF0000"/>
                </a:solidFill>
                <a:latin typeface="Bebas Neue"/>
                <a:ea typeface="Bebas Neue"/>
                <a:cs typeface="Bebas Neue"/>
                <a:sym typeface="Bebas Neue"/>
              </a:defRPr>
            </a:lvl4pPr>
            <a:lvl5pPr lvl="4" rtl="0" algn="r">
              <a:lnSpc>
                <a:spcPct val="100000"/>
              </a:lnSpc>
              <a:spcBef>
                <a:spcPts val="0"/>
              </a:spcBef>
              <a:spcAft>
                <a:spcPts val="0"/>
              </a:spcAft>
              <a:buClr>
                <a:srgbClr val="FF0000"/>
              </a:buClr>
              <a:buSzPts val="2400"/>
              <a:buFont typeface="Bebas Neue"/>
              <a:buNone/>
              <a:defRPr sz="2400">
                <a:solidFill>
                  <a:srgbClr val="FF0000"/>
                </a:solidFill>
                <a:latin typeface="Bebas Neue"/>
                <a:ea typeface="Bebas Neue"/>
                <a:cs typeface="Bebas Neue"/>
                <a:sym typeface="Bebas Neue"/>
              </a:defRPr>
            </a:lvl5pPr>
            <a:lvl6pPr lvl="5" rtl="0" algn="r">
              <a:lnSpc>
                <a:spcPct val="100000"/>
              </a:lnSpc>
              <a:spcBef>
                <a:spcPts val="0"/>
              </a:spcBef>
              <a:spcAft>
                <a:spcPts val="0"/>
              </a:spcAft>
              <a:buClr>
                <a:srgbClr val="FF0000"/>
              </a:buClr>
              <a:buSzPts val="2400"/>
              <a:buFont typeface="Bebas Neue"/>
              <a:buNone/>
              <a:defRPr sz="2400">
                <a:solidFill>
                  <a:srgbClr val="FF0000"/>
                </a:solidFill>
                <a:latin typeface="Bebas Neue"/>
                <a:ea typeface="Bebas Neue"/>
                <a:cs typeface="Bebas Neue"/>
                <a:sym typeface="Bebas Neue"/>
              </a:defRPr>
            </a:lvl6pPr>
            <a:lvl7pPr lvl="6" rtl="0" algn="r">
              <a:lnSpc>
                <a:spcPct val="100000"/>
              </a:lnSpc>
              <a:spcBef>
                <a:spcPts val="0"/>
              </a:spcBef>
              <a:spcAft>
                <a:spcPts val="0"/>
              </a:spcAft>
              <a:buClr>
                <a:srgbClr val="FF0000"/>
              </a:buClr>
              <a:buSzPts val="2400"/>
              <a:buFont typeface="Bebas Neue"/>
              <a:buNone/>
              <a:defRPr sz="2400">
                <a:solidFill>
                  <a:srgbClr val="FF0000"/>
                </a:solidFill>
                <a:latin typeface="Bebas Neue"/>
                <a:ea typeface="Bebas Neue"/>
                <a:cs typeface="Bebas Neue"/>
                <a:sym typeface="Bebas Neue"/>
              </a:defRPr>
            </a:lvl7pPr>
            <a:lvl8pPr lvl="7" rtl="0" algn="r">
              <a:lnSpc>
                <a:spcPct val="100000"/>
              </a:lnSpc>
              <a:spcBef>
                <a:spcPts val="0"/>
              </a:spcBef>
              <a:spcAft>
                <a:spcPts val="0"/>
              </a:spcAft>
              <a:buClr>
                <a:srgbClr val="FF0000"/>
              </a:buClr>
              <a:buSzPts val="2400"/>
              <a:buFont typeface="Bebas Neue"/>
              <a:buNone/>
              <a:defRPr sz="2400">
                <a:solidFill>
                  <a:srgbClr val="FF0000"/>
                </a:solidFill>
                <a:latin typeface="Bebas Neue"/>
                <a:ea typeface="Bebas Neue"/>
                <a:cs typeface="Bebas Neue"/>
                <a:sym typeface="Bebas Neue"/>
              </a:defRPr>
            </a:lvl8pPr>
            <a:lvl9pPr lvl="8" rtl="0" algn="r">
              <a:lnSpc>
                <a:spcPct val="100000"/>
              </a:lnSpc>
              <a:spcBef>
                <a:spcPts val="0"/>
              </a:spcBef>
              <a:spcAft>
                <a:spcPts val="0"/>
              </a:spcAft>
              <a:buClr>
                <a:srgbClr val="FF0000"/>
              </a:buClr>
              <a:buSzPts val="2400"/>
              <a:buFont typeface="Bebas Neue"/>
              <a:buNone/>
              <a:defRPr sz="2400">
                <a:solidFill>
                  <a:srgbClr val="FF0000"/>
                </a:solidFill>
                <a:latin typeface="Bebas Neue"/>
                <a:ea typeface="Bebas Neue"/>
                <a:cs typeface="Bebas Neue"/>
                <a:sym typeface="Bebas Neue"/>
              </a:defRPr>
            </a:lvl9pPr>
          </a:lstStyle>
          <a:p/>
        </p:txBody>
      </p:sp>
      <p:sp>
        <p:nvSpPr>
          <p:cNvPr id="141" name="Google Shape;141;p17"/>
          <p:cNvSpPr txBox="1"/>
          <p:nvPr>
            <p:ph idx="3" type="subTitle"/>
          </p:nvPr>
        </p:nvSpPr>
        <p:spPr>
          <a:xfrm>
            <a:off x="6131950" y="1458364"/>
            <a:ext cx="2290500" cy="572700"/>
          </a:xfrm>
          <a:prstGeom prst="rect">
            <a:avLst/>
          </a:prstGeom>
          <a:ln>
            <a:noFill/>
          </a:ln>
        </p:spPr>
        <p:txBody>
          <a:bodyPr anchorCtr="0" anchor="t" bIns="91425" lIns="91425" spcFirstLastPara="1" rIns="91425" wrap="square" tIns="91425">
            <a:noAutofit/>
          </a:bodyPr>
          <a:lstStyle>
            <a:lvl1pPr lvl="0" rtl="0" algn="r">
              <a:lnSpc>
                <a:spcPct val="100000"/>
              </a:lnSpc>
              <a:spcBef>
                <a:spcPts val="0"/>
              </a:spcBef>
              <a:spcAft>
                <a:spcPts val="0"/>
              </a:spcAft>
              <a:buClr>
                <a:srgbClr val="FF0000"/>
              </a:buClr>
              <a:buSzPts val="2400"/>
              <a:buFont typeface="Bebas Neue"/>
              <a:buNone/>
              <a:defRPr b="1" sz="1800">
                <a:latin typeface="Sora"/>
                <a:ea typeface="Sora"/>
                <a:cs typeface="Sora"/>
                <a:sym typeface="Sora"/>
              </a:defRPr>
            </a:lvl1pPr>
            <a:lvl2pPr lvl="1" rtl="0">
              <a:lnSpc>
                <a:spcPct val="100000"/>
              </a:lnSpc>
              <a:spcBef>
                <a:spcPts val="0"/>
              </a:spcBef>
              <a:spcAft>
                <a:spcPts val="0"/>
              </a:spcAft>
              <a:buClr>
                <a:srgbClr val="FF0000"/>
              </a:buClr>
              <a:buSzPts val="2400"/>
              <a:buFont typeface="Bebas Neue"/>
              <a:buNone/>
              <a:defRPr sz="2400">
                <a:solidFill>
                  <a:srgbClr val="FF0000"/>
                </a:solidFill>
                <a:latin typeface="Bebas Neue"/>
                <a:ea typeface="Bebas Neue"/>
                <a:cs typeface="Bebas Neue"/>
                <a:sym typeface="Bebas Neue"/>
              </a:defRPr>
            </a:lvl2pPr>
            <a:lvl3pPr lvl="2" rtl="0">
              <a:lnSpc>
                <a:spcPct val="100000"/>
              </a:lnSpc>
              <a:spcBef>
                <a:spcPts val="0"/>
              </a:spcBef>
              <a:spcAft>
                <a:spcPts val="0"/>
              </a:spcAft>
              <a:buClr>
                <a:srgbClr val="FF0000"/>
              </a:buClr>
              <a:buSzPts val="2400"/>
              <a:buFont typeface="Bebas Neue"/>
              <a:buNone/>
              <a:defRPr sz="2400">
                <a:solidFill>
                  <a:srgbClr val="FF0000"/>
                </a:solidFill>
                <a:latin typeface="Bebas Neue"/>
                <a:ea typeface="Bebas Neue"/>
                <a:cs typeface="Bebas Neue"/>
                <a:sym typeface="Bebas Neue"/>
              </a:defRPr>
            </a:lvl3pPr>
            <a:lvl4pPr lvl="3" rtl="0">
              <a:lnSpc>
                <a:spcPct val="100000"/>
              </a:lnSpc>
              <a:spcBef>
                <a:spcPts val="0"/>
              </a:spcBef>
              <a:spcAft>
                <a:spcPts val="0"/>
              </a:spcAft>
              <a:buClr>
                <a:srgbClr val="FF0000"/>
              </a:buClr>
              <a:buSzPts val="2400"/>
              <a:buFont typeface="Bebas Neue"/>
              <a:buNone/>
              <a:defRPr sz="2400">
                <a:solidFill>
                  <a:srgbClr val="FF0000"/>
                </a:solidFill>
                <a:latin typeface="Bebas Neue"/>
                <a:ea typeface="Bebas Neue"/>
                <a:cs typeface="Bebas Neue"/>
                <a:sym typeface="Bebas Neue"/>
              </a:defRPr>
            </a:lvl4pPr>
            <a:lvl5pPr lvl="4" rtl="0">
              <a:lnSpc>
                <a:spcPct val="100000"/>
              </a:lnSpc>
              <a:spcBef>
                <a:spcPts val="0"/>
              </a:spcBef>
              <a:spcAft>
                <a:spcPts val="0"/>
              </a:spcAft>
              <a:buClr>
                <a:srgbClr val="FF0000"/>
              </a:buClr>
              <a:buSzPts val="2400"/>
              <a:buFont typeface="Bebas Neue"/>
              <a:buNone/>
              <a:defRPr sz="2400">
                <a:solidFill>
                  <a:srgbClr val="FF0000"/>
                </a:solidFill>
                <a:latin typeface="Bebas Neue"/>
                <a:ea typeface="Bebas Neue"/>
                <a:cs typeface="Bebas Neue"/>
                <a:sym typeface="Bebas Neue"/>
              </a:defRPr>
            </a:lvl5pPr>
            <a:lvl6pPr lvl="5" rtl="0">
              <a:lnSpc>
                <a:spcPct val="100000"/>
              </a:lnSpc>
              <a:spcBef>
                <a:spcPts val="0"/>
              </a:spcBef>
              <a:spcAft>
                <a:spcPts val="0"/>
              </a:spcAft>
              <a:buClr>
                <a:srgbClr val="FF0000"/>
              </a:buClr>
              <a:buSzPts val="2400"/>
              <a:buFont typeface="Bebas Neue"/>
              <a:buNone/>
              <a:defRPr sz="2400">
                <a:solidFill>
                  <a:srgbClr val="FF0000"/>
                </a:solidFill>
                <a:latin typeface="Bebas Neue"/>
                <a:ea typeface="Bebas Neue"/>
                <a:cs typeface="Bebas Neue"/>
                <a:sym typeface="Bebas Neue"/>
              </a:defRPr>
            </a:lvl6pPr>
            <a:lvl7pPr lvl="6" rtl="0">
              <a:lnSpc>
                <a:spcPct val="100000"/>
              </a:lnSpc>
              <a:spcBef>
                <a:spcPts val="0"/>
              </a:spcBef>
              <a:spcAft>
                <a:spcPts val="0"/>
              </a:spcAft>
              <a:buClr>
                <a:srgbClr val="FF0000"/>
              </a:buClr>
              <a:buSzPts val="2400"/>
              <a:buFont typeface="Bebas Neue"/>
              <a:buNone/>
              <a:defRPr sz="2400">
                <a:solidFill>
                  <a:srgbClr val="FF0000"/>
                </a:solidFill>
                <a:latin typeface="Bebas Neue"/>
                <a:ea typeface="Bebas Neue"/>
                <a:cs typeface="Bebas Neue"/>
                <a:sym typeface="Bebas Neue"/>
              </a:defRPr>
            </a:lvl7pPr>
            <a:lvl8pPr lvl="7" rtl="0">
              <a:lnSpc>
                <a:spcPct val="100000"/>
              </a:lnSpc>
              <a:spcBef>
                <a:spcPts val="0"/>
              </a:spcBef>
              <a:spcAft>
                <a:spcPts val="0"/>
              </a:spcAft>
              <a:buClr>
                <a:srgbClr val="FF0000"/>
              </a:buClr>
              <a:buSzPts val="2400"/>
              <a:buFont typeface="Bebas Neue"/>
              <a:buNone/>
              <a:defRPr sz="2400">
                <a:solidFill>
                  <a:srgbClr val="FF0000"/>
                </a:solidFill>
                <a:latin typeface="Bebas Neue"/>
                <a:ea typeface="Bebas Neue"/>
                <a:cs typeface="Bebas Neue"/>
                <a:sym typeface="Bebas Neue"/>
              </a:defRPr>
            </a:lvl8pPr>
            <a:lvl9pPr lvl="8" rtl="0">
              <a:lnSpc>
                <a:spcPct val="100000"/>
              </a:lnSpc>
              <a:spcBef>
                <a:spcPts val="0"/>
              </a:spcBef>
              <a:spcAft>
                <a:spcPts val="0"/>
              </a:spcAft>
              <a:buClr>
                <a:srgbClr val="FF0000"/>
              </a:buClr>
              <a:buSzPts val="2400"/>
              <a:buFont typeface="Bebas Neue"/>
              <a:buNone/>
              <a:defRPr sz="2400">
                <a:solidFill>
                  <a:srgbClr val="FF0000"/>
                </a:solidFill>
                <a:latin typeface="Bebas Neue"/>
                <a:ea typeface="Bebas Neue"/>
                <a:cs typeface="Bebas Neue"/>
                <a:sym typeface="Bebas Neue"/>
              </a:defRPr>
            </a:lvl9pPr>
          </a:lstStyle>
          <a:p/>
        </p:txBody>
      </p:sp>
      <p:sp>
        <p:nvSpPr>
          <p:cNvPr id="142" name="Google Shape;142;p17"/>
          <p:cNvSpPr txBox="1"/>
          <p:nvPr>
            <p:ph idx="4" type="subTitle"/>
          </p:nvPr>
        </p:nvSpPr>
        <p:spPr>
          <a:xfrm>
            <a:off x="6131950" y="3227514"/>
            <a:ext cx="2290500" cy="572700"/>
          </a:xfrm>
          <a:prstGeom prst="rect">
            <a:avLst/>
          </a:prstGeom>
          <a:ln>
            <a:noFill/>
          </a:ln>
        </p:spPr>
        <p:txBody>
          <a:bodyPr anchorCtr="0" anchor="t" bIns="91425" lIns="91425" spcFirstLastPara="1" rIns="91425" wrap="square" tIns="91425">
            <a:noAutofit/>
          </a:bodyPr>
          <a:lstStyle>
            <a:lvl1pPr lvl="0" rtl="0" algn="r">
              <a:lnSpc>
                <a:spcPct val="100000"/>
              </a:lnSpc>
              <a:spcBef>
                <a:spcPts val="0"/>
              </a:spcBef>
              <a:spcAft>
                <a:spcPts val="0"/>
              </a:spcAft>
              <a:buClr>
                <a:srgbClr val="FF0000"/>
              </a:buClr>
              <a:buSzPts val="2400"/>
              <a:buFont typeface="Bebas Neue"/>
              <a:buNone/>
              <a:defRPr b="1" sz="1800">
                <a:latin typeface="Sora"/>
                <a:ea typeface="Sora"/>
                <a:cs typeface="Sora"/>
                <a:sym typeface="Sora"/>
              </a:defRPr>
            </a:lvl1pPr>
            <a:lvl2pPr lvl="1" rtl="0">
              <a:lnSpc>
                <a:spcPct val="100000"/>
              </a:lnSpc>
              <a:spcBef>
                <a:spcPts val="0"/>
              </a:spcBef>
              <a:spcAft>
                <a:spcPts val="0"/>
              </a:spcAft>
              <a:buClr>
                <a:srgbClr val="FF0000"/>
              </a:buClr>
              <a:buSzPts val="2400"/>
              <a:buFont typeface="Bebas Neue"/>
              <a:buNone/>
              <a:defRPr sz="2400">
                <a:solidFill>
                  <a:srgbClr val="FF0000"/>
                </a:solidFill>
                <a:latin typeface="Bebas Neue"/>
                <a:ea typeface="Bebas Neue"/>
                <a:cs typeface="Bebas Neue"/>
                <a:sym typeface="Bebas Neue"/>
              </a:defRPr>
            </a:lvl2pPr>
            <a:lvl3pPr lvl="2" rtl="0">
              <a:lnSpc>
                <a:spcPct val="100000"/>
              </a:lnSpc>
              <a:spcBef>
                <a:spcPts val="0"/>
              </a:spcBef>
              <a:spcAft>
                <a:spcPts val="0"/>
              </a:spcAft>
              <a:buClr>
                <a:srgbClr val="FF0000"/>
              </a:buClr>
              <a:buSzPts val="2400"/>
              <a:buFont typeface="Bebas Neue"/>
              <a:buNone/>
              <a:defRPr sz="2400">
                <a:solidFill>
                  <a:srgbClr val="FF0000"/>
                </a:solidFill>
                <a:latin typeface="Bebas Neue"/>
                <a:ea typeface="Bebas Neue"/>
                <a:cs typeface="Bebas Neue"/>
                <a:sym typeface="Bebas Neue"/>
              </a:defRPr>
            </a:lvl3pPr>
            <a:lvl4pPr lvl="3" rtl="0">
              <a:lnSpc>
                <a:spcPct val="100000"/>
              </a:lnSpc>
              <a:spcBef>
                <a:spcPts val="0"/>
              </a:spcBef>
              <a:spcAft>
                <a:spcPts val="0"/>
              </a:spcAft>
              <a:buClr>
                <a:srgbClr val="FF0000"/>
              </a:buClr>
              <a:buSzPts val="2400"/>
              <a:buFont typeface="Bebas Neue"/>
              <a:buNone/>
              <a:defRPr sz="2400">
                <a:solidFill>
                  <a:srgbClr val="FF0000"/>
                </a:solidFill>
                <a:latin typeface="Bebas Neue"/>
                <a:ea typeface="Bebas Neue"/>
                <a:cs typeface="Bebas Neue"/>
                <a:sym typeface="Bebas Neue"/>
              </a:defRPr>
            </a:lvl4pPr>
            <a:lvl5pPr lvl="4" rtl="0">
              <a:lnSpc>
                <a:spcPct val="100000"/>
              </a:lnSpc>
              <a:spcBef>
                <a:spcPts val="0"/>
              </a:spcBef>
              <a:spcAft>
                <a:spcPts val="0"/>
              </a:spcAft>
              <a:buClr>
                <a:srgbClr val="FF0000"/>
              </a:buClr>
              <a:buSzPts val="2400"/>
              <a:buFont typeface="Bebas Neue"/>
              <a:buNone/>
              <a:defRPr sz="2400">
                <a:solidFill>
                  <a:srgbClr val="FF0000"/>
                </a:solidFill>
                <a:latin typeface="Bebas Neue"/>
                <a:ea typeface="Bebas Neue"/>
                <a:cs typeface="Bebas Neue"/>
                <a:sym typeface="Bebas Neue"/>
              </a:defRPr>
            </a:lvl5pPr>
            <a:lvl6pPr lvl="5" rtl="0">
              <a:lnSpc>
                <a:spcPct val="100000"/>
              </a:lnSpc>
              <a:spcBef>
                <a:spcPts val="0"/>
              </a:spcBef>
              <a:spcAft>
                <a:spcPts val="0"/>
              </a:spcAft>
              <a:buClr>
                <a:srgbClr val="FF0000"/>
              </a:buClr>
              <a:buSzPts val="2400"/>
              <a:buFont typeface="Bebas Neue"/>
              <a:buNone/>
              <a:defRPr sz="2400">
                <a:solidFill>
                  <a:srgbClr val="FF0000"/>
                </a:solidFill>
                <a:latin typeface="Bebas Neue"/>
                <a:ea typeface="Bebas Neue"/>
                <a:cs typeface="Bebas Neue"/>
                <a:sym typeface="Bebas Neue"/>
              </a:defRPr>
            </a:lvl6pPr>
            <a:lvl7pPr lvl="6" rtl="0">
              <a:lnSpc>
                <a:spcPct val="100000"/>
              </a:lnSpc>
              <a:spcBef>
                <a:spcPts val="0"/>
              </a:spcBef>
              <a:spcAft>
                <a:spcPts val="0"/>
              </a:spcAft>
              <a:buClr>
                <a:srgbClr val="FF0000"/>
              </a:buClr>
              <a:buSzPts val="2400"/>
              <a:buFont typeface="Bebas Neue"/>
              <a:buNone/>
              <a:defRPr sz="2400">
                <a:solidFill>
                  <a:srgbClr val="FF0000"/>
                </a:solidFill>
                <a:latin typeface="Bebas Neue"/>
                <a:ea typeface="Bebas Neue"/>
                <a:cs typeface="Bebas Neue"/>
                <a:sym typeface="Bebas Neue"/>
              </a:defRPr>
            </a:lvl7pPr>
            <a:lvl8pPr lvl="7" rtl="0">
              <a:lnSpc>
                <a:spcPct val="100000"/>
              </a:lnSpc>
              <a:spcBef>
                <a:spcPts val="0"/>
              </a:spcBef>
              <a:spcAft>
                <a:spcPts val="0"/>
              </a:spcAft>
              <a:buClr>
                <a:srgbClr val="FF0000"/>
              </a:buClr>
              <a:buSzPts val="2400"/>
              <a:buFont typeface="Bebas Neue"/>
              <a:buNone/>
              <a:defRPr sz="2400">
                <a:solidFill>
                  <a:srgbClr val="FF0000"/>
                </a:solidFill>
                <a:latin typeface="Bebas Neue"/>
                <a:ea typeface="Bebas Neue"/>
                <a:cs typeface="Bebas Neue"/>
                <a:sym typeface="Bebas Neue"/>
              </a:defRPr>
            </a:lvl8pPr>
            <a:lvl9pPr lvl="8" rtl="0">
              <a:lnSpc>
                <a:spcPct val="100000"/>
              </a:lnSpc>
              <a:spcBef>
                <a:spcPts val="0"/>
              </a:spcBef>
              <a:spcAft>
                <a:spcPts val="0"/>
              </a:spcAft>
              <a:buClr>
                <a:srgbClr val="FF0000"/>
              </a:buClr>
              <a:buSzPts val="2400"/>
              <a:buFont typeface="Bebas Neue"/>
              <a:buNone/>
              <a:defRPr sz="2400">
                <a:solidFill>
                  <a:srgbClr val="FF0000"/>
                </a:solidFill>
                <a:latin typeface="Bebas Neue"/>
                <a:ea typeface="Bebas Neue"/>
                <a:cs typeface="Bebas Neue"/>
                <a:sym typeface="Bebas Neue"/>
              </a:defRPr>
            </a:lvl9pPr>
          </a:lstStyle>
          <a:p/>
        </p:txBody>
      </p:sp>
      <p:sp>
        <p:nvSpPr>
          <p:cNvPr id="143" name="Google Shape;143;p17"/>
          <p:cNvSpPr txBox="1"/>
          <p:nvPr>
            <p:ph idx="5" type="subTitle"/>
          </p:nvPr>
        </p:nvSpPr>
        <p:spPr>
          <a:xfrm>
            <a:off x="721549" y="1844647"/>
            <a:ext cx="2290500" cy="484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atin typeface="Karla"/>
                <a:ea typeface="Karla"/>
                <a:cs typeface="Karla"/>
                <a:sym typeface="Karla"/>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44" name="Google Shape;144;p17"/>
          <p:cNvSpPr txBox="1"/>
          <p:nvPr>
            <p:ph idx="6" type="subTitle"/>
          </p:nvPr>
        </p:nvSpPr>
        <p:spPr>
          <a:xfrm>
            <a:off x="6131950" y="1844647"/>
            <a:ext cx="2290500" cy="4848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latin typeface="Karla"/>
                <a:ea typeface="Karla"/>
                <a:cs typeface="Karla"/>
                <a:sym typeface="Karla"/>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45" name="Google Shape;145;p17"/>
          <p:cNvSpPr txBox="1"/>
          <p:nvPr>
            <p:ph idx="7" type="subTitle"/>
          </p:nvPr>
        </p:nvSpPr>
        <p:spPr>
          <a:xfrm>
            <a:off x="721549" y="3606922"/>
            <a:ext cx="2290500" cy="484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atin typeface="Karla"/>
                <a:ea typeface="Karla"/>
                <a:cs typeface="Karla"/>
                <a:sym typeface="Karla"/>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46" name="Google Shape;146;p17"/>
          <p:cNvSpPr txBox="1"/>
          <p:nvPr>
            <p:ph idx="8" type="subTitle"/>
          </p:nvPr>
        </p:nvSpPr>
        <p:spPr>
          <a:xfrm>
            <a:off x="6131950" y="3606922"/>
            <a:ext cx="2290500" cy="4848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latin typeface="Karla"/>
                <a:ea typeface="Karla"/>
                <a:cs typeface="Karla"/>
                <a:sym typeface="Karla"/>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47" name="Google Shape;147;p17"/>
          <p:cNvSpPr txBox="1"/>
          <p:nvPr>
            <p:ph type="title"/>
          </p:nvPr>
        </p:nvSpPr>
        <p:spPr>
          <a:xfrm>
            <a:off x="720025" y="535000"/>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BLANK_1_1_1_1_1">
    <p:spTree>
      <p:nvGrpSpPr>
        <p:cNvPr id="148" name="Shape 148"/>
        <p:cNvGrpSpPr/>
        <p:nvPr/>
      </p:nvGrpSpPr>
      <p:grpSpPr>
        <a:xfrm>
          <a:off x="0" y="0"/>
          <a:ext cx="0" cy="0"/>
          <a:chOff x="0" y="0"/>
          <a:chExt cx="0" cy="0"/>
        </a:xfrm>
      </p:grpSpPr>
      <p:sp>
        <p:nvSpPr>
          <p:cNvPr id="149" name="Google Shape;149;p18"/>
          <p:cNvSpPr/>
          <p:nvPr/>
        </p:nvSpPr>
        <p:spPr>
          <a:xfrm flipH="1" rot="386051">
            <a:off x="-1267159" y="-1890275"/>
            <a:ext cx="4684551" cy="2907998"/>
          </a:xfrm>
          <a:custGeom>
            <a:rect b="b" l="l" r="r" t="t"/>
            <a:pathLst>
              <a:path extrusionOk="0" h="140790" w="244167">
                <a:moveTo>
                  <a:pt x="134823" y="24269"/>
                </a:moveTo>
                <a:cubicBezTo>
                  <a:pt x="122338" y="19609"/>
                  <a:pt x="100115" y="3779"/>
                  <a:pt x="85001" y="971"/>
                </a:cubicBezTo>
                <a:cubicBezTo>
                  <a:pt x="69887" y="-1837"/>
                  <a:pt x="56864" y="1927"/>
                  <a:pt x="44140" y="7423"/>
                </a:cubicBezTo>
                <a:cubicBezTo>
                  <a:pt x="31416" y="12919"/>
                  <a:pt x="15943" y="24927"/>
                  <a:pt x="8655" y="33947"/>
                </a:cubicBezTo>
                <a:cubicBezTo>
                  <a:pt x="1367" y="42968"/>
                  <a:pt x="-843" y="52167"/>
                  <a:pt x="411" y="61546"/>
                </a:cubicBezTo>
                <a:cubicBezTo>
                  <a:pt x="1666" y="70925"/>
                  <a:pt x="3936" y="83710"/>
                  <a:pt x="16182" y="90221"/>
                </a:cubicBezTo>
                <a:cubicBezTo>
                  <a:pt x="28429" y="96733"/>
                  <a:pt x="57641" y="99002"/>
                  <a:pt x="73890" y="100615"/>
                </a:cubicBezTo>
                <a:cubicBezTo>
                  <a:pt x="90139" y="102228"/>
                  <a:pt x="100712" y="94641"/>
                  <a:pt x="113675" y="99898"/>
                </a:cubicBezTo>
                <a:cubicBezTo>
                  <a:pt x="126638" y="105155"/>
                  <a:pt x="140498" y="125347"/>
                  <a:pt x="151669" y="132157"/>
                </a:cubicBezTo>
                <a:cubicBezTo>
                  <a:pt x="162840" y="138967"/>
                  <a:pt x="169591" y="140880"/>
                  <a:pt x="180702" y="140760"/>
                </a:cubicBezTo>
                <a:cubicBezTo>
                  <a:pt x="191814" y="140641"/>
                  <a:pt x="208242" y="137593"/>
                  <a:pt x="218338" y="131440"/>
                </a:cubicBezTo>
                <a:cubicBezTo>
                  <a:pt x="228434" y="125287"/>
                  <a:pt x="237275" y="113997"/>
                  <a:pt x="241277" y="103841"/>
                </a:cubicBezTo>
                <a:cubicBezTo>
                  <a:pt x="245280" y="93686"/>
                  <a:pt x="244563" y="80961"/>
                  <a:pt x="242353" y="70507"/>
                </a:cubicBezTo>
                <a:cubicBezTo>
                  <a:pt x="240143" y="60053"/>
                  <a:pt x="234407" y="48582"/>
                  <a:pt x="228015" y="41115"/>
                </a:cubicBezTo>
                <a:cubicBezTo>
                  <a:pt x="221623" y="33648"/>
                  <a:pt x="215350" y="27734"/>
                  <a:pt x="204000" y="25703"/>
                </a:cubicBezTo>
                <a:cubicBezTo>
                  <a:pt x="192650" y="23672"/>
                  <a:pt x="171443" y="29168"/>
                  <a:pt x="159913" y="28929"/>
                </a:cubicBezTo>
                <a:cubicBezTo>
                  <a:pt x="148384" y="28690"/>
                  <a:pt x="147308" y="28929"/>
                  <a:pt x="134823" y="24269"/>
                </a:cubicBezTo>
                <a:close/>
              </a:path>
            </a:pathLst>
          </a:custGeom>
          <a:solidFill>
            <a:srgbClr val="C7CAEA">
              <a:alpha val="52090"/>
            </a:srgbClr>
          </a:solidFill>
          <a:ln>
            <a:noFill/>
          </a:ln>
        </p:spPr>
      </p:sp>
      <p:sp>
        <p:nvSpPr>
          <p:cNvPr id="150" name="Google Shape;150;p18"/>
          <p:cNvSpPr/>
          <p:nvPr/>
        </p:nvSpPr>
        <p:spPr>
          <a:xfrm flipH="1" rot="386051">
            <a:off x="-1246816" y="-1829664"/>
            <a:ext cx="4684551" cy="2907998"/>
          </a:xfrm>
          <a:custGeom>
            <a:rect b="b" l="l" r="r" t="t"/>
            <a:pathLst>
              <a:path extrusionOk="0" h="140790" w="244167">
                <a:moveTo>
                  <a:pt x="134823" y="24269"/>
                </a:moveTo>
                <a:cubicBezTo>
                  <a:pt x="122338" y="19609"/>
                  <a:pt x="100115" y="3779"/>
                  <a:pt x="85001" y="971"/>
                </a:cubicBezTo>
                <a:cubicBezTo>
                  <a:pt x="69887" y="-1837"/>
                  <a:pt x="56864" y="1927"/>
                  <a:pt x="44140" y="7423"/>
                </a:cubicBezTo>
                <a:cubicBezTo>
                  <a:pt x="31416" y="12919"/>
                  <a:pt x="15943" y="24927"/>
                  <a:pt x="8655" y="33947"/>
                </a:cubicBezTo>
                <a:cubicBezTo>
                  <a:pt x="1367" y="42968"/>
                  <a:pt x="-843" y="52167"/>
                  <a:pt x="411" y="61546"/>
                </a:cubicBezTo>
                <a:cubicBezTo>
                  <a:pt x="1666" y="70925"/>
                  <a:pt x="3936" y="83710"/>
                  <a:pt x="16182" y="90221"/>
                </a:cubicBezTo>
                <a:cubicBezTo>
                  <a:pt x="28429" y="96733"/>
                  <a:pt x="57641" y="99002"/>
                  <a:pt x="73890" y="100615"/>
                </a:cubicBezTo>
                <a:cubicBezTo>
                  <a:pt x="90139" y="102228"/>
                  <a:pt x="100712" y="94641"/>
                  <a:pt x="113675" y="99898"/>
                </a:cubicBezTo>
                <a:cubicBezTo>
                  <a:pt x="126638" y="105155"/>
                  <a:pt x="140498" y="125347"/>
                  <a:pt x="151669" y="132157"/>
                </a:cubicBezTo>
                <a:cubicBezTo>
                  <a:pt x="162840" y="138967"/>
                  <a:pt x="169591" y="140880"/>
                  <a:pt x="180702" y="140760"/>
                </a:cubicBezTo>
                <a:cubicBezTo>
                  <a:pt x="191814" y="140641"/>
                  <a:pt x="208242" y="137593"/>
                  <a:pt x="218338" y="131440"/>
                </a:cubicBezTo>
                <a:cubicBezTo>
                  <a:pt x="228434" y="125287"/>
                  <a:pt x="237275" y="113997"/>
                  <a:pt x="241277" y="103841"/>
                </a:cubicBezTo>
                <a:cubicBezTo>
                  <a:pt x="245280" y="93686"/>
                  <a:pt x="244563" y="80961"/>
                  <a:pt x="242353" y="70507"/>
                </a:cubicBezTo>
                <a:cubicBezTo>
                  <a:pt x="240143" y="60053"/>
                  <a:pt x="234407" y="48582"/>
                  <a:pt x="228015" y="41115"/>
                </a:cubicBezTo>
                <a:cubicBezTo>
                  <a:pt x="221623" y="33648"/>
                  <a:pt x="215350" y="27734"/>
                  <a:pt x="204000" y="25703"/>
                </a:cubicBezTo>
                <a:cubicBezTo>
                  <a:pt x="192650" y="23672"/>
                  <a:pt x="171443" y="29168"/>
                  <a:pt x="159913" y="28929"/>
                </a:cubicBezTo>
                <a:cubicBezTo>
                  <a:pt x="148384" y="28690"/>
                  <a:pt x="147308" y="28929"/>
                  <a:pt x="134823" y="24269"/>
                </a:cubicBezTo>
                <a:close/>
              </a:path>
            </a:pathLst>
          </a:custGeom>
          <a:noFill/>
          <a:ln cap="flat" cmpd="sng" w="9525">
            <a:solidFill>
              <a:schemeClr val="dk2"/>
            </a:solidFill>
            <a:prstDash val="solid"/>
            <a:round/>
            <a:headEnd len="med" w="med" type="none"/>
            <a:tailEnd len="med" w="med" type="none"/>
          </a:ln>
        </p:spPr>
      </p:sp>
      <p:sp>
        <p:nvSpPr>
          <p:cNvPr id="151" name="Google Shape;151;p18"/>
          <p:cNvSpPr/>
          <p:nvPr/>
        </p:nvSpPr>
        <p:spPr>
          <a:xfrm flipH="1" rot="3340532">
            <a:off x="7742894" y="-550619"/>
            <a:ext cx="2010148" cy="1348805"/>
          </a:xfrm>
          <a:custGeom>
            <a:rect b="b" l="l" r="r" t="t"/>
            <a:pathLst>
              <a:path extrusionOk="0" h="27472" w="40942">
                <a:moveTo>
                  <a:pt x="26941" y="3084"/>
                </a:moveTo>
                <a:cubicBezTo>
                  <a:pt x="22042" y="-22"/>
                  <a:pt x="15889" y="-321"/>
                  <a:pt x="11528" y="217"/>
                </a:cubicBezTo>
                <a:cubicBezTo>
                  <a:pt x="7167" y="755"/>
                  <a:pt x="2030" y="3263"/>
                  <a:pt x="775" y="6310"/>
                </a:cubicBezTo>
                <a:cubicBezTo>
                  <a:pt x="-479" y="9357"/>
                  <a:pt x="-539" y="14973"/>
                  <a:pt x="4001" y="18497"/>
                </a:cubicBezTo>
                <a:cubicBezTo>
                  <a:pt x="8541" y="22022"/>
                  <a:pt x="21863" y="27397"/>
                  <a:pt x="28016" y="27457"/>
                </a:cubicBezTo>
                <a:cubicBezTo>
                  <a:pt x="34169" y="27517"/>
                  <a:pt x="41099" y="22917"/>
                  <a:pt x="40920" y="18855"/>
                </a:cubicBezTo>
                <a:cubicBezTo>
                  <a:pt x="40741" y="14793"/>
                  <a:pt x="31840" y="6190"/>
                  <a:pt x="26941" y="3084"/>
                </a:cubicBezTo>
                <a:close/>
              </a:path>
            </a:pathLst>
          </a:custGeom>
          <a:solidFill>
            <a:srgbClr val="C7CAEA">
              <a:alpha val="52090"/>
            </a:srgbClr>
          </a:solidFill>
          <a:ln>
            <a:noFill/>
          </a:ln>
        </p:spPr>
      </p:sp>
      <p:sp>
        <p:nvSpPr>
          <p:cNvPr id="152" name="Google Shape;152;p18"/>
          <p:cNvSpPr/>
          <p:nvPr/>
        </p:nvSpPr>
        <p:spPr>
          <a:xfrm flipH="1" rot="3340532">
            <a:off x="7666694" y="-474419"/>
            <a:ext cx="2010148" cy="1348805"/>
          </a:xfrm>
          <a:custGeom>
            <a:rect b="b" l="l" r="r" t="t"/>
            <a:pathLst>
              <a:path extrusionOk="0" h="27472" w="40942">
                <a:moveTo>
                  <a:pt x="26941" y="3084"/>
                </a:moveTo>
                <a:cubicBezTo>
                  <a:pt x="22042" y="-22"/>
                  <a:pt x="15889" y="-321"/>
                  <a:pt x="11528" y="217"/>
                </a:cubicBezTo>
                <a:cubicBezTo>
                  <a:pt x="7167" y="755"/>
                  <a:pt x="2030" y="3263"/>
                  <a:pt x="775" y="6310"/>
                </a:cubicBezTo>
                <a:cubicBezTo>
                  <a:pt x="-479" y="9357"/>
                  <a:pt x="-539" y="14973"/>
                  <a:pt x="4001" y="18497"/>
                </a:cubicBezTo>
                <a:cubicBezTo>
                  <a:pt x="8541" y="22022"/>
                  <a:pt x="21863" y="27397"/>
                  <a:pt x="28016" y="27457"/>
                </a:cubicBezTo>
                <a:cubicBezTo>
                  <a:pt x="34169" y="27517"/>
                  <a:pt x="41099" y="22917"/>
                  <a:pt x="40920" y="18855"/>
                </a:cubicBezTo>
                <a:cubicBezTo>
                  <a:pt x="40741" y="14793"/>
                  <a:pt x="31840" y="6190"/>
                  <a:pt x="26941" y="3084"/>
                </a:cubicBezTo>
                <a:close/>
              </a:path>
            </a:pathLst>
          </a:custGeom>
          <a:noFill/>
          <a:ln cap="flat" cmpd="sng" w="9525">
            <a:solidFill>
              <a:schemeClr val="dk2"/>
            </a:solidFill>
            <a:prstDash val="solid"/>
            <a:round/>
            <a:headEnd len="med" w="med" type="none"/>
            <a:tailEnd len="med" w="med" type="none"/>
          </a:ln>
        </p:spPr>
      </p:sp>
      <p:sp>
        <p:nvSpPr>
          <p:cNvPr id="153" name="Google Shape;153;p18"/>
          <p:cNvSpPr/>
          <p:nvPr/>
        </p:nvSpPr>
        <p:spPr>
          <a:xfrm flipH="1" rot="-9722339">
            <a:off x="2253681" y="4430191"/>
            <a:ext cx="4683923" cy="2907608"/>
          </a:xfrm>
          <a:custGeom>
            <a:rect b="b" l="l" r="r" t="t"/>
            <a:pathLst>
              <a:path extrusionOk="0" h="140790" w="244167">
                <a:moveTo>
                  <a:pt x="134823" y="24269"/>
                </a:moveTo>
                <a:cubicBezTo>
                  <a:pt x="122338" y="19609"/>
                  <a:pt x="100115" y="3779"/>
                  <a:pt x="85001" y="971"/>
                </a:cubicBezTo>
                <a:cubicBezTo>
                  <a:pt x="69887" y="-1837"/>
                  <a:pt x="56864" y="1927"/>
                  <a:pt x="44140" y="7423"/>
                </a:cubicBezTo>
                <a:cubicBezTo>
                  <a:pt x="31416" y="12919"/>
                  <a:pt x="15943" y="24927"/>
                  <a:pt x="8655" y="33947"/>
                </a:cubicBezTo>
                <a:cubicBezTo>
                  <a:pt x="1367" y="42968"/>
                  <a:pt x="-843" y="52167"/>
                  <a:pt x="411" y="61546"/>
                </a:cubicBezTo>
                <a:cubicBezTo>
                  <a:pt x="1666" y="70925"/>
                  <a:pt x="3936" y="83710"/>
                  <a:pt x="16182" y="90221"/>
                </a:cubicBezTo>
                <a:cubicBezTo>
                  <a:pt x="28429" y="96733"/>
                  <a:pt x="57641" y="99002"/>
                  <a:pt x="73890" y="100615"/>
                </a:cubicBezTo>
                <a:cubicBezTo>
                  <a:pt x="90139" y="102228"/>
                  <a:pt x="100712" y="94641"/>
                  <a:pt x="113675" y="99898"/>
                </a:cubicBezTo>
                <a:cubicBezTo>
                  <a:pt x="126638" y="105155"/>
                  <a:pt x="140498" y="125347"/>
                  <a:pt x="151669" y="132157"/>
                </a:cubicBezTo>
                <a:cubicBezTo>
                  <a:pt x="162840" y="138967"/>
                  <a:pt x="169591" y="140880"/>
                  <a:pt x="180702" y="140760"/>
                </a:cubicBezTo>
                <a:cubicBezTo>
                  <a:pt x="191814" y="140641"/>
                  <a:pt x="208242" y="137593"/>
                  <a:pt x="218338" y="131440"/>
                </a:cubicBezTo>
                <a:cubicBezTo>
                  <a:pt x="228434" y="125287"/>
                  <a:pt x="237275" y="113997"/>
                  <a:pt x="241277" y="103841"/>
                </a:cubicBezTo>
                <a:cubicBezTo>
                  <a:pt x="245280" y="93686"/>
                  <a:pt x="244563" y="80961"/>
                  <a:pt x="242353" y="70507"/>
                </a:cubicBezTo>
                <a:cubicBezTo>
                  <a:pt x="240143" y="60053"/>
                  <a:pt x="234407" y="48582"/>
                  <a:pt x="228015" y="41115"/>
                </a:cubicBezTo>
                <a:cubicBezTo>
                  <a:pt x="221623" y="33648"/>
                  <a:pt x="215350" y="27734"/>
                  <a:pt x="204000" y="25703"/>
                </a:cubicBezTo>
                <a:cubicBezTo>
                  <a:pt x="192650" y="23672"/>
                  <a:pt x="171443" y="29168"/>
                  <a:pt x="159913" y="28929"/>
                </a:cubicBezTo>
                <a:cubicBezTo>
                  <a:pt x="148384" y="28690"/>
                  <a:pt x="147308" y="28929"/>
                  <a:pt x="134823" y="24269"/>
                </a:cubicBezTo>
                <a:close/>
              </a:path>
            </a:pathLst>
          </a:custGeom>
          <a:solidFill>
            <a:srgbClr val="C7CAEA">
              <a:alpha val="52090"/>
            </a:srgbClr>
          </a:solidFill>
          <a:ln>
            <a:noFill/>
          </a:ln>
        </p:spPr>
      </p:sp>
      <p:sp>
        <p:nvSpPr>
          <p:cNvPr id="154" name="Google Shape;154;p18"/>
          <p:cNvSpPr/>
          <p:nvPr/>
        </p:nvSpPr>
        <p:spPr>
          <a:xfrm flipH="1" rot="-9722381">
            <a:off x="2262721" y="4352815"/>
            <a:ext cx="4683671" cy="2907814"/>
          </a:xfrm>
          <a:custGeom>
            <a:rect b="b" l="l" r="r" t="t"/>
            <a:pathLst>
              <a:path extrusionOk="0" h="140790" w="244167">
                <a:moveTo>
                  <a:pt x="134823" y="24269"/>
                </a:moveTo>
                <a:cubicBezTo>
                  <a:pt x="122338" y="19609"/>
                  <a:pt x="100115" y="3779"/>
                  <a:pt x="85001" y="971"/>
                </a:cubicBezTo>
                <a:cubicBezTo>
                  <a:pt x="69887" y="-1837"/>
                  <a:pt x="56864" y="1927"/>
                  <a:pt x="44140" y="7423"/>
                </a:cubicBezTo>
                <a:cubicBezTo>
                  <a:pt x="31416" y="12919"/>
                  <a:pt x="15943" y="24927"/>
                  <a:pt x="8655" y="33947"/>
                </a:cubicBezTo>
                <a:cubicBezTo>
                  <a:pt x="1367" y="42968"/>
                  <a:pt x="-843" y="52167"/>
                  <a:pt x="411" y="61546"/>
                </a:cubicBezTo>
                <a:cubicBezTo>
                  <a:pt x="1666" y="70925"/>
                  <a:pt x="3936" y="83710"/>
                  <a:pt x="16182" y="90221"/>
                </a:cubicBezTo>
                <a:cubicBezTo>
                  <a:pt x="28429" y="96733"/>
                  <a:pt x="57641" y="99002"/>
                  <a:pt x="73890" y="100615"/>
                </a:cubicBezTo>
                <a:cubicBezTo>
                  <a:pt x="90139" y="102228"/>
                  <a:pt x="100712" y="94641"/>
                  <a:pt x="113675" y="99898"/>
                </a:cubicBezTo>
                <a:cubicBezTo>
                  <a:pt x="126638" y="105155"/>
                  <a:pt x="140498" y="125347"/>
                  <a:pt x="151669" y="132157"/>
                </a:cubicBezTo>
                <a:cubicBezTo>
                  <a:pt x="162840" y="138967"/>
                  <a:pt x="169591" y="140880"/>
                  <a:pt x="180702" y="140760"/>
                </a:cubicBezTo>
                <a:cubicBezTo>
                  <a:pt x="191814" y="140641"/>
                  <a:pt x="208242" y="137593"/>
                  <a:pt x="218338" y="131440"/>
                </a:cubicBezTo>
                <a:cubicBezTo>
                  <a:pt x="228434" y="125287"/>
                  <a:pt x="237275" y="113997"/>
                  <a:pt x="241277" y="103841"/>
                </a:cubicBezTo>
                <a:cubicBezTo>
                  <a:pt x="245280" y="93686"/>
                  <a:pt x="244563" y="80961"/>
                  <a:pt x="242353" y="70507"/>
                </a:cubicBezTo>
                <a:cubicBezTo>
                  <a:pt x="240143" y="60053"/>
                  <a:pt x="234407" y="48582"/>
                  <a:pt x="228015" y="41115"/>
                </a:cubicBezTo>
                <a:cubicBezTo>
                  <a:pt x="221623" y="33648"/>
                  <a:pt x="215350" y="27734"/>
                  <a:pt x="204000" y="25703"/>
                </a:cubicBezTo>
                <a:cubicBezTo>
                  <a:pt x="192650" y="23672"/>
                  <a:pt x="171443" y="29168"/>
                  <a:pt x="159913" y="28929"/>
                </a:cubicBezTo>
                <a:cubicBezTo>
                  <a:pt x="148384" y="28690"/>
                  <a:pt x="147308" y="28929"/>
                  <a:pt x="134823" y="24269"/>
                </a:cubicBezTo>
                <a:close/>
              </a:path>
            </a:pathLst>
          </a:custGeom>
          <a:noFill/>
          <a:ln cap="flat" cmpd="sng" w="9525">
            <a:solidFill>
              <a:schemeClr val="dk2"/>
            </a:solidFill>
            <a:prstDash val="solid"/>
            <a:round/>
            <a:headEnd len="med" w="med" type="none"/>
            <a:tailEnd len="med" w="med" type="none"/>
          </a:ln>
        </p:spPr>
      </p:sp>
      <p:sp>
        <p:nvSpPr>
          <p:cNvPr id="155" name="Google Shape;155;p18"/>
          <p:cNvSpPr txBox="1"/>
          <p:nvPr>
            <p:ph type="title"/>
          </p:nvPr>
        </p:nvSpPr>
        <p:spPr>
          <a:xfrm>
            <a:off x="719975" y="535000"/>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56" name="Google Shape;156;p18"/>
          <p:cNvSpPr txBox="1"/>
          <p:nvPr>
            <p:ph idx="1" type="subTitle"/>
          </p:nvPr>
        </p:nvSpPr>
        <p:spPr>
          <a:xfrm>
            <a:off x="876250" y="2340035"/>
            <a:ext cx="2019000" cy="4848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atin typeface="Karla"/>
                <a:ea typeface="Karla"/>
                <a:cs typeface="Karla"/>
                <a:sym typeface="Karla"/>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57" name="Google Shape;157;p18"/>
          <p:cNvSpPr txBox="1"/>
          <p:nvPr>
            <p:ph idx="2" type="subTitle"/>
          </p:nvPr>
        </p:nvSpPr>
        <p:spPr>
          <a:xfrm>
            <a:off x="3548388" y="2340035"/>
            <a:ext cx="2019000" cy="4848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atin typeface="Karla"/>
                <a:ea typeface="Karla"/>
                <a:cs typeface="Karla"/>
                <a:sym typeface="Karla"/>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58" name="Google Shape;158;p18"/>
          <p:cNvSpPr txBox="1"/>
          <p:nvPr>
            <p:ph idx="3" type="subTitle"/>
          </p:nvPr>
        </p:nvSpPr>
        <p:spPr>
          <a:xfrm>
            <a:off x="6220525" y="2340035"/>
            <a:ext cx="2075400" cy="4848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atin typeface="Karla"/>
                <a:ea typeface="Karla"/>
                <a:cs typeface="Karla"/>
                <a:sym typeface="Karla"/>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59" name="Google Shape;159;p18"/>
          <p:cNvSpPr txBox="1"/>
          <p:nvPr>
            <p:ph idx="4" type="subTitle"/>
          </p:nvPr>
        </p:nvSpPr>
        <p:spPr>
          <a:xfrm>
            <a:off x="862163" y="4123701"/>
            <a:ext cx="2019000" cy="4848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atin typeface="Karla"/>
                <a:ea typeface="Karla"/>
                <a:cs typeface="Karla"/>
                <a:sym typeface="Karla"/>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60" name="Google Shape;160;p18"/>
          <p:cNvSpPr txBox="1"/>
          <p:nvPr>
            <p:ph idx="5" type="subTitle"/>
          </p:nvPr>
        </p:nvSpPr>
        <p:spPr>
          <a:xfrm>
            <a:off x="3534300" y="4123701"/>
            <a:ext cx="2019000" cy="4848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atin typeface="Karla"/>
                <a:ea typeface="Karla"/>
                <a:cs typeface="Karla"/>
                <a:sym typeface="Karla"/>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61" name="Google Shape;161;p18"/>
          <p:cNvSpPr txBox="1"/>
          <p:nvPr>
            <p:ph idx="6" type="subTitle"/>
          </p:nvPr>
        </p:nvSpPr>
        <p:spPr>
          <a:xfrm>
            <a:off x="6206438" y="4123701"/>
            <a:ext cx="2075400" cy="4848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atin typeface="Karla"/>
                <a:ea typeface="Karla"/>
                <a:cs typeface="Karla"/>
                <a:sym typeface="Karla"/>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62" name="Google Shape;162;p18"/>
          <p:cNvSpPr txBox="1"/>
          <p:nvPr>
            <p:ph idx="7" type="subTitle"/>
          </p:nvPr>
        </p:nvSpPr>
        <p:spPr>
          <a:xfrm>
            <a:off x="876262" y="2041675"/>
            <a:ext cx="2019000" cy="4116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b="1" sz="1800">
                <a:solidFill>
                  <a:schemeClr val="dk1"/>
                </a:solidFill>
                <a:latin typeface="Sora"/>
                <a:ea typeface="Sora"/>
                <a:cs typeface="Sora"/>
                <a:sym typeface="Sora"/>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163" name="Google Shape;163;p18"/>
          <p:cNvSpPr txBox="1"/>
          <p:nvPr>
            <p:ph idx="8" type="subTitle"/>
          </p:nvPr>
        </p:nvSpPr>
        <p:spPr>
          <a:xfrm>
            <a:off x="3562481" y="2041675"/>
            <a:ext cx="2019000" cy="4116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b="1" sz="1800">
                <a:solidFill>
                  <a:schemeClr val="dk1"/>
                </a:solidFill>
                <a:latin typeface="Sora"/>
                <a:ea typeface="Sora"/>
                <a:cs typeface="Sora"/>
                <a:sym typeface="Sora"/>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164" name="Google Shape;164;p18"/>
          <p:cNvSpPr txBox="1"/>
          <p:nvPr>
            <p:ph idx="9" type="subTitle"/>
          </p:nvPr>
        </p:nvSpPr>
        <p:spPr>
          <a:xfrm>
            <a:off x="6220525" y="2041675"/>
            <a:ext cx="2075400" cy="4116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b="1" sz="1800">
                <a:solidFill>
                  <a:schemeClr val="dk1"/>
                </a:solidFill>
                <a:latin typeface="Sora"/>
                <a:ea typeface="Sora"/>
                <a:cs typeface="Sora"/>
                <a:sym typeface="Sora"/>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165" name="Google Shape;165;p18"/>
          <p:cNvSpPr txBox="1"/>
          <p:nvPr>
            <p:ph idx="13" type="subTitle"/>
          </p:nvPr>
        </p:nvSpPr>
        <p:spPr>
          <a:xfrm>
            <a:off x="862163" y="3818051"/>
            <a:ext cx="2019000" cy="4116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b="1" sz="1800">
                <a:solidFill>
                  <a:schemeClr val="dk1"/>
                </a:solidFill>
                <a:latin typeface="Sora"/>
                <a:ea typeface="Sora"/>
                <a:cs typeface="Sora"/>
                <a:sym typeface="Sora"/>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166" name="Google Shape;166;p18"/>
          <p:cNvSpPr txBox="1"/>
          <p:nvPr>
            <p:ph idx="14" type="subTitle"/>
          </p:nvPr>
        </p:nvSpPr>
        <p:spPr>
          <a:xfrm>
            <a:off x="3534294" y="3818051"/>
            <a:ext cx="2019000" cy="4116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b="1" sz="1800">
                <a:solidFill>
                  <a:schemeClr val="dk1"/>
                </a:solidFill>
                <a:latin typeface="Sora"/>
                <a:ea typeface="Sora"/>
                <a:cs typeface="Sora"/>
                <a:sym typeface="Sora"/>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167" name="Google Shape;167;p18"/>
          <p:cNvSpPr txBox="1"/>
          <p:nvPr>
            <p:ph idx="15" type="subTitle"/>
          </p:nvPr>
        </p:nvSpPr>
        <p:spPr>
          <a:xfrm>
            <a:off x="6206425" y="3818051"/>
            <a:ext cx="2075400" cy="4116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b="1" sz="1800">
                <a:solidFill>
                  <a:schemeClr val="dk1"/>
                </a:solidFill>
                <a:latin typeface="Sora"/>
                <a:ea typeface="Sora"/>
                <a:cs typeface="Sora"/>
                <a:sym typeface="Sora"/>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BLANK_1_1_1_1_1_1">
    <p:spTree>
      <p:nvGrpSpPr>
        <p:cNvPr id="168" name="Shape 168"/>
        <p:cNvGrpSpPr/>
        <p:nvPr/>
      </p:nvGrpSpPr>
      <p:grpSpPr>
        <a:xfrm>
          <a:off x="0" y="0"/>
          <a:ext cx="0" cy="0"/>
          <a:chOff x="0" y="0"/>
          <a:chExt cx="0" cy="0"/>
        </a:xfrm>
      </p:grpSpPr>
      <p:sp>
        <p:nvSpPr>
          <p:cNvPr id="169" name="Google Shape;169;p19"/>
          <p:cNvSpPr/>
          <p:nvPr/>
        </p:nvSpPr>
        <p:spPr>
          <a:xfrm flipH="1" rot="386051">
            <a:off x="-1267159" y="-1890275"/>
            <a:ext cx="4684551" cy="2907998"/>
          </a:xfrm>
          <a:custGeom>
            <a:rect b="b" l="l" r="r" t="t"/>
            <a:pathLst>
              <a:path extrusionOk="0" h="140790" w="244167">
                <a:moveTo>
                  <a:pt x="134823" y="24269"/>
                </a:moveTo>
                <a:cubicBezTo>
                  <a:pt x="122338" y="19609"/>
                  <a:pt x="100115" y="3779"/>
                  <a:pt x="85001" y="971"/>
                </a:cubicBezTo>
                <a:cubicBezTo>
                  <a:pt x="69887" y="-1837"/>
                  <a:pt x="56864" y="1927"/>
                  <a:pt x="44140" y="7423"/>
                </a:cubicBezTo>
                <a:cubicBezTo>
                  <a:pt x="31416" y="12919"/>
                  <a:pt x="15943" y="24927"/>
                  <a:pt x="8655" y="33947"/>
                </a:cubicBezTo>
                <a:cubicBezTo>
                  <a:pt x="1367" y="42968"/>
                  <a:pt x="-843" y="52167"/>
                  <a:pt x="411" y="61546"/>
                </a:cubicBezTo>
                <a:cubicBezTo>
                  <a:pt x="1666" y="70925"/>
                  <a:pt x="3936" y="83710"/>
                  <a:pt x="16182" y="90221"/>
                </a:cubicBezTo>
                <a:cubicBezTo>
                  <a:pt x="28429" y="96733"/>
                  <a:pt x="57641" y="99002"/>
                  <a:pt x="73890" y="100615"/>
                </a:cubicBezTo>
                <a:cubicBezTo>
                  <a:pt x="90139" y="102228"/>
                  <a:pt x="100712" y="94641"/>
                  <a:pt x="113675" y="99898"/>
                </a:cubicBezTo>
                <a:cubicBezTo>
                  <a:pt x="126638" y="105155"/>
                  <a:pt x="140498" y="125347"/>
                  <a:pt x="151669" y="132157"/>
                </a:cubicBezTo>
                <a:cubicBezTo>
                  <a:pt x="162840" y="138967"/>
                  <a:pt x="169591" y="140880"/>
                  <a:pt x="180702" y="140760"/>
                </a:cubicBezTo>
                <a:cubicBezTo>
                  <a:pt x="191814" y="140641"/>
                  <a:pt x="208242" y="137593"/>
                  <a:pt x="218338" y="131440"/>
                </a:cubicBezTo>
                <a:cubicBezTo>
                  <a:pt x="228434" y="125287"/>
                  <a:pt x="237275" y="113997"/>
                  <a:pt x="241277" y="103841"/>
                </a:cubicBezTo>
                <a:cubicBezTo>
                  <a:pt x="245280" y="93686"/>
                  <a:pt x="244563" y="80961"/>
                  <a:pt x="242353" y="70507"/>
                </a:cubicBezTo>
                <a:cubicBezTo>
                  <a:pt x="240143" y="60053"/>
                  <a:pt x="234407" y="48582"/>
                  <a:pt x="228015" y="41115"/>
                </a:cubicBezTo>
                <a:cubicBezTo>
                  <a:pt x="221623" y="33648"/>
                  <a:pt x="215350" y="27734"/>
                  <a:pt x="204000" y="25703"/>
                </a:cubicBezTo>
                <a:cubicBezTo>
                  <a:pt x="192650" y="23672"/>
                  <a:pt x="171443" y="29168"/>
                  <a:pt x="159913" y="28929"/>
                </a:cubicBezTo>
                <a:cubicBezTo>
                  <a:pt x="148384" y="28690"/>
                  <a:pt x="147308" y="28929"/>
                  <a:pt x="134823" y="24269"/>
                </a:cubicBezTo>
                <a:close/>
              </a:path>
            </a:pathLst>
          </a:custGeom>
          <a:solidFill>
            <a:srgbClr val="C7CAEA">
              <a:alpha val="52090"/>
            </a:srgbClr>
          </a:solidFill>
          <a:ln>
            <a:noFill/>
          </a:ln>
        </p:spPr>
      </p:sp>
      <p:sp>
        <p:nvSpPr>
          <p:cNvPr id="170" name="Google Shape;170;p19"/>
          <p:cNvSpPr/>
          <p:nvPr/>
        </p:nvSpPr>
        <p:spPr>
          <a:xfrm flipH="1" rot="386051">
            <a:off x="-1246816" y="-1829664"/>
            <a:ext cx="4684551" cy="2907998"/>
          </a:xfrm>
          <a:custGeom>
            <a:rect b="b" l="l" r="r" t="t"/>
            <a:pathLst>
              <a:path extrusionOk="0" h="140790" w="244167">
                <a:moveTo>
                  <a:pt x="134823" y="24269"/>
                </a:moveTo>
                <a:cubicBezTo>
                  <a:pt x="122338" y="19609"/>
                  <a:pt x="100115" y="3779"/>
                  <a:pt x="85001" y="971"/>
                </a:cubicBezTo>
                <a:cubicBezTo>
                  <a:pt x="69887" y="-1837"/>
                  <a:pt x="56864" y="1927"/>
                  <a:pt x="44140" y="7423"/>
                </a:cubicBezTo>
                <a:cubicBezTo>
                  <a:pt x="31416" y="12919"/>
                  <a:pt x="15943" y="24927"/>
                  <a:pt x="8655" y="33947"/>
                </a:cubicBezTo>
                <a:cubicBezTo>
                  <a:pt x="1367" y="42968"/>
                  <a:pt x="-843" y="52167"/>
                  <a:pt x="411" y="61546"/>
                </a:cubicBezTo>
                <a:cubicBezTo>
                  <a:pt x="1666" y="70925"/>
                  <a:pt x="3936" y="83710"/>
                  <a:pt x="16182" y="90221"/>
                </a:cubicBezTo>
                <a:cubicBezTo>
                  <a:pt x="28429" y="96733"/>
                  <a:pt x="57641" y="99002"/>
                  <a:pt x="73890" y="100615"/>
                </a:cubicBezTo>
                <a:cubicBezTo>
                  <a:pt x="90139" y="102228"/>
                  <a:pt x="100712" y="94641"/>
                  <a:pt x="113675" y="99898"/>
                </a:cubicBezTo>
                <a:cubicBezTo>
                  <a:pt x="126638" y="105155"/>
                  <a:pt x="140498" y="125347"/>
                  <a:pt x="151669" y="132157"/>
                </a:cubicBezTo>
                <a:cubicBezTo>
                  <a:pt x="162840" y="138967"/>
                  <a:pt x="169591" y="140880"/>
                  <a:pt x="180702" y="140760"/>
                </a:cubicBezTo>
                <a:cubicBezTo>
                  <a:pt x="191814" y="140641"/>
                  <a:pt x="208242" y="137593"/>
                  <a:pt x="218338" y="131440"/>
                </a:cubicBezTo>
                <a:cubicBezTo>
                  <a:pt x="228434" y="125287"/>
                  <a:pt x="237275" y="113997"/>
                  <a:pt x="241277" y="103841"/>
                </a:cubicBezTo>
                <a:cubicBezTo>
                  <a:pt x="245280" y="93686"/>
                  <a:pt x="244563" y="80961"/>
                  <a:pt x="242353" y="70507"/>
                </a:cubicBezTo>
                <a:cubicBezTo>
                  <a:pt x="240143" y="60053"/>
                  <a:pt x="234407" y="48582"/>
                  <a:pt x="228015" y="41115"/>
                </a:cubicBezTo>
                <a:cubicBezTo>
                  <a:pt x="221623" y="33648"/>
                  <a:pt x="215350" y="27734"/>
                  <a:pt x="204000" y="25703"/>
                </a:cubicBezTo>
                <a:cubicBezTo>
                  <a:pt x="192650" y="23672"/>
                  <a:pt x="171443" y="29168"/>
                  <a:pt x="159913" y="28929"/>
                </a:cubicBezTo>
                <a:cubicBezTo>
                  <a:pt x="148384" y="28690"/>
                  <a:pt x="147308" y="28929"/>
                  <a:pt x="134823" y="24269"/>
                </a:cubicBezTo>
                <a:close/>
              </a:path>
            </a:pathLst>
          </a:custGeom>
          <a:noFill/>
          <a:ln cap="flat" cmpd="sng" w="9525">
            <a:solidFill>
              <a:schemeClr val="dk2"/>
            </a:solidFill>
            <a:prstDash val="solid"/>
            <a:round/>
            <a:headEnd len="med" w="med" type="none"/>
            <a:tailEnd len="med" w="med" type="none"/>
          </a:ln>
        </p:spPr>
      </p:sp>
      <p:sp>
        <p:nvSpPr>
          <p:cNvPr id="171" name="Google Shape;171;p19"/>
          <p:cNvSpPr/>
          <p:nvPr/>
        </p:nvSpPr>
        <p:spPr>
          <a:xfrm rot="7864140">
            <a:off x="8100160" y="4394906"/>
            <a:ext cx="2010121" cy="1348787"/>
          </a:xfrm>
          <a:custGeom>
            <a:rect b="b" l="l" r="r" t="t"/>
            <a:pathLst>
              <a:path extrusionOk="0" h="27472" w="40942">
                <a:moveTo>
                  <a:pt x="26941" y="3084"/>
                </a:moveTo>
                <a:cubicBezTo>
                  <a:pt x="22042" y="-22"/>
                  <a:pt x="15889" y="-321"/>
                  <a:pt x="11528" y="217"/>
                </a:cubicBezTo>
                <a:cubicBezTo>
                  <a:pt x="7167" y="755"/>
                  <a:pt x="2030" y="3263"/>
                  <a:pt x="775" y="6310"/>
                </a:cubicBezTo>
                <a:cubicBezTo>
                  <a:pt x="-479" y="9357"/>
                  <a:pt x="-539" y="14973"/>
                  <a:pt x="4001" y="18497"/>
                </a:cubicBezTo>
                <a:cubicBezTo>
                  <a:pt x="8541" y="22022"/>
                  <a:pt x="21863" y="27397"/>
                  <a:pt x="28016" y="27457"/>
                </a:cubicBezTo>
                <a:cubicBezTo>
                  <a:pt x="34169" y="27517"/>
                  <a:pt x="41099" y="22917"/>
                  <a:pt x="40920" y="18855"/>
                </a:cubicBezTo>
                <a:cubicBezTo>
                  <a:pt x="40741" y="14793"/>
                  <a:pt x="31840" y="6190"/>
                  <a:pt x="26941" y="3084"/>
                </a:cubicBezTo>
                <a:close/>
              </a:path>
            </a:pathLst>
          </a:custGeom>
          <a:solidFill>
            <a:srgbClr val="C7CAEA">
              <a:alpha val="52090"/>
            </a:srgbClr>
          </a:solidFill>
          <a:ln>
            <a:noFill/>
          </a:ln>
        </p:spPr>
      </p:sp>
      <p:sp>
        <p:nvSpPr>
          <p:cNvPr id="172" name="Google Shape;172;p19"/>
          <p:cNvSpPr/>
          <p:nvPr/>
        </p:nvSpPr>
        <p:spPr>
          <a:xfrm rot="7864140">
            <a:off x="8042926" y="4301852"/>
            <a:ext cx="2010121" cy="1348787"/>
          </a:xfrm>
          <a:custGeom>
            <a:rect b="b" l="l" r="r" t="t"/>
            <a:pathLst>
              <a:path extrusionOk="0" h="27472" w="40942">
                <a:moveTo>
                  <a:pt x="26941" y="3084"/>
                </a:moveTo>
                <a:cubicBezTo>
                  <a:pt x="22042" y="-22"/>
                  <a:pt x="15889" y="-321"/>
                  <a:pt x="11528" y="217"/>
                </a:cubicBezTo>
                <a:cubicBezTo>
                  <a:pt x="7167" y="755"/>
                  <a:pt x="2030" y="3263"/>
                  <a:pt x="775" y="6310"/>
                </a:cubicBezTo>
                <a:cubicBezTo>
                  <a:pt x="-479" y="9357"/>
                  <a:pt x="-539" y="14973"/>
                  <a:pt x="4001" y="18497"/>
                </a:cubicBezTo>
                <a:cubicBezTo>
                  <a:pt x="8541" y="22022"/>
                  <a:pt x="21863" y="27397"/>
                  <a:pt x="28016" y="27457"/>
                </a:cubicBezTo>
                <a:cubicBezTo>
                  <a:pt x="34169" y="27517"/>
                  <a:pt x="41099" y="22917"/>
                  <a:pt x="40920" y="18855"/>
                </a:cubicBezTo>
                <a:cubicBezTo>
                  <a:pt x="40741" y="14793"/>
                  <a:pt x="31840" y="6190"/>
                  <a:pt x="26941" y="3084"/>
                </a:cubicBezTo>
                <a:close/>
              </a:path>
            </a:pathLst>
          </a:custGeom>
          <a:noFill/>
          <a:ln cap="flat" cmpd="sng" w="9525">
            <a:solidFill>
              <a:schemeClr val="dk2"/>
            </a:solidFill>
            <a:prstDash val="solid"/>
            <a:round/>
            <a:headEnd len="med" w="med" type="none"/>
            <a:tailEnd len="med" w="med" type="none"/>
          </a:ln>
        </p:spPr>
      </p:sp>
      <p:sp>
        <p:nvSpPr>
          <p:cNvPr id="173" name="Google Shape;173;p19"/>
          <p:cNvSpPr/>
          <p:nvPr/>
        </p:nvSpPr>
        <p:spPr>
          <a:xfrm flipH="1" rot="-7713949">
            <a:off x="-1729765" y="3985562"/>
            <a:ext cx="4683843" cy="2907559"/>
          </a:xfrm>
          <a:custGeom>
            <a:rect b="b" l="l" r="r" t="t"/>
            <a:pathLst>
              <a:path extrusionOk="0" h="140790" w="244167">
                <a:moveTo>
                  <a:pt x="134823" y="24269"/>
                </a:moveTo>
                <a:cubicBezTo>
                  <a:pt x="122338" y="19609"/>
                  <a:pt x="100115" y="3779"/>
                  <a:pt x="85001" y="971"/>
                </a:cubicBezTo>
                <a:cubicBezTo>
                  <a:pt x="69887" y="-1837"/>
                  <a:pt x="56864" y="1927"/>
                  <a:pt x="44140" y="7423"/>
                </a:cubicBezTo>
                <a:cubicBezTo>
                  <a:pt x="31416" y="12919"/>
                  <a:pt x="15943" y="24927"/>
                  <a:pt x="8655" y="33947"/>
                </a:cubicBezTo>
                <a:cubicBezTo>
                  <a:pt x="1367" y="42968"/>
                  <a:pt x="-843" y="52167"/>
                  <a:pt x="411" y="61546"/>
                </a:cubicBezTo>
                <a:cubicBezTo>
                  <a:pt x="1666" y="70925"/>
                  <a:pt x="3936" y="83710"/>
                  <a:pt x="16182" y="90221"/>
                </a:cubicBezTo>
                <a:cubicBezTo>
                  <a:pt x="28429" y="96733"/>
                  <a:pt x="57641" y="99002"/>
                  <a:pt x="73890" y="100615"/>
                </a:cubicBezTo>
                <a:cubicBezTo>
                  <a:pt x="90139" y="102228"/>
                  <a:pt x="100712" y="94641"/>
                  <a:pt x="113675" y="99898"/>
                </a:cubicBezTo>
                <a:cubicBezTo>
                  <a:pt x="126638" y="105155"/>
                  <a:pt x="140498" y="125347"/>
                  <a:pt x="151669" y="132157"/>
                </a:cubicBezTo>
                <a:cubicBezTo>
                  <a:pt x="162840" y="138967"/>
                  <a:pt x="169591" y="140880"/>
                  <a:pt x="180702" y="140760"/>
                </a:cubicBezTo>
                <a:cubicBezTo>
                  <a:pt x="191814" y="140641"/>
                  <a:pt x="208242" y="137593"/>
                  <a:pt x="218338" y="131440"/>
                </a:cubicBezTo>
                <a:cubicBezTo>
                  <a:pt x="228434" y="125287"/>
                  <a:pt x="237275" y="113997"/>
                  <a:pt x="241277" y="103841"/>
                </a:cubicBezTo>
                <a:cubicBezTo>
                  <a:pt x="245280" y="93686"/>
                  <a:pt x="244563" y="80961"/>
                  <a:pt x="242353" y="70507"/>
                </a:cubicBezTo>
                <a:cubicBezTo>
                  <a:pt x="240143" y="60053"/>
                  <a:pt x="234407" y="48582"/>
                  <a:pt x="228015" y="41115"/>
                </a:cubicBezTo>
                <a:cubicBezTo>
                  <a:pt x="221623" y="33648"/>
                  <a:pt x="215350" y="27734"/>
                  <a:pt x="204000" y="25703"/>
                </a:cubicBezTo>
                <a:cubicBezTo>
                  <a:pt x="192650" y="23672"/>
                  <a:pt x="171443" y="29168"/>
                  <a:pt x="159913" y="28929"/>
                </a:cubicBezTo>
                <a:cubicBezTo>
                  <a:pt x="148384" y="28690"/>
                  <a:pt x="147308" y="28929"/>
                  <a:pt x="134823" y="24269"/>
                </a:cubicBezTo>
                <a:close/>
              </a:path>
            </a:pathLst>
          </a:custGeom>
          <a:solidFill>
            <a:srgbClr val="C7CAEA">
              <a:alpha val="52090"/>
            </a:srgbClr>
          </a:solidFill>
          <a:ln>
            <a:noFill/>
          </a:ln>
        </p:spPr>
      </p:sp>
      <p:sp>
        <p:nvSpPr>
          <p:cNvPr id="174" name="Google Shape;174;p19"/>
          <p:cNvSpPr/>
          <p:nvPr/>
        </p:nvSpPr>
        <p:spPr>
          <a:xfrm flipH="1" rot="-7713991">
            <a:off x="-1701418" y="3897106"/>
            <a:ext cx="4684200" cy="2907328"/>
          </a:xfrm>
          <a:custGeom>
            <a:rect b="b" l="l" r="r" t="t"/>
            <a:pathLst>
              <a:path extrusionOk="0" h="140790" w="244167">
                <a:moveTo>
                  <a:pt x="134823" y="24269"/>
                </a:moveTo>
                <a:cubicBezTo>
                  <a:pt x="122338" y="19609"/>
                  <a:pt x="100115" y="3779"/>
                  <a:pt x="85001" y="971"/>
                </a:cubicBezTo>
                <a:cubicBezTo>
                  <a:pt x="69887" y="-1837"/>
                  <a:pt x="56864" y="1927"/>
                  <a:pt x="44140" y="7423"/>
                </a:cubicBezTo>
                <a:cubicBezTo>
                  <a:pt x="31416" y="12919"/>
                  <a:pt x="15943" y="24927"/>
                  <a:pt x="8655" y="33947"/>
                </a:cubicBezTo>
                <a:cubicBezTo>
                  <a:pt x="1367" y="42968"/>
                  <a:pt x="-843" y="52167"/>
                  <a:pt x="411" y="61546"/>
                </a:cubicBezTo>
                <a:cubicBezTo>
                  <a:pt x="1666" y="70925"/>
                  <a:pt x="3936" y="83710"/>
                  <a:pt x="16182" y="90221"/>
                </a:cubicBezTo>
                <a:cubicBezTo>
                  <a:pt x="28429" y="96733"/>
                  <a:pt x="57641" y="99002"/>
                  <a:pt x="73890" y="100615"/>
                </a:cubicBezTo>
                <a:cubicBezTo>
                  <a:pt x="90139" y="102228"/>
                  <a:pt x="100712" y="94641"/>
                  <a:pt x="113675" y="99898"/>
                </a:cubicBezTo>
                <a:cubicBezTo>
                  <a:pt x="126638" y="105155"/>
                  <a:pt x="140498" y="125347"/>
                  <a:pt x="151669" y="132157"/>
                </a:cubicBezTo>
                <a:cubicBezTo>
                  <a:pt x="162840" y="138967"/>
                  <a:pt x="169591" y="140880"/>
                  <a:pt x="180702" y="140760"/>
                </a:cubicBezTo>
                <a:cubicBezTo>
                  <a:pt x="191814" y="140641"/>
                  <a:pt x="208242" y="137593"/>
                  <a:pt x="218338" y="131440"/>
                </a:cubicBezTo>
                <a:cubicBezTo>
                  <a:pt x="228434" y="125287"/>
                  <a:pt x="237275" y="113997"/>
                  <a:pt x="241277" y="103841"/>
                </a:cubicBezTo>
                <a:cubicBezTo>
                  <a:pt x="245280" y="93686"/>
                  <a:pt x="244563" y="80961"/>
                  <a:pt x="242353" y="70507"/>
                </a:cubicBezTo>
                <a:cubicBezTo>
                  <a:pt x="240143" y="60053"/>
                  <a:pt x="234407" y="48582"/>
                  <a:pt x="228015" y="41115"/>
                </a:cubicBezTo>
                <a:cubicBezTo>
                  <a:pt x="221623" y="33648"/>
                  <a:pt x="215350" y="27734"/>
                  <a:pt x="204000" y="25703"/>
                </a:cubicBezTo>
                <a:cubicBezTo>
                  <a:pt x="192650" y="23672"/>
                  <a:pt x="171443" y="29168"/>
                  <a:pt x="159913" y="28929"/>
                </a:cubicBezTo>
                <a:cubicBezTo>
                  <a:pt x="148384" y="28690"/>
                  <a:pt x="147308" y="28929"/>
                  <a:pt x="134823" y="24269"/>
                </a:cubicBezTo>
                <a:close/>
              </a:path>
            </a:pathLst>
          </a:custGeom>
          <a:noFill/>
          <a:ln cap="flat" cmpd="sng" w="9525">
            <a:solidFill>
              <a:schemeClr val="dk2"/>
            </a:solidFill>
            <a:prstDash val="solid"/>
            <a:round/>
            <a:headEnd len="med" w="med" type="none"/>
            <a:tailEnd len="med" w="med" type="none"/>
          </a:ln>
        </p:spPr>
      </p:sp>
      <p:sp>
        <p:nvSpPr>
          <p:cNvPr id="175" name="Google Shape;175;p19"/>
          <p:cNvSpPr/>
          <p:nvPr/>
        </p:nvSpPr>
        <p:spPr>
          <a:xfrm flipH="1" rot="2963986">
            <a:off x="6500059" y="-1459205"/>
            <a:ext cx="4684146" cy="2907747"/>
          </a:xfrm>
          <a:custGeom>
            <a:rect b="b" l="l" r="r" t="t"/>
            <a:pathLst>
              <a:path extrusionOk="0" h="140790" w="244167">
                <a:moveTo>
                  <a:pt x="134823" y="24269"/>
                </a:moveTo>
                <a:cubicBezTo>
                  <a:pt x="122338" y="19609"/>
                  <a:pt x="100115" y="3779"/>
                  <a:pt x="85001" y="971"/>
                </a:cubicBezTo>
                <a:cubicBezTo>
                  <a:pt x="69887" y="-1837"/>
                  <a:pt x="56864" y="1927"/>
                  <a:pt x="44140" y="7423"/>
                </a:cubicBezTo>
                <a:cubicBezTo>
                  <a:pt x="31416" y="12919"/>
                  <a:pt x="15943" y="24927"/>
                  <a:pt x="8655" y="33947"/>
                </a:cubicBezTo>
                <a:cubicBezTo>
                  <a:pt x="1367" y="42968"/>
                  <a:pt x="-843" y="52167"/>
                  <a:pt x="411" y="61546"/>
                </a:cubicBezTo>
                <a:cubicBezTo>
                  <a:pt x="1666" y="70925"/>
                  <a:pt x="3936" y="83710"/>
                  <a:pt x="16182" y="90221"/>
                </a:cubicBezTo>
                <a:cubicBezTo>
                  <a:pt x="28429" y="96733"/>
                  <a:pt x="57641" y="99002"/>
                  <a:pt x="73890" y="100615"/>
                </a:cubicBezTo>
                <a:cubicBezTo>
                  <a:pt x="90139" y="102228"/>
                  <a:pt x="100712" y="94641"/>
                  <a:pt x="113675" y="99898"/>
                </a:cubicBezTo>
                <a:cubicBezTo>
                  <a:pt x="126638" y="105155"/>
                  <a:pt x="140498" y="125347"/>
                  <a:pt x="151669" y="132157"/>
                </a:cubicBezTo>
                <a:cubicBezTo>
                  <a:pt x="162840" y="138967"/>
                  <a:pt x="169591" y="140880"/>
                  <a:pt x="180702" y="140760"/>
                </a:cubicBezTo>
                <a:cubicBezTo>
                  <a:pt x="191814" y="140641"/>
                  <a:pt x="208242" y="137593"/>
                  <a:pt x="218338" y="131440"/>
                </a:cubicBezTo>
                <a:cubicBezTo>
                  <a:pt x="228434" y="125287"/>
                  <a:pt x="237275" y="113997"/>
                  <a:pt x="241277" y="103841"/>
                </a:cubicBezTo>
                <a:cubicBezTo>
                  <a:pt x="245280" y="93686"/>
                  <a:pt x="244563" y="80961"/>
                  <a:pt x="242353" y="70507"/>
                </a:cubicBezTo>
                <a:cubicBezTo>
                  <a:pt x="240143" y="60053"/>
                  <a:pt x="234407" y="48582"/>
                  <a:pt x="228015" y="41115"/>
                </a:cubicBezTo>
                <a:cubicBezTo>
                  <a:pt x="221623" y="33648"/>
                  <a:pt x="215350" y="27734"/>
                  <a:pt x="204000" y="25703"/>
                </a:cubicBezTo>
                <a:cubicBezTo>
                  <a:pt x="192650" y="23672"/>
                  <a:pt x="171443" y="29168"/>
                  <a:pt x="159913" y="28929"/>
                </a:cubicBezTo>
                <a:cubicBezTo>
                  <a:pt x="148384" y="28690"/>
                  <a:pt x="147308" y="28929"/>
                  <a:pt x="134823" y="24269"/>
                </a:cubicBezTo>
                <a:close/>
              </a:path>
            </a:pathLst>
          </a:custGeom>
          <a:solidFill>
            <a:srgbClr val="C7CAEA">
              <a:alpha val="52090"/>
            </a:srgbClr>
          </a:solidFill>
          <a:ln>
            <a:noFill/>
          </a:ln>
        </p:spPr>
      </p:sp>
      <p:sp>
        <p:nvSpPr>
          <p:cNvPr id="176" name="Google Shape;176;p19"/>
          <p:cNvSpPr/>
          <p:nvPr/>
        </p:nvSpPr>
        <p:spPr>
          <a:xfrm flipH="1" rot="2963825">
            <a:off x="6477467" y="-1369391"/>
            <a:ext cx="4684027" cy="2907793"/>
          </a:xfrm>
          <a:custGeom>
            <a:rect b="b" l="l" r="r" t="t"/>
            <a:pathLst>
              <a:path extrusionOk="0" h="140790" w="244167">
                <a:moveTo>
                  <a:pt x="134823" y="24269"/>
                </a:moveTo>
                <a:cubicBezTo>
                  <a:pt x="122338" y="19609"/>
                  <a:pt x="100115" y="3779"/>
                  <a:pt x="85001" y="971"/>
                </a:cubicBezTo>
                <a:cubicBezTo>
                  <a:pt x="69887" y="-1837"/>
                  <a:pt x="56864" y="1927"/>
                  <a:pt x="44140" y="7423"/>
                </a:cubicBezTo>
                <a:cubicBezTo>
                  <a:pt x="31416" y="12919"/>
                  <a:pt x="15943" y="24927"/>
                  <a:pt x="8655" y="33947"/>
                </a:cubicBezTo>
                <a:cubicBezTo>
                  <a:pt x="1367" y="42968"/>
                  <a:pt x="-843" y="52167"/>
                  <a:pt x="411" y="61546"/>
                </a:cubicBezTo>
                <a:cubicBezTo>
                  <a:pt x="1666" y="70925"/>
                  <a:pt x="3936" y="83710"/>
                  <a:pt x="16182" y="90221"/>
                </a:cubicBezTo>
                <a:cubicBezTo>
                  <a:pt x="28429" y="96733"/>
                  <a:pt x="57641" y="99002"/>
                  <a:pt x="73890" y="100615"/>
                </a:cubicBezTo>
                <a:cubicBezTo>
                  <a:pt x="90139" y="102228"/>
                  <a:pt x="100712" y="94641"/>
                  <a:pt x="113675" y="99898"/>
                </a:cubicBezTo>
                <a:cubicBezTo>
                  <a:pt x="126638" y="105155"/>
                  <a:pt x="140498" y="125347"/>
                  <a:pt x="151669" y="132157"/>
                </a:cubicBezTo>
                <a:cubicBezTo>
                  <a:pt x="162840" y="138967"/>
                  <a:pt x="169591" y="140880"/>
                  <a:pt x="180702" y="140760"/>
                </a:cubicBezTo>
                <a:cubicBezTo>
                  <a:pt x="191814" y="140641"/>
                  <a:pt x="208242" y="137593"/>
                  <a:pt x="218338" y="131440"/>
                </a:cubicBezTo>
                <a:cubicBezTo>
                  <a:pt x="228434" y="125287"/>
                  <a:pt x="237275" y="113997"/>
                  <a:pt x="241277" y="103841"/>
                </a:cubicBezTo>
                <a:cubicBezTo>
                  <a:pt x="245280" y="93686"/>
                  <a:pt x="244563" y="80961"/>
                  <a:pt x="242353" y="70507"/>
                </a:cubicBezTo>
                <a:cubicBezTo>
                  <a:pt x="240143" y="60053"/>
                  <a:pt x="234407" y="48582"/>
                  <a:pt x="228015" y="41115"/>
                </a:cubicBezTo>
                <a:cubicBezTo>
                  <a:pt x="221623" y="33648"/>
                  <a:pt x="215350" y="27734"/>
                  <a:pt x="204000" y="25703"/>
                </a:cubicBezTo>
                <a:cubicBezTo>
                  <a:pt x="192650" y="23672"/>
                  <a:pt x="171443" y="29168"/>
                  <a:pt x="159913" y="28929"/>
                </a:cubicBezTo>
                <a:cubicBezTo>
                  <a:pt x="148384" y="28690"/>
                  <a:pt x="147308" y="28929"/>
                  <a:pt x="134823" y="24269"/>
                </a:cubicBezTo>
                <a:close/>
              </a:path>
            </a:pathLst>
          </a:custGeom>
          <a:noFill/>
          <a:ln cap="flat" cmpd="sng" w="9525">
            <a:solidFill>
              <a:schemeClr val="dk2"/>
            </a:solidFill>
            <a:prstDash val="solid"/>
            <a:round/>
            <a:headEnd len="med" w="med" type="none"/>
            <a:tailEnd len="med" w="med" type="none"/>
          </a:ln>
        </p:spPr>
      </p:sp>
      <p:sp>
        <p:nvSpPr>
          <p:cNvPr id="177" name="Google Shape;177;p19"/>
          <p:cNvSpPr txBox="1"/>
          <p:nvPr>
            <p:ph hasCustomPrompt="1" type="title"/>
          </p:nvPr>
        </p:nvSpPr>
        <p:spPr>
          <a:xfrm>
            <a:off x="993037" y="1470340"/>
            <a:ext cx="1350300" cy="5274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accent5"/>
              </a:buClr>
              <a:buSzPts val="3500"/>
              <a:buNone/>
              <a:defRPr sz="2000"/>
            </a:lvl1pPr>
            <a:lvl2pPr lvl="1" rtl="0">
              <a:spcBef>
                <a:spcPts val="0"/>
              </a:spcBef>
              <a:spcAft>
                <a:spcPts val="0"/>
              </a:spcAft>
              <a:buSzPts val="3200"/>
              <a:buNone/>
              <a:defRPr sz="3200"/>
            </a:lvl2pPr>
            <a:lvl3pPr lvl="2" rtl="0">
              <a:spcBef>
                <a:spcPts val="0"/>
              </a:spcBef>
              <a:spcAft>
                <a:spcPts val="0"/>
              </a:spcAft>
              <a:buSzPts val="3200"/>
              <a:buNone/>
              <a:defRPr sz="3200"/>
            </a:lvl3pPr>
            <a:lvl4pPr lvl="3" rtl="0">
              <a:spcBef>
                <a:spcPts val="0"/>
              </a:spcBef>
              <a:spcAft>
                <a:spcPts val="0"/>
              </a:spcAft>
              <a:buSzPts val="3200"/>
              <a:buNone/>
              <a:defRPr sz="3200"/>
            </a:lvl4pPr>
            <a:lvl5pPr lvl="4" rtl="0">
              <a:spcBef>
                <a:spcPts val="0"/>
              </a:spcBef>
              <a:spcAft>
                <a:spcPts val="0"/>
              </a:spcAft>
              <a:buSzPts val="3200"/>
              <a:buNone/>
              <a:defRPr sz="3200"/>
            </a:lvl5pPr>
            <a:lvl6pPr lvl="5" rtl="0">
              <a:spcBef>
                <a:spcPts val="0"/>
              </a:spcBef>
              <a:spcAft>
                <a:spcPts val="0"/>
              </a:spcAft>
              <a:buSzPts val="3200"/>
              <a:buNone/>
              <a:defRPr sz="3200"/>
            </a:lvl6pPr>
            <a:lvl7pPr lvl="6" rtl="0">
              <a:spcBef>
                <a:spcPts val="0"/>
              </a:spcBef>
              <a:spcAft>
                <a:spcPts val="0"/>
              </a:spcAft>
              <a:buSzPts val="3200"/>
              <a:buNone/>
              <a:defRPr sz="3200"/>
            </a:lvl7pPr>
            <a:lvl8pPr lvl="7" rtl="0">
              <a:spcBef>
                <a:spcPts val="0"/>
              </a:spcBef>
              <a:spcAft>
                <a:spcPts val="0"/>
              </a:spcAft>
              <a:buSzPts val="3200"/>
              <a:buNone/>
              <a:defRPr sz="3200"/>
            </a:lvl8pPr>
            <a:lvl9pPr lvl="8" rtl="0">
              <a:spcBef>
                <a:spcPts val="0"/>
              </a:spcBef>
              <a:spcAft>
                <a:spcPts val="0"/>
              </a:spcAft>
              <a:buSzPts val="3200"/>
              <a:buNone/>
              <a:defRPr sz="3200"/>
            </a:lvl9pPr>
          </a:lstStyle>
          <a:p>
            <a:r>
              <a:t>xx%</a:t>
            </a:r>
          </a:p>
        </p:txBody>
      </p:sp>
      <p:sp>
        <p:nvSpPr>
          <p:cNvPr id="178" name="Google Shape;178;p19"/>
          <p:cNvSpPr txBox="1"/>
          <p:nvPr>
            <p:ph hasCustomPrompt="1" idx="2" type="title"/>
          </p:nvPr>
        </p:nvSpPr>
        <p:spPr>
          <a:xfrm>
            <a:off x="6800663" y="1470340"/>
            <a:ext cx="1350300" cy="5274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accent4"/>
              </a:buClr>
              <a:buSzPts val="3500"/>
              <a:buNone/>
              <a:defRPr sz="2000"/>
            </a:lvl1pPr>
            <a:lvl2pPr lvl="1" rtl="0">
              <a:spcBef>
                <a:spcPts val="0"/>
              </a:spcBef>
              <a:spcAft>
                <a:spcPts val="0"/>
              </a:spcAft>
              <a:buClr>
                <a:schemeClr val="accent4"/>
              </a:buClr>
              <a:buSzPts val="3200"/>
              <a:buNone/>
              <a:defRPr sz="3200">
                <a:solidFill>
                  <a:schemeClr val="accent4"/>
                </a:solidFill>
              </a:defRPr>
            </a:lvl2pPr>
            <a:lvl3pPr lvl="2" rtl="0">
              <a:spcBef>
                <a:spcPts val="0"/>
              </a:spcBef>
              <a:spcAft>
                <a:spcPts val="0"/>
              </a:spcAft>
              <a:buClr>
                <a:schemeClr val="accent4"/>
              </a:buClr>
              <a:buSzPts val="3200"/>
              <a:buNone/>
              <a:defRPr sz="3200">
                <a:solidFill>
                  <a:schemeClr val="accent4"/>
                </a:solidFill>
              </a:defRPr>
            </a:lvl3pPr>
            <a:lvl4pPr lvl="3" rtl="0">
              <a:spcBef>
                <a:spcPts val="0"/>
              </a:spcBef>
              <a:spcAft>
                <a:spcPts val="0"/>
              </a:spcAft>
              <a:buClr>
                <a:schemeClr val="accent4"/>
              </a:buClr>
              <a:buSzPts val="3200"/>
              <a:buNone/>
              <a:defRPr sz="3200">
                <a:solidFill>
                  <a:schemeClr val="accent4"/>
                </a:solidFill>
              </a:defRPr>
            </a:lvl4pPr>
            <a:lvl5pPr lvl="4" rtl="0">
              <a:spcBef>
                <a:spcPts val="0"/>
              </a:spcBef>
              <a:spcAft>
                <a:spcPts val="0"/>
              </a:spcAft>
              <a:buClr>
                <a:schemeClr val="accent4"/>
              </a:buClr>
              <a:buSzPts val="3200"/>
              <a:buNone/>
              <a:defRPr sz="3200">
                <a:solidFill>
                  <a:schemeClr val="accent4"/>
                </a:solidFill>
              </a:defRPr>
            </a:lvl5pPr>
            <a:lvl6pPr lvl="5" rtl="0">
              <a:spcBef>
                <a:spcPts val="0"/>
              </a:spcBef>
              <a:spcAft>
                <a:spcPts val="0"/>
              </a:spcAft>
              <a:buClr>
                <a:schemeClr val="accent4"/>
              </a:buClr>
              <a:buSzPts val="3200"/>
              <a:buNone/>
              <a:defRPr sz="3200">
                <a:solidFill>
                  <a:schemeClr val="accent4"/>
                </a:solidFill>
              </a:defRPr>
            </a:lvl6pPr>
            <a:lvl7pPr lvl="6" rtl="0">
              <a:spcBef>
                <a:spcPts val="0"/>
              </a:spcBef>
              <a:spcAft>
                <a:spcPts val="0"/>
              </a:spcAft>
              <a:buClr>
                <a:schemeClr val="accent4"/>
              </a:buClr>
              <a:buSzPts val="3200"/>
              <a:buNone/>
              <a:defRPr sz="3200">
                <a:solidFill>
                  <a:schemeClr val="accent4"/>
                </a:solidFill>
              </a:defRPr>
            </a:lvl7pPr>
            <a:lvl8pPr lvl="7" rtl="0">
              <a:spcBef>
                <a:spcPts val="0"/>
              </a:spcBef>
              <a:spcAft>
                <a:spcPts val="0"/>
              </a:spcAft>
              <a:buClr>
                <a:schemeClr val="accent4"/>
              </a:buClr>
              <a:buSzPts val="3200"/>
              <a:buNone/>
              <a:defRPr sz="3200">
                <a:solidFill>
                  <a:schemeClr val="accent4"/>
                </a:solidFill>
              </a:defRPr>
            </a:lvl8pPr>
            <a:lvl9pPr lvl="8" rtl="0">
              <a:spcBef>
                <a:spcPts val="0"/>
              </a:spcBef>
              <a:spcAft>
                <a:spcPts val="0"/>
              </a:spcAft>
              <a:buClr>
                <a:schemeClr val="accent4"/>
              </a:buClr>
              <a:buSzPts val="3200"/>
              <a:buNone/>
              <a:defRPr sz="3200">
                <a:solidFill>
                  <a:schemeClr val="accent4"/>
                </a:solidFill>
              </a:defRPr>
            </a:lvl9pPr>
          </a:lstStyle>
          <a:p>
            <a:r>
              <a:t>xx%</a:t>
            </a:r>
          </a:p>
        </p:txBody>
      </p:sp>
      <p:sp>
        <p:nvSpPr>
          <p:cNvPr id="179" name="Google Shape;179;p19"/>
          <p:cNvSpPr txBox="1"/>
          <p:nvPr>
            <p:ph idx="1" type="subTitle"/>
          </p:nvPr>
        </p:nvSpPr>
        <p:spPr>
          <a:xfrm flipH="1">
            <a:off x="814237" y="3651026"/>
            <a:ext cx="1707900" cy="4665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None/>
              <a:defRPr b="1" sz="1800">
                <a:latin typeface="Sora"/>
                <a:ea typeface="Sora"/>
                <a:cs typeface="Sora"/>
                <a:sym typeface="Sora"/>
              </a:defRPr>
            </a:lvl1pPr>
            <a:lvl2pPr lvl="1" rtl="0" algn="ctr">
              <a:lnSpc>
                <a:spcPct val="100000"/>
              </a:lnSpc>
              <a:spcBef>
                <a:spcPts val="0"/>
              </a:spcBef>
              <a:spcAft>
                <a:spcPts val="0"/>
              </a:spcAft>
              <a:buNone/>
              <a:defRPr b="1" sz="1800">
                <a:latin typeface="Sora"/>
                <a:ea typeface="Sora"/>
                <a:cs typeface="Sora"/>
                <a:sym typeface="Sora"/>
              </a:defRPr>
            </a:lvl2pPr>
            <a:lvl3pPr lvl="2" rtl="0" algn="ctr">
              <a:lnSpc>
                <a:spcPct val="100000"/>
              </a:lnSpc>
              <a:spcBef>
                <a:spcPts val="0"/>
              </a:spcBef>
              <a:spcAft>
                <a:spcPts val="0"/>
              </a:spcAft>
              <a:buNone/>
              <a:defRPr b="1" sz="1800">
                <a:latin typeface="Sora"/>
                <a:ea typeface="Sora"/>
                <a:cs typeface="Sora"/>
                <a:sym typeface="Sora"/>
              </a:defRPr>
            </a:lvl3pPr>
            <a:lvl4pPr lvl="3" rtl="0" algn="ctr">
              <a:lnSpc>
                <a:spcPct val="100000"/>
              </a:lnSpc>
              <a:spcBef>
                <a:spcPts val="0"/>
              </a:spcBef>
              <a:spcAft>
                <a:spcPts val="0"/>
              </a:spcAft>
              <a:buNone/>
              <a:defRPr b="1" sz="1800">
                <a:latin typeface="Sora"/>
                <a:ea typeface="Sora"/>
                <a:cs typeface="Sora"/>
                <a:sym typeface="Sora"/>
              </a:defRPr>
            </a:lvl4pPr>
            <a:lvl5pPr lvl="4" rtl="0" algn="ctr">
              <a:lnSpc>
                <a:spcPct val="100000"/>
              </a:lnSpc>
              <a:spcBef>
                <a:spcPts val="0"/>
              </a:spcBef>
              <a:spcAft>
                <a:spcPts val="0"/>
              </a:spcAft>
              <a:buNone/>
              <a:defRPr b="1" sz="1800">
                <a:latin typeface="Sora"/>
                <a:ea typeface="Sora"/>
                <a:cs typeface="Sora"/>
                <a:sym typeface="Sora"/>
              </a:defRPr>
            </a:lvl5pPr>
            <a:lvl6pPr lvl="5" rtl="0" algn="ctr">
              <a:lnSpc>
                <a:spcPct val="100000"/>
              </a:lnSpc>
              <a:spcBef>
                <a:spcPts val="0"/>
              </a:spcBef>
              <a:spcAft>
                <a:spcPts val="0"/>
              </a:spcAft>
              <a:buNone/>
              <a:defRPr b="1" sz="1800">
                <a:latin typeface="Sora"/>
                <a:ea typeface="Sora"/>
                <a:cs typeface="Sora"/>
                <a:sym typeface="Sora"/>
              </a:defRPr>
            </a:lvl6pPr>
            <a:lvl7pPr lvl="6" rtl="0" algn="ctr">
              <a:lnSpc>
                <a:spcPct val="100000"/>
              </a:lnSpc>
              <a:spcBef>
                <a:spcPts val="0"/>
              </a:spcBef>
              <a:spcAft>
                <a:spcPts val="0"/>
              </a:spcAft>
              <a:buNone/>
              <a:defRPr b="1" sz="1800">
                <a:latin typeface="Sora"/>
                <a:ea typeface="Sora"/>
                <a:cs typeface="Sora"/>
                <a:sym typeface="Sora"/>
              </a:defRPr>
            </a:lvl7pPr>
            <a:lvl8pPr lvl="7" rtl="0" algn="ctr">
              <a:lnSpc>
                <a:spcPct val="100000"/>
              </a:lnSpc>
              <a:spcBef>
                <a:spcPts val="0"/>
              </a:spcBef>
              <a:spcAft>
                <a:spcPts val="0"/>
              </a:spcAft>
              <a:buNone/>
              <a:defRPr b="1" sz="1800">
                <a:latin typeface="Sora"/>
                <a:ea typeface="Sora"/>
                <a:cs typeface="Sora"/>
                <a:sym typeface="Sora"/>
              </a:defRPr>
            </a:lvl8pPr>
            <a:lvl9pPr lvl="8" rtl="0" algn="ctr">
              <a:lnSpc>
                <a:spcPct val="100000"/>
              </a:lnSpc>
              <a:spcBef>
                <a:spcPts val="0"/>
              </a:spcBef>
              <a:spcAft>
                <a:spcPts val="0"/>
              </a:spcAft>
              <a:buNone/>
              <a:defRPr b="1" sz="1800">
                <a:latin typeface="Sora"/>
                <a:ea typeface="Sora"/>
                <a:cs typeface="Sora"/>
                <a:sym typeface="Sora"/>
              </a:defRPr>
            </a:lvl9pPr>
          </a:lstStyle>
          <a:p/>
        </p:txBody>
      </p:sp>
      <p:sp>
        <p:nvSpPr>
          <p:cNvPr id="180" name="Google Shape;180;p19"/>
          <p:cNvSpPr txBox="1"/>
          <p:nvPr>
            <p:ph idx="3" type="subTitle"/>
          </p:nvPr>
        </p:nvSpPr>
        <p:spPr>
          <a:xfrm flipH="1">
            <a:off x="814237" y="4035801"/>
            <a:ext cx="17079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None/>
              <a:defRPr>
                <a:latin typeface="Karla"/>
                <a:ea typeface="Karla"/>
                <a:cs typeface="Karla"/>
                <a:sym typeface="Karla"/>
              </a:defRPr>
            </a:lvl1pPr>
            <a:lvl2pPr lvl="1" rtl="0" algn="ctr">
              <a:lnSpc>
                <a:spcPct val="100000"/>
              </a:lnSpc>
              <a:spcBef>
                <a:spcPts val="0"/>
              </a:spcBef>
              <a:spcAft>
                <a:spcPts val="0"/>
              </a:spcAft>
              <a:buNone/>
              <a:defRPr>
                <a:latin typeface="Karla"/>
                <a:ea typeface="Karla"/>
                <a:cs typeface="Karla"/>
                <a:sym typeface="Karla"/>
              </a:defRPr>
            </a:lvl2pPr>
            <a:lvl3pPr lvl="2" rtl="0" algn="ctr">
              <a:lnSpc>
                <a:spcPct val="100000"/>
              </a:lnSpc>
              <a:spcBef>
                <a:spcPts val="0"/>
              </a:spcBef>
              <a:spcAft>
                <a:spcPts val="0"/>
              </a:spcAft>
              <a:buNone/>
              <a:defRPr>
                <a:latin typeface="Karla"/>
                <a:ea typeface="Karla"/>
                <a:cs typeface="Karla"/>
                <a:sym typeface="Karla"/>
              </a:defRPr>
            </a:lvl3pPr>
            <a:lvl4pPr lvl="3" rtl="0" algn="ctr">
              <a:lnSpc>
                <a:spcPct val="100000"/>
              </a:lnSpc>
              <a:spcBef>
                <a:spcPts val="0"/>
              </a:spcBef>
              <a:spcAft>
                <a:spcPts val="0"/>
              </a:spcAft>
              <a:buNone/>
              <a:defRPr>
                <a:latin typeface="Karla"/>
                <a:ea typeface="Karla"/>
                <a:cs typeface="Karla"/>
                <a:sym typeface="Karla"/>
              </a:defRPr>
            </a:lvl4pPr>
            <a:lvl5pPr lvl="4" rtl="0" algn="ctr">
              <a:lnSpc>
                <a:spcPct val="100000"/>
              </a:lnSpc>
              <a:spcBef>
                <a:spcPts val="0"/>
              </a:spcBef>
              <a:spcAft>
                <a:spcPts val="0"/>
              </a:spcAft>
              <a:buNone/>
              <a:defRPr>
                <a:latin typeface="Karla"/>
                <a:ea typeface="Karla"/>
                <a:cs typeface="Karla"/>
                <a:sym typeface="Karla"/>
              </a:defRPr>
            </a:lvl5pPr>
            <a:lvl6pPr lvl="5" rtl="0" algn="ctr">
              <a:lnSpc>
                <a:spcPct val="100000"/>
              </a:lnSpc>
              <a:spcBef>
                <a:spcPts val="0"/>
              </a:spcBef>
              <a:spcAft>
                <a:spcPts val="0"/>
              </a:spcAft>
              <a:buNone/>
              <a:defRPr>
                <a:latin typeface="Karla"/>
                <a:ea typeface="Karla"/>
                <a:cs typeface="Karla"/>
                <a:sym typeface="Karla"/>
              </a:defRPr>
            </a:lvl6pPr>
            <a:lvl7pPr lvl="6" rtl="0" algn="ctr">
              <a:lnSpc>
                <a:spcPct val="100000"/>
              </a:lnSpc>
              <a:spcBef>
                <a:spcPts val="0"/>
              </a:spcBef>
              <a:spcAft>
                <a:spcPts val="0"/>
              </a:spcAft>
              <a:buNone/>
              <a:defRPr>
                <a:latin typeface="Karla"/>
                <a:ea typeface="Karla"/>
                <a:cs typeface="Karla"/>
                <a:sym typeface="Karla"/>
              </a:defRPr>
            </a:lvl7pPr>
            <a:lvl8pPr lvl="7" rtl="0" algn="ctr">
              <a:lnSpc>
                <a:spcPct val="100000"/>
              </a:lnSpc>
              <a:spcBef>
                <a:spcPts val="0"/>
              </a:spcBef>
              <a:spcAft>
                <a:spcPts val="0"/>
              </a:spcAft>
              <a:buNone/>
              <a:defRPr>
                <a:latin typeface="Karla"/>
                <a:ea typeface="Karla"/>
                <a:cs typeface="Karla"/>
                <a:sym typeface="Karla"/>
              </a:defRPr>
            </a:lvl8pPr>
            <a:lvl9pPr lvl="8" rtl="0" algn="ctr">
              <a:lnSpc>
                <a:spcPct val="100000"/>
              </a:lnSpc>
              <a:spcBef>
                <a:spcPts val="0"/>
              </a:spcBef>
              <a:spcAft>
                <a:spcPts val="0"/>
              </a:spcAft>
              <a:buNone/>
              <a:defRPr>
                <a:latin typeface="Karla"/>
                <a:ea typeface="Karla"/>
                <a:cs typeface="Karla"/>
                <a:sym typeface="Karla"/>
              </a:defRPr>
            </a:lvl9pPr>
          </a:lstStyle>
          <a:p/>
        </p:txBody>
      </p:sp>
      <p:sp>
        <p:nvSpPr>
          <p:cNvPr id="181" name="Google Shape;181;p19"/>
          <p:cNvSpPr txBox="1"/>
          <p:nvPr>
            <p:ph idx="4" type="subTitle"/>
          </p:nvPr>
        </p:nvSpPr>
        <p:spPr>
          <a:xfrm flipH="1">
            <a:off x="6621863" y="3651026"/>
            <a:ext cx="1707900" cy="4665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None/>
              <a:defRPr b="1" sz="1800">
                <a:latin typeface="Sora"/>
                <a:ea typeface="Sora"/>
                <a:cs typeface="Sora"/>
                <a:sym typeface="Sora"/>
              </a:defRPr>
            </a:lvl1pPr>
            <a:lvl2pPr lvl="1" rtl="0" algn="ctr">
              <a:lnSpc>
                <a:spcPct val="100000"/>
              </a:lnSpc>
              <a:spcBef>
                <a:spcPts val="0"/>
              </a:spcBef>
              <a:spcAft>
                <a:spcPts val="0"/>
              </a:spcAft>
              <a:buNone/>
              <a:defRPr b="1" sz="1800">
                <a:latin typeface="Sora"/>
                <a:ea typeface="Sora"/>
                <a:cs typeface="Sora"/>
                <a:sym typeface="Sora"/>
              </a:defRPr>
            </a:lvl2pPr>
            <a:lvl3pPr lvl="2" rtl="0" algn="ctr">
              <a:lnSpc>
                <a:spcPct val="100000"/>
              </a:lnSpc>
              <a:spcBef>
                <a:spcPts val="0"/>
              </a:spcBef>
              <a:spcAft>
                <a:spcPts val="0"/>
              </a:spcAft>
              <a:buNone/>
              <a:defRPr b="1" sz="1800">
                <a:latin typeface="Sora"/>
                <a:ea typeface="Sora"/>
                <a:cs typeface="Sora"/>
                <a:sym typeface="Sora"/>
              </a:defRPr>
            </a:lvl3pPr>
            <a:lvl4pPr lvl="3" rtl="0" algn="ctr">
              <a:lnSpc>
                <a:spcPct val="100000"/>
              </a:lnSpc>
              <a:spcBef>
                <a:spcPts val="0"/>
              </a:spcBef>
              <a:spcAft>
                <a:spcPts val="0"/>
              </a:spcAft>
              <a:buNone/>
              <a:defRPr b="1" sz="1800">
                <a:latin typeface="Sora"/>
                <a:ea typeface="Sora"/>
                <a:cs typeface="Sora"/>
                <a:sym typeface="Sora"/>
              </a:defRPr>
            </a:lvl4pPr>
            <a:lvl5pPr lvl="4" rtl="0" algn="ctr">
              <a:lnSpc>
                <a:spcPct val="100000"/>
              </a:lnSpc>
              <a:spcBef>
                <a:spcPts val="0"/>
              </a:spcBef>
              <a:spcAft>
                <a:spcPts val="0"/>
              </a:spcAft>
              <a:buNone/>
              <a:defRPr b="1" sz="1800">
                <a:latin typeface="Sora"/>
                <a:ea typeface="Sora"/>
                <a:cs typeface="Sora"/>
                <a:sym typeface="Sora"/>
              </a:defRPr>
            </a:lvl5pPr>
            <a:lvl6pPr lvl="5" rtl="0" algn="ctr">
              <a:lnSpc>
                <a:spcPct val="100000"/>
              </a:lnSpc>
              <a:spcBef>
                <a:spcPts val="0"/>
              </a:spcBef>
              <a:spcAft>
                <a:spcPts val="0"/>
              </a:spcAft>
              <a:buNone/>
              <a:defRPr b="1" sz="1800">
                <a:latin typeface="Sora"/>
                <a:ea typeface="Sora"/>
                <a:cs typeface="Sora"/>
                <a:sym typeface="Sora"/>
              </a:defRPr>
            </a:lvl6pPr>
            <a:lvl7pPr lvl="6" rtl="0" algn="ctr">
              <a:lnSpc>
                <a:spcPct val="100000"/>
              </a:lnSpc>
              <a:spcBef>
                <a:spcPts val="0"/>
              </a:spcBef>
              <a:spcAft>
                <a:spcPts val="0"/>
              </a:spcAft>
              <a:buNone/>
              <a:defRPr b="1" sz="1800">
                <a:latin typeface="Sora"/>
                <a:ea typeface="Sora"/>
                <a:cs typeface="Sora"/>
                <a:sym typeface="Sora"/>
              </a:defRPr>
            </a:lvl7pPr>
            <a:lvl8pPr lvl="7" rtl="0" algn="ctr">
              <a:lnSpc>
                <a:spcPct val="100000"/>
              </a:lnSpc>
              <a:spcBef>
                <a:spcPts val="0"/>
              </a:spcBef>
              <a:spcAft>
                <a:spcPts val="0"/>
              </a:spcAft>
              <a:buNone/>
              <a:defRPr b="1" sz="1800">
                <a:latin typeface="Sora"/>
                <a:ea typeface="Sora"/>
                <a:cs typeface="Sora"/>
                <a:sym typeface="Sora"/>
              </a:defRPr>
            </a:lvl8pPr>
            <a:lvl9pPr lvl="8" rtl="0" algn="ctr">
              <a:lnSpc>
                <a:spcPct val="100000"/>
              </a:lnSpc>
              <a:spcBef>
                <a:spcPts val="0"/>
              </a:spcBef>
              <a:spcAft>
                <a:spcPts val="0"/>
              </a:spcAft>
              <a:buNone/>
              <a:defRPr b="1" sz="1800">
                <a:latin typeface="Sora"/>
                <a:ea typeface="Sora"/>
                <a:cs typeface="Sora"/>
                <a:sym typeface="Sora"/>
              </a:defRPr>
            </a:lvl9pPr>
          </a:lstStyle>
          <a:p/>
        </p:txBody>
      </p:sp>
      <p:sp>
        <p:nvSpPr>
          <p:cNvPr id="182" name="Google Shape;182;p19"/>
          <p:cNvSpPr txBox="1"/>
          <p:nvPr>
            <p:ph idx="5" type="subTitle"/>
          </p:nvPr>
        </p:nvSpPr>
        <p:spPr>
          <a:xfrm flipH="1">
            <a:off x="6621863" y="4035801"/>
            <a:ext cx="17079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None/>
              <a:defRPr>
                <a:latin typeface="Karla"/>
                <a:ea typeface="Karla"/>
                <a:cs typeface="Karla"/>
                <a:sym typeface="Karla"/>
              </a:defRPr>
            </a:lvl1pPr>
            <a:lvl2pPr lvl="1" rtl="0" algn="ctr">
              <a:lnSpc>
                <a:spcPct val="100000"/>
              </a:lnSpc>
              <a:spcBef>
                <a:spcPts val="0"/>
              </a:spcBef>
              <a:spcAft>
                <a:spcPts val="0"/>
              </a:spcAft>
              <a:buNone/>
              <a:defRPr>
                <a:latin typeface="Karla"/>
                <a:ea typeface="Karla"/>
                <a:cs typeface="Karla"/>
                <a:sym typeface="Karla"/>
              </a:defRPr>
            </a:lvl2pPr>
            <a:lvl3pPr lvl="2" rtl="0" algn="ctr">
              <a:lnSpc>
                <a:spcPct val="100000"/>
              </a:lnSpc>
              <a:spcBef>
                <a:spcPts val="0"/>
              </a:spcBef>
              <a:spcAft>
                <a:spcPts val="0"/>
              </a:spcAft>
              <a:buNone/>
              <a:defRPr>
                <a:latin typeface="Karla"/>
                <a:ea typeface="Karla"/>
                <a:cs typeface="Karla"/>
                <a:sym typeface="Karla"/>
              </a:defRPr>
            </a:lvl3pPr>
            <a:lvl4pPr lvl="3" rtl="0" algn="ctr">
              <a:lnSpc>
                <a:spcPct val="100000"/>
              </a:lnSpc>
              <a:spcBef>
                <a:spcPts val="0"/>
              </a:spcBef>
              <a:spcAft>
                <a:spcPts val="0"/>
              </a:spcAft>
              <a:buNone/>
              <a:defRPr>
                <a:latin typeface="Karla"/>
                <a:ea typeface="Karla"/>
                <a:cs typeface="Karla"/>
                <a:sym typeface="Karla"/>
              </a:defRPr>
            </a:lvl4pPr>
            <a:lvl5pPr lvl="4" rtl="0" algn="ctr">
              <a:lnSpc>
                <a:spcPct val="100000"/>
              </a:lnSpc>
              <a:spcBef>
                <a:spcPts val="0"/>
              </a:spcBef>
              <a:spcAft>
                <a:spcPts val="0"/>
              </a:spcAft>
              <a:buNone/>
              <a:defRPr>
                <a:latin typeface="Karla"/>
                <a:ea typeface="Karla"/>
                <a:cs typeface="Karla"/>
                <a:sym typeface="Karla"/>
              </a:defRPr>
            </a:lvl5pPr>
            <a:lvl6pPr lvl="5" rtl="0" algn="ctr">
              <a:lnSpc>
                <a:spcPct val="100000"/>
              </a:lnSpc>
              <a:spcBef>
                <a:spcPts val="0"/>
              </a:spcBef>
              <a:spcAft>
                <a:spcPts val="0"/>
              </a:spcAft>
              <a:buNone/>
              <a:defRPr>
                <a:latin typeface="Karla"/>
                <a:ea typeface="Karla"/>
                <a:cs typeface="Karla"/>
                <a:sym typeface="Karla"/>
              </a:defRPr>
            </a:lvl6pPr>
            <a:lvl7pPr lvl="6" rtl="0" algn="ctr">
              <a:lnSpc>
                <a:spcPct val="100000"/>
              </a:lnSpc>
              <a:spcBef>
                <a:spcPts val="0"/>
              </a:spcBef>
              <a:spcAft>
                <a:spcPts val="0"/>
              </a:spcAft>
              <a:buNone/>
              <a:defRPr>
                <a:latin typeface="Karla"/>
                <a:ea typeface="Karla"/>
                <a:cs typeface="Karla"/>
                <a:sym typeface="Karla"/>
              </a:defRPr>
            </a:lvl7pPr>
            <a:lvl8pPr lvl="7" rtl="0" algn="ctr">
              <a:lnSpc>
                <a:spcPct val="100000"/>
              </a:lnSpc>
              <a:spcBef>
                <a:spcPts val="0"/>
              </a:spcBef>
              <a:spcAft>
                <a:spcPts val="0"/>
              </a:spcAft>
              <a:buNone/>
              <a:defRPr>
                <a:latin typeface="Karla"/>
                <a:ea typeface="Karla"/>
                <a:cs typeface="Karla"/>
                <a:sym typeface="Karla"/>
              </a:defRPr>
            </a:lvl8pPr>
            <a:lvl9pPr lvl="8" rtl="0" algn="ctr">
              <a:lnSpc>
                <a:spcPct val="100000"/>
              </a:lnSpc>
              <a:spcBef>
                <a:spcPts val="0"/>
              </a:spcBef>
              <a:spcAft>
                <a:spcPts val="0"/>
              </a:spcAft>
              <a:buNone/>
              <a:defRPr>
                <a:latin typeface="Karla"/>
                <a:ea typeface="Karla"/>
                <a:cs typeface="Karla"/>
                <a:sym typeface="Karla"/>
              </a:defRPr>
            </a:lvl9pPr>
          </a:lstStyle>
          <a:p/>
        </p:txBody>
      </p:sp>
      <p:sp>
        <p:nvSpPr>
          <p:cNvPr id="183" name="Google Shape;183;p19"/>
          <p:cNvSpPr txBox="1"/>
          <p:nvPr>
            <p:ph hasCustomPrompt="1" idx="6" type="title"/>
          </p:nvPr>
        </p:nvSpPr>
        <p:spPr>
          <a:xfrm>
            <a:off x="2928912" y="1470340"/>
            <a:ext cx="1350300" cy="5274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accent5"/>
              </a:buClr>
              <a:buSzPts val="3500"/>
              <a:buNone/>
              <a:defRPr sz="2000"/>
            </a:lvl1pPr>
            <a:lvl2pPr lvl="1" rtl="0">
              <a:spcBef>
                <a:spcPts val="0"/>
              </a:spcBef>
              <a:spcAft>
                <a:spcPts val="0"/>
              </a:spcAft>
              <a:buSzPts val="3200"/>
              <a:buNone/>
              <a:defRPr sz="3200"/>
            </a:lvl2pPr>
            <a:lvl3pPr lvl="2" rtl="0">
              <a:spcBef>
                <a:spcPts val="0"/>
              </a:spcBef>
              <a:spcAft>
                <a:spcPts val="0"/>
              </a:spcAft>
              <a:buSzPts val="3200"/>
              <a:buNone/>
              <a:defRPr sz="3200"/>
            </a:lvl3pPr>
            <a:lvl4pPr lvl="3" rtl="0">
              <a:spcBef>
                <a:spcPts val="0"/>
              </a:spcBef>
              <a:spcAft>
                <a:spcPts val="0"/>
              </a:spcAft>
              <a:buSzPts val="3200"/>
              <a:buNone/>
              <a:defRPr sz="3200"/>
            </a:lvl4pPr>
            <a:lvl5pPr lvl="4" rtl="0">
              <a:spcBef>
                <a:spcPts val="0"/>
              </a:spcBef>
              <a:spcAft>
                <a:spcPts val="0"/>
              </a:spcAft>
              <a:buSzPts val="3200"/>
              <a:buNone/>
              <a:defRPr sz="3200"/>
            </a:lvl5pPr>
            <a:lvl6pPr lvl="5" rtl="0">
              <a:spcBef>
                <a:spcPts val="0"/>
              </a:spcBef>
              <a:spcAft>
                <a:spcPts val="0"/>
              </a:spcAft>
              <a:buSzPts val="3200"/>
              <a:buNone/>
              <a:defRPr sz="3200"/>
            </a:lvl6pPr>
            <a:lvl7pPr lvl="6" rtl="0">
              <a:spcBef>
                <a:spcPts val="0"/>
              </a:spcBef>
              <a:spcAft>
                <a:spcPts val="0"/>
              </a:spcAft>
              <a:buSzPts val="3200"/>
              <a:buNone/>
              <a:defRPr sz="3200"/>
            </a:lvl7pPr>
            <a:lvl8pPr lvl="7" rtl="0">
              <a:spcBef>
                <a:spcPts val="0"/>
              </a:spcBef>
              <a:spcAft>
                <a:spcPts val="0"/>
              </a:spcAft>
              <a:buSzPts val="3200"/>
              <a:buNone/>
              <a:defRPr sz="3200"/>
            </a:lvl8pPr>
            <a:lvl9pPr lvl="8" rtl="0">
              <a:spcBef>
                <a:spcPts val="0"/>
              </a:spcBef>
              <a:spcAft>
                <a:spcPts val="0"/>
              </a:spcAft>
              <a:buSzPts val="3200"/>
              <a:buNone/>
              <a:defRPr sz="3200"/>
            </a:lvl9pPr>
          </a:lstStyle>
          <a:p>
            <a:r>
              <a:t>xx%</a:t>
            </a:r>
          </a:p>
        </p:txBody>
      </p:sp>
      <p:sp>
        <p:nvSpPr>
          <p:cNvPr id="184" name="Google Shape;184;p19"/>
          <p:cNvSpPr txBox="1"/>
          <p:nvPr>
            <p:ph idx="7" type="subTitle"/>
          </p:nvPr>
        </p:nvSpPr>
        <p:spPr>
          <a:xfrm flipH="1">
            <a:off x="2750112" y="3651026"/>
            <a:ext cx="1707900" cy="4665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None/>
              <a:defRPr b="1" sz="1800">
                <a:latin typeface="Sora"/>
                <a:ea typeface="Sora"/>
                <a:cs typeface="Sora"/>
                <a:sym typeface="Sora"/>
              </a:defRPr>
            </a:lvl1pPr>
            <a:lvl2pPr lvl="1" rtl="0" algn="ctr">
              <a:lnSpc>
                <a:spcPct val="100000"/>
              </a:lnSpc>
              <a:spcBef>
                <a:spcPts val="0"/>
              </a:spcBef>
              <a:spcAft>
                <a:spcPts val="0"/>
              </a:spcAft>
              <a:buNone/>
              <a:defRPr b="1" sz="1800">
                <a:latin typeface="Sora"/>
                <a:ea typeface="Sora"/>
                <a:cs typeface="Sora"/>
                <a:sym typeface="Sora"/>
              </a:defRPr>
            </a:lvl2pPr>
            <a:lvl3pPr lvl="2" rtl="0" algn="ctr">
              <a:lnSpc>
                <a:spcPct val="100000"/>
              </a:lnSpc>
              <a:spcBef>
                <a:spcPts val="0"/>
              </a:spcBef>
              <a:spcAft>
                <a:spcPts val="0"/>
              </a:spcAft>
              <a:buNone/>
              <a:defRPr b="1" sz="1800">
                <a:latin typeface="Sora"/>
                <a:ea typeface="Sora"/>
                <a:cs typeface="Sora"/>
                <a:sym typeface="Sora"/>
              </a:defRPr>
            </a:lvl3pPr>
            <a:lvl4pPr lvl="3" rtl="0" algn="ctr">
              <a:lnSpc>
                <a:spcPct val="100000"/>
              </a:lnSpc>
              <a:spcBef>
                <a:spcPts val="0"/>
              </a:spcBef>
              <a:spcAft>
                <a:spcPts val="0"/>
              </a:spcAft>
              <a:buNone/>
              <a:defRPr b="1" sz="1800">
                <a:latin typeface="Sora"/>
                <a:ea typeface="Sora"/>
                <a:cs typeface="Sora"/>
                <a:sym typeface="Sora"/>
              </a:defRPr>
            </a:lvl4pPr>
            <a:lvl5pPr lvl="4" rtl="0" algn="ctr">
              <a:lnSpc>
                <a:spcPct val="100000"/>
              </a:lnSpc>
              <a:spcBef>
                <a:spcPts val="0"/>
              </a:spcBef>
              <a:spcAft>
                <a:spcPts val="0"/>
              </a:spcAft>
              <a:buNone/>
              <a:defRPr b="1" sz="1800">
                <a:latin typeface="Sora"/>
                <a:ea typeface="Sora"/>
                <a:cs typeface="Sora"/>
                <a:sym typeface="Sora"/>
              </a:defRPr>
            </a:lvl5pPr>
            <a:lvl6pPr lvl="5" rtl="0" algn="ctr">
              <a:lnSpc>
                <a:spcPct val="100000"/>
              </a:lnSpc>
              <a:spcBef>
                <a:spcPts val="0"/>
              </a:spcBef>
              <a:spcAft>
                <a:spcPts val="0"/>
              </a:spcAft>
              <a:buNone/>
              <a:defRPr b="1" sz="1800">
                <a:latin typeface="Sora"/>
                <a:ea typeface="Sora"/>
                <a:cs typeface="Sora"/>
                <a:sym typeface="Sora"/>
              </a:defRPr>
            </a:lvl6pPr>
            <a:lvl7pPr lvl="6" rtl="0" algn="ctr">
              <a:lnSpc>
                <a:spcPct val="100000"/>
              </a:lnSpc>
              <a:spcBef>
                <a:spcPts val="0"/>
              </a:spcBef>
              <a:spcAft>
                <a:spcPts val="0"/>
              </a:spcAft>
              <a:buNone/>
              <a:defRPr b="1" sz="1800">
                <a:latin typeface="Sora"/>
                <a:ea typeface="Sora"/>
                <a:cs typeface="Sora"/>
                <a:sym typeface="Sora"/>
              </a:defRPr>
            </a:lvl7pPr>
            <a:lvl8pPr lvl="7" rtl="0" algn="ctr">
              <a:lnSpc>
                <a:spcPct val="100000"/>
              </a:lnSpc>
              <a:spcBef>
                <a:spcPts val="0"/>
              </a:spcBef>
              <a:spcAft>
                <a:spcPts val="0"/>
              </a:spcAft>
              <a:buNone/>
              <a:defRPr b="1" sz="1800">
                <a:latin typeface="Sora"/>
                <a:ea typeface="Sora"/>
                <a:cs typeface="Sora"/>
                <a:sym typeface="Sora"/>
              </a:defRPr>
            </a:lvl8pPr>
            <a:lvl9pPr lvl="8" rtl="0" algn="ctr">
              <a:lnSpc>
                <a:spcPct val="100000"/>
              </a:lnSpc>
              <a:spcBef>
                <a:spcPts val="0"/>
              </a:spcBef>
              <a:spcAft>
                <a:spcPts val="0"/>
              </a:spcAft>
              <a:buNone/>
              <a:defRPr b="1" sz="1800">
                <a:latin typeface="Sora"/>
                <a:ea typeface="Sora"/>
                <a:cs typeface="Sora"/>
                <a:sym typeface="Sora"/>
              </a:defRPr>
            </a:lvl9pPr>
          </a:lstStyle>
          <a:p/>
        </p:txBody>
      </p:sp>
      <p:sp>
        <p:nvSpPr>
          <p:cNvPr id="185" name="Google Shape;185;p19"/>
          <p:cNvSpPr txBox="1"/>
          <p:nvPr>
            <p:ph idx="8" type="subTitle"/>
          </p:nvPr>
        </p:nvSpPr>
        <p:spPr>
          <a:xfrm flipH="1">
            <a:off x="2750112" y="4035801"/>
            <a:ext cx="17079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None/>
              <a:defRPr>
                <a:latin typeface="Karla"/>
                <a:ea typeface="Karla"/>
                <a:cs typeface="Karla"/>
                <a:sym typeface="Karla"/>
              </a:defRPr>
            </a:lvl1pPr>
            <a:lvl2pPr lvl="1" rtl="0" algn="ctr">
              <a:lnSpc>
                <a:spcPct val="100000"/>
              </a:lnSpc>
              <a:spcBef>
                <a:spcPts val="0"/>
              </a:spcBef>
              <a:spcAft>
                <a:spcPts val="0"/>
              </a:spcAft>
              <a:buNone/>
              <a:defRPr>
                <a:latin typeface="Karla"/>
                <a:ea typeface="Karla"/>
                <a:cs typeface="Karla"/>
                <a:sym typeface="Karla"/>
              </a:defRPr>
            </a:lvl2pPr>
            <a:lvl3pPr lvl="2" rtl="0" algn="ctr">
              <a:lnSpc>
                <a:spcPct val="100000"/>
              </a:lnSpc>
              <a:spcBef>
                <a:spcPts val="0"/>
              </a:spcBef>
              <a:spcAft>
                <a:spcPts val="0"/>
              </a:spcAft>
              <a:buNone/>
              <a:defRPr>
                <a:latin typeface="Karla"/>
                <a:ea typeface="Karla"/>
                <a:cs typeface="Karla"/>
                <a:sym typeface="Karla"/>
              </a:defRPr>
            </a:lvl3pPr>
            <a:lvl4pPr lvl="3" rtl="0" algn="ctr">
              <a:lnSpc>
                <a:spcPct val="100000"/>
              </a:lnSpc>
              <a:spcBef>
                <a:spcPts val="0"/>
              </a:spcBef>
              <a:spcAft>
                <a:spcPts val="0"/>
              </a:spcAft>
              <a:buNone/>
              <a:defRPr>
                <a:latin typeface="Karla"/>
                <a:ea typeface="Karla"/>
                <a:cs typeface="Karla"/>
                <a:sym typeface="Karla"/>
              </a:defRPr>
            </a:lvl4pPr>
            <a:lvl5pPr lvl="4" rtl="0" algn="ctr">
              <a:lnSpc>
                <a:spcPct val="100000"/>
              </a:lnSpc>
              <a:spcBef>
                <a:spcPts val="0"/>
              </a:spcBef>
              <a:spcAft>
                <a:spcPts val="0"/>
              </a:spcAft>
              <a:buNone/>
              <a:defRPr>
                <a:latin typeface="Karla"/>
                <a:ea typeface="Karla"/>
                <a:cs typeface="Karla"/>
                <a:sym typeface="Karla"/>
              </a:defRPr>
            </a:lvl5pPr>
            <a:lvl6pPr lvl="5" rtl="0" algn="ctr">
              <a:lnSpc>
                <a:spcPct val="100000"/>
              </a:lnSpc>
              <a:spcBef>
                <a:spcPts val="0"/>
              </a:spcBef>
              <a:spcAft>
                <a:spcPts val="0"/>
              </a:spcAft>
              <a:buNone/>
              <a:defRPr>
                <a:latin typeface="Karla"/>
                <a:ea typeface="Karla"/>
                <a:cs typeface="Karla"/>
                <a:sym typeface="Karla"/>
              </a:defRPr>
            </a:lvl6pPr>
            <a:lvl7pPr lvl="6" rtl="0" algn="ctr">
              <a:lnSpc>
                <a:spcPct val="100000"/>
              </a:lnSpc>
              <a:spcBef>
                <a:spcPts val="0"/>
              </a:spcBef>
              <a:spcAft>
                <a:spcPts val="0"/>
              </a:spcAft>
              <a:buNone/>
              <a:defRPr>
                <a:latin typeface="Karla"/>
                <a:ea typeface="Karla"/>
                <a:cs typeface="Karla"/>
                <a:sym typeface="Karla"/>
              </a:defRPr>
            </a:lvl7pPr>
            <a:lvl8pPr lvl="7" rtl="0" algn="ctr">
              <a:lnSpc>
                <a:spcPct val="100000"/>
              </a:lnSpc>
              <a:spcBef>
                <a:spcPts val="0"/>
              </a:spcBef>
              <a:spcAft>
                <a:spcPts val="0"/>
              </a:spcAft>
              <a:buNone/>
              <a:defRPr>
                <a:latin typeface="Karla"/>
                <a:ea typeface="Karla"/>
                <a:cs typeface="Karla"/>
                <a:sym typeface="Karla"/>
              </a:defRPr>
            </a:lvl8pPr>
            <a:lvl9pPr lvl="8" rtl="0" algn="ctr">
              <a:lnSpc>
                <a:spcPct val="100000"/>
              </a:lnSpc>
              <a:spcBef>
                <a:spcPts val="0"/>
              </a:spcBef>
              <a:spcAft>
                <a:spcPts val="0"/>
              </a:spcAft>
              <a:buNone/>
              <a:defRPr>
                <a:latin typeface="Karla"/>
                <a:ea typeface="Karla"/>
                <a:cs typeface="Karla"/>
                <a:sym typeface="Karla"/>
              </a:defRPr>
            </a:lvl9pPr>
          </a:lstStyle>
          <a:p/>
        </p:txBody>
      </p:sp>
      <p:sp>
        <p:nvSpPr>
          <p:cNvPr id="186" name="Google Shape;186;p19"/>
          <p:cNvSpPr txBox="1"/>
          <p:nvPr>
            <p:ph hasCustomPrompt="1" idx="9" type="title"/>
          </p:nvPr>
        </p:nvSpPr>
        <p:spPr>
          <a:xfrm>
            <a:off x="4864788" y="1470340"/>
            <a:ext cx="1350300" cy="5274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accent5"/>
              </a:buClr>
              <a:buSzPts val="3500"/>
              <a:buNone/>
              <a:defRPr sz="2000"/>
            </a:lvl1pPr>
            <a:lvl2pPr lvl="1" rtl="0">
              <a:spcBef>
                <a:spcPts val="0"/>
              </a:spcBef>
              <a:spcAft>
                <a:spcPts val="0"/>
              </a:spcAft>
              <a:buSzPts val="3200"/>
              <a:buNone/>
              <a:defRPr sz="3200"/>
            </a:lvl2pPr>
            <a:lvl3pPr lvl="2" rtl="0">
              <a:spcBef>
                <a:spcPts val="0"/>
              </a:spcBef>
              <a:spcAft>
                <a:spcPts val="0"/>
              </a:spcAft>
              <a:buSzPts val="3200"/>
              <a:buNone/>
              <a:defRPr sz="3200"/>
            </a:lvl3pPr>
            <a:lvl4pPr lvl="3" rtl="0">
              <a:spcBef>
                <a:spcPts val="0"/>
              </a:spcBef>
              <a:spcAft>
                <a:spcPts val="0"/>
              </a:spcAft>
              <a:buSzPts val="3200"/>
              <a:buNone/>
              <a:defRPr sz="3200"/>
            </a:lvl4pPr>
            <a:lvl5pPr lvl="4" rtl="0">
              <a:spcBef>
                <a:spcPts val="0"/>
              </a:spcBef>
              <a:spcAft>
                <a:spcPts val="0"/>
              </a:spcAft>
              <a:buSzPts val="3200"/>
              <a:buNone/>
              <a:defRPr sz="3200"/>
            </a:lvl5pPr>
            <a:lvl6pPr lvl="5" rtl="0">
              <a:spcBef>
                <a:spcPts val="0"/>
              </a:spcBef>
              <a:spcAft>
                <a:spcPts val="0"/>
              </a:spcAft>
              <a:buSzPts val="3200"/>
              <a:buNone/>
              <a:defRPr sz="3200"/>
            </a:lvl6pPr>
            <a:lvl7pPr lvl="6" rtl="0">
              <a:spcBef>
                <a:spcPts val="0"/>
              </a:spcBef>
              <a:spcAft>
                <a:spcPts val="0"/>
              </a:spcAft>
              <a:buSzPts val="3200"/>
              <a:buNone/>
              <a:defRPr sz="3200"/>
            </a:lvl7pPr>
            <a:lvl8pPr lvl="7" rtl="0">
              <a:spcBef>
                <a:spcPts val="0"/>
              </a:spcBef>
              <a:spcAft>
                <a:spcPts val="0"/>
              </a:spcAft>
              <a:buSzPts val="3200"/>
              <a:buNone/>
              <a:defRPr sz="3200"/>
            </a:lvl8pPr>
            <a:lvl9pPr lvl="8" rtl="0">
              <a:spcBef>
                <a:spcPts val="0"/>
              </a:spcBef>
              <a:spcAft>
                <a:spcPts val="0"/>
              </a:spcAft>
              <a:buSzPts val="3200"/>
              <a:buNone/>
              <a:defRPr sz="3200"/>
            </a:lvl9pPr>
          </a:lstStyle>
          <a:p>
            <a:r>
              <a:t>xx%</a:t>
            </a:r>
          </a:p>
        </p:txBody>
      </p:sp>
      <p:sp>
        <p:nvSpPr>
          <p:cNvPr id="187" name="Google Shape;187;p19"/>
          <p:cNvSpPr txBox="1"/>
          <p:nvPr>
            <p:ph idx="13" type="subTitle"/>
          </p:nvPr>
        </p:nvSpPr>
        <p:spPr>
          <a:xfrm flipH="1">
            <a:off x="4685988" y="3651026"/>
            <a:ext cx="1707900" cy="4665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None/>
              <a:defRPr b="1" sz="1800">
                <a:latin typeface="Sora"/>
                <a:ea typeface="Sora"/>
                <a:cs typeface="Sora"/>
                <a:sym typeface="Sora"/>
              </a:defRPr>
            </a:lvl1pPr>
            <a:lvl2pPr lvl="1" rtl="0" algn="ctr">
              <a:lnSpc>
                <a:spcPct val="100000"/>
              </a:lnSpc>
              <a:spcBef>
                <a:spcPts val="0"/>
              </a:spcBef>
              <a:spcAft>
                <a:spcPts val="0"/>
              </a:spcAft>
              <a:buNone/>
              <a:defRPr b="1" sz="1800">
                <a:latin typeface="Sora"/>
                <a:ea typeface="Sora"/>
                <a:cs typeface="Sora"/>
                <a:sym typeface="Sora"/>
              </a:defRPr>
            </a:lvl2pPr>
            <a:lvl3pPr lvl="2" rtl="0" algn="ctr">
              <a:lnSpc>
                <a:spcPct val="100000"/>
              </a:lnSpc>
              <a:spcBef>
                <a:spcPts val="0"/>
              </a:spcBef>
              <a:spcAft>
                <a:spcPts val="0"/>
              </a:spcAft>
              <a:buNone/>
              <a:defRPr b="1" sz="1800">
                <a:latin typeface="Sora"/>
                <a:ea typeface="Sora"/>
                <a:cs typeface="Sora"/>
                <a:sym typeface="Sora"/>
              </a:defRPr>
            </a:lvl3pPr>
            <a:lvl4pPr lvl="3" rtl="0" algn="ctr">
              <a:lnSpc>
                <a:spcPct val="100000"/>
              </a:lnSpc>
              <a:spcBef>
                <a:spcPts val="0"/>
              </a:spcBef>
              <a:spcAft>
                <a:spcPts val="0"/>
              </a:spcAft>
              <a:buNone/>
              <a:defRPr b="1" sz="1800">
                <a:latin typeface="Sora"/>
                <a:ea typeface="Sora"/>
                <a:cs typeface="Sora"/>
                <a:sym typeface="Sora"/>
              </a:defRPr>
            </a:lvl4pPr>
            <a:lvl5pPr lvl="4" rtl="0" algn="ctr">
              <a:lnSpc>
                <a:spcPct val="100000"/>
              </a:lnSpc>
              <a:spcBef>
                <a:spcPts val="0"/>
              </a:spcBef>
              <a:spcAft>
                <a:spcPts val="0"/>
              </a:spcAft>
              <a:buNone/>
              <a:defRPr b="1" sz="1800">
                <a:latin typeface="Sora"/>
                <a:ea typeface="Sora"/>
                <a:cs typeface="Sora"/>
                <a:sym typeface="Sora"/>
              </a:defRPr>
            </a:lvl5pPr>
            <a:lvl6pPr lvl="5" rtl="0" algn="ctr">
              <a:lnSpc>
                <a:spcPct val="100000"/>
              </a:lnSpc>
              <a:spcBef>
                <a:spcPts val="0"/>
              </a:spcBef>
              <a:spcAft>
                <a:spcPts val="0"/>
              </a:spcAft>
              <a:buNone/>
              <a:defRPr b="1" sz="1800">
                <a:latin typeface="Sora"/>
                <a:ea typeface="Sora"/>
                <a:cs typeface="Sora"/>
                <a:sym typeface="Sora"/>
              </a:defRPr>
            </a:lvl6pPr>
            <a:lvl7pPr lvl="6" rtl="0" algn="ctr">
              <a:lnSpc>
                <a:spcPct val="100000"/>
              </a:lnSpc>
              <a:spcBef>
                <a:spcPts val="0"/>
              </a:spcBef>
              <a:spcAft>
                <a:spcPts val="0"/>
              </a:spcAft>
              <a:buNone/>
              <a:defRPr b="1" sz="1800">
                <a:latin typeface="Sora"/>
                <a:ea typeface="Sora"/>
                <a:cs typeface="Sora"/>
                <a:sym typeface="Sora"/>
              </a:defRPr>
            </a:lvl7pPr>
            <a:lvl8pPr lvl="7" rtl="0" algn="ctr">
              <a:lnSpc>
                <a:spcPct val="100000"/>
              </a:lnSpc>
              <a:spcBef>
                <a:spcPts val="0"/>
              </a:spcBef>
              <a:spcAft>
                <a:spcPts val="0"/>
              </a:spcAft>
              <a:buNone/>
              <a:defRPr b="1" sz="1800">
                <a:latin typeface="Sora"/>
                <a:ea typeface="Sora"/>
                <a:cs typeface="Sora"/>
                <a:sym typeface="Sora"/>
              </a:defRPr>
            </a:lvl8pPr>
            <a:lvl9pPr lvl="8" rtl="0" algn="ctr">
              <a:lnSpc>
                <a:spcPct val="100000"/>
              </a:lnSpc>
              <a:spcBef>
                <a:spcPts val="0"/>
              </a:spcBef>
              <a:spcAft>
                <a:spcPts val="0"/>
              </a:spcAft>
              <a:buNone/>
              <a:defRPr b="1" sz="1800">
                <a:latin typeface="Sora"/>
                <a:ea typeface="Sora"/>
                <a:cs typeface="Sora"/>
                <a:sym typeface="Sora"/>
              </a:defRPr>
            </a:lvl9pPr>
          </a:lstStyle>
          <a:p/>
        </p:txBody>
      </p:sp>
      <p:sp>
        <p:nvSpPr>
          <p:cNvPr id="188" name="Google Shape;188;p19"/>
          <p:cNvSpPr txBox="1"/>
          <p:nvPr>
            <p:ph idx="14" type="subTitle"/>
          </p:nvPr>
        </p:nvSpPr>
        <p:spPr>
          <a:xfrm flipH="1">
            <a:off x="4685988" y="4035801"/>
            <a:ext cx="17079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None/>
              <a:defRPr>
                <a:latin typeface="Karla"/>
                <a:ea typeface="Karla"/>
                <a:cs typeface="Karla"/>
                <a:sym typeface="Karla"/>
              </a:defRPr>
            </a:lvl1pPr>
            <a:lvl2pPr lvl="1" rtl="0" algn="ctr">
              <a:lnSpc>
                <a:spcPct val="100000"/>
              </a:lnSpc>
              <a:spcBef>
                <a:spcPts val="0"/>
              </a:spcBef>
              <a:spcAft>
                <a:spcPts val="0"/>
              </a:spcAft>
              <a:buNone/>
              <a:defRPr>
                <a:latin typeface="Karla"/>
                <a:ea typeface="Karla"/>
                <a:cs typeface="Karla"/>
                <a:sym typeface="Karla"/>
              </a:defRPr>
            </a:lvl2pPr>
            <a:lvl3pPr lvl="2" rtl="0" algn="ctr">
              <a:lnSpc>
                <a:spcPct val="100000"/>
              </a:lnSpc>
              <a:spcBef>
                <a:spcPts val="0"/>
              </a:spcBef>
              <a:spcAft>
                <a:spcPts val="0"/>
              </a:spcAft>
              <a:buNone/>
              <a:defRPr>
                <a:latin typeface="Karla"/>
                <a:ea typeface="Karla"/>
                <a:cs typeface="Karla"/>
                <a:sym typeface="Karla"/>
              </a:defRPr>
            </a:lvl3pPr>
            <a:lvl4pPr lvl="3" rtl="0" algn="ctr">
              <a:lnSpc>
                <a:spcPct val="100000"/>
              </a:lnSpc>
              <a:spcBef>
                <a:spcPts val="0"/>
              </a:spcBef>
              <a:spcAft>
                <a:spcPts val="0"/>
              </a:spcAft>
              <a:buNone/>
              <a:defRPr>
                <a:latin typeface="Karla"/>
                <a:ea typeface="Karla"/>
                <a:cs typeface="Karla"/>
                <a:sym typeface="Karla"/>
              </a:defRPr>
            </a:lvl4pPr>
            <a:lvl5pPr lvl="4" rtl="0" algn="ctr">
              <a:lnSpc>
                <a:spcPct val="100000"/>
              </a:lnSpc>
              <a:spcBef>
                <a:spcPts val="0"/>
              </a:spcBef>
              <a:spcAft>
                <a:spcPts val="0"/>
              </a:spcAft>
              <a:buNone/>
              <a:defRPr>
                <a:latin typeface="Karla"/>
                <a:ea typeface="Karla"/>
                <a:cs typeface="Karla"/>
                <a:sym typeface="Karla"/>
              </a:defRPr>
            </a:lvl5pPr>
            <a:lvl6pPr lvl="5" rtl="0" algn="ctr">
              <a:lnSpc>
                <a:spcPct val="100000"/>
              </a:lnSpc>
              <a:spcBef>
                <a:spcPts val="0"/>
              </a:spcBef>
              <a:spcAft>
                <a:spcPts val="0"/>
              </a:spcAft>
              <a:buNone/>
              <a:defRPr>
                <a:latin typeface="Karla"/>
                <a:ea typeface="Karla"/>
                <a:cs typeface="Karla"/>
                <a:sym typeface="Karla"/>
              </a:defRPr>
            </a:lvl6pPr>
            <a:lvl7pPr lvl="6" rtl="0" algn="ctr">
              <a:lnSpc>
                <a:spcPct val="100000"/>
              </a:lnSpc>
              <a:spcBef>
                <a:spcPts val="0"/>
              </a:spcBef>
              <a:spcAft>
                <a:spcPts val="0"/>
              </a:spcAft>
              <a:buNone/>
              <a:defRPr>
                <a:latin typeface="Karla"/>
                <a:ea typeface="Karla"/>
                <a:cs typeface="Karla"/>
                <a:sym typeface="Karla"/>
              </a:defRPr>
            </a:lvl7pPr>
            <a:lvl8pPr lvl="7" rtl="0" algn="ctr">
              <a:lnSpc>
                <a:spcPct val="100000"/>
              </a:lnSpc>
              <a:spcBef>
                <a:spcPts val="0"/>
              </a:spcBef>
              <a:spcAft>
                <a:spcPts val="0"/>
              </a:spcAft>
              <a:buNone/>
              <a:defRPr>
                <a:latin typeface="Karla"/>
                <a:ea typeface="Karla"/>
                <a:cs typeface="Karla"/>
                <a:sym typeface="Karla"/>
              </a:defRPr>
            </a:lvl8pPr>
            <a:lvl9pPr lvl="8" rtl="0" algn="ctr">
              <a:lnSpc>
                <a:spcPct val="100000"/>
              </a:lnSpc>
              <a:spcBef>
                <a:spcPts val="0"/>
              </a:spcBef>
              <a:spcAft>
                <a:spcPts val="0"/>
              </a:spcAft>
              <a:buNone/>
              <a:defRPr>
                <a:latin typeface="Karla"/>
                <a:ea typeface="Karla"/>
                <a:cs typeface="Karla"/>
                <a:sym typeface="Karla"/>
              </a:defRPr>
            </a:lvl9pPr>
          </a:lstStyle>
          <a:p/>
        </p:txBody>
      </p:sp>
      <p:sp>
        <p:nvSpPr>
          <p:cNvPr id="189" name="Google Shape;189;p19"/>
          <p:cNvSpPr txBox="1"/>
          <p:nvPr>
            <p:ph idx="15" type="title"/>
          </p:nvPr>
        </p:nvSpPr>
        <p:spPr>
          <a:xfrm>
            <a:off x="720000" y="535000"/>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
    <p:spTree>
      <p:nvGrpSpPr>
        <p:cNvPr id="190" name="Shape 190"/>
        <p:cNvGrpSpPr/>
        <p:nvPr/>
      </p:nvGrpSpPr>
      <p:grpSpPr>
        <a:xfrm>
          <a:off x="0" y="0"/>
          <a:ext cx="0" cy="0"/>
          <a:chOff x="0" y="0"/>
          <a:chExt cx="0" cy="0"/>
        </a:xfrm>
      </p:grpSpPr>
      <p:sp>
        <p:nvSpPr>
          <p:cNvPr id="191" name="Google Shape;191;p20"/>
          <p:cNvSpPr/>
          <p:nvPr/>
        </p:nvSpPr>
        <p:spPr>
          <a:xfrm>
            <a:off x="-1981725" y="4001177"/>
            <a:ext cx="5360076" cy="3327924"/>
          </a:xfrm>
          <a:custGeom>
            <a:rect b="b" l="l" r="r" t="t"/>
            <a:pathLst>
              <a:path extrusionOk="0" h="140790" w="244167">
                <a:moveTo>
                  <a:pt x="134823" y="24269"/>
                </a:moveTo>
                <a:cubicBezTo>
                  <a:pt x="122338" y="19609"/>
                  <a:pt x="100115" y="3779"/>
                  <a:pt x="85001" y="971"/>
                </a:cubicBezTo>
                <a:cubicBezTo>
                  <a:pt x="69887" y="-1837"/>
                  <a:pt x="56864" y="1927"/>
                  <a:pt x="44140" y="7423"/>
                </a:cubicBezTo>
                <a:cubicBezTo>
                  <a:pt x="31416" y="12919"/>
                  <a:pt x="15943" y="24927"/>
                  <a:pt x="8655" y="33947"/>
                </a:cubicBezTo>
                <a:cubicBezTo>
                  <a:pt x="1367" y="42968"/>
                  <a:pt x="-843" y="52167"/>
                  <a:pt x="411" y="61546"/>
                </a:cubicBezTo>
                <a:cubicBezTo>
                  <a:pt x="1666" y="70925"/>
                  <a:pt x="3936" y="83710"/>
                  <a:pt x="16182" y="90221"/>
                </a:cubicBezTo>
                <a:cubicBezTo>
                  <a:pt x="28429" y="96733"/>
                  <a:pt x="57641" y="99002"/>
                  <a:pt x="73890" y="100615"/>
                </a:cubicBezTo>
                <a:cubicBezTo>
                  <a:pt x="90139" y="102228"/>
                  <a:pt x="100712" y="94641"/>
                  <a:pt x="113675" y="99898"/>
                </a:cubicBezTo>
                <a:cubicBezTo>
                  <a:pt x="126638" y="105155"/>
                  <a:pt x="140498" y="125347"/>
                  <a:pt x="151669" y="132157"/>
                </a:cubicBezTo>
                <a:cubicBezTo>
                  <a:pt x="162840" y="138967"/>
                  <a:pt x="169591" y="140880"/>
                  <a:pt x="180702" y="140760"/>
                </a:cubicBezTo>
                <a:cubicBezTo>
                  <a:pt x="191814" y="140641"/>
                  <a:pt x="208242" y="137593"/>
                  <a:pt x="218338" y="131440"/>
                </a:cubicBezTo>
                <a:cubicBezTo>
                  <a:pt x="228434" y="125287"/>
                  <a:pt x="237275" y="113997"/>
                  <a:pt x="241277" y="103841"/>
                </a:cubicBezTo>
                <a:cubicBezTo>
                  <a:pt x="245280" y="93686"/>
                  <a:pt x="244563" y="80961"/>
                  <a:pt x="242353" y="70507"/>
                </a:cubicBezTo>
                <a:cubicBezTo>
                  <a:pt x="240143" y="60053"/>
                  <a:pt x="234407" y="48582"/>
                  <a:pt x="228015" y="41115"/>
                </a:cubicBezTo>
                <a:cubicBezTo>
                  <a:pt x="221623" y="33648"/>
                  <a:pt x="215350" y="27734"/>
                  <a:pt x="204000" y="25703"/>
                </a:cubicBezTo>
                <a:cubicBezTo>
                  <a:pt x="192650" y="23672"/>
                  <a:pt x="171443" y="29168"/>
                  <a:pt x="159913" y="28929"/>
                </a:cubicBezTo>
                <a:cubicBezTo>
                  <a:pt x="148384" y="28690"/>
                  <a:pt x="147308" y="28929"/>
                  <a:pt x="134823" y="24269"/>
                </a:cubicBezTo>
                <a:close/>
              </a:path>
            </a:pathLst>
          </a:custGeom>
          <a:noFill/>
          <a:ln cap="flat" cmpd="sng" w="9525">
            <a:solidFill>
              <a:schemeClr val="dk2"/>
            </a:solidFill>
            <a:prstDash val="solid"/>
            <a:round/>
            <a:headEnd len="med" w="med" type="none"/>
            <a:tailEnd len="med" w="med" type="none"/>
          </a:ln>
        </p:spPr>
      </p:sp>
      <p:sp>
        <p:nvSpPr>
          <p:cNvPr id="192" name="Google Shape;192;p20"/>
          <p:cNvSpPr/>
          <p:nvPr/>
        </p:nvSpPr>
        <p:spPr>
          <a:xfrm>
            <a:off x="-1930624" y="4130544"/>
            <a:ext cx="5360076" cy="3327924"/>
          </a:xfrm>
          <a:custGeom>
            <a:rect b="b" l="l" r="r" t="t"/>
            <a:pathLst>
              <a:path extrusionOk="0" h="140790" w="244167">
                <a:moveTo>
                  <a:pt x="134823" y="24269"/>
                </a:moveTo>
                <a:cubicBezTo>
                  <a:pt x="122338" y="19609"/>
                  <a:pt x="100115" y="3779"/>
                  <a:pt x="85001" y="971"/>
                </a:cubicBezTo>
                <a:cubicBezTo>
                  <a:pt x="69887" y="-1837"/>
                  <a:pt x="56864" y="1927"/>
                  <a:pt x="44140" y="7423"/>
                </a:cubicBezTo>
                <a:cubicBezTo>
                  <a:pt x="31416" y="12919"/>
                  <a:pt x="15943" y="24927"/>
                  <a:pt x="8655" y="33947"/>
                </a:cubicBezTo>
                <a:cubicBezTo>
                  <a:pt x="1367" y="42968"/>
                  <a:pt x="-843" y="52167"/>
                  <a:pt x="411" y="61546"/>
                </a:cubicBezTo>
                <a:cubicBezTo>
                  <a:pt x="1666" y="70925"/>
                  <a:pt x="3936" y="83710"/>
                  <a:pt x="16182" y="90221"/>
                </a:cubicBezTo>
                <a:cubicBezTo>
                  <a:pt x="28429" y="96733"/>
                  <a:pt x="57641" y="99002"/>
                  <a:pt x="73890" y="100615"/>
                </a:cubicBezTo>
                <a:cubicBezTo>
                  <a:pt x="90139" y="102228"/>
                  <a:pt x="100712" y="94641"/>
                  <a:pt x="113675" y="99898"/>
                </a:cubicBezTo>
                <a:cubicBezTo>
                  <a:pt x="126638" y="105155"/>
                  <a:pt x="140498" y="125347"/>
                  <a:pt x="151669" y="132157"/>
                </a:cubicBezTo>
                <a:cubicBezTo>
                  <a:pt x="162840" y="138967"/>
                  <a:pt x="169591" y="140880"/>
                  <a:pt x="180702" y="140760"/>
                </a:cubicBezTo>
                <a:cubicBezTo>
                  <a:pt x="191814" y="140641"/>
                  <a:pt x="208242" y="137593"/>
                  <a:pt x="218338" y="131440"/>
                </a:cubicBezTo>
                <a:cubicBezTo>
                  <a:pt x="228434" y="125287"/>
                  <a:pt x="237275" y="113997"/>
                  <a:pt x="241277" y="103841"/>
                </a:cubicBezTo>
                <a:cubicBezTo>
                  <a:pt x="245280" y="93686"/>
                  <a:pt x="244563" y="80961"/>
                  <a:pt x="242353" y="70507"/>
                </a:cubicBezTo>
                <a:cubicBezTo>
                  <a:pt x="240143" y="60053"/>
                  <a:pt x="234407" y="48582"/>
                  <a:pt x="228015" y="41115"/>
                </a:cubicBezTo>
                <a:cubicBezTo>
                  <a:pt x="221623" y="33648"/>
                  <a:pt x="215350" y="27734"/>
                  <a:pt x="204000" y="25703"/>
                </a:cubicBezTo>
                <a:cubicBezTo>
                  <a:pt x="192650" y="23672"/>
                  <a:pt x="171443" y="29168"/>
                  <a:pt x="159913" y="28929"/>
                </a:cubicBezTo>
                <a:cubicBezTo>
                  <a:pt x="148384" y="28690"/>
                  <a:pt x="147308" y="28929"/>
                  <a:pt x="134823" y="24269"/>
                </a:cubicBezTo>
                <a:close/>
              </a:path>
            </a:pathLst>
          </a:custGeom>
          <a:solidFill>
            <a:srgbClr val="C7CAEA">
              <a:alpha val="52090"/>
            </a:srgbClr>
          </a:solidFill>
          <a:ln>
            <a:noFill/>
          </a:ln>
        </p:spPr>
      </p:sp>
      <p:sp>
        <p:nvSpPr>
          <p:cNvPr id="193" name="Google Shape;193;p20"/>
          <p:cNvSpPr/>
          <p:nvPr/>
        </p:nvSpPr>
        <p:spPr>
          <a:xfrm flipH="1" rot="-278568">
            <a:off x="5856927" y="4053813"/>
            <a:ext cx="6417623" cy="3700488"/>
          </a:xfrm>
          <a:custGeom>
            <a:rect b="b" l="l" r="r" t="t"/>
            <a:pathLst>
              <a:path extrusionOk="0" h="140790" w="244167">
                <a:moveTo>
                  <a:pt x="134823" y="24269"/>
                </a:moveTo>
                <a:cubicBezTo>
                  <a:pt x="122338" y="19609"/>
                  <a:pt x="100115" y="3779"/>
                  <a:pt x="85001" y="971"/>
                </a:cubicBezTo>
                <a:cubicBezTo>
                  <a:pt x="69887" y="-1837"/>
                  <a:pt x="56864" y="1927"/>
                  <a:pt x="44140" y="7423"/>
                </a:cubicBezTo>
                <a:cubicBezTo>
                  <a:pt x="31416" y="12919"/>
                  <a:pt x="15943" y="24927"/>
                  <a:pt x="8655" y="33947"/>
                </a:cubicBezTo>
                <a:cubicBezTo>
                  <a:pt x="1367" y="42968"/>
                  <a:pt x="-843" y="52167"/>
                  <a:pt x="411" y="61546"/>
                </a:cubicBezTo>
                <a:cubicBezTo>
                  <a:pt x="1666" y="70925"/>
                  <a:pt x="3936" y="83710"/>
                  <a:pt x="16182" y="90221"/>
                </a:cubicBezTo>
                <a:cubicBezTo>
                  <a:pt x="28429" y="96733"/>
                  <a:pt x="57641" y="99002"/>
                  <a:pt x="73890" y="100615"/>
                </a:cubicBezTo>
                <a:cubicBezTo>
                  <a:pt x="90139" y="102228"/>
                  <a:pt x="100712" y="94641"/>
                  <a:pt x="113675" y="99898"/>
                </a:cubicBezTo>
                <a:cubicBezTo>
                  <a:pt x="126638" y="105155"/>
                  <a:pt x="140498" y="125347"/>
                  <a:pt x="151669" y="132157"/>
                </a:cubicBezTo>
                <a:cubicBezTo>
                  <a:pt x="162840" y="138967"/>
                  <a:pt x="169591" y="140880"/>
                  <a:pt x="180702" y="140760"/>
                </a:cubicBezTo>
                <a:cubicBezTo>
                  <a:pt x="191814" y="140641"/>
                  <a:pt x="208242" y="137593"/>
                  <a:pt x="218338" y="131440"/>
                </a:cubicBezTo>
                <a:cubicBezTo>
                  <a:pt x="228434" y="125287"/>
                  <a:pt x="237275" y="113997"/>
                  <a:pt x="241277" y="103841"/>
                </a:cubicBezTo>
                <a:cubicBezTo>
                  <a:pt x="245280" y="93686"/>
                  <a:pt x="244563" y="80961"/>
                  <a:pt x="242353" y="70507"/>
                </a:cubicBezTo>
                <a:cubicBezTo>
                  <a:pt x="240143" y="60053"/>
                  <a:pt x="234407" y="48582"/>
                  <a:pt x="228015" y="41115"/>
                </a:cubicBezTo>
                <a:cubicBezTo>
                  <a:pt x="221623" y="33648"/>
                  <a:pt x="215350" y="27734"/>
                  <a:pt x="204000" y="25703"/>
                </a:cubicBezTo>
                <a:cubicBezTo>
                  <a:pt x="192650" y="23672"/>
                  <a:pt x="171443" y="29168"/>
                  <a:pt x="159913" y="28929"/>
                </a:cubicBezTo>
                <a:cubicBezTo>
                  <a:pt x="148384" y="28690"/>
                  <a:pt x="147308" y="28929"/>
                  <a:pt x="134823" y="24269"/>
                </a:cubicBezTo>
                <a:close/>
              </a:path>
            </a:pathLst>
          </a:custGeom>
          <a:solidFill>
            <a:srgbClr val="C7CAEA">
              <a:alpha val="52090"/>
            </a:srgbClr>
          </a:solidFill>
          <a:ln>
            <a:noFill/>
          </a:ln>
        </p:spPr>
      </p:sp>
      <p:sp>
        <p:nvSpPr>
          <p:cNvPr id="194" name="Google Shape;194;p20"/>
          <p:cNvSpPr/>
          <p:nvPr/>
        </p:nvSpPr>
        <p:spPr>
          <a:xfrm flipH="1" rot="-278568">
            <a:off x="-3283573" y="-2275262"/>
            <a:ext cx="6417623" cy="3700488"/>
          </a:xfrm>
          <a:custGeom>
            <a:rect b="b" l="l" r="r" t="t"/>
            <a:pathLst>
              <a:path extrusionOk="0" h="140790" w="244167">
                <a:moveTo>
                  <a:pt x="134823" y="24269"/>
                </a:moveTo>
                <a:cubicBezTo>
                  <a:pt x="122338" y="19609"/>
                  <a:pt x="100115" y="3779"/>
                  <a:pt x="85001" y="971"/>
                </a:cubicBezTo>
                <a:cubicBezTo>
                  <a:pt x="69887" y="-1837"/>
                  <a:pt x="56864" y="1927"/>
                  <a:pt x="44140" y="7423"/>
                </a:cubicBezTo>
                <a:cubicBezTo>
                  <a:pt x="31416" y="12919"/>
                  <a:pt x="15943" y="24927"/>
                  <a:pt x="8655" y="33947"/>
                </a:cubicBezTo>
                <a:cubicBezTo>
                  <a:pt x="1367" y="42968"/>
                  <a:pt x="-843" y="52167"/>
                  <a:pt x="411" y="61546"/>
                </a:cubicBezTo>
                <a:cubicBezTo>
                  <a:pt x="1666" y="70925"/>
                  <a:pt x="3936" y="83710"/>
                  <a:pt x="16182" y="90221"/>
                </a:cubicBezTo>
                <a:cubicBezTo>
                  <a:pt x="28429" y="96733"/>
                  <a:pt x="57641" y="99002"/>
                  <a:pt x="73890" y="100615"/>
                </a:cubicBezTo>
                <a:cubicBezTo>
                  <a:pt x="90139" y="102228"/>
                  <a:pt x="100712" y="94641"/>
                  <a:pt x="113675" y="99898"/>
                </a:cubicBezTo>
                <a:cubicBezTo>
                  <a:pt x="126638" y="105155"/>
                  <a:pt x="140498" y="125347"/>
                  <a:pt x="151669" y="132157"/>
                </a:cubicBezTo>
                <a:cubicBezTo>
                  <a:pt x="162840" y="138967"/>
                  <a:pt x="169591" y="140880"/>
                  <a:pt x="180702" y="140760"/>
                </a:cubicBezTo>
                <a:cubicBezTo>
                  <a:pt x="191814" y="140641"/>
                  <a:pt x="208242" y="137593"/>
                  <a:pt x="218338" y="131440"/>
                </a:cubicBezTo>
                <a:cubicBezTo>
                  <a:pt x="228434" y="125287"/>
                  <a:pt x="237275" y="113997"/>
                  <a:pt x="241277" y="103841"/>
                </a:cubicBezTo>
                <a:cubicBezTo>
                  <a:pt x="245280" y="93686"/>
                  <a:pt x="244563" y="80961"/>
                  <a:pt x="242353" y="70507"/>
                </a:cubicBezTo>
                <a:cubicBezTo>
                  <a:pt x="240143" y="60053"/>
                  <a:pt x="234407" y="48582"/>
                  <a:pt x="228015" y="41115"/>
                </a:cubicBezTo>
                <a:cubicBezTo>
                  <a:pt x="221623" y="33648"/>
                  <a:pt x="215350" y="27734"/>
                  <a:pt x="204000" y="25703"/>
                </a:cubicBezTo>
                <a:cubicBezTo>
                  <a:pt x="192650" y="23672"/>
                  <a:pt x="171443" y="29168"/>
                  <a:pt x="159913" y="28929"/>
                </a:cubicBezTo>
                <a:cubicBezTo>
                  <a:pt x="148384" y="28690"/>
                  <a:pt x="147308" y="28929"/>
                  <a:pt x="134823" y="24269"/>
                </a:cubicBezTo>
                <a:close/>
              </a:path>
            </a:pathLst>
          </a:custGeom>
          <a:solidFill>
            <a:srgbClr val="C7CAEA">
              <a:alpha val="52090"/>
            </a:srgbClr>
          </a:solidFill>
          <a:ln>
            <a:noFill/>
          </a:ln>
        </p:spPr>
      </p:sp>
      <p:sp>
        <p:nvSpPr>
          <p:cNvPr id="195" name="Google Shape;195;p20"/>
          <p:cNvSpPr/>
          <p:nvPr/>
        </p:nvSpPr>
        <p:spPr>
          <a:xfrm flipH="1" rot="-278568">
            <a:off x="5849102" y="3971113"/>
            <a:ext cx="6417623" cy="3700488"/>
          </a:xfrm>
          <a:custGeom>
            <a:rect b="b" l="l" r="r" t="t"/>
            <a:pathLst>
              <a:path extrusionOk="0" h="140790" w="244167">
                <a:moveTo>
                  <a:pt x="134823" y="24269"/>
                </a:moveTo>
                <a:cubicBezTo>
                  <a:pt x="122338" y="19609"/>
                  <a:pt x="100115" y="3779"/>
                  <a:pt x="85001" y="971"/>
                </a:cubicBezTo>
                <a:cubicBezTo>
                  <a:pt x="69887" y="-1837"/>
                  <a:pt x="56864" y="1927"/>
                  <a:pt x="44140" y="7423"/>
                </a:cubicBezTo>
                <a:cubicBezTo>
                  <a:pt x="31416" y="12919"/>
                  <a:pt x="15943" y="24927"/>
                  <a:pt x="8655" y="33947"/>
                </a:cubicBezTo>
                <a:cubicBezTo>
                  <a:pt x="1367" y="42968"/>
                  <a:pt x="-843" y="52167"/>
                  <a:pt x="411" y="61546"/>
                </a:cubicBezTo>
                <a:cubicBezTo>
                  <a:pt x="1666" y="70925"/>
                  <a:pt x="3936" y="83710"/>
                  <a:pt x="16182" y="90221"/>
                </a:cubicBezTo>
                <a:cubicBezTo>
                  <a:pt x="28429" y="96733"/>
                  <a:pt x="57641" y="99002"/>
                  <a:pt x="73890" y="100615"/>
                </a:cubicBezTo>
                <a:cubicBezTo>
                  <a:pt x="90139" y="102228"/>
                  <a:pt x="100712" y="94641"/>
                  <a:pt x="113675" y="99898"/>
                </a:cubicBezTo>
                <a:cubicBezTo>
                  <a:pt x="126638" y="105155"/>
                  <a:pt x="140498" y="125347"/>
                  <a:pt x="151669" y="132157"/>
                </a:cubicBezTo>
                <a:cubicBezTo>
                  <a:pt x="162840" y="138967"/>
                  <a:pt x="169591" y="140880"/>
                  <a:pt x="180702" y="140760"/>
                </a:cubicBezTo>
                <a:cubicBezTo>
                  <a:pt x="191814" y="140641"/>
                  <a:pt x="208242" y="137593"/>
                  <a:pt x="218338" y="131440"/>
                </a:cubicBezTo>
                <a:cubicBezTo>
                  <a:pt x="228434" y="125287"/>
                  <a:pt x="237275" y="113997"/>
                  <a:pt x="241277" y="103841"/>
                </a:cubicBezTo>
                <a:cubicBezTo>
                  <a:pt x="245280" y="93686"/>
                  <a:pt x="244563" y="80961"/>
                  <a:pt x="242353" y="70507"/>
                </a:cubicBezTo>
                <a:cubicBezTo>
                  <a:pt x="240143" y="60053"/>
                  <a:pt x="234407" y="48582"/>
                  <a:pt x="228015" y="41115"/>
                </a:cubicBezTo>
                <a:cubicBezTo>
                  <a:pt x="221623" y="33648"/>
                  <a:pt x="215350" y="27734"/>
                  <a:pt x="204000" y="25703"/>
                </a:cubicBezTo>
                <a:cubicBezTo>
                  <a:pt x="192650" y="23672"/>
                  <a:pt x="171443" y="29168"/>
                  <a:pt x="159913" y="28929"/>
                </a:cubicBezTo>
                <a:cubicBezTo>
                  <a:pt x="148384" y="28690"/>
                  <a:pt x="147308" y="28929"/>
                  <a:pt x="134823" y="24269"/>
                </a:cubicBezTo>
                <a:close/>
              </a:path>
            </a:pathLst>
          </a:custGeom>
          <a:noFill/>
          <a:ln cap="flat" cmpd="sng" w="9525">
            <a:solidFill>
              <a:schemeClr val="dk2"/>
            </a:solidFill>
            <a:prstDash val="solid"/>
            <a:round/>
            <a:headEnd len="med" w="med" type="none"/>
            <a:tailEnd len="med" w="med" type="none"/>
          </a:ln>
        </p:spPr>
      </p:sp>
      <p:sp>
        <p:nvSpPr>
          <p:cNvPr id="196" name="Google Shape;196;p20"/>
          <p:cNvSpPr/>
          <p:nvPr/>
        </p:nvSpPr>
        <p:spPr>
          <a:xfrm flipH="1" rot="-278568">
            <a:off x="-3283573" y="-2199062"/>
            <a:ext cx="6417623" cy="3700488"/>
          </a:xfrm>
          <a:custGeom>
            <a:rect b="b" l="l" r="r" t="t"/>
            <a:pathLst>
              <a:path extrusionOk="0" h="140790" w="244167">
                <a:moveTo>
                  <a:pt x="134823" y="24269"/>
                </a:moveTo>
                <a:cubicBezTo>
                  <a:pt x="122338" y="19609"/>
                  <a:pt x="100115" y="3779"/>
                  <a:pt x="85001" y="971"/>
                </a:cubicBezTo>
                <a:cubicBezTo>
                  <a:pt x="69887" y="-1837"/>
                  <a:pt x="56864" y="1927"/>
                  <a:pt x="44140" y="7423"/>
                </a:cubicBezTo>
                <a:cubicBezTo>
                  <a:pt x="31416" y="12919"/>
                  <a:pt x="15943" y="24927"/>
                  <a:pt x="8655" y="33947"/>
                </a:cubicBezTo>
                <a:cubicBezTo>
                  <a:pt x="1367" y="42968"/>
                  <a:pt x="-843" y="52167"/>
                  <a:pt x="411" y="61546"/>
                </a:cubicBezTo>
                <a:cubicBezTo>
                  <a:pt x="1666" y="70925"/>
                  <a:pt x="3936" y="83710"/>
                  <a:pt x="16182" y="90221"/>
                </a:cubicBezTo>
                <a:cubicBezTo>
                  <a:pt x="28429" y="96733"/>
                  <a:pt x="57641" y="99002"/>
                  <a:pt x="73890" y="100615"/>
                </a:cubicBezTo>
                <a:cubicBezTo>
                  <a:pt x="90139" y="102228"/>
                  <a:pt x="100712" y="94641"/>
                  <a:pt x="113675" y="99898"/>
                </a:cubicBezTo>
                <a:cubicBezTo>
                  <a:pt x="126638" y="105155"/>
                  <a:pt x="140498" y="125347"/>
                  <a:pt x="151669" y="132157"/>
                </a:cubicBezTo>
                <a:cubicBezTo>
                  <a:pt x="162840" y="138967"/>
                  <a:pt x="169591" y="140880"/>
                  <a:pt x="180702" y="140760"/>
                </a:cubicBezTo>
                <a:cubicBezTo>
                  <a:pt x="191814" y="140641"/>
                  <a:pt x="208242" y="137593"/>
                  <a:pt x="218338" y="131440"/>
                </a:cubicBezTo>
                <a:cubicBezTo>
                  <a:pt x="228434" y="125287"/>
                  <a:pt x="237275" y="113997"/>
                  <a:pt x="241277" y="103841"/>
                </a:cubicBezTo>
                <a:cubicBezTo>
                  <a:pt x="245280" y="93686"/>
                  <a:pt x="244563" y="80961"/>
                  <a:pt x="242353" y="70507"/>
                </a:cubicBezTo>
                <a:cubicBezTo>
                  <a:pt x="240143" y="60053"/>
                  <a:pt x="234407" y="48582"/>
                  <a:pt x="228015" y="41115"/>
                </a:cubicBezTo>
                <a:cubicBezTo>
                  <a:pt x="221623" y="33648"/>
                  <a:pt x="215350" y="27734"/>
                  <a:pt x="204000" y="25703"/>
                </a:cubicBezTo>
                <a:cubicBezTo>
                  <a:pt x="192650" y="23672"/>
                  <a:pt x="171443" y="29168"/>
                  <a:pt x="159913" y="28929"/>
                </a:cubicBezTo>
                <a:cubicBezTo>
                  <a:pt x="148384" y="28690"/>
                  <a:pt x="147308" y="28929"/>
                  <a:pt x="134823" y="24269"/>
                </a:cubicBezTo>
                <a:close/>
              </a:path>
            </a:pathLst>
          </a:custGeom>
          <a:noFill/>
          <a:ln cap="flat" cmpd="sng" w="9525">
            <a:solidFill>
              <a:schemeClr val="dk2"/>
            </a:solidFill>
            <a:prstDash val="solid"/>
            <a:round/>
            <a:headEnd len="med" w="med" type="none"/>
            <a:tailEnd len="med" w="med" type="none"/>
          </a:ln>
        </p:spPr>
      </p:sp>
      <p:sp>
        <p:nvSpPr>
          <p:cNvPr id="197" name="Google Shape;197;p20"/>
          <p:cNvSpPr/>
          <p:nvPr/>
        </p:nvSpPr>
        <p:spPr>
          <a:xfrm rot="-2440649">
            <a:off x="8053900" y="-394810"/>
            <a:ext cx="1202254" cy="806710"/>
          </a:xfrm>
          <a:custGeom>
            <a:rect b="b" l="l" r="r" t="t"/>
            <a:pathLst>
              <a:path extrusionOk="0" h="27472" w="40942">
                <a:moveTo>
                  <a:pt x="26941" y="3084"/>
                </a:moveTo>
                <a:cubicBezTo>
                  <a:pt x="22042" y="-22"/>
                  <a:pt x="15889" y="-321"/>
                  <a:pt x="11528" y="217"/>
                </a:cubicBezTo>
                <a:cubicBezTo>
                  <a:pt x="7167" y="755"/>
                  <a:pt x="2030" y="3263"/>
                  <a:pt x="775" y="6310"/>
                </a:cubicBezTo>
                <a:cubicBezTo>
                  <a:pt x="-479" y="9357"/>
                  <a:pt x="-539" y="14973"/>
                  <a:pt x="4001" y="18497"/>
                </a:cubicBezTo>
                <a:cubicBezTo>
                  <a:pt x="8541" y="22022"/>
                  <a:pt x="21863" y="27397"/>
                  <a:pt x="28016" y="27457"/>
                </a:cubicBezTo>
                <a:cubicBezTo>
                  <a:pt x="34169" y="27517"/>
                  <a:pt x="41099" y="22917"/>
                  <a:pt x="40920" y="18855"/>
                </a:cubicBezTo>
                <a:cubicBezTo>
                  <a:pt x="40741" y="14793"/>
                  <a:pt x="31840" y="6190"/>
                  <a:pt x="26941" y="3084"/>
                </a:cubicBezTo>
                <a:close/>
              </a:path>
            </a:pathLst>
          </a:custGeom>
          <a:solidFill>
            <a:srgbClr val="C7CAEA">
              <a:alpha val="52090"/>
            </a:srgbClr>
          </a:solidFill>
          <a:ln>
            <a:noFill/>
          </a:ln>
        </p:spPr>
      </p:sp>
      <p:sp>
        <p:nvSpPr>
          <p:cNvPr id="198" name="Google Shape;198;p20"/>
          <p:cNvSpPr/>
          <p:nvPr/>
        </p:nvSpPr>
        <p:spPr>
          <a:xfrm rot="-2440649">
            <a:off x="8029809" y="-270429"/>
            <a:ext cx="1202254" cy="806710"/>
          </a:xfrm>
          <a:custGeom>
            <a:rect b="b" l="l" r="r" t="t"/>
            <a:pathLst>
              <a:path extrusionOk="0" h="27472" w="40942">
                <a:moveTo>
                  <a:pt x="26941" y="3084"/>
                </a:moveTo>
                <a:cubicBezTo>
                  <a:pt x="22042" y="-22"/>
                  <a:pt x="15889" y="-321"/>
                  <a:pt x="11528" y="217"/>
                </a:cubicBezTo>
                <a:cubicBezTo>
                  <a:pt x="7167" y="755"/>
                  <a:pt x="2030" y="3263"/>
                  <a:pt x="775" y="6310"/>
                </a:cubicBezTo>
                <a:cubicBezTo>
                  <a:pt x="-479" y="9357"/>
                  <a:pt x="-539" y="14973"/>
                  <a:pt x="4001" y="18497"/>
                </a:cubicBezTo>
                <a:cubicBezTo>
                  <a:pt x="8541" y="22022"/>
                  <a:pt x="21863" y="27397"/>
                  <a:pt x="28016" y="27457"/>
                </a:cubicBezTo>
                <a:cubicBezTo>
                  <a:pt x="34169" y="27517"/>
                  <a:pt x="41099" y="22917"/>
                  <a:pt x="40920" y="18855"/>
                </a:cubicBezTo>
                <a:cubicBezTo>
                  <a:pt x="40741" y="14793"/>
                  <a:pt x="31840" y="6190"/>
                  <a:pt x="26941" y="3084"/>
                </a:cubicBezTo>
                <a:close/>
              </a:path>
            </a:pathLst>
          </a:custGeom>
          <a:noFill/>
          <a:ln cap="flat" cmpd="sng" w="9525">
            <a:solidFill>
              <a:schemeClr val="dk2"/>
            </a:solidFill>
            <a:prstDash val="solid"/>
            <a:round/>
            <a:headEnd len="med" w="med" type="none"/>
            <a:tailEnd len="med" w="med" type="none"/>
          </a:ln>
        </p:spPr>
      </p:sp>
      <p:sp>
        <p:nvSpPr>
          <p:cNvPr id="199" name="Google Shape;199;p20"/>
          <p:cNvSpPr txBox="1"/>
          <p:nvPr>
            <p:ph type="title"/>
          </p:nvPr>
        </p:nvSpPr>
        <p:spPr>
          <a:xfrm>
            <a:off x="720000" y="535000"/>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1_1">
    <p:spTree>
      <p:nvGrpSpPr>
        <p:cNvPr id="200" name="Shape 200"/>
        <p:cNvGrpSpPr/>
        <p:nvPr/>
      </p:nvGrpSpPr>
      <p:grpSpPr>
        <a:xfrm>
          <a:off x="0" y="0"/>
          <a:ext cx="0" cy="0"/>
          <a:chOff x="0" y="0"/>
          <a:chExt cx="0" cy="0"/>
        </a:xfrm>
      </p:grpSpPr>
      <p:sp>
        <p:nvSpPr>
          <p:cNvPr id="201" name="Google Shape;201;p21"/>
          <p:cNvSpPr txBox="1"/>
          <p:nvPr>
            <p:ph type="title"/>
          </p:nvPr>
        </p:nvSpPr>
        <p:spPr>
          <a:xfrm>
            <a:off x="720000" y="535000"/>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02" name="Google Shape;202;p21"/>
          <p:cNvSpPr/>
          <p:nvPr/>
        </p:nvSpPr>
        <p:spPr>
          <a:xfrm flipH="1" rot="-9296803">
            <a:off x="8322104" y="815350"/>
            <a:ext cx="669072" cy="301490"/>
          </a:xfrm>
          <a:prstGeom prst="ellipse">
            <a:avLst/>
          </a:prstGeom>
          <a:solidFill>
            <a:srgbClr val="C7CAEA">
              <a:alpha val="520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21"/>
          <p:cNvSpPr/>
          <p:nvPr/>
        </p:nvSpPr>
        <p:spPr>
          <a:xfrm flipH="1" rot="-9297124">
            <a:off x="8369709" y="912181"/>
            <a:ext cx="668908" cy="301433"/>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21"/>
          <p:cNvSpPr/>
          <p:nvPr/>
        </p:nvSpPr>
        <p:spPr>
          <a:xfrm flipH="1" rot="2838350">
            <a:off x="6830411" y="-1501400"/>
            <a:ext cx="4684072" cy="2907701"/>
          </a:xfrm>
          <a:custGeom>
            <a:rect b="b" l="l" r="r" t="t"/>
            <a:pathLst>
              <a:path extrusionOk="0" h="140790" w="244167">
                <a:moveTo>
                  <a:pt x="134823" y="24269"/>
                </a:moveTo>
                <a:cubicBezTo>
                  <a:pt x="122338" y="19609"/>
                  <a:pt x="100115" y="3779"/>
                  <a:pt x="85001" y="971"/>
                </a:cubicBezTo>
                <a:cubicBezTo>
                  <a:pt x="69887" y="-1837"/>
                  <a:pt x="56864" y="1927"/>
                  <a:pt x="44140" y="7423"/>
                </a:cubicBezTo>
                <a:cubicBezTo>
                  <a:pt x="31416" y="12919"/>
                  <a:pt x="15943" y="24927"/>
                  <a:pt x="8655" y="33947"/>
                </a:cubicBezTo>
                <a:cubicBezTo>
                  <a:pt x="1367" y="42968"/>
                  <a:pt x="-843" y="52167"/>
                  <a:pt x="411" y="61546"/>
                </a:cubicBezTo>
                <a:cubicBezTo>
                  <a:pt x="1666" y="70925"/>
                  <a:pt x="3936" y="83710"/>
                  <a:pt x="16182" y="90221"/>
                </a:cubicBezTo>
                <a:cubicBezTo>
                  <a:pt x="28429" y="96733"/>
                  <a:pt x="57641" y="99002"/>
                  <a:pt x="73890" y="100615"/>
                </a:cubicBezTo>
                <a:cubicBezTo>
                  <a:pt x="90139" y="102228"/>
                  <a:pt x="100712" y="94641"/>
                  <a:pt x="113675" y="99898"/>
                </a:cubicBezTo>
                <a:cubicBezTo>
                  <a:pt x="126638" y="105155"/>
                  <a:pt x="140498" y="125347"/>
                  <a:pt x="151669" y="132157"/>
                </a:cubicBezTo>
                <a:cubicBezTo>
                  <a:pt x="162840" y="138967"/>
                  <a:pt x="169591" y="140880"/>
                  <a:pt x="180702" y="140760"/>
                </a:cubicBezTo>
                <a:cubicBezTo>
                  <a:pt x="191814" y="140641"/>
                  <a:pt x="208242" y="137593"/>
                  <a:pt x="218338" y="131440"/>
                </a:cubicBezTo>
                <a:cubicBezTo>
                  <a:pt x="228434" y="125287"/>
                  <a:pt x="237275" y="113997"/>
                  <a:pt x="241277" y="103841"/>
                </a:cubicBezTo>
                <a:cubicBezTo>
                  <a:pt x="245280" y="93686"/>
                  <a:pt x="244563" y="80961"/>
                  <a:pt x="242353" y="70507"/>
                </a:cubicBezTo>
                <a:cubicBezTo>
                  <a:pt x="240143" y="60053"/>
                  <a:pt x="234407" y="48582"/>
                  <a:pt x="228015" y="41115"/>
                </a:cubicBezTo>
                <a:cubicBezTo>
                  <a:pt x="221623" y="33648"/>
                  <a:pt x="215350" y="27734"/>
                  <a:pt x="204000" y="25703"/>
                </a:cubicBezTo>
                <a:cubicBezTo>
                  <a:pt x="192650" y="23672"/>
                  <a:pt x="171443" y="29168"/>
                  <a:pt x="159913" y="28929"/>
                </a:cubicBezTo>
                <a:cubicBezTo>
                  <a:pt x="148384" y="28690"/>
                  <a:pt x="147308" y="28929"/>
                  <a:pt x="134823" y="24269"/>
                </a:cubicBezTo>
                <a:close/>
              </a:path>
            </a:pathLst>
          </a:custGeom>
          <a:solidFill>
            <a:srgbClr val="C7CAEA">
              <a:alpha val="52090"/>
            </a:srgbClr>
          </a:solidFill>
          <a:ln>
            <a:noFill/>
          </a:ln>
        </p:spPr>
      </p:sp>
      <p:sp>
        <p:nvSpPr>
          <p:cNvPr id="205" name="Google Shape;205;p21"/>
          <p:cNvSpPr/>
          <p:nvPr/>
        </p:nvSpPr>
        <p:spPr>
          <a:xfrm flipH="1" rot="2838475">
            <a:off x="6814077" y="-1411004"/>
            <a:ext cx="4683967" cy="2907566"/>
          </a:xfrm>
          <a:custGeom>
            <a:rect b="b" l="l" r="r" t="t"/>
            <a:pathLst>
              <a:path extrusionOk="0" h="140790" w="244167">
                <a:moveTo>
                  <a:pt x="134823" y="24269"/>
                </a:moveTo>
                <a:cubicBezTo>
                  <a:pt x="122338" y="19609"/>
                  <a:pt x="100115" y="3779"/>
                  <a:pt x="85001" y="971"/>
                </a:cubicBezTo>
                <a:cubicBezTo>
                  <a:pt x="69887" y="-1837"/>
                  <a:pt x="56864" y="1927"/>
                  <a:pt x="44140" y="7423"/>
                </a:cubicBezTo>
                <a:cubicBezTo>
                  <a:pt x="31416" y="12919"/>
                  <a:pt x="15943" y="24927"/>
                  <a:pt x="8655" y="33947"/>
                </a:cubicBezTo>
                <a:cubicBezTo>
                  <a:pt x="1367" y="42968"/>
                  <a:pt x="-843" y="52167"/>
                  <a:pt x="411" y="61546"/>
                </a:cubicBezTo>
                <a:cubicBezTo>
                  <a:pt x="1666" y="70925"/>
                  <a:pt x="3936" y="83710"/>
                  <a:pt x="16182" y="90221"/>
                </a:cubicBezTo>
                <a:cubicBezTo>
                  <a:pt x="28429" y="96733"/>
                  <a:pt x="57641" y="99002"/>
                  <a:pt x="73890" y="100615"/>
                </a:cubicBezTo>
                <a:cubicBezTo>
                  <a:pt x="90139" y="102228"/>
                  <a:pt x="100712" y="94641"/>
                  <a:pt x="113675" y="99898"/>
                </a:cubicBezTo>
                <a:cubicBezTo>
                  <a:pt x="126638" y="105155"/>
                  <a:pt x="140498" y="125347"/>
                  <a:pt x="151669" y="132157"/>
                </a:cubicBezTo>
                <a:cubicBezTo>
                  <a:pt x="162840" y="138967"/>
                  <a:pt x="169591" y="140880"/>
                  <a:pt x="180702" y="140760"/>
                </a:cubicBezTo>
                <a:cubicBezTo>
                  <a:pt x="191814" y="140641"/>
                  <a:pt x="208242" y="137593"/>
                  <a:pt x="218338" y="131440"/>
                </a:cubicBezTo>
                <a:cubicBezTo>
                  <a:pt x="228434" y="125287"/>
                  <a:pt x="237275" y="113997"/>
                  <a:pt x="241277" y="103841"/>
                </a:cubicBezTo>
                <a:cubicBezTo>
                  <a:pt x="245280" y="93686"/>
                  <a:pt x="244563" y="80961"/>
                  <a:pt x="242353" y="70507"/>
                </a:cubicBezTo>
                <a:cubicBezTo>
                  <a:pt x="240143" y="60053"/>
                  <a:pt x="234407" y="48582"/>
                  <a:pt x="228015" y="41115"/>
                </a:cubicBezTo>
                <a:cubicBezTo>
                  <a:pt x="221623" y="33648"/>
                  <a:pt x="215350" y="27734"/>
                  <a:pt x="204000" y="25703"/>
                </a:cubicBezTo>
                <a:cubicBezTo>
                  <a:pt x="192650" y="23672"/>
                  <a:pt x="171443" y="29168"/>
                  <a:pt x="159913" y="28929"/>
                </a:cubicBezTo>
                <a:cubicBezTo>
                  <a:pt x="148384" y="28690"/>
                  <a:pt x="147308" y="28929"/>
                  <a:pt x="134823" y="24269"/>
                </a:cubicBezTo>
                <a:close/>
              </a:path>
            </a:pathLst>
          </a:custGeom>
          <a:noFill/>
          <a:ln cap="flat" cmpd="sng" w="9525">
            <a:solidFill>
              <a:schemeClr val="dk2"/>
            </a:solidFill>
            <a:prstDash val="solid"/>
            <a:round/>
            <a:headEnd len="med" w="med" type="none"/>
            <a:tailEnd len="med" w="med" type="none"/>
          </a:ln>
        </p:spPr>
      </p:sp>
      <p:sp>
        <p:nvSpPr>
          <p:cNvPr id="206" name="Google Shape;206;p21"/>
          <p:cNvSpPr/>
          <p:nvPr/>
        </p:nvSpPr>
        <p:spPr>
          <a:xfrm flipH="1" rot="-7713949">
            <a:off x="-1729765" y="3985562"/>
            <a:ext cx="4683843" cy="2907559"/>
          </a:xfrm>
          <a:custGeom>
            <a:rect b="b" l="l" r="r" t="t"/>
            <a:pathLst>
              <a:path extrusionOk="0" h="140790" w="244167">
                <a:moveTo>
                  <a:pt x="134823" y="24269"/>
                </a:moveTo>
                <a:cubicBezTo>
                  <a:pt x="122338" y="19609"/>
                  <a:pt x="100115" y="3779"/>
                  <a:pt x="85001" y="971"/>
                </a:cubicBezTo>
                <a:cubicBezTo>
                  <a:pt x="69887" y="-1837"/>
                  <a:pt x="56864" y="1927"/>
                  <a:pt x="44140" y="7423"/>
                </a:cubicBezTo>
                <a:cubicBezTo>
                  <a:pt x="31416" y="12919"/>
                  <a:pt x="15943" y="24927"/>
                  <a:pt x="8655" y="33947"/>
                </a:cubicBezTo>
                <a:cubicBezTo>
                  <a:pt x="1367" y="42968"/>
                  <a:pt x="-843" y="52167"/>
                  <a:pt x="411" y="61546"/>
                </a:cubicBezTo>
                <a:cubicBezTo>
                  <a:pt x="1666" y="70925"/>
                  <a:pt x="3936" y="83710"/>
                  <a:pt x="16182" y="90221"/>
                </a:cubicBezTo>
                <a:cubicBezTo>
                  <a:pt x="28429" y="96733"/>
                  <a:pt x="57641" y="99002"/>
                  <a:pt x="73890" y="100615"/>
                </a:cubicBezTo>
                <a:cubicBezTo>
                  <a:pt x="90139" y="102228"/>
                  <a:pt x="100712" y="94641"/>
                  <a:pt x="113675" y="99898"/>
                </a:cubicBezTo>
                <a:cubicBezTo>
                  <a:pt x="126638" y="105155"/>
                  <a:pt x="140498" y="125347"/>
                  <a:pt x="151669" y="132157"/>
                </a:cubicBezTo>
                <a:cubicBezTo>
                  <a:pt x="162840" y="138967"/>
                  <a:pt x="169591" y="140880"/>
                  <a:pt x="180702" y="140760"/>
                </a:cubicBezTo>
                <a:cubicBezTo>
                  <a:pt x="191814" y="140641"/>
                  <a:pt x="208242" y="137593"/>
                  <a:pt x="218338" y="131440"/>
                </a:cubicBezTo>
                <a:cubicBezTo>
                  <a:pt x="228434" y="125287"/>
                  <a:pt x="237275" y="113997"/>
                  <a:pt x="241277" y="103841"/>
                </a:cubicBezTo>
                <a:cubicBezTo>
                  <a:pt x="245280" y="93686"/>
                  <a:pt x="244563" y="80961"/>
                  <a:pt x="242353" y="70507"/>
                </a:cubicBezTo>
                <a:cubicBezTo>
                  <a:pt x="240143" y="60053"/>
                  <a:pt x="234407" y="48582"/>
                  <a:pt x="228015" y="41115"/>
                </a:cubicBezTo>
                <a:cubicBezTo>
                  <a:pt x="221623" y="33648"/>
                  <a:pt x="215350" y="27734"/>
                  <a:pt x="204000" y="25703"/>
                </a:cubicBezTo>
                <a:cubicBezTo>
                  <a:pt x="192650" y="23672"/>
                  <a:pt x="171443" y="29168"/>
                  <a:pt x="159913" y="28929"/>
                </a:cubicBezTo>
                <a:cubicBezTo>
                  <a:pt x="148384" y="28690"/>
                  <a:pt x="147308" y="28929"/>
                  <a:pt x="134823" y="24269"/>
                </a:cubicBezTo>
                <a:close/>
              </a:path>
            </a:pathLst>
          </a:custGeom>
          <a:solidFill>
            <a:srgbClr val="C7CAEA">
              <a:alpha val="52090"/>
            </a:srgbClr>
          </a:solidFill>
          <a:ln>
            <a:noFill/>
          </a:ln>
        </p:spPr>
      </p:sp>
      <p:sp>
        <p:nvSpPr>
          <p:cNvPr id="207" name="Google Shape;207;p21"/>
          <p:cNvSpPr/>
          <p:nvPr/>
        </p:nvSpPr>
        <p:spPr>
          <a:xfrm flipH="1" rot="-7713991">
            <a:off x="-1701418" y="3897106"/>
            <a:ext cx="4684200" cy="2907328"/>
          </a:xfrm>
          <a:custGeom>
            <a:rect b="b" l="l" r="r" t="t"/>
            <a:pathLst>
              <a:path extrusionOk="0" h="140790" w="244167">
                <a:moveTo>
                  <a:pt x="134823" y="24269"/>
                </a:moveTo>
                <a:cubicBezTo>
                  <a:pt x="122338" y="19609"/>
                  <a:pt x="100115" y="3779"/>
                  <a:pt x="85001" y="971"/>
                </a:cubicBezTo>
                <a:cubicBezTo>
                  <a:pt x="69887" y="-1837"/>
                  <a:pt x="56864" y="1927"/>
                  <a:pt x="44140" y="7423"/>
                </a:cubicBezTo>
                <a:cubicBezTo>
                  <a:pt x="31416" y="12919"/>
                  <a:pt x="15943" y="24927"/>
                  <a:pt x="8655" y="33947"/>
                </a:cubicBezTo>
                <a:cubicBezTo>
                  <a:pt x="1367" y="42968"/>
                  <a:pt x="-843" y="52167"/>
                  <a:pt x="411" y="61546"/>
                </a:cubicBezTo>
                <a:cubicBezTo>
                  <a:pt x="1666" y="70925"/>
                  <a:pt x="3936" y="83710"/>
                  <a:pt x="16182" y="90221"/>
                </a:cubicBezTo>
                <a:cubicBezTo>
                  <a:pt x="28429" y="96733"/>
                  <a:pt x="57641" y="99002"/>
                  <a:pt x="73890" y="100615"/>
                </a:cubicBezTo>
                <a:cubicBezTo>
                  <a:pt x="90139" y="102228"/>
                  <a:pt x="100712" y="94641"/>
                  <a:pt x="113675" y="99898"/>
                </a:cubicBezTo>
                <a:cubicBezTo>
                  <a:pt x="126638" y="105155"/>
                  <a:pt x="140498" y="125347"/>
                  <a:pt x="151669" y="132157"/>
                </a:cubicBezTo>
                <a:cubicBezTo>
                  <a:pt x="162840" y="138967"/>
                  <a:pt x="169591" y="140880"/>
                  <a:pt x="180702" y="140760"/>
                </a:cubicBezTo>
                <a:cubicBezTo>
                  <a:pt x="191814" y="140641"/>
                  <a:pt x="208242" y="137593"/>
                  <a:pt x="218338" y="131440"/>
                </a:cubicBezTo>
                <a:cubicBezTo>
                  <a:pt x="228434" y="125287"/>
                  <a:pt x="237275" y="113997"/>
                  <a:pt x="241277" y="103841"/>
                </a:cubicBezTo>
                <a:cubicBezTo>
                  <a:pt x="245280" y="93686"/>
                  <a:pt x="244563" y="80961"/>
                  <a:pt x="242353" y="70507"/>
                </a:cubicBezTo>
                <a:cubicBezTo>
                  <a:pt x="240143" y="60053"/>
                  <a:pt x="234407" y="48582"/>
                  <a:pt x="228015" y="41115"/>
                </a:cubicBezTo>
                <a:cubicBezTo>
                  <a:pt x="221623" y="33648"/>
                  <a:pt x="215350" y="27734"/>
                  <a:pt x="204000" y="25703"/>
                </a:cubicBezTo>
                <a:cubicBezTo>
                  <a:pt x="192650" y="23672"/>
                  <a:pt x="171443" y="29168"/>
                  <a:pt x="159913" y="28929"/>
                </a:cubicBezTo>
                <a:cubicBezTo>
                  <a:pt x="148384" y="28690"/>
                  <a:pt x="147308" y="28929"/>
                  <a:pt x="134823" y="24269"/>
                </a:cubicBezTo>
                <a:close/>
              </a:path>
            </a:pathLst>
          </a:custGeom>
          <a:noFill/>
          <a:ln cap="flat" cmpd="sng" w="9525">
            <a:solidFill>
              <a:schemeClr val="dk2"/>
            </a:solidFill>
            <a:prstDash val="solid"/>
            <a:round/>
            <a:headEnd len="med" w="med" type="none"/>
            <a:tailEnd len="med" w="med" type="none"/>
          </a:ln>
        </p:spPr>
      </p:sp>
      <p:sp>
        <p:nvSpPr>
          <p:cNvPr id="208" name="Google Shape;208;p21"/>
          <p:cNvSpPr/>
          <p:nvPr/>
        </p:nvSpPr>
        <p:spPr>
          <a:xfrm flipH="1" rot="386051">
            <a:off x="-1267159" y="-1890275"/>
            <a:ext cx="4684551" cy="2907998"/>
          </a:xfrm>
          <a:custGeom>
            <a:rect b="b" l="l" r="r" t="t"/>
            <a:pathLst>
              <a:path extrusionOk="0" h="140790" w="244167">
                <a:moveTo>
                  <a:pt x="134823" y="24269"/>
                </a:moveTo>
                <a:cubicBezTo>
                  <a:pt x="122338" y="19609"/>
                  <a:pt x="100115" y="3779"/>
                  <a:pt x="85001" y="971"/>
                </a:cubicBezTo>
                <a:cubicBezTo>
                  <a:pt x="69887" y="-1837"/>
                  <a:pt x="56864" y="1927"/>
                  <a:pt x="44140" y="7423"/>
                </a:cubicBezTo>
                <a:cubicBezTo>
                  <a:pt x="31416" y="12919"/>
                  <a:pt x="15943" y="24927"/>
                  <a:pt x="8655" y="33947"/>
                </a:cubicBezTo>
                <a:cubicBezTo>
                  <a:pt x="1367" y="42968"/>
                  <a:pt x="-843" y="52167"/>
                  <a:pt x="411" y="61546"/>
                </a:cubicBezTo>
                <a:cubicBezTo>
                  <a:pt x="1666" y="70925"/>
                  <a:pt x="3936" y="83710"/>
                  <a:pt x="16182" y="90221"/>
                </a:cubicBezTo>
                <a:cubicBezTo>
                  <a:pt x="28429" y="96733"/>
                  <a:pt x="57641" y="99002"/>
                  <a:pt x="73890" y="100615"/>
                </a:cubicBezTo>
                <a:cubicBezTo>
                  <a:pt x="90139" y="102228"/>
                  <a:pt x="100712" y="94641"/>
                  <a:pt x="113675" y="99898"/>
                </a:cubicBezTo>
                <a:cubicBezTo>
                  <a:pt x="126638" y="105155"/>
                  <a:pt x="140498" y="125347"/>
                  <a:pt x="151669" y="132157"/>
                </a:cubicBezTo>
                <a:cubicBezTo>
                  <a:pt x="162840" y="138967"/>
                  <a:pt x="169591" y="140880"/>
                  <a:pt x="180702" y="140760"/>
                </a:cubicBezTo>
                <a:cubicBezTo>
                  <a:pt x="191814" y="140641"/>
                  <a:pt x="208242" y="137593"/>
                  <a:pt x="218338" y="131440"/>
                </a:cubicBezTo>
                <a:cubicBezTo>
                  <a:pt x="228434" y="125287"/>
                  <a:pt x="237275" y="113997"/>
                  <a:pt x="241277" y="103841"/>
                </a:cubicBezTo>
                <a:cubicBezTo>
                  <a:pt x="245280" y="93686"/>
                  <a:pt x="244563" y="80961"/>
                  <a:pt x="242353" y="70507"/>
                </a:cubicBezTo>
                <a:cubicBezTo>
                  <a:pt x="240143" y="60053"/>
                  <a:pt x="234407" y="48582"/>
                  <a:pt x="228015" y="41115"/>
                </a:cubicBezTo>
                <a:cubicBezTo>
                  <a:pt x="221623" y="33648"/>
                  <a:pt x="215350" y="27734"/>
                  <a:pt x="204000" y="25703"/>
                </a:cubicBezTo>
                <a:cubicBezTo>
                  <a:pt x="192650" y="23672"/>
                  <a:pt x="171443" y="29168"/>
                  <a:pt x="159913" y="28929"/>
                </a:cubicBezTo>
                <a:cubicBezTo>
                  <a:pt x="148384" y="28690"/>
                  <a:pt x="147308" y="28929"/>
                  <a:pt x="134823" y="24269"/>
                </a:cubicBezTo>
                <a:close/>
              </a:path>
            </a:pathLst>
          </a:custGeom>
          <a:solidFill>
            <a:srgbClr val="C7CAEA">
              <a:alpha val="52090"/>
            </a:srgbClr>
          </a:solidFill>
          <a:ln>
            <a:noFill/>
          </a:ln>
        </p:spPr>
      </p:sp>
      <p:sp>
        <p:nvSpPr>
          <p:cNvPr id="209" name="Google Shape;209;p21"/>
          <p:cNvSpPr/>
          <p:nvPr/>
        </p:nvSpPr>
        <p:spPr>
          <a:xfrm flipH="1" rot="386051">
            <a:off x="-1246816" y="-1829664"/>
            <a:ext cx="4684551" cy="2907998"/>
          </a:xfrm>
          <a:custGeom>
            <a:rect b="b" l="l" r="r" t="t"/>
            <a:pathLst>
              <a:path extrusionOk="0" h="140790" w="244167">
                <a:moveTo>
                  <a:pt x="134823" y="24269"/>
                </a:moveTo>
                <a:cubicBezTo>
                  <a:pt x="122338" y="19609"/>
                  <a:pt x="100115" y="3779"/>
                  <a:pt x="85001" y="971"/>
                </a:cubicBezTo>
                <a:cubicBezTo>
                  <a:pt x="69887" y="-1837"/>
                  <a:pt x="56864" y="1927"/>
                  <a:pt x="44140" y="7423"/>
                </a:cubicBezTo>
                <a:cubicBezTo>
                  <a:pt x="31416" y="12919"/>
                  <a:pt x="15943" y="24927"/>
                  <a:pt x="8655" y="33947"/>
                </a:cubicBezTo>
                <a:cubicBezTo>
                  <a:pt x="1367" y="42968"/>
                  <a:pt x="-843" y="52167"/>
                  <a:pt x="411" y="61546"/>
                </a:cubicBezTo>
                <a:cubicBezTo>
                  <a:pt x="1666" y="70925"/>
                  <a:pt x="3936" y="83710"/>
                  <a:pt x="16182" y="90221"/>
                </a:cubicBezTo>
                <a:cubicBezTo>
                  <a:pt x="28429" y="96733"/>
                  <a:pt x="57641" y="99002"/>
                  <a:pt x="73890" y="100615"/>
                </a:cubicBezTo>
                <a:cubicBezTo>
                  <a:pt x="90139" y="102228"/>
                  <a:pt x="100712" y="94641"/>
                  <a:pt x="113675" y="99898"/>
                </a:cubicBezTo>
                <a:cubicBezTo>
                  <a:pt x="126638" y="105155"/>
                  <a:pt x="140498" y="125347"/>
                  <a:pt x="151669" y="132157"/>
                </a:cubicBezTo>
                <a:cubicBezTo>
                  <a:pt x="162840" y="138967"/>
                  <a:pt x="169591" y="140880"/>
                  <a:pt x="180702" y="140760"/>
                </a:cubicBezTo>
                <a:cubicBezTo>
                  <a:pt x="191814" y="140641"/>
                  <a:pt x="208242" y="137593"/>
                  <a:pt x="218338" y="131440"/>
                </a:cubicBezTo>
                <a:cubicBezTo>
                  <a:pt x="228434" y="125287"/>
                  <a:pt x="237275" y="113997"/>
                  <a:pt x="241277" y="103841"/>
                </a:cubicBezTo>
                <a:cubicBezTo>
                  <a:pt x="245280" y="93686"/>
                  <a:pt x="244563" y="80961"/>
                  <a:pt x="242353" y="70507"/>
                </a:cubicBezTo>
                <a:cubicBezTo>
                  <a:pt x="240143" y="60053"/>
                  <a:pt x="234407" y="48582"/>
                  <a:pt x="228015" y="41115"/>
                </a:cubicBezTo>
                <a:cubicBezTo>
                  <a:pt x="221623" y="33648"/>
                  <a:pt x="215350" y="27734"/>
                  <a:pt x="204000" y="25703"/>
                </a:cubicBezTo>
                <a:cubicBezTo>
                  <a:pt x="192650" y="23672"/>
                  <a:pt x="171443" y="29168"/>
                  <a:pt x="159913" y="28929"/>
                </a:cubicBezTo>
                <a:cubicBezTo>
                  <a:pt x="148384" y="28690"/>
                  <a:pt x="147308" y="28929"/>
                  <a:pt x="134823" y="24269"/>
                </a:cubicBezTo>
                <a:close/>
              </a:path>
            </a:pathLst>
          </a:custGeom>
          <a:noFill/>
          <a:ln cap="flat" cmpd="sng" w="9525">
            <a:solidFill>
              <a:schemeClr val="dk2"/>
            </a:solidFill>
            <a:prstDash val="solid"/>
            <a:round/>
            <a:headEnd len="med" w="med" type="none"/>
            <a:tailEnd len="med" w="med" type="none"/>
          </a:ln>
        </p:spPr>
      </p:sp>
      <p:sp>
        <p:nvSpPr>
          <p:cNvPr id="210" name="Google Shape;210;p21"/>
          <p:cNvSpPr/>
          <p:nvPr/>
        </p:nvSpPr>
        <p:spPr>
          <a:xfrm rot="7864140">
            <a:off x="8100160" y="4394906"/>
            <a:ext cx="2010121" cy="1348787"/>
          </a:xfrm>
          <a:custGeom>
            <a:rect b="b" l="l" r="r" t="t"/>
            <a:pathLst>
              <a:path extrusionOk="0" h="27472" w="40942">
                <a:moveTo>
                  <a:pt x="26941" y="3084"/>
                </a:moveTo>
                <a:cubicBezTo>
                  <a:pt x="22042" y="-22"/>
                  <a:pt x="15889" y="-321"/>
                  <a:pt x="11528" y="217"/>
                </a:cubicBezTo>
                <a:cubicBezTo>
                  <a:pt x="7167" y="755"/>
                  <a:pt x="2030" y="3263"/>
                  <a:pt x="775" y="6310"/>
                </a:cubicBezTo>
                <a:cubicBezTo>
                  <a:pt x="-479" y="9357"/>
                  <a:pt x="-539" y="14973"/>
                  <a:pt x="4001" y="18497"/>
                </a:cubicBezTo>
                <a:cubicBezTo>
                  <a:pt x="8541" y="22022"/>
                  <a:pt x="21863" y="27397"/>
                  <a:pt x="28016" y="27457"/>
                </a:cubicBezTo>
                <a:cubicBezTo>
                  <a:pt x="34169" y="27517"/>
                  <a:pt x="41099" y="22917"/>
                  <a:pt x="40920" y="18855"/>
                </a:cubicBezTo>
                <a:cubicBezTo>
                  <a:pt x="40741" y="14793"/>
                  <a:pt x="31840" y="6190"/>
                  <a:pt x="26941" y="3084"/>
                </a:cubicBezTo>
                <a:close/>
              </a:path>
            </a:pathLst>
          </a:custGeom>
          <a:solidFill>
            <a:srgbClr val="C7CAEA">
              <a:alpha val="52090"/>
            </a:srgbClr>
          </a:solidFill>
          <a:ln>
            <a:noFill/>
          </a:ln>
        </p:spPr>
      </p:sp>
      <p:sp>
        <p:nvSpPr>
          <p:cNvPr id="211" name="Google Shape;211;p21"/>
          <p:cNvSpPr/>
          <p:nvPr/>
        </p:nvSpPr>
        <p:spPr>
          <a:xfrm rot="7864140">
            <a:off x="8042926" y="4301852"/>
            <a:ext cx="2010121" cy="1348787"/>
          </a:xfrm>
          <a:custGeom>
            <a:rect b="b" l="l" r="r" t="t"/>
            <a:pathLst>
              <a:path extrusionOk="0" h="27472" w="40942">
                <a:moveTo>
                  <a:pt x="26941" y="3084"/>
                </a:moveTo>
                <a:cubicBezTo>
                  <a:pt x="22042" y="-22"/>
                  <a:pt x="15889" y="-321"/>
                  <a:pt x="11528" y="217"/>
                </a:cubicBezTo>
                <a:cubicBezTo>
                  <a:pt x="7167" y="755"/>
                  <a:pt x="2030" y="3263"/>
                  <a:pt x="775" y="6310"/>
                </a:cubicBezTo>
                <a:cubicBezTo>
                  <a:pt x="-479" y="9357"/>
                  <a:pt x="-539" y="14973"/>
                  <a:pt x="4001" y="18497"/>
                </a:cubicBezTo>
                <a:cubicBezTo>
                  <a:pt x="8541" y="22022"/>
                  <a:pt x="21863" y="27397"/>
                  <a:pt x="28016" y="27457"/>
                </a:cubicBezTo>
                <a:cubicBezTo>
                  <a:pt x="34169" y="27517"/>
                  <a:pt x="41099" y="22917"/>
                  <a:pt x="40920" y="18855"/>
                </a:cubicBezTo>
                <a:cubicBezTo>
                  <a:pt x="40741" y="14793"/>
                  <a:pt x="31840" y="6190"/>
                  <a:pt x="26941" y="3084"/>
                </a:cubicBezTo>
                <a:close/>
              </a:path>
            </a:pathLst>
          </a:custGeom>
          <a:noFill/>
          <a:ln cap="flat" cmpd="sng" w="9525">
            <a:solidFill>
              <a:schemeClr val="dk2"/>
            </a:solidFill>
            <a:prstDash val="solid"/>
            <a:round/>
            <a:headEnd len="med" w="med" type="none"/>
            <a:tailEnd len="med" w="med" type="none"/>
          </a:ln>
        </p:spPr>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CUSTOM_1_1_1">
    <p:spTree>
      <p:nvGrpSpPr>
        <p:cNvPr id="212" name="Shape 212"/>
        <p:cNvGrpSpPr/>
        <p:nvPr/>
      </p:nvGrpSpPr>
      <p:grpSpPr>
        <a:xfrm>
          <a:off x="0" y="0"/>
          <a:ext cx="0" cy="0"/>
          <a:chOff x="0" y="0"/>
          <a:chExt cx="0" cy="0"/>
        </a:xfrm>
      </p:grpSpPr>
      <p:sp>
        <p:nvSpPr>
          <p:cNvPr id="213" name="Google Shape;213;p22"/>
          <p:cNvSpPr/>
          <p:nvPr/>
        </p:nvSpPr>
        <p:spPr>
          <a:xfrm>
            <a:off x="5249540" y="-2215833"/>
            <a:ext cx="6417319" cy="3700313"/>
          </a:xfrm>
          <a:custGeom>
            <a:rect b="b" l="l" r="r" t="t"/>
            <a:pathLst>
              <a:path extrusionOk="0" h="140790" w="244167">
                <a:moveTo>
                  <a:pt x="134823" y="24269"/>
                </a:moveTo>
                <a:cubicBezTo>
                  <a:pt x="122338" y="19609"/>
                  <a:pt x="100115" y="3779"/>
                  <a:pt x="85001" y="971"/>
                </a:cubicBezTo>
                <a:cubicBezTo>
                  <a:pt x="69887" y="-1837"/>
                  <a:pt x="56864" y="1927"/>
                  <a:pt x="44140" y="7423"/>
                </a:cubicBezTo>
                <a:cubicBezTo>
                  <a:pt x="31416" y="12919"/>
                  <a:pt x="15943" y="24927"/>
                  <a:pt x="8655" y="33947"/>
                </a:cubicBezTo>
                <a:cubicBezTo>
                  <a:pt x="1367" y="42968"/>
                  <a:pt x="-843" y="52167"/>
                  <a:pt x="411" y="61546"/>
                </a:cubicBezTo>
                <a:cubicBezTo>
                  <a:pt x="1666" y="70925"/>
                  <a:pt x="3936" y="83710"/>
                  <a:pt x="16182" y="90221"/>
                </a:cubicBezTo>
                <a:cubicBezTo>
                  <a:pt x="28429" y="96733"/>
                  <a:pt x="57641" y="99002"/>
                  <a:pt x="73890" y="100615"/>
                </a:cubicBezTo>
                <a:cubicBezTo>
                  <a:pt x="90139" y="102228"/>
                  <a:pt x="100712" y="94641"/>
                  <a:pt x="113675" y="99898"/>
                </a:cubicBezTo>
                <a:cubicBezTo>
                  <a:pt x="126638" y="105155"/>
                  <a:pt x="140498" y="125347"/>
                  <a:pt x="151669" y="132157"/>
                </a:cubicBezTo>
                <a:cubicBezTo>
                  <a:pt x="162840" y="138967"/>
                  <a:pt x="169591" y="140880"/>
                  <a:pt x="180702" y="140760"/>
                </a:cubicBezTo>
                <a:cubicBezTo>
                  <a:pt x="191814" y="140641"/>
                  <a:pt x="208242" y="137593"/>
                  <a:pt x="218338" y="131440"/>
                </a:cubicBezTo>
                <a:cubicBezTo>
                  <a:pt x="228434" y="125287"/>
                  <a:pt x="237275" y="113997"/>
                  <a:pt x="241277" y="103841"/>
                </a:cubicBezTo>
                <a:cubicBezTo>
                  <a:pt x="245280" y="93686"/>
                  <a:pt x="244563" y="80961"/>
                  <a:pt x="242353" y="70507"/>
                </a:cubicBezTo>
                <a:cubicBezTo>
                  <a:pt x="240143" y="60053"/>
                  <a:pt x="234407" y="48582"/>
                  <a:pt x="228015" y="41115"/>
                </a:cubicBezTo>
                <a:cubicBezTo>
                  <a:pt x="221623" y="33648"/>
                  <a:pt x="215350" y="27734"/>
                  <a:pt x="204000" y="25703"/>
                </a:cubicBezTo>
                <a:cubicBezTo>
                  <a:pt x="192650" y="23672"/>
                  <a:pt x="171443" y="29168"/>
                  <a:pt x="159913" y="28929"/>
                </a:cubicBezTo>
                <a:cubicBezTo>
                  <a:pt x="148384" y="28690"/>
                  <a:pt x="147308" y="28929"/>
                  <a:pt x="134823" y="24269"/>
                </a:cubicBezTo>
                <a:close/>
              </a:path>
            </a:pathLst>
          </a:custGeom>
          <a:solidFill>
            <a:srgbClr val="C7CAEA">
              <a:alpha val="52090"/>
            </a:srgbClr>
          </a:solidFill>
          <a:ln>
            <a:noFill/>
          </a:ln>
        </p:spPr>
      </p:sp>
      <p:sp>
        <p:nvSpPr>
          <p:cNvPr id="214" name="Google Shape;214;p22"/>
          <p:cNvSpPr/>
          <p:nvPr/>
        </p:nvSpPr>
        <p:spPr>
          <a:xfrm>
            <a:off x="5249540" y="-2139633"/>
            <a:ext cx="6417319" cy="3700313"/>
          </a:xfrm>
          <a:custGeom>
            <a:rect b="b" l="l" r="r" t="t"/>
            <a:pathLst>
              <a:path extrusionOk="0" h="140790" w="244167">
                <a:moveTo>
                  <a:pt x="134823" y="24269"/>
                </a:moveTo>
                <a:cubicBezTo>
                  <a:pt x="122338" y="19609"/>
                  <a:pt x="100115" y="3779"/>
                  <a:pt x="85001" y="971"/>
                </a:cubicBezTo>
                <a:cubicBezTo>
                  <a:pt x="69887" y="-1837"/>
                  <a:pt x="56864" y="1927"/>
                  <a:pt x="44140" y="7423"/>
                </a:cubicBezTo>
                <a:cubicBezTo>
                  <a:pt x="31416" y="12919"/>
                  <a:pt x="15943" y="24927"/>
                  <a:pt x="8655" y="33947"/>
                </a:cubicBezTo>
                <a:cubicBezTo>
                  <a:pt x="1367" y="42968"/>
                  <a:pt x="-843" y="52167"/>
                  <a:pt x="411" y="61546"/>
                </a:cubicBezTo>
                <a:cubicBezTo>
                  <a:pt x="1666" y="70925"/>
                  <a:pt x="3936" y="83710"/>
                  <a:pt x="16182" y="90221"/>
                </a:cubicBezTo>
                <a:cubicBezTo>
                  <a:pt x="28429" y="96733"/>
                  <a:pt x="57641" y="99002"/>
                  <a:pt x="73890" y="100615"/>
                </a:cubicBezTo>
                <a:cubicBezTo>
                  <a:pt x="90139" y="102228"/>
                  <a:pt x="100712" y="94641"/>
                  <a:pt x="113675" y="99898"/>
                </a:cubicBezTo>
                <a:cubicBezTo>
                  <a:pt x="126638" y="105155"/>
                  <a:pt x="140498" y="125347"/>
                  <a:pt x="151669" y="132157"/>
                </a:cubicBezTo>
                <a:cubicBezTo>
                  <a:pt x="162840" y="138967"/>
                  <a:pt x="169591" y="140880"/>
                  <a:pt x="180702" y="140760"/>
                </a:cubicBezTo>
                <a:cubicBezTo>
                  <a:pt x="191814" y="140641"/>
                  <a:pt x="208242" y="137593"/>
                  <a:pt x="218338" y="131440"/>
                </a:cubicBezTo>
                <a:cubicBezTo>
                  <a:pt x="228434" y="125287"/>
                  <a:pt x="237275" y="113997"/>
                  <a:pt x="241277" y="103841"/>
                </a:cubicBezTo>
                <a:cubicBezTo>
                  <a:pt x="245280" y="93686"/>
                  <a:pt x="244563" y="80961"/>
                  <a:pt x="242353" y="70507"/>
                </a:cubicBezTo>
                <a:cubicBezTo>
                  <a:pt x="240143" y="60053"/>
                  <a:pt x="234407" y="48582"/>
                  <a:pt x="228015" y="41115"/>
                </a:cubicBezTo>
                <a:cubicBezTo>
                  <a:pt x="221623" y="33648"/>
                  <a:pt x="215350" y="27734"/>
                  <a:pt x="204000" y="25703"/>
                </a:cubicBezTo>
                <a:cubicBezTo>
                  <a:pt x="192650" y="23672"/>
                  <a:pt x="171443" y="29168"/>
                  <a:pt x="159913" y="28929"/>
                </a:cubicBezTo>
                <a:cubicBezTo>
                  <a:pt x="148384" y="28690"/>
                  <a:pt x="147308" y="28929"/>
                  <a:pt x="134823" y="24269"/>
                </a:cubicBezTo>
                <a:close/>
              </a:path>
            </a:pathLst>
          </a:custGeom>
          <a:noFill/>
          <a:ln cap="flat" cmpd="sng" w="9525">
            <a:solidFill>
              <a:schemeClr val="dk2"/>
            </a:solidFill>
            <a:prstDash val="solid"/>
            <a:round/>
            <a:headEnd len="med" w="med" type="none"/>
            <a:tailEnd len="med" w="med" type="none"/>
          </a:ln>
        </p:spPr>
      </p:sp>
      <p:sp>
        <p:nvSpPr>
          <p:cNvPr id="215" name="Google Shape;215;p22"/>
          <p:cNvSpPr/>
          <p:nvPr/>
        </p:nvSpPr>
        <p:spPr>
          <a:xfrm rot="7288781">
            <a:off x="-2753359" y="-1757574"/>
            <a:ext cx="5359604" cy="3327717"/>
          </a:xfrm>
          <a:custGeom>
            <a:rect b="b" l="l" r="r" t="t"/>
            <a:pathLst>
              <a:path extrusionOk="0" h="140790" w="244167">
                <a:moveTo>
                  <a:pt x="134823" y="24269"/>
                </a:moveTo>
                <a:cubicBezTo>
                  <a:pt x="122338" y="19609"/>
                  <a:pt x="100115" y="3779"/>
                  <a:pt x="85001" y="971"/>
                </a:cubicBezTo>
                <a:cubicBezTo>
                  <a:pt x="69887" y="-1837"/>
                  <a:pt x="56864" y="1927"/>
                  <a:pt x="44140" y="7423"/>
                </a:cubicBezTo>
                <a:cubicBezTo>
                  <a:pt x="31416" y="12919"/>
                  <a:pt x="15943" y="24927"/>
                  <a:pt x="8655" y="33947"/>
                </a:cubicBezTo>
                <a:cubicBezTo>
                  <a:pt x="1367" y="42968"/>
                  <a:pt x="-843" y="52167"/>
                  <a:pt x="411" y="61546"/>
                </a:cubicBezTo>
                <a:cubicBezTo>
                  <a:pt x="1666" y="70925"/>
                  <a:pt x="3936" y="83710"/>
                  <a:pt x="16182" y="90221"/>
                </a:cubicBezTo>
                <a:cubicBezTo>
                  <a:pt x="28429" y="96733"/>
                  <a:pt x="57641" y="99002"/>
                  <a:pt x="73890" y="100615"/>
                </a:cubicBezTo>
                <a:cubicBezTo>
                  <a:pt x="90139" y="102228"/>
                  <a:pt x="100712" y="94641"/>
                  <a:pt x="113675" y="99898"/>
                </a:cubicBezTo>
                <a:cubicBezTo>
                  <a:pt x="126638" y="105155"/>
                  <a:pt x="140498" y="125347"/>
                  <a:pt x="151669" y="132157"/>
                </a:cubicBezTo>
                <a:cubicBezTo>
                  <a:pt x="162840" y="138967"/>
                  <a:pt x="169591" y="140880"/>
                  <a:pt x="180702" y="140760"/>
                </a:cubicBezTo>
                <a:cubicBezTo>
                  <a:pt x="191814" y="140641"/>
                  <a:pt x="208242" y="137593"/>
                  <a:pt x="218338" y="131440"/>
                </a:cubicBezTo>
                <a:cubicBezTo>
                  <a:pt x="228434" y="125287"/>
                  <a:pt x="237275" y="113997"/>
                  <a:pt x="241277" y="103841"/>
                </a:cubicBezTo>
                <a:cubicBezTo>
                  <a:pt x="245280" y="93686"/>
                  <a:pt x="244563" y="80961"/>
                  <a:pt x="242353" y="70507"/>
                </a:cubicBezTo>
                <a:cubicBezTo>
                  <a:pt x="240143" y="60053"/>
                  <a:pt x="234407" y="48582"/>
                  <a:pt x="228015" y="41115"/>
                </a:cubicBezTo>
                <a:cubicBezTo>
                  <a:pt x="221623" y="33648"/>
                  <a:pt x="215350" y="27734"/>
                  <a:pt x="204000" y="25703"/>
                </a:cubicBezTo>
                <a:cubicBezTo>
                  <a:pt x="192650" y="23672"/>
                  <a:pt x="171443" y="29168"/>
                  <a:pt x="159913" y="28929"/>
                </a:cubicBezTo>
                <a:cubicBezTo>
                  <a:pt x="148384" y="28690"/>
                  <a:pt x="147308" y="28929"/>
                  <a:pt x="134823" y="24269"/>
                </a:cubicBezTo>
                <a:close/>
              </a:path>
            </a:pathLst>
          </a:custGeom>
          <a:noFill/>
          <a:ln cap="flat" cmpd="sng" w="9525">
            <a:solidFill>
              <a:schemeClr val="dk2"/>
            </a:solidFill>
            <a:prstDash val="solid"/>
            <a:round/>
            <a:headEnd len="med" w="med" type="none"/>
            <a:tailEnd len="med" w="med" type="none"/>
          </a:ln>
        </p:spPr>
      </p:sp>
      <p:sp>
        <p:nvSpPr>
          <p:cNvPr id="216" name="Google Shape;216;p22"/>
          <p:cNvSpPr/>
          <p:nvPr/>
        </p:nvSpPr>
        <p:spPr>
          <a:xfrm rot="7288838">
            <a:off x="-2919300" y="-1756367"/>
            <a:ext cx="5359971" cy="3327858"/>
          </a:xfrm>
          <a:custGeom>
            <a:rect b="b" l="l" r="r" t="t"/>
            <a:pathLst>
              <a:path extrusionOk="0" h="140790" w="244167">
                <a:moveTo>
                  <a:pt x="134823" y="24269"/>
                </a:moveTo>
                <a:cubicBezTo>
                  <a:pt x="122338" y="19609"/>
                  <a:pt x="100115" y="3779"/>
                  <a:pt x="85001" y="971"/>
                </a:cubicBezTo>
                <a:cubicBezTo>
                  <a:pt x="69887" y="-1837"/>
                  <a:pt x="56864" y="1927"/>
                  <a:pt x="44140" y="7423"/>
                </a:cubicBezTo>
                <a:cubicBezTo>
                  <a:pt x="31416" y="12919"/>
                  <a:pt x="15943" y="24927"/>
                  <a:pt x="8655" y="33947"/>
                </a:cubicBezTo>
                <a:cubicBezTo>
                  <a:pt x="1367" y="42968"/>
                  <a:pt x="-843" y="52167"/>
                  <a:pt x="411" y="61546"/>
                </a:cubicBezTo>
                <a:cubicBezTo>
                  <a:pt x="1666" y="70925"/>
                  <a:pt x="3936" y="83710"/>
                  <a:pt x="16182" y="90221"/>
                </a:cubicBezTo>
                <a:cubicBezTo>
                  <a:pt x="28429" y="96733"/>
                  <a:pt x="57641" y="99002"/>
                  <a:pt x="73890" y="100615"/>
                </a:cubicBezTo>
                <a:cubicBezTo>
                  <a:pt x="90139" y="102228"/>
                  <a:pt x="100712" y="94641"/>
                  <a:pt x="113675" y="99898"/>
                </a:cubicBezTo>
                <a:cubicBezTo>
                  <a:pt x="126638" y="105155"/>
                  <a:pt x="140498" y="125347"/>
                  <a:pt x="151669" y="132157"/>
                </a:cubicBezTo>
                <a:cubicBezTo>
                  <a:pt x="162840" y="138967"/>
                  <a:pt x="169591" y="140880"/>
                  <a:pt x="180702" y="140760"/>
                </a:cubicBezTo>
                <a:cubicBezTo>
                  <a:pt x="191814" y="140641"/>
                  <a:pt x="208242" y="137593"/>
                  <a:pt x="218338" y="131440"/>
                </a:cubicBezTo>
                <a:cubicBezTo>
                  <a:pt x="228434" y="125287"/>
                  <a:pt x="237275" y="113997"/>
                  <a:pt x="241277" y="103841"/>
                </a:cubicBezTo>
                <a:cubicBezTo>
                  <a:pt x="245280" y="93686"/>
                  <a:pt x="244563" y="80961"/>
                  <a:pt x="242353" y="70507"/>
                </a:cubicBezTo>
                <a:cubicBezTo>
                  <a:pt x="240143" y="60053"/>
                  <a:pt x="234407" y="48582"/>
                  <a:pt x="228015" y="41115"/>
                </a:cubicBezTo>
                <a:cubicBezTo>
                  <a:pt x="221623" y="33648"/>
                  <a:pt x="215350" y="27734"/>
                  <a:pt x="204000" y="25703"/>
                </a:cubicBezTo>
                <a:cubicBezTo>
                  <a:pt x="192650" y="23672"/>
                  <a:pt x="171443" y="29168"/>
                  <a:pt x="159913" y="28929"/>
                </a:cubicBezTo>
                <a:cubicBezTo>
                  <a:pt x="148384" y="28690"/>
                  <a:pt x="147308" y="28929"/>
                  <a:pt x="134823" y="24269"/>
                </a:cubicBezTo>
                <a:close/>
              </a:path>
            </a:pathLst>
          </a:custGeom>
          <a:solidFill>
            <a:srgbClr val="C7CAEA">
              <a:alpha val="52090"/>
            </a:srgbClr>
          </a:solidFill>
          <a:ln>
            <a:noFill/>
          </a:ln>
        </p:spPr>
      </p:sp>
      <p:sp>
        <p:nvSpPr>
          <p:cNvPr id="217" name="Google Shape;217;p22"/>
          <p:cNvSpPr/>
          <p:nvPr/>
        </p:nvSpPr>
        <p:spPr>
          <a:xfrm rot="-9942329">
            <a:off x="-1071083" y="4390444"/>
            <a:ext cx="2010154" cy="1348809"/>
          </a:xfrm>
          <a:custGeom>
            <a:rect b="b" l="l" r="r" t="t"/>
            <a:pathLst>
              <a:path extrusionOk="0" h="27472" w="40942">
                <a:moveTo>
                  <a:pt x="26941" y="3084"/>
                </a:moveTo>
                <a:cubicBezTo>
                  <a:pt x="22042" y="-22"/>
                  <a:pt x="15889" y="-321"/>
                  <a:pt x="11528" y="217"/>
                </a:cubicBezTo>
                <a:cubicBezTo>
                  <a:pt x="7167" y="755"/>
                  <a:pt x="2030" y="3263"/>
                  <a:pt x="775" y="6310"/>
                </a:cubicBezTo>
                <a:cubicBezTo>
                  <a:pt x="-479" y="9357"/>
                  <a:pt x="-539" y="14973"/>
                  <a:pt x="4001" y="18497"/>
                </a:cubicBezTo>
                <a:cubicBezTo>
                  <a:pt x="8541" y="22022"/>
                  <a:pt x="21863" y="27397"/>
                  <a:pt x="28016" y="27457"/>
                </a:cubicBezTo>
                <a:cubicBezTo>
                  <a:pt x="34169" y="27517"/>
                  <a:pt x="41099" y="22917"/>
                  <a:pt x="40920" y="18855"/>
                </a:cubicBezTo>
                <a:cubicBezTo>
                  <a:pt x="40741" y="14793"/>
                  <a:pt x="31840" y="6190"/>
                  <a:pt x="26941" y="3084"/>
                </a:cubicBezTo>
                <a:close/>
              </a:path>
            </a:pathLst>
          </a:custGeom>
          <a:solidFill>
            <a:srgbClr val="C7CAEA">
              <a:alpha val="52090"/>
            </a:srgbClr>
          </a:solidFill>
          <a:ln>
            <a:noFill/>
          </a:ln>
        </p:spPr>
      </p:sp>
      <p:sp>
        <p:nvSpPr>
          <p:cNvPr id="218" name="Google Shape;218;p22"/>
          <p:cNvSpPr/>
          <p:nvPr/>
        </p:nvSpPr>
        <p:spPr>
          <a:xfrm rot="-9942329">
            <a:off x="-980091" y="4347468"/>
            <a:ext cx="2010154" cy="1348809"/>
          </a:xfrm>
          <a:custGeom>
            <a:rect b="b" l="l" r="r" t="t"/>
            <a:pathLst>
              <a:path extrusionOk="0" h="27472" w="40942">
                <a:moveTo>
                  <a:pt x="26941" y="3084"/>
                </a:moveTo>
                <a:cubicBezTo>
                  <a:pt x="22042" y="-22"/>
                  <a:pt x="15889" y="-321"/>
                  <a:pt x="11528" y="217"/>
                </a:cubicBezTo>
                <a:cubicBezTo>
                  <a:pt x="7167" y="755"/>
                  <a:pt x="2030" y="3263"/>
                  <a:pt x="775" y="6310"/>
                </a:cubicBezTo>
                <a:cubicBezTo>
                  <a:pt x="-479" y="9357"/>
                  <a:pt x="-539" y="14973"/>
                  <a:pt x="4001" y="18497"/>
                </a:cubicBezTo>
                <a:cubicBezTo>
                  <a:pt x="8541" y="22022"/>
                  <a:pt x="21863" y="27397"/>
                  <a:pt x="28016" y="27457"/>
                </a:cubicBezTo>
                <a:cubicBezTo>
                  <a:pt x="34169" y="27517"/>
                  <a:pt x="41099" y="22917"/>
                  <a:pt x="40920" y="18855"/>
                </a:cubicBezTo>
                <a:cubicBezTo>
                  <a:pt x="40741" y="14793"/>
                  <a:pt x="31840" y="6190"/>
                  <a:pt x="26941" y="3084"/>
                </a:cubicBezTo>
                <a:close/>
              </a:path>
            </a:pathLst>
          </a:custGeom>
          <a:noFill/>
          <a:ln cap="flat" cmpd="sng" w="9525">
            <a:solidFill>
              <a:schemeClr val="dk2"/>
            </a:solidFill>
            <a:prstDash val="solid"/>
            <a:round/>
            <a:headEnd len="med" w="med" type="none"/>
            <a:tailEnd len="med" w="med" type="none"/>
          </a:ln>
        </p:spPr>
      </p:sp>
      <p:sp>
        <p:nvSpPr>
          <p:cNvPr id="219" name="Google Shape;219;p22"/>
          <p:cNvSpPr/>
          <p:nvPr/>
        </p:nvSpPr>
        <p:spPr>
          <a:xfrm rot="7864140">
            <a:off x="8100160" y="4394906"/>
            <a:ext cx="2010121" cy="1348787"/>
          </a:xfrm>
          <a:custGeom>
            <a:rect b="b" l="l" r="r" t="t"/>
            <a:pathLst>
              <a:path extrusionOk="0" h="27472" w="40942">
                <a:moveTo>
                  <a:pt x="26941" y="3084"/>
                </a:moveTo>
                <a:cubicBezTo>
                  <a:pt x="22042" y="-22"/>
                  <a:pt x="15889" y="-321"/>
                  <a:pt x="11528" y="217"/>
                </a:cubicBezTo>
                <a:cubicBezTo>
                  <a:pt x="7167" y="755"/>
                  <a:pt x="2030" y="3263"/>
                  <a:pt x="775" y="6310"/>
                </a:cubicBezTo>
                <a:cubicBezTo>
                  <a:pt x="-479" y="9357"/>
                  <a:pt x="-539" y="14973"/>
                  <a:pt x="4001" y="18497"/>
                </a:cubicBezTo>
                <a:cubicBezTo>
                  <a:pt x="8541" y="22022"/>
                  <a:pt x="21863" y="27397"/>
                  <a:pt x="28016" y="27457"/>
                </a:cubicBezTo>
                <a:cubicBezTo>
                  <a:pt x="34169" y="27517"/>
                  <a:pt x="41099" y="22917"/>
                  <a:pt x="40920" y="18855"/>
                </a:cubicBezTo>
                <a:cubicBezTo>
                  <a:pt x="40741" y="14793"/>
                  <a:pt x="31840" y="6190"/>
                  <a:pt x="26941" y="3084"/>
                </a:cubicBezTo>
                <a:close/>
              </a:path>
            </a:pathLst>
          </a:custGeom>
          <a:solidFill>
            <a:srgbClr val="C7CAEA">
              <a:alpha val="52090"/>
            </a:srgbClr>
          </a:solidFill>
          <a:ln>
            <a:noFill/>
          </a:ln>
        </p:spPr>
      </p:sp>
      <p:sp>
        <p:nvSpPr>
          <p:cNvPr id="220" name="Google Shape;220;p22"/>
          <p:cNvSpPr/>
          <p:nvPr/>
        </p:nvSpPr>
        <p:spPr>
          <a:xfrm rot="7864140">
            <a:off x="8042926" y="4301852"/>
            <a:ext cx="2010121" cy="1348787"/>
          </a:xfrm>
          <a:custGeom>
            <a:rect b="b" l="l" r="r" t="t"/>
            <a:pathLst>
              <a:path extrusionOk="0" h="27472" w="40942">
                <a:moveTo>
                  <a:pt x="26941" y="3084"/>
                </a:moveTo>
                <a:cubicBezTo>
                  <a:pt x="22042" y="-22"/>
                  <a:pt x="15889" y="-321"/>
                  <a:pt x="11528" y="217"/>
                </a:cubicBezTo>
                <a:cubicBezTo>
                  <a:pt x="7167" y="755"/>
                  <a:pt x="2030" y="3263"/>
                  <a:pt x="775" y="6310"/>
                </a:cubicBezTo>
                <a:cubicBezTo>
                  <a:pt x="-479" y="9357"/>
                  <a:pt x="-539" y="14973"/>
                  <a:pt x="4001" y="18497"/>
                </a:cubicBezTo>
                <a:cubicBezTo>
                  <a:pt x="8541" y="22022"/>
                  <a:pt x="21863" y="27397"/>
                  <a:pt x="28016" y="27457"/>
                </a:cubicBezTo>
                <a:cubicBezTo>
                  <a:pt x="34169" y="27517"/>
                  <a:pt x="41099" y="22917"/>
                  <a:pt x="40920" y="18855"/>
                </a:cubicBezTo>
                <a:cubicBezTo>
                  <a:pt x="40741" y="14793"/>
                  <a:pt x="31840" y="6190"/>
                  <a:pt x="26941" y="3084"/>
                </a:cubicBezTo>
                <a:close/>
              </a:path>
            </a:pathLst>
          </a:custGeom>
          <a:noFill/>
          <a:ln cap="flat" cmpd="sng" w="9525">
            <a:solidFill>
              <a:schemeClr val="dk2"/>
            </a:solidFill>
            <a:prstDash val="solid"/>
            <a:round/>
            <a:headEnd len="med" w="med" type="none"/>
            <a:tailEnd len="med" w="med" type="none"/>
          </a:ln>
        </p:spPr>
      </p:sp>
      <p:sp>
        <p:nvSpPr>
          <p:cNvPr id="221" name="Google Shape;221;p22"/>
          <p:cNvSpPr txBox="1"/>
          <p:nvPr>
            <p:ph type="title"/>
          </p:nvPr>
        </p:nvSpPr>
        <p:spPr>
          <a:xfrm>
            <a:off x="720000" y="535000"/>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2">
    <p:spTree>
      <p:nvGrpSpPr>
        <p:cNvPr id="222" name="Shape 222"/>
        <p:cNvGrpSpPr/>
        <p:nvPr/>
      </p:nvGrpSpPr>
      <p:grpSpPr>
        <a:xfrm>
          <a:off x="0" y="0"/>
          <a:ext cx="0" cy="0"/>
          <a:chOff x="0" y="0"/>
          <a:chExt cx="0" cy="0"/>
        </a:xfrm>
      </p:grpSpPr>
      <p:sp>
        <p:nvSpPr>
          <p:cNvPr id="223" name="Google Shape;223;p23"/>
          <p:cNvSpPr txBox="1"/>
          <p:nvPr>
            <p:ph type="title"/>
          </p:nvPr>
        </p:nvSpPr>
        <p:spPr>
          <a:xfrm>
            <a:off x="720000" y="535000"/>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24" name="Google Shape;224;p23"/>
          <p:cNvSpPr txBox="1"/>
          <p:nvPr>
            <p:ph idx="1" type="subTitle"/>
          </p:nvPr>
        </p:nvSpPr>
        <p:spPr>
          <a:xfrm>
            <a:off x="1995000" y="1811500"/>
            <a:ext cx="5154000" cy="1936800"/>
          </a:xfrm>
          <a:prstGeom prst="rect">
            <a:avLst/>
          </a:prstGeom>
        </p:spPr>
        <p:txBody>
          <a:bodyPr anchorCtr="0" anchor="t" bIns="91425" lIns="91425" spcFirstLastPara="1" rIns="91425" wrap="square" tIns="91425">
            <a:noAutofit/>
          </a:bodyPr>
          <a:lstStyle>
            <a:lvl1pPr lvl="0">
              <a:spcBef>
                <a:spcPts val="0"/>
              </a:spcBef>
              <a:spcAft>
                <a:spcPts val="0"/>
              </a:spcAft>
              <a:buClr>
                <a:srgbClr val="000000"/>
              </a:buClr>
              <a:buSzPts val="1400"/>
              <a:buFont typeface="Numans"/>
              <a:buChar char="●"/>
              <a:defRPr>
                <a:latin typeface="Numans"/>
                <a:ea typeface="Numans"/>
                <a:cs typeface="Numans"/>
                <a:sym typeface="Numans"/>
              </a:defRPr>
            </a:lvl1pPr>
            <a:lvl2pPr lvl="1">
              <a:spcBef>
                <a:spcPts val="0"/>
              </a:spcBef>
              <a:spcAft>
                <a:spcPts val="0"/>
              </a:spcAft>
              <a:buClr>
                <a:srgbClr val="000000"/>
              </a:buClr>
              <a:buSzPts val="1200"/>
              <a:buFont typeface="Numans"/>
              <a:buChar char="○"/>
              <a:defRPr/>
            </a:lvl2pPr>
            <a:lvl3pPr lvl="2">
              <a:spcBef>
                <a:spcPts val="0"/>
              </a:spcBef>
              <a:spcAft>
                <a:spcPts val="0"/>
              </a:spcAft>
              <a:buClr>
                <a:srgbClr val="000000"/>
              </a:buClr>
              <a:buSzPts val="1200"/>
              <a:buFont typeface="Numans"/>
              <a:buChar char="■"/>
              <a:defRPr/>
            </a:lvl3pPr>
            <a:lvl4pPr lvl="3">
              <a:spcBef>
                <a:spcPts val="0"/>
              </a:spcBef>
              <a:spcAft>
                <a:spcPts val="0"/>
              </a:spcAft>
              <a:buClr>
                <a:srgbClr val="000000"/>
              </a:buClr>
              <a:buSzPts val="1200"/>
              <a:buFont typeface="Numans"/>
              <a:buChar char="●"/>
              <a:defRPr/>
            </a:lvl4pPr>
            <a:lvl5pPr lvl="4">
              <a:spcBef>
                <a:spcPts val="0"/>
              </a:spcBef>
              <a:spcAft>
                <a:spcPts val="0"/>
              </a:spcAft>
              <a:buClr>
                <a:srgbClr val="000000"/>
              </a:buClr>
              <a:buSzPts val="1200"/>
              <a:buFont typeface="Numans"/>
              <a:buChar char="○"/>
              <a:defRPr/>
            </a:lvl5pPr>
            <a:lvl6pPr lvl="5">
              <a:spcBef>
                <a:spcPts val="0"/>
              </a:spcBef>
              <a:spcAft>
                <a:spcPts val="0"/>
              </a:spcAft>
              <a:buClr>
                <a:srgbClr val="000000"/>
              </a:buClr>
              <a:buSzPts val="1200"/>
              <a:buFont typeface="Numans"/>
              <a:buChar char="■"/>
              <a:defRPr/>
            </a:lvl6pPr>
            <a:lvl7pPr lvl="6">
              <a:spcBef>
                <a:spcPts val="0"/>
              </a:spcBef>
              <a:spcAft>
                <a:spcPts val="0"/>
              </a:spcAft>
              <a:buClr>
                <a:srgbClr val="000000"/>
              </a:buClr>
              <a:buSzPts val="1200"/>
              <a:buFont typeface="Numans"/>
              <a:buChar char="●"/>
              <a:defRPr/>
            </a:lvl7pPr>
            <a:lvl8pPr lvl="7">
              <a:spcBef>
                <a:spcPts val="0"/>
              </a:spcBef>
              <a:spcAft>
                <a:spcPts val="0"/>
              </a:spcAft>
              <a:buClr>
                <a:srgbClr val="000000"/>
              </a:buClr>
              <a:buSzPts val="1200"/>
              <a:buFont typeface="Numans"/>
              <a:buChar char="○"/>
              <a:defRPr/>
            </a:lvl8pPr>
            <a:lvl9pPr lvl="8">
              <a:spcBef>
                <a:spcPts val="0"/>
              </a:spcBef>
              <a:spcAft>
                <a:spcPts val="0"/>
              </a:spcAft>
              <a:buClr>
                <a:srgbClr val="000000"/>
              </a:buClr>
              <a:buSzPts val="1200"/>
              <a:buFont typeface="Numans"/>
              <a:buChar char="■"/>
              <a:defRPr/>
            </a:lvl9pPr>
          </a:lstStyle>
          <a:p/>
        </p:txBody>
      </p:sp>
      <p:sp>
        <p:nvSpPr>
          <p:cNvPr id="225" name="Google Shape;225;p23"/>
          <p:cNvSpPr/>
          <p:nvPr/>
        </p:nvSpPr>
        <p:spPr>
          <a:xfrm flipH="1" rot="386051">
            <a:off x="-1267159" y="-1890275"/>
            <a:ext cx="4684551" cy="2907998"/>
          </a:xfrm>
          <a:custGeom>
            <a:rect b="b" l="l" r="r" t="t"/>
            <a:pathLst>
              <a:path extrusionOk="0" h="140790" w="244167">
                <a:moveTo>
                  <a:pt x="134823" y="24269"/>
                </a:moveTo>
                <a:cubicBezTo>
                  <a:pt x="122338" y="19609"/>
                  <a:pt x="100115" y="3779"/>
                  <a:pt x="85001" y="971"/>
                </a:cubicBezTo>
                <a:cubicBezTo>
                  <a:pt x="69887" y="-1837"/>
                  <a:pt x="56864" y="1927"/>
                  <a:pt x="44140" y="7423"/>
                </a:cubicBezTo>
                <a:cubicBezTo>
                  <a:pt x="31416" y="12919"/>
                  <a:pt x="15943" y="24927"/>
                  <a:pt x="8655" y="33947"/>
                </a:cubicBezTo>
                <a:cubicBezTo>
                  <a:pt x="1367" y="42968"/>
                  <a:pt x="-843" y="52167"/>
                  <a:pt x="411" y="61546"/>
                </a:cubicBezTo>
                <a:cubicBezTo>
                  <a:pt x="1666" y="70925"/>
                  <a:pt x="3936" y="83710"/>
                  <a:pt x="16182" y="90221"/>
                </a:cubicBezTo>
                <a:cubicBezTo>
                  <a:pt x="28429" y="96733"/>
                  <a:pt x="57641" y="99002"/>
                  <a:pt x="73890" y="100615"/>
                </a:cubicBezTo>
                <a:cubicBezTo>
                  <a:pt x="90139" y="102228"/>
                  <a:pt x="100712" y="94641"/>
                  <a:pt x="113675" y="99898"/>
                </a:cubicBezTo>
                <a:cubicBezTo>
                  <a:pt x="126638" y="105155"/>
                  <a:pt x="140498" y="125347"/>
                  <a:pt x="151669" y="132157"/>
                </a:cubicBezTo>
                <a:cubicBezTo>
                  <a:pt x="162840" y="138967"/>
                  <a:pt x="169591" y="140880"/>
                  <a:pt x="180702" y="140760"/>
                </a:cubicBezTo>
                <a:cubicBezTo>
                  <a:pt x="191814" y="140641"/>
                  <a:pt x="208242" y="137593"/>
                  <a:pt x="218338" y="131440"/>
                </a:cubicBezTo>
                <a:cubicBezTo>
                  <a:pt x="228434" y="125287"/>
                  <a:pt x="237275" y="113997"/>
                  <a:pt x="241277" y="103841"/>
                </a:cubicBezTo>
                <a:cubicBezTo>
                  <a:pt x="245280" y="93686"/>
                  <a:pt x="244563" y="80961"/>
                  <a:pt x="242353" y="70507"/>
                </a:cubicBezTo>
                <a:cubicBezTo>
                  <a:pt x="240143" y="60053"/>
                  <a:pt x="234407" y="48582"/>
                  <a:pt x="228015" y="41115"/>
                </a:cubicBezTo>
                <a:cubicBezTo>
                  <a:pt x="221623" y="33648"/>
                  <a:pt x="215350" y="27734"/>
                  <a:pt x="204000" y="25703"/>
                </a:cubicBezTo>
                <a:cubicBezTo>
                  <a:pt x="192650" y="23672"/>
                  <a:pt x="171443" y="29168"/>
                  <a:pt x="159913" y="28929"/>
                </a:cubicBezTo>
                <a:cubicBezTo>
                  <a:pt x="148384" y="28690"/>
                  <a:pt x="147308" y="28929"/>
                  <a:pt x="134823" y="24269"/>
                </a:cubicBezTo>
                <a:close/>
              </a:path>
            </a:pathLst>
          </a:custGeom>
          <a:solidFill>
            <a:srgbClr val="C7CAEA">
              <a:alpha val="52090"/>
            </a:srgbClr>
          </a:solidFill>
          <a:ln>
            <a:noFill/>
          </a:ln>
        </p:spPr>
      </p:sp>
      <p:sp>
        <p:nvSpPr>
          <p:cNvPr id="226" name="Google Shape;226;p23"/>
          <p:cNvSpPr/>
          <p:nvPr/>
        </p:nvSpPr>
        <p:spPr>
          <a:xfrm flipH="1" rot="386051">
            <a:off x="-1246816" y="-1829664"/>
            <a:ext cx="4684551" cy="2907998"/>
          </a:xfrm>
          <a:custGeom>
            <a:rect b="b" l="l" r="r" t="t"/>
            <a:pathLst>
              <a:path extrusionOk="0" h="140790" w="244167">
                <a:moveTo>
                  <a:pt x="134823" y="24269"/>
                </a:moveTo>
                <a:cubicBezTo>
                  <a:pt x="122338" y="19609"/>
                  <a:pt x="100115" y="3779"/>
                  <a:pt x="85001" y="971"/>
                </a:cubicBezTo>
                <a:cubicBezTo>
                  <a:pt x="69887" y="-1837"/>
                  <a:pt x="56864" y="1927"/>
                  <a:pt x="44140" y="7423"/>
                </a:cubicBezTo>
                <a:cubicBezTo>
                  <a:pt x="31416" y="12919"/>
                  <a:pt x="15943" y="24927"/>
                  <a:pt x="8655" y="33947"/>
                </a:cubicBezTo>
                <a:cubicBezTo>
                  <a:pt x="1367" y="42968"/>
                  <a:pt x="-843" y="52167"/>
                  <a:pt x="411" y="61546"/>
                </a:cubicBezTo>
                <a:cubicBezTo>
                  <a:pt x="1666" y="70925"/>
                  <a:pt x="3936" y="83710"/>
                  <a:pt x="16182" y="90221"/>
                </a:cubicBezTo>
                <a:cubicBezTo>
                  <a:pt x="28429" y="96733"/>
                  <a:pt x="57641" y="99002"/>
                  <a:pt x="73890" y="100615"/>
                </a:cubicBezTo>
                <a:cubicBezTo>
                  <a:pt x="90139" y="102228"/>
                  <a:pt x="100712" y="94641"/>
                  <a:pt x="113675" y="99898"/>
                </a:cubicBezTo>
                <a:cubicBezTo>
                  <a:pt x="126638" y="105155"/>
                  <a:pt x="140498" y="125347"/>
                  <a:pt x="151669" y="132157"/>
                </a:cubicBezTo>
                <a:cubicBezTo>
                  <a:pt x="162840" y="138967"/>
                  <a:pt x="169591" y="140880"/>
                  <a:pt x="180702" y="140760"/>
                </a:cubicBezTo>
                <a:cubicBezTo>
                  <a:pt x="191814" y="140641"/>
                  <a:pt x="208242" y="137593"/>
                  <a:pt x="218338" y="131440"/>
                </a:cubicBezTo>
                <a:cubicBezTo>
                  <a:pt x="228434" y="125287"/>
                  <a:pt x="237275" y="113997"/>
                  <a:pt x="241277" y="103841"/>
                </a:cubicBezTo>
                <a:cubicBezTo>
                  <a:pt x="245280" y="93686"/>
                  <a:pt x="244563" y="80961"/>
                  <a:pt x="242353" y="70507"/>
                </a:cubicBezTo>
                <a:cubicBezTo>
                  <a:pt x="240143" y="60053"/>
                  <a:pt x="234407" y="48582"/>
                  <a:pt x="228015" y="41115"/>
                </a:cubicBezTo>
                <a:cubicBezTo>
                  <a:pt x="221623" y="33648"/>
                  <a:pt x="215350" y="27734"/>
                  <a:pt x="204000" y="25703"/>
                </a:cubicBezTo>
                <a:cubicBezTo>
                  <a:pt x="192650" y="23672"/>
                  <a:pt x="171443" y="29168"/>
                  <a:pt x="159913" y="28929"/>
                </a:cubicBezTo>
                <a:cubicBezTo>
                  <a:pt x="148384" y="28690"/>
                  <a:pt x="147308" y="28929"/>
                  <a:pt x="134823" y="24269"/>
                </a:cubicBezTo>
                <a:close/>
              </a:path>
            </a:pathLst>
          </a:custGeom>
          <a:noFill/>
          <a:ln cap="flat" cmpd="sng" w="9525">
            <a:solidFill>
              <a:schemeClr val="dk2"/>
            </a:solidFill>
            <a:prstDash val="solid"/>
            <a:round/>
            <a:headEnd len="med" w="med" type="none"/>
            <a:tailEnd len="med" w="med" type="none"/>
          </a:ln>
        </p:spPr>
      </p:sp>
      <p:sp>
        <p:nvSpPr>
          <p:cNvPr id="227" name="Google Shape;227;p23"/>
          <p:cNvSpPr/>
          <p:nvPr/>
        </p:nvSpPr>
        <p:spPr>
          <a:xfrm flipH="1" rot="-278568">
            <a:off x="5856927" y="4053813"/>
            <a:ext cx="6417623" cy="3700488"/>
          </a:xfrm>
          <a:custGeom>
            <a:rect b="b" l="l" r="r" t="t"/>
            <a:pathLst>
              <a:path extrusionOk="0" h="140790" w="244167">
                <a:moveTo>
                  <a:pt x="134823" y="24269"/>
                </a:moveTo>
                <a:cubicBezTo>
                  <a:pt x="122338" y="19609"/>
                  <a:pt x="100115" y="3779"/>
                  <a:pt x="85001" y="971"/>
                </a:cubicBezTo>
                <a:cubicBezTo>
                  <a:pt x="69887" y="-1837"/>
                  <a:pt x="56864" y="1927"/>
                  <a:pt x="44140" y="7423"/>
                </a:cubicBezTo>
                <a:cubicBezTo>
                  <a:pt x="31416" y="12919"/>
                  <a:pt x="15943" y="24927"/>
                  <a:pt x="8655" y="33947"/>
                </a:cubicBezTo>
                <a:cubicBezTo>
                  <a:pt x="1367" y="42968"/>
                  <a:pt x="-843" y="52167"/>
                  <a:pt x="411" y="61546"/>
                </a:cubicBezTo>
                <a:cubicBezTo>
                  <a:pt x="1666" y="70925"/>
                  <a:pt x="3936" y="83710"/>
                  <a:pt x="16182" y="90221"/>
                </a:cubicBezTo>
                <a:cubicBezTo>
                  <a:pt x="28429" y="96733"/>
                  <a:pt x="57641" y="99002"/>
                  <a:pt x="73890" y="100615"/>
                </a:cubicBezTo>
                <a:cubicBezTo>
                  <a:pt x="90139" y="102228"/>
                  <a:pt x="100712" y="94641"/>
                  <a:pt x="113675" y="99898"/>
                </a:cubicBezTo>
                <a:cubicBezTo>
                  <a:pt x="126638" y="105155"/>
                  <a:pt x="140498" y="125347"/>
                  <a:pt x="151669" y="132157"/>
                </a:cubicBezTo>
                <a:cubicBezTo>
                  <a:pt x="162840" y="138967"/>
                  <a:pt x="169591" y="140880"/>
                  <a:pt x="180702" y="140760"/>
                </a:cubicBezTo>
                <a:cubicBezTo>
                  <a:pt x="191814" y="140641"/>
                  <a:pt x="208242" y="137593"/>
                  <a:pt x="218338" y="131440"/>
                </a:cubicBezTo>
                <a:cubicBezTo>
                  <a:pt x="228434" y="125287"/>
                  <a:pt x="237275" y="113997"/>
                  <a:pt x="241277" y="103841"/>
                </a:cubicBezTo>
                <a:cubicBezTo>
                  <a:pt x="245280" y="93686"/>
                  <a:pt x="244563" y="80961"/>
                  <a:pt x="242353" y="70507"/>
                </a:cubicBezTo>
                <a:cubicBezTo>
                  <a:pt x="240143" y="60053"/>
                  <a:pt x="234407" y="48582"/>
                  <a:pt x="228015" y="41115"/>
                </a:cubicBezTo>
                <a:cubicBezTo>
                  <a:pt x="221623" y="33648"/>
                  <a:pt x="215350" y="27734"/>
                  <a:pt x="204000" y="25703"/>
                </a:cubicBezTo>
                <a:cubicBezTo>
                  <a:pt x="192650" y="23672"/>
                  <a:pt x="171443" y="29168"/>
                  <a:pt x="159913" y="28929"/>
                </a:cubicBezTo>
                <a:cubicBezTo>
                  <a:pt x="148384" y="28690"/>
                  <a:pt x="147308" y="28929"/>
                  <a:pt x="134823" y="24269"/>
                </a:cubicBezTo>
                <a:close/>
              </a:path>
            </a:pathLst>
          </a:custGeom>
          <a:solidFill>
            <a:srgbClr val="C7CAEA">
              <a:alpha val="52090"/>
            </a:srgbClr>
          </a:solidFill>
          <a:ln>
            <a:noFill/>
          </a:ln>
        </p:spPr>
      </p:sp>
      <p:sp>
        <p:nvSpPr>
          <p:cNvPr id="228" name="Google Shape;228;p23"/>
          <p:cNvSpPr/>
          <p:nvPr/>
        </p:nvSpPr>
        <p:spPr>
          <a:xfrm flipH="1" rot="-278568">
            <a:off x="5849102" y="3971113"/>
            <a:ext cx="6417623" cy="3700488"/>
          </a:xfrm>
          <a:custGeom>
            <a:rect b="b" l="l" r="r" t="t"/>
            <a:pathLst>
              <a:path extrusionOk="0" h="140790" w="244167">
                <a:moveTo>
                  <a:pt x="134823" y="24269"/>
                </a:moveTo>
                <a:cubicBezTo>
                  <a:pt x="122338" y="19609"/>
                  <a:pt x="100115" y="3779"/>
                  <a:pt x="85001" y="971"/>
                </a:cubicBezTo>
                <a:cubicBezTo>
                  <a:pt x="69887" y="-1837"/>
                  <a:pt x="56864" y="1927"/>
                  <a:pt x="44140" y="7423"/>
                </a:cubicBezTo>
                <a:cubicBezTo>
                  <a:pt x="31416" y="12919"/>
                  <a:pt x="15943" y="24927"/>
                  <a:pt x="8655" y="33947"/>
                </a:cubicBezTo>
                <a:cubicBezTo>
                  <a:pt x="1367" y="42968"/>
                  <a:pt x="-843" y="52167"/>
                  <a:pt x="411" y="61546"/>
                </a:cubicBezTo>
                <a:cubicBezTo>
                  <a:pt x="1666" y="70925"/>
                  <a:pt x="3936" y="83710"/>
                  <a:pt x="16182" y="90221"/>
                </a:cubicBezTo>
                <a:cubicBezTo>
                  <a:pt x="28429" y="96733"/>
                  <a:pt x="57641" y="99002"/>
                  <a:pt x="73890" y="100615"/>
                </a:cubicBezTo>
                <a:cubicBezTo>
                  <a:pt x="90139" y="102228"/>
                  <a:pt x="100712" y="94641"/>
                  <a:pt x="113675" y="99898"/>
                </a:cubicBezTo>
                <a:cubicBezTo>
                  <a:pt x="126638" y="105155"/>
                  <a:pt x="140498" y="125347"/>
                  <a:pt x="151669" y="132157"/>
                </a:cubicBezTo>
                <a:cubicBezTo>
                  <a:pt x="162840" y="138967"/>
                  <a:pt x="169591" y="140880"/>
                  <a:pt x="180702" y="140760"/>
                </a:cubicBezTo>
                <a:cubicBezTo>
                  <a:pt x="191814" y="140641"/>
                  <a:pt x="208242" y="137593"/>
                  <a:pt x="218338" y="131440"/>
                </a:cubicBezTo>
                <a:cubicBezTo>
                  <a:pt x="228434" y="125287"/>
                  <a:pt x="237275" y="113997"/>
                  <a:pt x="241277" y="103841"/>
                </a:cubicBezTo>
                <a:cubicBezTo>
                  <a:pt x="245280" y="93686"/>
                  <a:pt x="244563" y="80961"/>
                  <a:pt x="242353" y="70507"/>
                </a:cubicBezTo>
                <a:cubicBezTo>
                  <a:pt x="240143" y="60053"/>
                  <a:pt x="234407" y="48582"/>
                  <a:pt x="228015" y="41115"/>
                </a:cubicBezTo>
                <a:cubicBezTo>
                  <a:pt x="221623" y="33648"/>
                  <a:pt x="215350" y="27734"/>
                  <a:pt x="204000" y="25703"/>
                </a:cubicBezTo>
                <a:cubicBezTo>
                  <a:pt x="192650" y="23672"/>
                  <a:pt x="171443" y="29168"/>
                  <a:pt x="159913" y="28929"/>
                </a:cubicBezTo>
                <a:cubicBezTo>
                  <a:pt x="148384" y="28690"/>
                  <a:pt x="147308" y="28929"/>
                  <a:pt x="134823" y="24269"/>
                </a:cubicBezTo>
                <a:close/>
              </a:path>
            </a:pathLst>
          </a:custGeom>
          <a:noFill/>
          <a:ln cap="flat" cmpd="sng" w="9525">
            <a:solidFill>
              <a:schemeClr val="dk2"/>
            </a:solidFill>
            <a:prstDash val="solid"/>
            <a:round/>
            <a:headEnd len="med" w="med" type="none"/>
            <a:tailEnd len="med" w="med" type="none"/>
          </a:ln>
        </p:spPr>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229" name="Shape 229"/>
        <p:cNvGrpSpPr/>
        <p:nvPr/>
      </p:nvGrpSpPr>
      <p:grpSpPr>
        <a:xfrm>
          <a:off x="0" y="0"/>
          <a:ext cx="0" cy="0"/>
          <a:chOff x="0" y="0"/>
          <a:chExt cx="0" cy="0"/>
        </a:xfrm>
      </p:grpSpPr>
      <p:sp>
        <p:nvSpPr>
          <p:cNvPr id="230" name="Google Shape;230;p24"/>
          <p:cNvSpPr txBox="1"/>
          <p:nvPr>
            <p:ph type="title"/>
          </p:nvPr>
        </p:nvSpPr>
        <p:spPr>
          <a:xfrm>
            <a:off x="1855626" y="540000"/>
            <a:ext cx="4940400" cy="1058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sz="85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31" name="Google Shape;231;p24"/>
          <p:cNvSpPr txBox="1"/>
          <p:nvPr>
            <p:ph idx="1" type="subTitle"/>
          </p:nvPr>
        </p:nvSpPr>
        <p:spPr>
          <a:xfrm>
            <a:off x="2347900" y="2117427"/>
            <a:ext cx="4448100" cy="989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atin typeface="Karla"/>
                <a:ea typeface="Karla"/>
                <a:cs typeface="Karla"/>
                <a:sym typeface="Karla"/>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32" name="Google Shape;232;p24"/>
          <p:cNvSpPr txBox="1"/>
          <p:nvPr/>
        </p:nvSpPr>
        <p:spPr>
          <a:xfrm>
            <a:off x="2099100" y="3855765"/>
            <a:ext cx="4945800" cy="556200"/>
          </a:xfrm>
          <a:prstGeom prst="rect">
            <a:avLst/>
          </a:prstGeom>
          <a:noFill/>
          <a:ln>
            <a:noFill/>
          </a:ln>
        </p:spPr>
        <p:txBody>
          <a:bodyPr anchorCtr="0" anchor="t" bIns="91425" lIns="91425" spcFirstLastPara="1" rIns="91425" wrap="square" tIns="91425">
            <a:noAutofit/>
          </a:bodyPr>
          <a:lstStyle/>
          <a:p>
            <a:pPr indent="0" lvl="0" marL="0" rtl="0" algn="ctr">
              <a:spcBef>
                <a:spcPts val="300"/>
              </a:spcBef>
              <a:spcAft>
                <a:spcPts val="0"/>
              </a:spcAft>
              <a:buNone/>
            </a:pPr>
            <a:r>
              <a:rPr b="1" lang="en" sz="1200">
                <a:solidFill>
                  <a:schemeClr val="dk1"/>
                </a:solidFill>
                <a:latin typeface="Karla"/>
                <a:ea typeface="Karla"/>
                <a:cs typeface="Karla"/>
                <a:sym typeface="Karla"/>
              </a:rPr>
              <a:t>CREDITS: </a:t>
            </a:r>
            <a:r>
              <a:rPr lang="en" sz="1200">
                <a:solidFill>
                  <a:schemeClr val="dk1"/>
                </a:solidFill>
                <a:latin typeface="Karla"/>
                <a:ea typeface="Karla"/>
                <a:cs typeface="Karla"/>
                <a:sym typeface="Karla"/>
              </a:rPr>
              <a:t>This presentation template was created by </a:t>
            </a:r>
            <a:r>
              <a:rPr b="1" lang="en" sz="1200" u="sng">
                <a:solidFill>
                  <a:schemeClr val="hlink"/>
                </a:solidFill>
                <a:latin typeface="Karla"/>
                <a:ea typeface="Karla"/>
                <a:cs typeface="Karla"/>
                <a:sym typeface="Karla"/>
                <a:hlinkClick r:id="rId2"/>
              </a:rPr>
              <a:t>Slidesgo</a:t>
            </a:r>
            <a:r>
              <a:rPr lang="en" sz="1200">
                <a:solidFill>
                  <a:schemeClr val="dk1"/>
                </a:solidFill>
                <a:latin typeface="Karla"/>
                <a:ea typeface="Karla"/>
                <a:cs typeface="Karla"/>
                <a:sym typeface="Karla"/>
              </a:rPr>
              <a:t>, and includes icons by </a:t>
            </a:r>
            <a:r>
              <a:rPr b="1" lang="en" sz="1200" u="sng">
                <a:solidFill>
                  <a:schemeClr val="dk1"/>
                </a:solidFill>
                <a:latin typeface="Karla"/>
                <a:ea typeface="Karla"/>
                <a:cs typeface="Karla"/>
                <a:sym typeface="Karla"/>
                <a:hlinkClick r:id="rId3">
                  <a:extLst>
                    <a:ext uri="{A12FA001-AC4F-418D-AE19-62706E023703}">
                      <ahyp:hlinkClr val="tx"/>
                    </a:ext>
                  </a:extLst>
                </a:hlinkClick>
              </a:rPr>
              <a:t>Flaticon</a:t>
            </a:r>
            <a:r>
              <a:rPr lang="en" sz="1200">
                <a:solidFill>
                  <a:schemeClr val="dk1"/>
                </a:solidFill>
                <a:latin typeface="Karla"/>
                <a:ea typeface="Karla"/>
                <a:cs typeface="Karla"/>
                <a:sym typeface="Karla"/>
              </a:rPr>
              <a:t>, and infographics &amp; images by </a:t>
            </a:r>
            <a:r>
              <a:rPr b="1" lang="en" sz="1200" u="sng">
                <a:solidFill>
                  <a:schemeClr val="dk1"/>
                </a:solidFill>
                <a:latin typeface="Karla"/>
                <a:ea typeface="Karla"/>
                <a:cs typeface="Karla"/>
                <a:sym typeface="Karla"/>
                <a:hlinkClick r:id="rId4">
                  <a:extLst>
                    <a:ext uri="{A12FA001-AC4F-418D-AE19-62706E023703}">
                      <ahyp:hlinkClr val="tx"/>
                    </a:ext>
                  </a:extLst>
                </a:hlinkClick>
              </a:rPr>
              <a:t>Freepik</a:t>
            </a:r>
            <a:r>
              <a:rPr lang="en" sz="1200" u="sng">
                <a:solidFill>
                  <a:schemeClr val="dk1"/>
                </a:solidFill>
                <a:latin typeface="Karla"/>
                <a:ea typeface="Karla"/>
                <a:cs typeface="Karla"/>
                <a:sym typeface="Karla"/>
              </a:rPr>
              <a:t> </a:t>
            </a:r>
            <a:endParaRPr sz="1200" u="sng">
              <a:solidFill>
                <a:schemeClr val="dk1"/>
              </a:solidFill>
              <a:latin typeface="Karla"/>
              <a:ea typeface="Karla"/>
              <a:cs typeface="Karla"/>
              <a:sym typeface="Karla"/>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BLANK_1_1_1_1_1_1_1">
    <p:spTree>
      <p:nvGrpSpPr>
        <p:cNvPr id="233" name="Shape 233"/>
        <p:cNvGrpSpPr/>
        <p:nvPr/>
      </p:nvGrpSpPr>
      <p:grpSpPr>
        <a:xfrm>
          <a:off x="0" y="0"/>
          <a:ext cx="0" cy="0"/>
          <a:chOff x="0" y="0"/>
          <a:chExt cx="0" cy="0"/>
        </a:xfrm>
      </p:grpSpPr>
      <p:grpSp>
        <p:nvGrpSpPr>
          <p:cNvPr id="234" name="Google Shape;234;p25"/>
          <p:cNvGrpSpPr/>
          <p:nvPr/>
        </p:nvGrpSpPr>
        <p:grpSpPr>
          <a:xfrm>
            <a:off x="-1415194" y="-2143613"/>
            <a:ext cx="5077163" cy="3551484"/>
            <a:chOff x="-1415194" y="-2143613"/>
            <a:chExt cx="5077163" cy="3551484"/>
          </a:xfrm>
        </p:grpSpPr>
        <p:sp>
          <p:nvSpPr>
            <p:cNvPr id="235" name="Google Shape;235;p25"/>
            <p:cNvSpPr/>
            <p:nvPr/>
          </p:nvSpPr>
          <p:spPr>
            <a:xfrm flipH="1" rot="386051">
              <a:off x="-1267159" y="-1890275"/>
              <a:ext cx="4684551" cy="2907998"/>
            </a:xfrm>
            <a:custGeom>
              <a:rect b="b" l="l" r="r" t="t"/>
              <a:pathLst>
                <a:path extrusionOk="0" h="140790" w="244167">
                  <a:moveTo>
                    <a:pt x="134823" y="24269"/>
                  </a:moveTo>
                  <a:cubicBezTo>
                    <a:pt x="122338" y="19609"/>
                    <a:pt x="100115" y="3779"/>
                    <a:pt x="85001" y="971"/>
                  </a:cubicBezTo>
                  <a:cubicBezTo>
                    <a:pt x="69887" y="-1837"/>
                    <a:pt x="56864" y="1927"/>
                    <a:pt x="44140" y="7423"/>
                  </a:cubicBezTo>
                  <a:cubicBezTo>
                    <a:pt x="31416" y="12919"/>
                    <a:pt x="15943" y="24927"/>
                    <a:pt x="8655" y="33947"/>
                  </a:cubicBezTo>
                  <a:cubicBezTo>
                    <a:pt x="1367" y="42968"/>
                    <a:pt x="-843" y="52167"/>
                    <a:pt x="411" y="61546"/>
                  </a:cubicBezTo>
                  <a:cubicBezTo>
                    <a:pt x="1666" y="70925"/>
                    <a:pt x="3936" y="83710"/>
                    <a:pt x="16182" y="90221"/>
                  </a:cubicBezTo>
                  <a:cubicBezTo>
                    <a:pt x="28429" y="96733"/>
                    <a:pt x="57641" y="99002"/>
                    <a:pt x="73890" y="100615"/>
                  </a:cubicBezTo>
                  <a:cubicBezTo>
                    <a:pt x="90139" y="102228"/>
                    <a:pt x="100712" y="94641"/>
                    <a:pt x="113675" y="99898"/>
                  </a:cubicBezTo>
                  <a:cubicBezTo>
                    <a:pt x="126638" y="105155"/>
                    <a:pt x="140498" y="125347"/>
                    <a:pt x="151669" y="132157"/>
                  </a:cubicBezTo>
                  <a:cubicBezTo>
                    <a:pt x="162840" y="138967"/>
                    <a:pt x="169591" y="140880"/>
                    <a:pt x="180702" y="140760"/>
                  </a:cubicBezTo>
                  <a:cubicBezTo>
                    <a:pt x="191814" y="140641"/>
                    <a:pt x="208242" y="137593"/>
                    <a:pt x="218338" y="131440"/>
                  </a:cubicBezTo>
                  <a:cubicBezTo>
                    <a:pt x="228434" y="125287"/>
                    <a:pt x="237275" y="113997"/>
                    <a:pt x="241277" y="103841"/>
                  </a:cubicBezTo>
                  <a:cubicBezTo>
                    <a:pt x="245280" y="93686"/>
                    <a:pt x="244563" y="80961"/>
                    <a:pt x="242353" y="70507"/>
                  </a:cubicBezTo>
                  <a:cubicBezTo>
                    <a:pt x="240143" y="60053"/>
                    <a:pt x="234407" y="48582"/>
                    <a:pt x="228015" y="41115"/>
                  </a:cubicBezTo>
                  <a:cubicBezTo>
                    <a:pt x="221623" y="33648"/>
                    <a:pt x="215350" y="27734"/>
                    <a:pt x="204000" y="25703"/>
                  </a:cubicBezTo>
                  <a:cubicBezTo>
                    <a:pt x="192650" y="23672"/>
                    <a:pt x="171443" y="29168"/>
                    <a:pt x="159913" y="28929"/>
                  </a:cubicBezTo>
                  <a:cubicBezTo>
                    <a:pt x="148384" y="28690"/>
                    <a:pt x="147308" y="28929"/>
                    <a:pt x="134823" y="24269"/>
                  </a:cubicBezTo>
                  <a:close/>
                </a:path>
              </a:pathLst>
            </a:custGeom>
            <a:solidFill>
              <a:srgbClr val="C7CAEA">
                <a:alpha val="52090"/>
              </a:srgbClr>
            </a:solidFill>
            <a:ln>
              <a:noFill/>
            </a:ln>
          </p:spPr>
        </p:sp>
        <p:sp>
          <p:nvSpPr>
            <p:cNvPr id="236" name="Google Shape;236;p25"/>
            <p:cNvSpPr/>
            <p:nvPr/>
          </p:nvSpPr>
          <p:spPr>
            <a:xfrm flipH="1" rot="386051">
              <a:off x="-1170616" y="-1753464"/>
              <a:ext cx="4684551" cy="2907998"/>
            </a:xfrm>
            <a:custGeom>
              <a:rect b="b" l="l" r="r" t="t"/>
              <a:pathLst>
                <a:path extrusionOk="0" h="140790" w="244167">
                  <a:moveTo>
                    <a:pt x="134823" y="24269"/>
                  </a:moveTo>
                  <a:cubicBezTo>
                    <a:pt x="122338" y="19609"/>
                    <a:pt x="100115" y="3779"/>
                    <a:pt x="85001" y="971"/>
                  </a:cubicBezTo>
                  <a:cubicBezTo>
                    <a:pt x="69887" y="-1837"/>
                    <a:pt x="56864" y="1927"/>
                    <a:pt x="44140" y="7423"/>
                  </a:cubicBezTo>
                  <a:cubicBezTo>
                    <a:pt x="31416" y="12919"/>
                    <a:pt x="15943" y="24927"/>
                    <a:pt x="8655" y="33947"/>
                  </a:cubicBezTo>
                  <a:cubicBezTo>
                    <a:pt x="1367" y="42968"/>
                    <a:pt x="-843" y="52167"/>
                    <a:pt x="411" y="61546"/>
                  </a:cubicBezTo>
                  <a:cubicBezTo>
                    <a:pt x="1666" y="70925"/>
                    <a:pt x="3936" y="83710"/>
                    <a:pt x="16182" y="90221"/>
                  </a:cubicBezTo>
                  <a:cubicBezTo>
                    <a:pt x="28429" y="96733"/>
                    <a:pt x="57641" y="99002"/>
                    <a:pt x="73890" y="100615"/>
                  </a:cubicBezTo>
                  <a:cubicBezTo>
                    <a:pt x="90139" y="102228"/>
                    <a:pt x="100712" y="94641"/>
                    <a:pt x="113675" y="99898"/>
                  </a:cubicBezTo>
                  <a:cubicBezTo>
                    <a:pt x="126638" y="105155"/>
                    <a:pt x="140498" y="125347"/>
                    <a:pt x="151669" y="132157"/>
                  </a:cubicBezTo>
                  <a:cubicBezTo>
                    <a:pt x="162840" y="138967"/>
                    <a:pt x="169591" y="140880"/>
                    <a:pt x="180702" y="140760"/>
                  </a:cubicBezTo>
                  <a:cubicBezTo>
                    <a:pt x="191814" y="140641"/>
                    <a:pt x="208242" y="137593"/>
                    <a:pt x="218338" y="131440"/>
                  </a:cubicBezTo>
                  <a:cubicBezTo>
                    <a:pt x="228434" y="125287"/>
                    <a:pt x="237275" y="113997"/>
                    <a:pt x="241277" y="103841"/>
                  </a:cubicBezTo>
                  <a:cubicBezTo>
                    <a:pt x="245280" y="93686"/>
                    <a:pt x="244563" y="80961"/>
                    <a:pt x="242353" y="70507"/>
                  </a:cubicBezTo>
                  <a:cubicBezTo>
                    <a:pt x="240143" y="60053"/>
                    <a:pt x="234407" y="48582"/>
                    <a:pt x="228015" y="41115"/>
                  </a:cubicBezTo>
                  <a:cubicBezTo>
                    <a:pt x="221623" y="33648"/>
                    <a:pt x="215350" y="27734"/>
                    <a:pt x="204000" y="25703"/>
                  </a:cubicBezTo>
                  <a:cubicBezTo>
                    <a:pt x="192650" y="23672"/>
                    <a:pt x="171443" y="29168"/>
                    <a:pt x="159913" y="28929"/>
                  </a:cubicBezTo>
                  <a:cubicBezTo>
                    <a:pt x="148384" y="28690"/>
                    <a:pt x="147308" y="28929"/>
                    <a:pt x="134823" y="24269"/>
                  </a:cubicBezTo>
                  <a:close/>
                </a:path>
              </a:pathLst>
            </a:custGeom>
            <a:noFill/>
            <a:ln cap="flat" cmpd="sng" w="9525">
              <a:solidFill>
                <a:schemeClr val="dk2"/>
              </a:solidFill>
              <a:prstDash val="solid"/>
              <a:round/>
              <a:headEnd len="med" w="med" type="none"/>
              <a:tailEnd len="med" w="med" type="none"/>
            </a:ln>
          </p:spPr>
        </p:sp>
      </p:grpSp>
      <p:grpSp>
        <p:nvGrpSpPr>
          <p:cNvPr id="237" name="Google Shape;237;p25"/>
          <p:cNvGrpSpPr/>
          <p:nvPr/>
        </p:nvGrpSpPr>
        <p:grpSpPr>
          <a:xfrm rot="2577935">
            <a:off x="6292472" y="-1697971"/>
            <a:ext cx="5076725" cy="3551177"/>
            <a:chOff x="-1415194" y="-2067413"/>
            <a:chExt cx="5077163" cy="3551484"/>
          </a:xfrm>
        </p:grpSpPr>
        <p:sp>
          <p:nvSpPr>
            <p:cNvPr id="238" name="Google Shape;238;p25"/>
            <p:cNvSpPr/>
            <p:nvPr/>
          </p:nvSpPr>
          <p:spPr>
            <a:xfrm flipH="1" rot="386051">
              <a:off x="-1267159" y="-1814075"/>
              <a:ext cx="4684551" cy="2907998"/>
            </a:xfrm>
            <a:custGeom>
              <a:rect b="b" l="l" r="r" t="t"/>
              <a:pathLst>
                <a:path extrusionOk="0" h="140790" w="244167">
                  <a:moveTo>
                    <a:pt x="134823" y="24269"/>
                  </a:moveTo>
                  <a:cubicBezTo>
                    <a:pt x="122338" y="19609"/>
                    <a:pt x="100115" y="3779"/>
                    <a:pt x="85001" y="971"/>
                  </a:cubicBezTo>
                  <a:cubicBezTo>
                    <a:pt x="69887" y="-1837"/>
                    <a:pt x="56864" y="1927"/>
                    <a:pt x="44140" y="7423"/>
                  </a:cubicBezTo>
                  <a:cubicBezTo>
                    <a:pt x="31416" y="12919"/>
                    <a:pt x="15943" y="24927"/>
                    <a:pt x="8655" y="33947"/>
                  </a:cubicBezTo>
                  <a:cubicBezTo>
                    <a:pt x="1367" y="42968"/>
                    <a:pt x="-843" y="52167"/>
                    <a:pt x="411" y="61546"/>
                  </a:cubicBezTo>
                  <a:cubicBezTo>
                    <a:pt x="1666" y="70925"/>
                    <a:pt x="3936" y="83710"/>
                    <a:pt x="16182" y="90221"/>
                  </a:cubicBezTo>
                  <a:cubicBezTo>
                    <a:pt x="28429" y="96733"/>
                    <a:pt x="57641" y="99002"/>
                    <a:pt x="73890" y="100615"/>
                  </a:cubicBezTo>
                  <a:cubicBezTo>
                    <a:pt x="90139" y="102228"/>
                    <a:pt x="100712" y="94641"/>
                    <a:pt x="113675" y="99898"/>
                  </a:cubicBezTo>
                  <a:cubicBezTo>
                    <a:pt x="126638" y="105155"/>
                    <a:pt x="140498" y="125347"/>
                    <a:pt x="151669" y="132157"/>
                  </a:cubicBezTo>
                  <a:cubicBezTo>
                    <a:pt x="162840" y="138967"/>
                    <a:pt x="169591" y="140880"/>
                    <a:pt x="180702" y="140760"/>
                  </a:cubicBezTo>
                  <a:cubicBezTo>
                    <a:pt x="191814" y="140641"/>
                    <a:pt x="208242" y="137593"/>
                    <a:pt x="218338" y="131440"/>
                  </a:cubicBezTo>
                  <a:cubicBezTo>
                    <a:pt x="228434" y="125287"/>
                    <a:pt x="237275" y="113997"/>
                    <a:pt x="241277" y="103841"/>
                  </a:cubicBezTo>
                  <a:cubicBezTo>
                    <a:pt x="245280" y="93686"/>
                    <a:pt x="244563" y="80961"/>
                    <a:pt x="242353" y="70507"/>
                  </a:cubicBezTo>
                  <a:cubicBezTo>
                    <a:pt x="240143" y="60053"/>
                    <a:pt x="234407" y="48582"/>
                    <a:pt x="228015" y="41115"/>
                  </a:cubicBezTo>
                  <a:cubicBezTo>
                    <a:pt x="221623" y="33648"/>
                    <a:pt x="215350" y="27734"/>
                    <a:pt x="204000" y="25703"/>
                  </a:cubicBezTo>
                  <a:cubicBezTo>
                    <a:pt x="192650" y="23672"/>
                    <a:pt x="171443" y="29168"/>
                    <a:pt x="159913" y="28929"/>
                  </a:cubicBezTo>
                  <a:cubicBezTo>
                    <a:pt x="148384" y="28690"/>
                    <a:pt x="147308" y="28929"/>
                    <a:pt x="134823" y="24269"/>
                  </a:cubicBezTo>
                  <a:close/>
                </a:path>
              </a:pathLst>
            </a:custGeom>
            <a:solidFill>
              <a:srgbClr val="C7CAEA">
                <a:alpha val="52090"/>
              </a:srgbClr>
            </a:solidFill>
            <a:ln>
              <a:noFill/>
            </a:ln>
          </p:spPr>
        </p:sp>
        <p:sp>
          <p:nvSpPr>
            <p:cNvPr id="239" name="Google Shape;239;p25"/>
            <p:cNvSpPr/>
            <p:nvPr/>
          </p:nvSpPr>
          <p:spPr>
            <a:xfrm flipH="1" rot="386051">
              <a:off x="-1170616" y="-1677264"/>
              <a:ext cx="4684551" cy="2907998"/>
            </a:xfrm>
            <a:custGeom>
              <a:rect b="b" l="l" r="r" t="t"/>
              <a:pathLst>
                <a:path extrusionOk="0" h="140790" w="244167">
                  <a:moveTo>
                    <a:pt x="134823" y="24269"/>
                  </a:moveTo>
                  <a:cubicBezTo>
                    <a:pt x="122338" y="19609"/>
                    <a:pt x="100115" y="3779"/>
                    <a:pt x="85001" y="971"/>
                  </a:cubicBezTo>
                  <a:cubicBezTo>
                    <a:pt x="69887" y="-1837"/>
                    <a:pt x="56864" y="1927"/>
                    <a:pt x="44140" y="7423"/>
                  </a:cubicBezTo>
                  <a:cubicBezTo>
                    <a:pt x="31416" y="12919"/>
                    <a:pt x="15943" y="24927"/>
                    <a:pt x="8655" y="33947"/>
                  </a:cubicBezTo>
                  <a:cubicBezTo>
                    <a:pt x="1367" y="42968"/>
                    <a:pt x="-843" y="52167"/>
                    <a:pt x="411" y="61546"/>
                  </a:cubicBezTo>
                  <a:cubicBezTo>
                    <a:pt x="1666" y="70925"/>
                    <a:pt x="3936" y="83710"/>
                    <a:pt x="16182" y="90221"/>
                  </a:cubicBezTo>
                  <a:cubicBezTo>
                    <a:pt x="28429" y="96733"/>
                    <a:pt x="57641" y="99002"/>
                    <a:pt x="73890" y="100615"/>
                  </a:cubicBezTo>
                  <a:cubicBezTo>
                    <a:pt x="90139" y="102228"/>
                    <a:pt x="100712" y="94641"/>
                    <a:pt x="113675" y="99898"/>
                  </a:cubicBezTo>
                  <a:cubicBezTo>
                    <a:pt x="126638" y="105155"/>
                    <a:pt x="140498" y="125347"/>
                    <a:pt x="151669" y="132157"/>
                  </a:cubicBezTo>
                  <a:cubicBezTo>
                    <a:pt x="162840" y="138967"/>
                    <a:pt x="169591" y="140880"/>
                    <a:pt x="180702" y="140760"/>
                  </a:cubicBezTo>
                  <a:cubicBezTo>
                    <a:pt x="191814" y="140641"/>
                    <a:pt x="208242" y="137593"/>
                    <a:pt x="218338" y="131440"/>
                  </a:cubicBezTo>
                  <a:cubicBezTo>
                    <a:pt x="228434" y="125287"/>
                    <a:pt x="237275" y="113997"/>
                    <a:pt x="241277" y="103841"/>
                  </a:cubicBezTo>
                  <a:cubicBezTo>
                    <a:pt x="245280" y="93686"/>
                    <a:pt x="244563" y="80961"/>
                    <a:pt x="242353" y="70507"/>
                  </a:cubicBezTo>
                  <a:cubicBezTo>
                    <a:pt x="240143" y="60053"/>
                    <a:pt x="234407" y="48582"/>
                    <a:pt x="228015" y="41115"/>
                  </a:cubicBezTo>
                  <a:cubicBezTo>
                    <a:pt x="221623" y="33648"/>
                    <a:pt x="215350" y="27734"/>
                    <a:pt x="204000" y="25703"/>
                  </a:cubicBezTo>
                  <a:cubicBezTo>
                    <a:pt x="192650" y="23672"/>
                    <a:pt x="171443" y="29168"/>
                    <a:pt x="159913" y="28929"/>
                  </a:cubicBezTo>
                  <a:cubicBezTo>
                    <a:pt x="148384" y="28690"/>
                    <a:pt x="147308" y="28929"/>
                    <a:pt x="134823" y="24269"/>
                  </a:cubicBezTo>
                  <a:close/>
                </a:path>
              </a:pathLst>
            </a:custGeom>
            <a:noFill/>
            <a:ln cap="flat" cmpd="sng" w="9525">
              <a:solidFill>
                <a:schemeClr val="dk2"/>
              </a:solidFill>
              <a:prstDash val="solid"/>
              <a:round/>
              <a:headEnd len="med" w="med" type="none"/>
              <a:tailEnd len="med" w="med" type="none"/>
            </a:ln>
          </p:spPr>
        </p:sp>
      </p:grpSp>
      <p:grpSp>
        <p:nvGrpSpPr>
          <p:cNvPr id="240" name="Google Shape;240;p25"/>
          <p:cNvGrpSpPr/>
          <p:nvPr/>
        </p:nvGrpSpPr>
        <p:grpSpPr>
          <a:xfrm rot="-1593596">
            <a:off x="5995110" y="3419420"/>
            <a:ext cx="5076782" cy="3551218"/>
            <a:chOff x="5767094" y="3647662"/>
            <a:chExt cx="5077163" cy="3551484"/>
          </a:xfrm>
        </p:grpSpPr>
        <p:sp>
          <p:nvSpPr>
            <p:cNvPr id="241" name="Google Shape;241;p25"/>
            <p:cNvSpPr/>
            <p:nvPr/>
          </p:nvSpPr>
          <p:spPr>
            <a:xfrm flipH="1" rot="-949102">
              <a:off x="7746095" y="4236914"/>
              <a:ext cx="669140" cy="301521"/>
            </a:xfrm>
            <a:prstGeom prst="ellipse">
              <a:avLst/>
            </a:prstGeom>
            <a:solidFill>
              <a:srgbClr val="C7CAEA">
                <a:alpha val="520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25"/>
            <p:cNvSpPr/>
            <p:nvPr/>
          </p:nvSpPr>
          <p:spPr>
            <a:xfrm flipH="1" rot="-949102">
              <a:off x="7646812" y="4194803"/>
              <a:ext cx="669140" cy="301521"/>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25"/>
            <p:cNvSpPr/>
            <p:nvPr/>
          </p:nvSpPr>
          <p:spPr>
            <a:xfrm flipH="1" rot="-10413949">
              <a:off x="6011671" y="4037811"/>
              <a:ext cx="4684551" cy="2907998"/>
            </a:xfrm>
            <a:custGeom>
              <a:rect b="b" l="l" r="r" t="t"/>
              <a:pathLst>
                <a:path extrusionOk="0" h="140790" w="244167">
                  <a:moveTo>
                    <a:pt x="134823" y="24269"/>
                  </a:moveTo>
                  <a:cubicBezTo>
                    <a:pt x="122338" y="19609"/>
                    <a:pt x="100115" y="3779"/>
                    <a:pt x="85001" y="971"/>
                  </a:cubicBezTo>
                  <a:cubicBezTo>
                    <a:pt x="69887" y="-1837"/>
                    <a:pt x="56864" y="1927"/>
                    <a:pt x="44140" y="7423"/>
                  </a:cubicBezTo>
                  <a:cubicBezTo>
                    <a:pt x="31416" y="12919"/>
                    <a:pt x="15943" y="24927"/>
                    <a:pt x="8655" y="33947"/>
                  </a:cubicBezTo>
                  <a:cubicBezTo>
                    <a:pt x="1367" y="42968"/>
                    <a:pt x="-843" y="52167"/>
                    <a:pt x="411" y="61546"/>
                  </a:cubicBezTo>
                  <a:cubicBezTo>
                    <a:pt x="1666" y="70925"/>
                    <a:pt x="3936" y="83710"/>
                    <a:pt x="16182" y="90221"/>
                  </a:cubicBezTo>
                  <a:cubicBezTo>
                    <a:pt x="28429" y="96733"/>
                    <a:pt x="57641" y="99002"/>
                    <a:pt x="73890" y="100615"/>
                  </a:cubicBezTo>
                  <a:cubicBezTo>
                    <a:pt x="90139" y="102228"/>
                    <a:pt x="100712" y="94641"/>
                    <a:pt x="113675" y="99898"/>
                  </a:cubicBezTo>
                  <a:cubicBezTo>
                    <a:pt x="126638" y="105155"/>
                    <a:pt x="140498" y="125347"/>
                    <a:pt x="151669" y="132157"/>
                  </a:cubicBezTo>
                  <a:cubicBezTo>
                    <a:pt x="162840" y="138967"/>
                    <a:pt x="169591" y="140880"/>
                    <a:pt x="180702" y="140760"/>
                  </a:cubicBezTo>
                  <a:cubicBezTo>
                    <a:pt x="191814" y="140641"/>
                    <a:pt x="208242" y="137593"/>
                    <a:pt x="218338" y="131440"/>
                  </a:cubicBezTo>
                  <a:cubicBezTo>
                    <a:pt x="228434" y="125287"/>
                    <a:pt x="237275" y="113997"/>
                    <a:pt x="241277" y="103841"/>
                  </a:cubicBezTo>
                  <a:cubicBezTo>
                    <a:pt x="245280" y="93686"/>
                    <a:pt x="244563" y="80961"/>
                    <a:pt x="242353" y="70507"/>
                  </a:cubicBezTo>
                  <a:cubicBezTo>
                    <a:pt x="240143" y="60053"/>
                    <a:pt x="234407" y="48582"/>
                    <a:pt x="228015" y="41115"/>
                  </a:cubicBezTo>
                  <a:cubicBezTo>
                    <a:pt x="221623" y="33648"/>
                    <a:pt x="215350" y="27734"/>
                    <a:pt x="204000" y="25703"/>
                  </a:cubicBezTo>
                  <a:cubicBezTo>
                    <a:pt x="192650" y="23672"/>
                    <a:pt x="171443" y="29168"/>
                    <a:pt x="159913" y="28929"/>
                  </a:cubicBezTo>
                  <a:cubicBezTo>
                    <a:pt x="148384" y="28690"/>
                    <a:pt x="147308" y="28929"/>
                    <a:pt x="134823" y="24269"/>
                  </a:cubicBezTo>
                  <a:close/>
                </a:path>
              </a:pathLst>
            </a:custGeom>
            <a:solidFill>
              <a:srgbClr val="C7CAEA">
                <a:alpha val="52090"/>
              </a:srgbClr>
            </a:solidFill>
            <a:ln>
              <a:noFill/>
            </a:ln>
          </p:spPr>
        </p:sp>
        <p:sp>
          <p:nvSpPr>
            <p:cNvPr id="244" name="Google Shape;244;p25"/>
            <p:cNvSpPr/>
            <p:nvPr/>
          </p:nvSpPr>
          <p:spPr>
            <a:xfrm flipH="1" rot="-10413949">
              <a:off x="5915129" y="3901000"/>
              <a:ext cx="4684551" cy="2907998"/>
            </a:xfrm>
            <a:custGeom>
              <a:rect b="b" l="l" r="r" t="t"/>
              <a:pathLst>
                <a:path extrusionOk="0" h="140790" w="244167">
                  <a:moveTo>
                    <a:pt x="134823" y="24269"/>
                  </a:moveTo>
                  <a:cubicBezTo>
                    <a:pt x="122338" y="19609"/>
                    <a:pt x="100115" y="3779"/>
                    <a:pt x="85001" y="971"/>
                  </a:cubicBezTo>
                  <a:cubicBezTo>
                    <a:pt x="69887" y="-1837"/>
                    <a:pt x="56864" y="1927"/>
                    <a:pt x="44140" y="7423"/>
                  </a:cubicBezTo>
                  <a:cubicBezTo>
                    <a:pt x="31416" y="12919"/>
                    <a:pt x="15943" y="24927"/>
                    <a:pt x="8655" y="33947"/>
                  </a:cubicBezTo>
                  <a:cubicBezTo>
                    <a:pt x="1367" y="42968"/>
                    <a:pt x="-843" y="52167"/>
                    <a:pt x="411" y="61546"/>
                  </a:cubicBezTo>
                  <a:cubicBezTo>
                    <a:pt x="1666" y="70925"/>
                    <a:pt x="3936" y="83710"/>
                    <a:pt x="16182" y="90221"/>
                  </a:cubicBezTo>
                  <a:cubicBezTo>
                    <a:pt x="28429" y="96733"/>
                    <a:pt x="57641" y="99002"/>
                    <a:pt x="73890" y="100615"/>
                  </a:cubicBezTo>
                  <a:cubicBezTo>
                    <a:pt x="90139" y="102228"/>
                    <a:pt x="100712" y="94641"/>
                    <a:pt x="113675" y="99898"/>
                  </a:cubicBezTo>
                  <a:cubicBezTo>
                    <a:pt x="126638" y="105155"/>
                    <a:pt x="140498" y="125347"/>
                    <a:pt x="151669" y="132157"/>
                  </a:cubicBezTo>
                  <a:cubicBezTo>
                    <a:pt x="162840" y="138967"/>
                    <a:pt x="169591" y="140880"/>
                    <a:pt x="180702" y="140760"/>
                  </a:cubicBezTo>
                  <a:cubicBezTo>
                    <a:pt x="191814" y="140641"/>
                    <a:pt x="208242" y="137593"/>
                    <a:pt x="218338" y="131440"/>
                  </a:cubicBezTo>
                  <a:cubicBezTo>
                    <a:pt x="228434" y="125287"/>
                    <a:pt x="237275" y="113997"/>
                    <a:pt x="241277" y="103841"/>
                  </a:cubicBezTo>
                  <a:cubicBezTo>
                    <a:pt x="245280" y="93686"/>
                    <a:pt x="244563" y="80961"/>
                    <a:pt x="242353" y="70507"/>
                  </a:cubicBezTo>
                  <a:cubicBezTo>
                    <a:pt x="240143" y="60053"/>
                    <a:pt x="234407" y="48582"/>
                    <a:pt x="228015" y="41115"/>
                  </a:cubicBezTo>
                  <a:cubicBezTo>
                    <a:pt x="221623" y="33648"/>
                    <a:pt x="215350" y="27734"/>
                    <a:pt x="204000" y="25703"/>
                  </a:cubicBezTo>
                  <a:cubicBezTo>
                    <a:pt x="192650" y="23672"/>
                    <a:pt x="171443" y="29168"/>
                    <a:pt x="159913" y="28929"/>
                  </a:cubicBezTo>
                  <a:cubicBezTo>
                    <a:pt x="148384" y="28690"/>
                    <a:pt x="147308" y="28929"/>
                    <a:pt x="134823" y="24269"/>
                  </a:cubicBezTo>
                  <a:close/>
                </a:path>
              </a:pathLst>
            </a:custGeom>
            <a:noFill/>
            <a:ln cap="flat" cmpd="sng" w="9525">
              <a:solidFill>
                <a:schemeClr val="dk2"/>
              </a:solidFill>
              <a:prstDash val="solid"/>
              <a:round/>
              <a:headEnd len="med" w="med" type="none"/>
              <a:tailEnd len="med" w="med" type="none"/>
            </a:ln>
          </p:spPr>
        </p:sp>
      </p:grpSp>
      <p:grpSp>
        <p:nvGrpSpPr>
          <p:cNvPr id="245" name="Google Shape;245;p25"/>
          <p:cNvGrpSpPr/>
          <p:nvPr/>
        </p:nvGrpSpPr>
        <p:grpSpPr>
          <a:xfrm rot="-8100000">
            <a:off x="-1911807" y="3581377"/>
            <a:ext cx="5076397" cy="3550948"/>
            <a:chOff x="-1415194" y="-2067413"/>
            <a:chExt cx="5077163" cy="3551484"/>
          </a:xfrm>
        </p:grpSpPr>
        <p:sp>
          <p:nvSpPr>
            <p:cNvPr id="246" name="Google Shape;246;p25"/>
            <p:cNvSpPr/>
            <p:nvPr/>
          </p:nvSpPr>
          <p:spPr>
            <a:xfrm flipH="1" rot="386051">
              <a:off x="-1267159" y="-1814075"/>
              <a:ext cx="4684551" cy="2907998"/>
            </a:xfrm>
            <a:custGeom>
              <a:rect b="b" l="l" r="r" t="t"/>
              <a:pathLst>
                <a:path extrusionOk="0" h="140790" w="244167">
                  <a:moveTo>
                    <a:pt x="134823" y="24269"/>
                  </a:moveTo>
                  <a:cubicBezTo>
                    <a:pt x="122338" y="19609"/>
                    <a:pt x="100115" y="3779"/>
                    <a:pt x="85001" y="971"/>
                  </a:cubicBezTo>
                  <a:cubicBezTo>
                    <a:pt x="69887" y="-1837"/>
                    <a:pt x="56864" y="1927"/>
                    <a:pt x="44140" y="7423"/>
                  </a:cubicBezTo>
                  <a:cubicBezTo>
                    <a:pt x="31416" y="12919"/>
                    <a:pt x="15943" y="24927"/>
                    <a:pt x="8655" y="33947"/>
                  </a:cubicBezTo>
                  <a:cubicBezTo>
                    <a:pt x="1367" y="42968"/>
                    <a:pt x="-843" y="52167"/>
                    <a:pt x="411" y="61546"/>
                  </a:cubicBezTo>
                  <a:cubicBezTo>
                    <a:pt x="1666" y="70925"/>
                    <a:pt x="3936" y="83710"/>
                    <a:pt x="16182" y="90221"/>
                  </a:cubicBezTo>
                  <a:cubicBezTo>
                    <a:pt x="28429" y="96733"/>
                    <a:pt x="57641" y="99002"/>
                    <a:pt x="73890" y="100615"/>
                  </a:cubicBezTo>
                  <a:cubicBezTo>
                    <a:pt x="90139" y="102228"/>
                    <a:pt x="100712" y="94641"/>
                    <a:pt x="113675" y="99898"/>
                  </a:cubicBezTo>
                  <a:cubicBezTo>
                    <a:pt x="126638" y="105155"/>
                    <a:pt x="140498" y="125347"/>
                    <a:pt x="151669" y="132157"/>
                  </a:cubicBezTo>
                  <a:cubicBezTo>
                    <a:pt x="162840" y="138967"/>
                    <a:pt x="169591" y="140880"/>
                    <a:pt x="180702" y="140760"/>
                  </a:cubicBezTo>
                  <a:cubicBezTo>
                    <a:pt x="191814" y="140641"/>
                    <a:pt x="208242" y="137593"/>
                    <a:pt x="218338" y="131440"/>
                  </a:cubicBezTo>
                  <a:cubicBezTo>
                    <a:pt x="228434" y="125287"/>
                    <a:pt x="237275" y="113997"/>
                    <a:pt x="241277" y="103841"/>
                  </a:cubicBezTo>
                  <a:cubicBezTo>
                    <a:pt x="245280" y="93686"/>
                    <a:pt x="244563" y="80961"/>
                    <a:pt x="242353" y="70507"/>
                  </a:cubicBezTo>
                  <a:cubicBezTo>
                    <a:pt x="240143" y="60053"/>
                    <a:pt x="234407" y="48582"/>
                    <a:pt x="228015" y="41115"/>
                  </a:cubicBezTo>
                  <a:cubicBezTo>
                    <a:pt x="221623" y="33648"/>
                    <a:pt x="215350" y="27734"/>
                    <a:pt x="204000" y="25703"/>
                  </a:cubicBezTo>
                  <a:cubicBezTo>
                    <a:pt x="192650" y="23672"/>
                    <a:pt x="171443" y="29168"/>
                    <a:pt x="159913" y="28929"/>
                  </a:cubicBezTo>
                  <a:cubicBezTo>
                    <a:pt x="148384" y="28690"/>
                    <a:pt x="147308" y="28929"/>
                    <a:pt x="134823" y="24269"/>
                  </a:cubicBezTo>
                  <a:close/>
                </a:path>
              </a:pathLst>
            </a:custGeom>
            <a:solidFill>
              <a:srgbClr val="C7CAEA">
                <a:alpha val="52090"/>
              </a:srgbClr>
            </a:solidFill>
            <a:ln>
              <a:noFill/>
            </a:ln>
          </p:spPr>
        </p:sp>
        <p:sp>
          <p:nvSpPr>
            <p:cNvPr id="247" name="Google Shape;247;p25"/>
            <p:cNvSpPr/>
            <p:nvPr/>
          </p:nvSpPr>
          <p:spPr>
            <a:xfrm flipH="1" rot="386051">
              <a:off x="-1170616" y="-1677264"/>
              <a:ext cx="4684551" cy="2907998"/>
            </a:xfrm>
            <a:custGeom>
              <a:rect b="b" l="l" r="r" t="t"/>
              <a:pathLst>
                <a:path extrusionOk="0" h="140790" w="244167">
                  <a:moveTo>
                    <a:pt x="134823" y="24269"/>
                  </a:moveTo>
                  <a:cubicBezTo>
                    <a:pt x="122338" y="19609"/>
                    <a:pt x="100115" y="3779"/>
                    <a:pt x="85001" y="971"/>
                  </a:cubicBezTo>
                  <a:cubicBezTo>
                    <a:pt x="69887" y="-1837"/>
                    <a:pt x="56864" y="1927"/>
                    <a:pt x="44140" y="7423"/>
                  </a:cubicBezTo>
                  <a:cubicBezTo>
                    <a:pt x="31416" y="12919"/>
                    <a:pt x="15943" y="24927"/>
                    <a:pt x="8655" y="33947"/>
                  </a:cubicBezTo>
                  <a:cubicBezTo>
                    <a:pt x="1367" y="42968"/>
                    <a:pt x="-843" y="52167"/>
                    <a:pt x="411" y="61546"/>
                  </a:cubicBezTo>
                  <a:cubicBezTo>
                    <a:pt x="1666" y="70925"/>
                    <a:pt x="3936" y="83710"/>
                    <a:pt x="16182" y="90221"/>
                  </a:cubicBezTo>
                  <a:cubicBezTo>
                    <a:pt x="28429" y="96733"/>
                    <a:pt x="57641" y="99002"/>
                    <a:pt x="73890" y="100615"/>
                  </a:cubicBezTo>
                  <a:cubicBezTo>
                    <a:pt x="90139" y="102228"/>
                    <a:pt x="100712" y="94641"/>
                    <a:pt x="113675" y="99898"/>
                  </a:cubicBezTo>
                  <a:cubicBezTo>
                    <a:pt x="126638" y="105155"/>
                    <a:pt x="140498" y="125347"/>
                    <a:pt x="151669" y="132157"/>
                  </a:cubicBezTo>
                  <a:cubicBezTo>
                    <a:pt x="162840" y="138967"/>
                    <a:pt x="169591" y="140880"/>
                    <a:pt x="180702" y="140760"/>
                  </a:cubicBezTo>
                  <a:cubicBezTo>
                    <a:pt x="191814" y="140641"/>
                    <a:pt x="208242" y="137593"/>
                    <a:pt x="218338" y="131440"/>
                  </a:cubicBezTo>
                  <a:cubicBezTo>
                    <a:pt x="228434" y="125287"/>
                    <a:pt x="237275" y="113997"/>
                    <a:pt x="241277" y="103841"/>
                  </a:cubicBezTo>
                  <a:cubicBezTo>
                    <a:pt x="245280" y="93686"/>
                    <a:pt x="244563" y="80961"/>
                    <a:pt x="242353" y="70507"/>
                  </a:cubicBezTo>
                  <a:cubicBezTo>
                    <a:pt x="240143" y="60053"/>
                    <a:pt x="234407" y="48582"/>
                    <a:pt x="228015" y="41115"/>
                  </a:cubicBezTo>
                  <a:cubicBezTo>
                    <a:pt x="221623" y="33648"/>
                    <a:pt x="215350" y="27734"/>
                    <a:pt x="204000" y="25703"/>
                  </a:cubicBezTo>
                  <a:cubicBezTo>
                    <a:pt x="192650" y="23672"/>
                    <a:pt x="171443" y="29168"/>
                    <a:pt x="159913" y="28929"/>
                  </a:cubicBezTo>
                  <a:cubicBezTo>
                    <a:pt x="148384" y="28690"/>
                    <a:pt x="147308" y="28929"/>
                    <a:pt x="134823" y="24269"/>
                  </a:cubicBezTo>
                  <a:close/>
                </a:path>
              </a:pathLst>
            </a:custGeom>
            <a:noFill/>
            <a:ln cap="flat" cmpd="sng" w="9525">
              <a:solidFill>
                <a:schemeClr val="dk2"/>
              </a:solidFill>
              <a:prstDash val="solid"/>
              <a:round/>
              <a:headEnd len="med" w="med" type="none"/>
              <a:tailEnd len="med" w="med" type="none"/>
            </a:ln>
          </p:spPr>
        </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BLANK_1_1_1_1_1_1_1_1">
    <p:spTree>
      <p:nvGrpSpPr>
        <p:cNvPr id="248" name="Shape 248"/>
        <p:cNvGrpSpPr/>
        <p:nvPr/>
      </p:nvGrpSpPr>
      <p:grpSpPr>
        <a:xfrm>
          <a:off x="0" y="0"/>
          <a:ext cx="0" cy="0"/>
          <a:chOff x="0" y="0"/>
          <a:chExt cx="0" cy="0"/>
        </a:xfrm>
      </p:grpSpPr>
      <p:grpSp>
        <p:nvGrpSpPr>
          <p:cNvPr id="249" name="Google Shape;249;p26"/>
          <p:cNvGrpSpPr/>
          <p:nvPr/>
        </p:nvGrpSpPr>
        <p:grpSpPr>
          <a:xfrm rot="-6820086">
            <a:off x="6032966" y="-1066656"/>
            <a:ext cx="5076685" cy="3551150"/>
            <a:chOff x="5767094" y="3647662"/>
            <a:chExt cx="5077163" cy="3551484"/>
          </a:xfrm>
        </p:grpSpPr>
        <p:sp>
          <p:nvSpPr>
            <p:cNvPr id="250" name="Google Shape;250;p26"/>
            <p:cNvSpPr/>
            <p:nvPr/>
          </p:nvSpPr>
          <p:spPr>
            <a:xfrm flipH="1" rot="-949102">
              <a:off x="7746095" y="4236914"/>
              <a:ext cx="669140" cy="301521"/>
            </a:xfrm>
            <a:prstGeom prst="ellipse">
              <a:avLst/>
            </a:prstGeom>
            <a:solidFill>
              <a:srgbClr val="C7CAEA">
                <a:alpha val="520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26"/>
            <p:cNvSpPr/>
            <p:nvPr/>
          </p:nvSpPr>
          <p:spPr>
            <a:xfrm flipH="1" rot="-949102">
              <a:off x="7646812" y="4194803"/>
              <a:ext cx="669140" cy="301521"/>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26"/>
            <p:cNvSpPr/>
            <p:nvPr/>
          </p:nvSpPr>
          <p:spPr>
            <a:xfrm flipH="1" rot="-10413949">
              <a:off x="6011671" y="4037811"/>
              <a:ext cx="4684551" cy="2907998"/>
            </a:xfrm>
            <a:custGeom>
              <a:rect b="b" l="l" r="r" t="t"/>
              <a:pathLst>
                <a:path extrusionOk="0" h="140790" w="244167">
                  <a:moveTo>
                    <a:pt x="134823" y="24269"/>
                  </a:moveTo>
                  <a:cubicBezTo>
                    <a:pt x="122338" y="19609"/>
                    <a:pt x="100115" y="3779"/>
                    <a:pt x="85001" y="971"/>
                  </a:cubicBezTo>
                  <a:cubicBezTo>
                    <a:pt x="69887" y="-1837"/>
                    <a:pt x="56864" y="1927"/>
                    <a:pt x="44140" y="7423"/>
                  </a:cubicBezTo>
                  <a:cubicBezTo>
                    <a:pt x="31416" y="12919"/>
                    <a:pt x="15943" y="24927"/>
                    <a:pt x="8655" y="33947"/>
                  </a:cubicBezTo>
                  <a:cubicBezTo>
                    <a:pt x="1367" y="42968"/>
                    <a:pt x="-843" y="52167"/>
                    <a:pt x="411" y="61546"/>
                  </a:cubicBezTo>
                  <a:cubicBezTo>
                    <a:pt x="1666" y="70925"/>
                    <a:pt x="3936" y="83710"/>
                    <a:pt x="16182" y="90221"/>
                  </a:cubicBezTo>
                  <a:cubicBezTo>
                    <a:pt x="28429" y="96733"/>
                    <a:pt x="57641" y="99002"/>
                    <a:pt x="73890" y="100615"/>
                  </a:cubicBezTo>
                  <a:cubicBezTo>
                    <a:pt x="90139" y="102228"/>
                    <a:pt x="100712" y="94641"/>
                    <a:pt x="113675" y="99898"/>
                  </a:cubicBezTo>
                  <a:cubicBezTo>
                    <a:pt x="126638" y="105155"/>
                    <a:pt x="140498" y="125347"/>
                    <a:pt x="151669" y="132157"/>
                  </a:cubicBezTo>
                  <a:cubicBezTo>
                    <a:pt x="162840" y="138967"/>
                    <a:pt x="169591" y="140880"/>
                    <a:pt x="180702" y="140760"/>
                  </a:cubicBezTo>
                  <a:cubicBezTo>
                    <a:pt x="191814" y="140641"/>
                    <a:pt x="208242" y="137593"/>
                    <a:pt x="218338" y="131440"/>
                  </a:cubicBezTo>
                  <a:cubicBezTo>
                    <a:pt x="228434" y="125287"/>
                    <a:pt x="237275" y="113997"/>
                    <a:pt x="241277" y="103841"/>
                  </a:cubicBezTo>
                  <a:cubicBezTo>
                    <a:pt x="245280" y="93686"/>
                    <a:pt x="244563" y="80961"/>
                    <a:pt x="242353" y="70507"/>
                  </a:cubicBezTo>
                  <a:cubicBezTo>
                    <a:pt x="240143" y="60053"/>
                    <a:pt x="234407" y="48582"/>
                    <a:pt x="228015" y="41115"/>
                  </a:cubicBezTo>
                  <a:cubicBezTo>
                    <a:pt x="221623" y="33648"/>
                    <a:pt x="215350" y="27734"/>
                    <a:pt x="204000" y="25703"/>
                  </a:cubicBezTo>
                  <a:cubicBezTo>
                    <a:pt x="192650" y="23672"/>
                    <a:pt x="171443" y="29168"/>
                    <a:pt x="159913" y="28929"/>
                  </a:cubicBezTo>
                  <a:cubicBezTo>
                    <a:pt x="148384" y="28690"/>
                    <a:pt x="147308" y="28929"/>
                    <a:pt x="134823" y="24269"/>
                  </a:cubicBezTo>
                  <a:close/>
                </a:path>
              </a:pathLst>
            </a:custGeom>
            <a:solidFill>
              <a:srgbClr val="C7CAEA">
                <a:alpha val="52090"/>
              </a:srgbClr>
            </a:solidFill>
            <a:ln>
              <a:noFill/>
            </a:ln>
          </p:spPr>
        </p:sp>
        <p:sp>
          <p:nvSpPr>
            <p:cNvPr id="253" name="Google Shape;253;p26"/>
            <p:cNvSpPr/>
            <p:nvPr/>
          </p:nvSpPr>
          <p:spPr>
            <a:xfrm flipH="1" rot="-10413949">
              <a:off x="5915129" y="3901000"/>
              <a:ext cx="4684551" cy="2907998"/>
            </a:xfrm>
            <a:custGeom>
              <a:rect b="b" l="l" r="r" t="t"/>
              <a:pathLst>
                <a:path extrusionOk="0" h="140790" w="244167">
                  <a:moveTo>
                    <a:pt x="134823" y="24269"/>
                  </a:moveTo>
                  <a:cubicBezTo>
                    <a:pt x="122338" y="19609"/>
                    <a:pt x="100115" y="3779"/>
                    <a:pt x="85001" y="971"/>
                  </a:cubicBezTo>
                  <a:cubicBezTo>
                    <a:pt x="69887" y="-1837"/>
                    <a:pt x="56864" y="1927"/>
                    <a:pt x="44140" y="7423"/>
                  </a:cubicBezTo>
                  <a:cubicBezTo>
                    <a:pt x="31416" y="12919"/>
                    <a:pt x="15943" y="24927"/>
                    <a:pt x="8655" y="33947"/>
                  </a:cubicBezTo>
                  <a:cubicBezTo>
                    <a:pt x="1367" y="42968"/>
                    <a:pt x="-843" y="52167"/>
                    <a:pt x="411" y="61546"/>
                  </a:cubicBezTo>
                  <a:cubicBezTo>
                    <a:pt x="1666" y="70925"/>
                    <a:pt x="3936" y="83710"/>
                    <a:pt x="16182" y="90221"/>
                  </a:cubicBezTo>
                  <a:cubicBezTo>
                    <a:pt x="28429" y="96733"/>
                    <a:pt x="57641" y="99002"/>
                    <a:pt x="73890" y="100615"/>
                  </a:cubicBezTo>
                  <a:cubicBezTo>
                    <a:pt x="90139" y="102228"/>
                    <a:pt x="100712" y="94641"/>
                    <a:pt x="113675" y="99898"/>
                  </a:cubicBezTo>
                  <a:cubicBezTo>
                    <a:pt x="126638" y="105155"/>
                    <a:pt x="140498" y="125347"/>
                    <a:pt x="151669" y="132157"/>
                  </a:cubicBezTo>
                  <a:cubicBezTo>
                    <a:pt x="162840" y="138967"/>
                    <a:pt x="169591" y="140880"/>
                    <a:pt x="180702" y="140760"/>
                  </a:cubicBezTo>
                  <a:cubicBezTo>
                    <a:pt x="191814" y="140641"/>
                    <a:pt x="208242" y="137593"/>
                    <a:pt x="218338" y="131440"/>
                  </a:cubicBezTo>
                  <a:cubicBezTo>
                    <a:pt x="228434" y="125287"/>
                    <a:pt x="237275" y="113997"/>
                    <a:pt x="241277" y="103841"/>
                  </a:cubicBezTo>
                  <a:cubicBezTo>
                    <a:pt x="245280" y="93686"/>
                    <a:pt x="244563" y="80961"/>
                    <a:pt x="242353" y="70507"/>
                  </a:cubicBezTo>
                  <a:cubicBezTo>
                    <a:pt x="240143" y="60053"/>
                    <a:pt x="234407" y="48582"/>
                    <a:pt x="228015" y="41115"/>
                  </a:cubicBezTo>
                  <a:cubicBezTo>
                    <a:pt x="221623" y="33648"/>
                    <a:pt x="215350" y="27734"/>
                    <a:pt x="204000" y="25703"/>
                  </a:cubicBezTo>
                  <a:cubicBezTo>
                    <a:pt x="192650" y="23672"/>
                    <a:pt x="171443" y="29168"/>
                    <a:pt x="159913" y="28929"/>
                  </a:cubicBezTo>
                  <a:cubicBezTo>
                    <a:pt x="148384" y="28690"/>
                    <a:pt x="147308" y="28929"/>
                    <a:pt x="134823" y="24269"/>
                  </a:cubicBezTo>
                  <a:close/>
                </a:path>
              </a:pathLst>
            </a:custGeom>
            <a:noFill/>
            <a:ln cap="flat" cmpd="sng" w="9525">
              <a:solidFill>
                <a:schemeClr val="dk2"/>
              </a:solidFill>
              <a:prstDash val="solid"/>
              <a:round/>
              <a:headEnd len="med" w="med" type="none"/>
              <a:tailEnd len="med" w="med" type="none"/>
            </a:ln>
          </p:spPr>
        </p:sp>
      </p:grpSp>
      <p:grpSp>
        <p:nvGrpSpPr>
          <p:cNvPr id="254" name="Google Shape;254;p26"/>
          <p:cNvGrpSpPr/>
          <p:nvPr/>
        </p:nvGrpSpPr>
        <p:grpSpPr>
          <a:xfrm rot="-6220910">
            <a:off x="-2377198" y="2124373"/>
            <a:ext cx="5076515" cy="3551031"/>
            <a:chOff x="-1415194" y="-2067413"/>
            <a:chExt cx="5077163" cy="3551484"/>
          </a:xfrm>
        </p:grpSpPr>
        <p:sp>
          <p:nvSpPr>
            <p:cNvPr id="255" name="Google Shape;255;p26"/>
            <p:cNvSpPr/>
            <p:nvPr/>
          </p:nvSpPr>
          <p:spPr>
            <a:xfrm flipH="1" rot="386051">
              <a:off x="-1267159" y="-1814075"/>
              <a:ext cx="4684551" cy="2907998"/>
            </a:xfrm>
            <a:custGeom>
              <a:rect b="b" l="l" r="r" t="t"/>
              <a:pathLst>
                <a:path extrusionOk="0" h="140790" w="244167">
                  <a:moveTo>
                    <a:pt x="134823" y="24269"/>
                  </a:moveTo>
                  <a:cubicBezTo>
                    <a:pt x="122338" y="19609"/>
                    <a:pt x="100115" y="3779"/>
                    <a:pt x="85001" y="971"/>
                  </a:cubicBezTo>
                  <a:cubicBezTo>
                    <a:pt x="69887" y="-1837"/>
                    <a:pt x="56864" y="1927"/>
                    <a:pt x="44140" y="7423"/>
                  </a:cubicBezTo>
                  <a:cubicBezTo>
                    <a:pt x="31416" y="12919"/>
                    <a:pt x="15943" y="24927"/>
                    <a:pt x="8655" y="33947"/>
                  </a:cubicBezTo>
                  <a:cubicBezTo>
                    <a:pt x="1367" y="42968"/>
                    <a:pt x="-843" y="52167"/>
                    <a:pt x="411" y="61546"/>
                  </a:cubicBezTo>
                  <a:cubicBezTo>
                    <a:pt x="1666" y="70925"/>
                    <a:pt x="3936" y="83710"/>
                    <a:pt x="16182" y="90221"/>
                  </a:cubicBezTo>
                  <a:cubicBezTo>
                    <a:pt x="28429" y="96733"/>
                    <a:pt x="57641" y="99002"/>
                    <a:pt x="73890" y="100615"/>
                  </a:cubicBezTo>
                  <a:cubicBezTo>
                    <a:pt x="90139" y="102228"/>
                    <a:pt x="100712" y="94641"/>
                    <a:pt x="113675" y="99898"/>
                  </a:cubicBezTo>
                  <a:cubicBezTo>
                    <a:pt x="126638" y="105155"/>
                    <a:pt x="140498" y="125347"/>
                    <a:pt x="151669" y="132157"/>
                  </a:cubicBezTo>
                  <a:cubicBezTo>
                    <a:pt x="162840" y="138967"/>
                    <a:pt x="169591" y="140880"/>
                    <a:pt x="180702" y="140760"/>
                  </a:cubicBezTo>
                  <a:cubicBezTo>
                    <a:pt x="191814" y="140641"/>
                    <a:pt x="208242" y="137593"/>
                    <a:pt x="218338" y="131440"/>
                  </a:cubicBezTo>
                  <a:cubicBezTo>
                    <a:pt x="228434" y="125287"/>
                    <a:pt x="237275" y="113997"/>
                    <a:pt x="241277" y="103841"/>
                  </a:cubicBezTo>
                  <a:cubicBezTo>
                    <a:pt x="245280" y="93686"/>
                    <a:pt x="244563" y="80961"/>
                    <a:pt x="242353" y="70507"/>
                  </a:cubicBezTo>
                  <a:cubicBezTo>
                    <a:pt x="240143" y="60053"/>
                    <a:pt x="234407" y="48582"/>
                    <a:pt x="228015" y="41115"/>
                  </a:cubicBezTo>
                  <a:cubicBezTo>
                    <a:pt x="221623" y="33648"/>
                    <a:pt x="215350" y="27734"/>
                    <a:pt x="204000" y="25703"/>
                  </a:cubicBezTo>
                  <a:cubicBezTo>
                    <a:pt x="192650" y="23672"/>
                    <a:pt x="171443" y="29168"/>
                    <a:pt x="159913" y="28929"/>
                  </a:cubicBezTo>
                  <a:cubicBezTo>
                    <a:pt x="148384" y="28690"/>
                    <a:pt x="147308" y="28929"/>
                    <a:pt x="134823" y="24269"/>
                  </a:cubicBezTo>
                  <a:close/>
                </a:path>
              </a:pathLst>
            </a:custGeom>
            <a:solidFill>
              <a:srgbClr val="C7CAEA">
                <a:alpha val="52090"/>
              </a:srgbClr>
            </a:solidFill>
            <a:ln>
              <a:noFill/>
            </a:ln>
          </p:spPr>
        </p:sp>
        <p:sp>
          <p:nvSpPr>
            <p:cNvPr id="256" name="Google Shape;256;p26"/>
            <p:cNvSpPr/>
            <p:nvPr/>
          </p:nvSpPr>
          <p:spPr>
            <a:xfrm flipH="1" rot="386051">
              <a:off x="-1170616" y="-1677264"/>
              <a:ext cx="4684551" cy="2907998"/>
            </a:xfrm>
            <a:custGeom>
              <a:rect b="b" l="l" r="r" t="t"/>
              <a:pathLst>
                <a:path extrusionOk="0" h="140790" w="244167">
                  <a:moveTo>
                    <a:pt x="134823" y="24269"/>
                  </a:moveTo>
                  <a:cubicBezTo>
                    <a:pt x="122338" y="19609"/>
                    <a:pt x="100115" y="3779"/>
                    <a:pt x="85001" y="971"/>
                  </a:cubicBezTo>
                  <a:cubicBezTo>
                    <a:pt x="69887" y="-1837"/>
                    <a:pt x="56864" y="1927"/>
                    <a:pt x="44140" y="7423"/>
                  </a:cubicBezTo>
                  <a:cubicBezTo>
                    <a:pt x="31416" y="12919"/>
                    <a:pt x="15943" y="24927"/>
                    <a:pt x="8655" y="33947"/>
                  </a:cubicBezTo>
                  <a:cubicBezTo>
                    <a:pt x="1367" y="42968"/>
                    <a:pt x="-843" y="52167"/>
                    <a:pt x="411" y="61546"/>
                  </a:cubicBezTo>
                  <a:cubicBezTo>
                    <a:pt x="1666" y="70925"/>
                    <a:pt x="3936" y="83710"/>
                    <a:pt x="16182" y="90221"/>
                  </a:cubicBezTo>
                  <a:cubicBezTo>
                    <a:pt x="28429" y="96733"/>
                    <a:pt x="57641" y="99002"/>
                    <a:pt x="73890" y="100615"/>
                  </a:cubicBezTo>
                  <a:cubicBezTo>
                    <a:pt x="90139" y="102228"/>
                    <a:pt x="100712" y="94641"/>
                    <a:pt x="113675" y="99898"/>
                  </a:cubicBezTo>
                  <a:cubicBezTo>
                    <a:pt x="126638" y="105155"/>
                    <a:pt x="140498" y="125347"/>
                    <a:pt x="151669" y="132157"/>
                  </a:cubicBezTo>
                  <a:cubicBezTo>
                    <a:pt x="162840" y="138967"/>
                    <a:pt x="169591" y="140880"/>
                    <a:pt x="180702" y="140760"/>
                  </a:cubicBezTo>
                  <a:cubicBezTo>
                    <a:pt x="191814" y="140641"/>
                    <a:pt x="208242" y="137593"/>
                    <a:pt x="218338" y="131440"/>
                  </a:cubicBezTo>
                  <a:cubicBezTo>
                    <a:pt x="228434" y="125287"/>
                    <a:pt x="237275" y="113997"/>
                    <a:pt x="241277" y="103841"/>
                  </a:cubicBezTo>
                  <a:cubicBezTo>
                    <a:pt x="245280" y="93686"/>
                    <a:pt x="244563" y="80961"/>
                    <a:pt x="242353" y="70507"/>
                  </a:cubicBezTo>
                  <a:cubicBezTo>
                    <a:pt x="240143" y="60053"/>
                    <a:pt x="234407" y="48582"/>
                    <a:pt x="228015" y="41115"/>
                  </a:cubicBezTo>
                  <a:cubicBezTo>
                    <a:pt x="221623" y="33648"/>
                    <a:pt x="215350" y="27734"/>
                    <a:pt x="204000" y="25703"/>
                  </a:cubicBezTo>
                  <a:cubicBezTo>
                    <a:pt x="192650" y="23672"/>
                    <a:pt x="171443" y="29168"/>
                    <a:pt x="159913" y="28929"/>
                  </a:cubicBezTo>
                  <a:cubicBezTo>
                    <a:pt x="148384" y="28690"/>
                    <a:pt x="147308" y="28929"/>
                    <a:pt x="134823" y="24269"/>
                  </a:cubicBezTo>
                  <a:close/>
                </a:path>
              </a:pathLst>
            </a:custGeom>
            <a:noFill/>
            <a:ln cap="flat" cmpd="sng" w="9525">
              <a:solidFill>
                <a:schemeClr val="dk2"/>
              </a:solidFill>
              <a:prstDash val="solid"/>
              <a:round/>
              <a:headEnd len="med" w="med" type="none"/>
              <a:tailEnd len="med" w="med" type="none"/>
            </a:ln>
          </p:spPr>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260" name="Shape 260"/>
        <p:cNvGrpSpPr/>
        <p:nvPr/>
      </p:nvGrpSpPr>
      <p:grpSpPr>
        <a:xfrm>
          <a:off x="0" y="0"/>
          <a:ext cx="0" cy="0"/>
          <a:chOff x="0" y="0"/>
          <a:chExt cx="0" cy="0"/>
        </a:xfrm>
      </p:grpSpPr>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CUSTOM">
    <p:spTree>
      <p:nvGrpSpPr>
        <p:cNvPr id="261" name="Shape 261"/>
        <p:cNvGrpSpPr/>
        <p:nvPr/>
      </p:nvGrpSpPr>
      <p:grpSpPr>
        <a:xfrm>
          <a:off x="0" y="0"/>
          <a:ext cx="0" cy="0"/>
          <a:chOff x="0" y="0"/>
          <a:chExt cx="0" cy="0"/>
        </a:xfrm>
      </p:grpSpPr>
      <p:sp>
        <p:nvSpPr>
          <p:cNvPr id="262" name="Google Shape;262;p29"/>
          <p:cNvSpPr txBox="1"/>
          <p:nvPr>
            <p:ph type="title"/>
          </p:nvPr>
        </p:nvSpPr>
        <p:spPr>
          <a:xfrm>
            <a:off x="1048350" y="323850"/>
            <a:ext cx="7047300" cy="4824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Font typeface="Arial"/>
              <a:buNone/>
              <a:defRPr>
                <a:latin typeface="Arial"/>
                <a:ea typeface="Arial"/>
                <a:cs typeface="Arial"/>
                <a:sym typeface="Arial"/>
              </a:defRPr>
            </a:lvl1pPr>
            <a:lvl2pPr lvl="1" rtl="0">
              <a:spcBef>
                <a:spcPts val="0"/>
              </a:spcBef>
              <a:spcAft>
                <a:spcPts val="0"/>
              </a:spcAft>
              <a:buSzPts val="2400"/>
              <a:buFont typeface="Arial"/>
              <a:buNone/>
              <a:defRPr>
                <a:latin typeface="Arial"/>
                <a:ea typeface="Arial"/>
                <a:cs typeface="Arial"/>
                <a:sym typeface="Arial"/>
              </a:defRPr>
            </a:lvl2pPr>
            <a:lvl3pPr lvl="2" rtl="0">
              <a:spcBef>
                <a:spcPts val="0"/>
              </a:spcBef>
              <a:spcAft>
                <a:spcPts val="0"/>
              </a:spcAft>
              <a:buSzPts val="2400"/>
              <a:buFont typeface="Arial"/>
              <a:buNone/>
              <a:defRPr>
                <a:latin typeface="Arial"/>
                <a:ea typeface="Arial"/>
                <a:cs typeface="Arial"/>
                <a:sym typeface="Arial"/>
              </a:defRPr>
            </a:lvl3pPr>
            <a:lvl4pPr lvl="3" rtl="0">
              <a:spcBef>
                <a:spcPts val="0"/>
              </a:spcBef>
              <a:spcAft>
                <a:spcPts val="0"/>
              </a:spcAft>
              <a:buSzPts val="2400"/>
              <a:buFont typeface="Arial"/>
              <a:buNone/>
              <a:defRPr>
                <a:latin typeface="Arial"/>
                <a:ea typeface="Arial"/>
                <a:cs typeface="Arial"/>
                <a:sym typeface="Arial"/>
              </a:defRPr>
            </a:lvl4pPr>
            <a:lvl5pPr lvl="4" rtl="0">
              <a:spcBef>
                <a:spcPts val="0"/>
              </a:spcBef>
              <a:spcAft>
                <a:spcPts val="0"/>
              </a:spcAft>
              <a:buSzPts val="2400"/>
              <a:buFont typeface="Arial"/>
              <a:buNone/>
              <a:defRPr>
                <a:latin typeface="Arial"/>
                <a:ea typeface="Arial"/>
                <a:cs typeface="Arial"/>
                <a:sym typeface="Arial"/>
              </a:defRPr>
            </a:lvl5pPr>
            <a:lvl6pPr lvl="5" rtl="0">
              <a:spcBef>
                <a:spcPts val="0"/>
              </a:spcBef>
              <a:spcAft>
                <a:spcPts val="0"/>
              </a:spcAft>
              <a:buSzPts val="2400"/>
              <a:buFont typeface="Arial"/>
              <a:buNone/>
              <a:defRPr>
                <a:latin typeface="Arial"/>
                <a:ea typeface="Arial"/>
                <a:cs typeface="Arial"/>
                <a:sym typeface="Arial"/>
              </a:defRPr>
            </a:lvl6pPr>
            <a:lvl7pPr lvl="6" rtl="0">
              <a:spcBef>
                <a:spcPts val="0"/>
              </a:spcBef>
              <a:spcAft>
                <a:spcPts val="0"/>
              </a:spcAft>
              <a:buSzPts val="2400"/>
              <a:buFont typeface="Arial"/>
              <a:buNone/>
              <a:defRPr>
                <a:latin typeface="Arial"/>
                <a:ea typeface="Arial"/>
                <a:cs typeface="Arial"/>
                <a:sym typeface="Arial"/>
              </a:defRPr>
            </a:lvl7pPr>
            <a:lvl8pPr lvl="7" rtl="0">
              <a:spcBef>
                <a:spcPts val="0"/>
              </a:spcBef>
              <a:spcAft>
                <a:spcPts val="0"/>
              </a:spcAft>
              <a:buSzPts val="2400"/>
              <a:buFont typeface="Arial"/>
              <a:buNone/>
              <a:defRPr>
                <a:latin typeface="Arial"/>
                <a:ea typeface="Arial"/>
                <a:cs typeface="Arial"/>
                <a:sym typeface="Arial"/>
              </a:defRPr>
            </a:lvl8pPr>
            <a:lvl9pPr lvl="8" rtl="0">
              <a:spcBef>
                <a:spcPts val="0"/>
              </a:spcBef>
              <a:spcAft>
                <a:spcPts val="0"/>
              </a:spcAft>
              <a:buSzPts val="2400"/>
              <a:buFont typeface="Arial"/>
              <a:buNone/>
              <a:defRPr>
                <a:latin typeface="Arial"/>
                <a:ea typeface="Arial"/>
                <a:cs typeface="Arial"/>
                <a:sym typeface="Aria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theme" Target="../theme/theme2.xml"/><Relationship Id="rId25" Type="http://schemas.openxmlformats.org/officeDocument/2006/relationships/slideLayout" Target="../slideLayouts/slideLayout25.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slideLayout" Target="../slideLayouts/slideLayout27.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F2EFFF"/>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5050" y="535000"/>
            <a:ext cx="77139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accent2"/>
              </a:buClr>
              <a:buSzPts val="3500"/>
              <a:buFont typeface="Sora ExtraBold"/>
              <a:buNone/>
              <a:defRPr sz="3500">
                <a:solidFill>
                  <a:schemeClr val="accent2"/>
                </a:solidFill>
                <a:latin typeface="Sora ExtraBold"/>
                <a:ea typeface="Sora ExtraBold"/>
                <a:cs typeface="Sora ExtraBold"/>
                <a:sym typeface="Sora ExtraBold"/>
              </a:defRPr>
            </a:lvl1pPr>
            <a:lvl2pPr lvl="1" rtl="0">
              <a:spcBef>
                <a:spcPts val="0"/>
              </a:spcBef>
              <a:spcAft>
                <a:spcPts val="0"/>
              </a:spcAft>
              <a:buClr>
                <a:schemeClr val="accent2"/>
              </a:buClr>
              <a:buSzPts val="3500"/>
              <a:buFont typeface="Sora ExtraBold"/>
              <a:buNone/>
              <a:defRPr sz="3500">
                <a:solidFill>
                  <a:schemeClr val="accent2"/>
                </a:solidFill>
                <a:latin typeface="Sora ExtraBold"/>
                <a:ea typeface="Sora ExtraBold"/>
                <a:cs typeface="Sora ExtraBold"/>
                <a:sym typeface="Sora ExtraBold"/>
              </a:defRPr>
            </a:lvl2pPr>
            <a:lvl3pPr lvl="2" rtl="0">
              <a:spcBef>
                <a:spcPts val="0"/>
              </a:spcBef>
              <a:spcAft>
                <a:spcPts val="0"/>
              </a:spcAft>
              <a:buClr>
                <a:schemeClr val="accent2"/>
              </a:buClr>
              <a:buSzPts val="3500"/>
              <a:buFont typeface="Sora ExtraBold"/>
              <a:buNone/>
              <a:defRPr sz="3500">
                <a:solidFill>
                  <a:schemeClr val="accent2"/>
                </a:solidFill>
                <a:latin typeface="Sora ExtraBold"/>
                <a:ea typeface="Sora ExtraBold"/>
                <a:cs typeface="Sora ExtraBold"/>
                <a:sym typeface="Sora ExtraBold"/>
              </a:defRPr>
            </a:lvl3pPr>
            <a:lvl4pPr lvl="3" rtl="0">
              <a:spcBef>
                <a:spcPts val="0"/>
              </a:spcBef>
              <a:spcAft>
                <a:spcPts val="0"/>
              </a:spcAft>
              <a:buClr>
                <a:schemeClr val="accent2"/>
              </a:buClr>
              <a:buSzPts val="3500"/>
              <a:buFont typeface="Sora ExtraBold"/>
              <a:buNone/>
              <a:defRPr sz="3500">
                <a:solidFill>
                  <a:schemeClr val="accent2"/>
                </a:solidFill>
                <a:latin typeface="Sora ExtraBold"/>
                <a:ea typeface="Sora ExtraBold"/>
                <a:cs typeface="Sora ExtraBold"/>
                <a:sym typeface="Sora ExtraBold"/>
              </a:defRPr>
            </a:lvl4pPr>
            <a:lvl5pPr lvl="4" rtl="0">
              <a:spcBef>
                <a:spcPts val="0"/>
              </a:spcBef>
              <a:spcAft>
                <a:spcPts val="0"/>
              </a:spcAft>
              <a:buClr>
                <a:schemeClr val="accent2"/>
              </a:buClr>
              <a:buSzPts val="3500"/>
              <a:buFont typeface="Sora ExtraBold"/>
              <a:buNone/>
              <a:defRPr sz="3500">
                <a:solidFill>
                  <a:schemeClr val="accent2"/>
                </a:solidFill>
                <a:latin typeface="Sora ExtraBold"/>
                <a:ea typeface="Sora ExtraBold"/>
                <a:cs typeface="Sora ExtraBold"/>
                <a:sym typeface="Sora ExtraBold"/>
              </a:defRPr>
            </a:lvl5pPr>
            <a:lvl6pPr lvl="5" rtl="0">
              <a:spcBef>
                <a:spcPts val="0"/>
              </a:spcBef>
              <a:spcAft>
                <a:spcPts val="0"/>
              </a:spcAft>
              <a:buClr>
                <a:schemeClr val="accent2"/>
              </a:buClr>
              <a:buSzPts val="3500"/>
              <a:buFont typeface="Sora ExtraBold"/>
              <a:buNone/>
              <a:defRPr sz="3500">
                <a:solidFill>
                  <a:schemeClr val="accent2"/>
                </a:solidFill>
                <a:latin typeface="Sora ExtraBold"/>
                <a:ea typeface="Sora ExtraBold"/>
                <a:cs typeface="Sora ExtraBold"/>
                <a:sym typeface="Sora ExtraBold"/>
              </a:defRPr>
            </a:lvl6pPr>
            <a:lvl7pPr lvl="6" rtl="0">
              <a:spcBef>
                <a:spcPts val="0"/>
              </a:spcBef>
              <a:spcAft>
                <a:spcPts val="0"/>
              </a:spcAft>
              <a:buClr>
                <a:schemeClr val="accent2"/>
              </a:buClr>
              <a:buSzPts val="3500"/>
              <a:buFont typeface="Sora ExtraBold"/>
              <a:buNone/>
              <a:defRPr sz="3500">
                <a:solidFill>
                  <a:schemeClr val="accent2"/>
                </a:solidFill>
                <a:latin typeface="Sora ExtraBold"/>
                <a:ea typeface="Sora ExtraBold"/>
                <a:cs typeface="Sora ExtraBold"/>
                <a:sym typeface="Sora ExtraBold"/>
              </a:defRPr>
            </a:lvl7pPr>
            <a:lvl8pPr lvl="7" rtl="0">
              <a:spcBef>
                <a:spcPts val="0"/>
              </a:spcBef>
              <a:spcAft>
                <a:spcPts val="0"/>
              </a:spcAft>
              <a:buClr>
                <a:schemeClr val="accent2"/>
              </a:buClr>
              <a:buSzPts val="3500"/>
              <a:buFont typeface="Sora ExtraBold"/>
              <a:buNone/>
              <a:defRPr sz="3500">
                <a:solidFill>
                  <a:schemeClr val="accent2"/>
                </a:solidFill>
                <a:latin typeface="Sora ExtraBold"/>
                <a:ea typeface="Sora ExtraBold"/>
                <a:cs typeface="Sora ExtraBold"/>
                <a:sym typeface="Sora ExtraBold"/>
              </a:defRPr>
            </a:lvl8pPr>
            <a:lvl9pPr lvl="8" rtl="0">
              <a:spcBef>
                <a:spcPts val="0"/>
              </a:spcBef>
              <a:spcAft>
                <a:spcPts val="0"/>
              </a:spcAft>
              <a:buClr>
                <a:schemeClr val="accent2"/>
              </a:buClr>
              <a:buSzPts val="3500"/>
              <a:buFont typeface="Sora ExtraBold"/>
              <a:buNone/>
              <a:defRPr sz="3500">
                <a:solidFill>
                  <a:schemeClr val="accent2"/>
                </a:solidFill>
                <a:latin typeface="Sora ExtraBold"/>
                <a:ea typeface="Sora ExtraBold"/>
                <a:cs typeface="Sora ExtraBold"/>
                <a:sym typeface="Sora ExtraBold"/>
              </a:defRPr>
            </a:lvl9pPr>
          </a:lstStyle>
          <a:p/>
        </p:txBody>
      </p:sp>
      <p:sp>
        <p:nvSpPr>
          <p:cNvPr id="7" name="Google Shape;7;p1"/>
          <p:cNvSpPr txBox="1"/>
          <p:nvPr>
            <p:ph idx="1" type="body"/>
          </p:nvPr>
        </p:nvSpPr>
        <p:spPr>
          <a:xfrm>
            <a:off x="715100" y="1152475"/>
            <a:ext cx="7713900" cy="3416400"/>
          </a:xfrm>
          <a:prstGeom prst="rect">
            <a:avLst/>
          </a:prstGeom>
          <a:noFill/>
          <a:ln>
            <a:noFill/>
          </a:ln>
        </p:spPr>
        <p:txBody>
          <a:bodyPr anchorCtr="0" anchor="t" bIns="91425" lIns="91425" spcFirstLastPara="1" rIns="91425" wrap="square" tIns="91425">
            <a:noAutofit/>
          </a:bodyPr>
          <a:lstStyle>
            <a:lvl1pPr indent="-317500" lvl="0" marL="457200">
              <a:lnSpc>
                <a:spcPct val="100000"/>
              </a:lnSpc>
              <a:spcBef>
                <a:spcPts val="0"/>
              </a:spcBef>
              <a:spcAft>
                <a:spcPts val="0"/>
              </a:spcAft>
              <a:buClr>
                <a:schemeClr val="dk1"/>
              </a:buClr>
              <a:buSzPts val="1400"/>
              <a:buFont typeface="Anaheim"/>
              <a:buChar char="●"/>
              <a:defRPr>
                <a:solidFill>
                  <a:schemeClr val="dk1"/>
                </a:solidFill>
                <a:latin typeface="Anaheim"/>
                <a:ea typeface="Anaheim"/>
                <a:cs typeface="Anaheim"/>
                <a:sym typeface="Anaheim"/>
              </a:defRPr>
            </a:lvl1pPr>
            <a:lvl2pPr indent="-317500" lvl="1" marL="914400">
              <a:lnSpc>
                <a:spcPct val="100000"/>
              </a:lnSpc>
              <a:spcBef>
                <a:spcPts val="0"/>
              </a:spcBef>
              <a:spcAft>
                <a:spcPts val="0"/>
              </a:spcAft>
              <a:buClr>
                <a:schemeClr val="dk1"/>
              </a:buClr>
              <a:buSzPts val="1400"/>
              <a:buFont typeface="Anaheim"/>
              <a:buChar char="○"/>
              <a:defRPr>
                <a:solidFill>
                  <a:schemeClr val="dk1"/>
                </a:solidFill>
                <a:latin typeface="Anaheim"/>
                <a:ea typeface="Anaheim"/>
                <a:cs typeface="Anaheim"/>
                <a:sym typeface="Anaheim"/>
              </a:defRPr>
            </a:lvl2pPr>
            <a:lvl3pPr indent="-317500" lvl="2" marL="1371600">
              <a:lnSpc>
                <a:spcPct val="100000"/>
              </a:lnSpc>
              <a:spcBef>
                <a:spcPts val="0"/>
              </a:spcBef>
              <a:spcAft>
                <a:spcPts val="0"/>
              </a:spcAft>
              <a:buClr>
                <a:schemeClr val="dk1"/>
              </a:buClr>
              <a:buSzPts val="1400"/>
              <a:buFont typeface="Anaheim"/>
              <a:buChar char="■"/>
              <a:defRPr>
                <a:solidFill>
                  <a:schemeClr val="dk1"/>
                </a:solidFill>
                <a:latin typeface="Anaheim"/>
                <a:ea typeface="Anaheim"/>
                <a:cs typeface="Anaheim"/>
                <a:sym typeface="Anaheim"/>
              </a:defRPr>
            </a:lvl3pPr>
            <a:lvl4pPr indent="-317500" lvl="3" marL="1828800">
              <a:lnSpc>
                <a:spcPct val="100000"/>
              </a:lnSpc>
              <a:spcBef>
                <a:spcPts val="0"/>
              </a:spcBef>
              <a:spcAft>
                <a:spcPts val="0"/>
              </a:spcAft>
              <a:buClr>
                <a:schemeClr val="dk1"/>
              </a:buClr>
              <a:buSzPts val="1400"/>
              <a:buFont typeface="Anaheim"/>
              <a:buChar char="●"/>
              <a:defRPr>
                <a:solidFill>
                  <a:schemeClr val="dk1"/>
                </a:solidFill>
                <a:latin typeface="Anaheim"/>
                <a:ea typeface="Anaheim"/>
                <a:cs typeface="Anaheim"/>
                <a:sym typeface="Anaheim"/>
              </a:defRPr>
            </a:lvl4pPr>
            <a:lvl5pPr indent="-317500" lvl="4" marL="2286000">
              <a:lnSpc>
                <a:spcPct val="100000"/>
              </a:lnSpc>
              <a:spcBef>
                <a:spcPts val="0"/>
              </a:spcBef>
              <a:spcAft>
                <a:spcPts val="0"/>
              </a:spcAft>
              <a:buClr>
                <a:schemeClr val="dk1"/>
              </a:buClr>
              <a:buSzPts val="1400"/>
              <a:buFont typeface="Anaheim"/>
              <a:buChar char="○"/>
              <a:defRPr>
                <a:solidFill>
                  <a:schemeClr val="dk1"/>
                </a:solidFill>
                <a:latin typeface="Anaheim"/>
                <a:ea typeface="Anaheim"/>
                <a:cs typeface="Anaheim"/>
                <a:sym typeface="Anaheim"/>
              </a:defRPr>
            </a:lvl5pPr>
            <a:lvl6pPr indent="-317500" lvl="5" marL="2743200">
              <a:lnSpc>
                <a:spcPct val="100000"/>
              </a:lnSpc>
              <a:spcBef>
                <a:spcPts val="0"/>
              </a:spcBef>
              <a:spcAft>
                <a:spcPts val="0"/>
              </a:spcAft>
              <a:buClr>
                <a:schemeClr val="dk1"/>
              </a:buClr>
              <a:buSzPts val="1400"/>
              <a:buFont typeface="Anaheim"/>
              <a:buChar char="■"/>
              <a:defRPr>
                <a:solidFill>
                  <a:schemeClr val="dk1"/>
                </a:solidFill>
                <a:latin typeface="Anaheim"/>
                <a:ea typeface="Anaheim"/>
                <a:cs typeface="Anaheim"/>
                <a:sym typeface="Anaheim"/>
              </a:defRPr>
            </a:lvl6pPr>
            <a:lvl7pPr indent="-317500" lvl="6" marL="3200400">
              <a:lnSpc>
                <a:spcPct val="100000"/>
              </a:lnSpc>
              <a:spcBef>
                <a:spcPts val="0"/>
              </a:spcBef>
              <a:spcAft>
                <a:spcPts val="0"/>
              </a:spcAft>
              <a:buClr>
                <a:schemeClr val="dk1"/>
              </a:buClr>
              <a:buSzPts val="1400"/>
              <a:buFont typeface="Anaheim"/>
              <a:buChar char="●"/>
              <a:defRPr>
                <a:solidFill>
                  <a:schemeClr val="dk1"/>
                </a:solidFill>
                <a:latin typeface="Anaheim"/>
                <a:ea typeface="Anaheim"/>
                <a:cs typeface="Anaheim"/>
                <a:sym typeface="Anaheim"/>
              </a:defRPr>
            </a:lvl7pPr>
            <a:lvl8pPr indent="-317500" lvl="7" marL="3657600">
              <a:lnSpc>
                <a:spcPct val="100000"/>
              </a:lnSpc>
              <a:spcBef>
                <a:spcPts val="0"/>
              </a:spcBef>
              <a:spcAft>
                <a:spcPts val="0"/>
              </a:spcAft>
              <a:buClr>
                <a:schemeClr val="dk1"/>
              </a:buClr>
              <a:buSzPts val="1400"/>
              <a:buFont typeface="Anaheim"/>
              <a:buChar char="○"/>
              <a:defRPr>
                <a:solidFill>
                  <a:schemeClr val="dk1"/>
                </a:solidFill>
                <a:latin typeface="Anaheim"/>
                <a:ea typeface="Anaheim"/>
                <a:cs typeface="Anaheim"/>
                <a:sym typeface="Anaheim"/>
              </a:defRPr>
            </a:lvl8pPr>
            <a:lvl9pPr indent="-317500" lvl="8" marL="4114800">
              <a:lnSpc>
                <a:spcPct val="100000"/>
              </a:lnSpc>
              <a:spcBef>
                <a:spcPts val="0"/>
              </a:spcBef>
              <a:spcAft>
                <a:spcPts val="0"/>
              </a:spcAft>
              <a:buClr>
                <a:schemeClr val="dk1"/>
              </a:buClr>
              <a:buSzPts val="1400"/>
              <a:buFont typeface="Anaheim"/>
              <a:buChar char="■"/>
              <a:defRPr>
                <a:solidFill>
                  <a:schemeClr val="dk1"/>
                </a:solidFill>
                <a:latin typeface="Anaheim"/>
                <a:ea typeface="Anaheim"/>
                <a:cs typeface="Anaheim"/>
                <a:sym typeface="Anaheim"/>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450">
          <p15:clr>
            <a:srgbClr val="EA4335"/>
          </p15:clr>
        </p15:guide>
        <p15:guide id="2" orient="horz" pos="337">
          <p15:clr>
            <a:srgbClr val="EA4335"/>
          </p15:clr>
        </p15:guide>
        <p15:guide id="3" pos="5310">
          <p15:clr>
            <a:srgbClr val="EA4335"/>
          </p15:clr>
        </p15:guide>
        <p15:guide id="4" orient="horz" pos="2903">
          <p15:clr>
            <a:srgbClr val="EA4335"/>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0E2A47"/>
        </a:solidFill>
      </p:bgPr>
    </p:bg>
    <p:spTree>
      <p:nvGrpSpPr>
        <p:cNvPr id="257" name="Shape 257"/>
        <p:cNvGrpSpPr/>
        <p:nvPr/>
      </p:nvGrpSpPr>
      <p:grpSpPr>
        <a:xfrm>
          <a:off x="0" y="0"/>
          <a:ext cx="0" cy="0"/>
          <a:chOff x="0" y="0"/>
          <a:chExt cx="0" cy="0"/>
        </a:xfrm>
      </p:grpSpPr>
      <p:sp>
        <p:nvSpPr>
          <p:cNvPr id="258" name="Google Shape;258;p27"/>
          <p:cNvSpPr txBox="1"/>
          <p:nvPr>
            <p:ph type="title"/>
          </p:nvPr>
        </p:nvSpPr>
        <p:spPr>
          <a:xfrm>
            <a:off x="1068100" y="933450"/>
            <a:ext cx="7047300" cy="4824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1pPr>
            <a:lvl2pPr lvl="1"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2pPr>
            <a:lvl3pPr lvl="2"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3pPr>
            <a:lvl4pPr lvl="3"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4pPr>
            <a:lvl5pPr lvl="4"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5pPr>
            <a:lvl6pPr lvl="5"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6pPr>
            <a:lvl7pPr lvl="6"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7pPr>
            <a:lvl8pPr lvl="7"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8pPr>
            <a:lvl9pPr lvl="8"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9pPr>
          </a:lstStyle>
          <a:p/>
        </p:txBody>
      </p:sp>
      <p:sp>
        <p:nvSpPr>
          <p:cNvPr id="259" name="Google Shape;259;p27"/>
          <p:cNvSpPr txBox="1"/>
          <p:nvPr>
            <p:ph idx="1" type="body"/>
          </p:nvPr>
        </p:nvSpPr>
        <p:spPr>
          <a:xfrm>
            <a:off x="1068100" y="1695450"/>
            <a:ext cx="7047300" cy="2502000"/>
          </a:xfrm>
          <a:prstGeom prst="rect">
            <a:avLst/>
          </a:prstGeom>
          <a:noFill/>
          <a:ln>
            <a:noFill/>
          </a:ln>
        </p:spPr>
        <p:txBody>
          <a:bodyPr anchorCtr="0" anchor="t" bIns="91425" lIns="91425" spcFirstLastPara="1" rIns="91425" wrap="square" tIns="91425">
            <a:noAutofit/>
          </a:bodyPr>
          <a:lstStyle>
            <a:lvl1pPr indent="-298450" lvl="0" marL="4572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indent="-298450" lvl="1" marL="9144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indent="-298450" lvl="2" marL="13716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indent="-298450" lvl="3" marL="18288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indent="-298450" lvl="4" marL="22860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indent="-298450" lvl="5" marL="27432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indent="-298450" lvl="6" marL="32004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indent="-298450" lvl="7" marL="36576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indent="-298450" lvl="8" marL="41148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p:txBody>
      </p:sp>
    </p:spTree>
  </p:cSld>
  <p:clrMap accent1="accent1" accent2="accent2" accent3="accent3" accent4="accent4" accent5="accent5" accent6="accent6" bg1="lt1" bg2="dk2" tx1="dk1" tx2="lt2" folHlink="folHlink" hlink="hlink"/>
  <p:sldLayoutIdLst>
    <p:sldLayoutId id="2147483673" r:id="rId1"/>
    <p:sldLayoutId id="2147483674" r:id="rId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xml"/><Relationship Id="rId3" Type="http://schemas.openxmlformats.org/officeDocument/2006/relationships/image" Target="../media/image9.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image" Target="../media/image6.gi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 Id="rId3" Type="http://schemas.openxmlformats.org/officeDocument/2006/relationships/hyperlink" Target="https://github.com/Drexana/15A---Health-Insurance-Claims" TargetMode="External"/><Relationship Id="rId4" Type="http://schemas.openxmlformats.org/officeDocument/2006/relationships/hyperlink" Target="http://the-actuary-health-insurance-claims.streamlit.app" TargetMode="External"/><Relationship Id="rId9" Type="http://schemas.openxmlformats.org/officeDocument/2006/relationships/hyperlink" Target="https://www.forbes.com/advisor/insurance/fraud-statistics/" TargetMode="External"/><Relationship Id="rId5" Type="http://schemas.openxmlformats.org/officeDocument/2006/relationships/hyperlink" Target="https://ojs.aaai.org/index.php/AAAI-SS/article/download/31181/33341/35237" TargetMode="External"/><Relationship Id="rId6" Type="http://schemas.openxmlformats.org/officeDocument/2006/relationships/hyperlink" Target="https://www.investopedia.com/terms/m/medical-underwriting.asp" TargetMode="External"/><Relationship Id="rId7" Type="http://schemas.openxmlformats.org/officeDocument/2006/relationships/hyperlink" Target="https://www.geeksforgeeks.org/machine-learning/random-forest-algorithm-in-machine-learning/" TargetMode="External"/><Relationship Id="rId8" Type="http://schemas.openxmlformats.org/officeDocument/2006/relationships/hyperlink" Target="https://www.kaggle.com/code/yash9439/health-insurance-claims-eda/notebook" TargetMode="External"/><Relationship Id="rId11" Type="http://schemas.openxmlformats.org/officeDocument/2006/relationships/hyperlink" Target="https://www.geeksforgeeks.org/machine-learning/ml-linear-regression/" TargetMode="External"/><Relationship Id="rId10" Type="http://schemas.openxmlformats.org/officeDocument/2006/relationships/hyperlink" Target="https://meps.ahrq.gov/data_files/publications/st533/stat533.shtml" TargetMode="External"/><Relationship Id="rId13" Type="http://schemas.openxmlformats.org/officeDocument/2006/relationships/hyperlink" Target="https://www.nature.com/articles/s41746-023-00858-z" TargetMode="External"/><Relationship Id="rId12" Type="http://schemas.openxmlformats.org/officeDocument/2006/relationships/hyperlink" Target="https://www.investopedia.com/terms/i/insurance-risk-class.asp" TargetMode="External"/><Relationship Id="rId14" Type="http://schemas.openxmlformats.org/officeDocument/2006/relationships/hyperlink" Target="https://scikit-learn.org/stable/modules/generated/sklearn.ensemble.IsolationForest.html"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4.xml"/><Relationship Id="rId3" Type="http://schemas.openxmlformats.org/officeDocument/2006/relationships/hyperlink" Target="http://bit.ly/2PfT4lq" TargetMode="Externa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grpSp>
        <p:nvGrpSpPr>
          <p:cNvPr id="267" name="Google Shape;267;p30"/>
          <p:cNvGrpSpPr/>
          <p:nvPr/>
        </p:nvGrpSpPr>
        <p:grpSpPr>
          <a:xfrm>
            <a:off x="4495275" y="419777"/>
            <a:ext cx="5487377" cy="3983342"/>
            <a:chOff x="4495275" y="572177"/>
            <a:chExt cx="5487377" cy="3983342"/>
          </a:xfrm>
        </p:grpSpPr>
        <p:sp>
          <p:nvSpPr>
            <p:cNvPr id="268" name="Google Shape;268;p30"/>
            <p:cNvSpPr/>
            <p:nvPr/>
          </p:nvSpPr>
          <p:spPr>
            <a:xfrm flipH="1" rot="1028063">
              <a:off x="5313292" y="3384598"/>
              <a:ext cx="1457431" cy="977933"/>
            </a:xfrm>
            <a:custGeom>
              <a:rect b="b" l="l" r="r" t="t"/>
              <a:pathLst>
                <a:path extrusionOk="0" h="27472" w="40942">
                  <a:moveTo>
                    <a:pt x="26941" y="3084"/>
                  </a:moveTo>
                  <a:cubicBezTo>
                    <a:pt x="22042" y="-22"/>
                    <a:pt x="15889" y="-321"/>
                    <a:pt x="11528" y="217"/>
                  </a:cubicBezTo>
                  <a:cubicBezTo>
                    <a:pt x="7167" y="755"/>
                    <a:pt x="2030" y="3263"/>
                    <a:pt x="775" y="6310"/>
                  </a:cubicBezTo>
                  <a:cubicBezTo>
                    <a:pt x="-479" y="9357"/>
                    <a:pt x="-539" y="14973"/>
                    <a:pt x="4001" y="18497"/>
                  </a:cubicBezTo>
                  <a:cubicBezTo>
                    <a:pt x="8541" y="22022"/>
                    <a:pt x="21863" y="27397"/>
                    <a:pt x="28016" y="27457"/>
                  </a:cubicBezTo>
                  <a:cubicBezTo>
                    <a:pt x="34169" y="27517"/>
                    <a:pt x="41099" y="22917"/>
                    <a:pt x="40920" y="18855"/>
                  </a:cubicBezTo>
                  <a:cubicBezTo>
                    <a:pt x="40741" y="14793"/>
                    <a:pt x="31840" y="6190"/>
                    <a:pt x="26941" y="3084"/>
                  </a:cubicBezTo>
                  <a:close/>
                </a:path>
              </a:pathLst>
            </a:custGeom>
            <a:solidFill>
              <a:srgbClr val="C7CAEA">
                <a:alpha val="52090"/>
              </a:srgbClr>
            </a:solidFill>
            <a:ln>
              <a:noFill/>
            </a:ln>
          </p:spPr>
        </p:sp>
        <p:sp>
          <p:nvSpPr>
            <p:cNvPr id="269" name="Google Shape;269;p30"/>
            <p:cNvSpPr/>
            <p:nvPr/>
          </p:nvSpPr>
          <p:spPr>
            <a:xfrm>
              <a:off x="4495275" y="572177"/>
              <a:ext cx="5360076" cy="3327924"/>
            </a:xfrm>
            <a:custGeom>
              <a:rect b="b" l="l" r="r" t="t"/>
              <a:pathLst>
                <a:path extrusionOk="0" h="140790" w="244167">
                  <a:moveTo>
                    <a:pt x="134823" y="24269"/>
                  </a:moveTo>
                  <a:cubicBezTo>
                    <a:pt x="122338" y="19609"/>
                    <a:pt x="100115" y="3779"/>
                    <a:pt x="85001" y="971"/>
                  </a:cubicBezTo>
                  <a:cubicBezTo>
                    <a:pt x="69887" y="-1837"/>
                    <a:pt x="56864" y="1927"/>
                    <a:pt x="44140" y="7423"/>
                  </a:cubicBezTo>
                  <a:cubicBezTo>
                    <a:pt x="31416" y="12919"/>
                    <a:pt x="15943" y="24927"/>
                    <a:pt x="8655" y="33947"/>
                  </a:cubicBezTo>
                  <a:cubicBezTo>
                    <a:pt x="1367" y="42968"/>
                    <a:pt x="-843" y="52167"/>
                    <a:pt x="411" y="61546"/>
                  </a:cubicBezTo>
                  <a:cubicBezTo>
                    <a:pt x="1666" y="70925"/>
                    <a:pt x="3936" y="83710"/>
                    <a:pt x="16182" y="90221"/>
                  </a:cubicBezTo>
                  <a:cubicBezTo>
                    <a:pt x="28429" y="96733"/>
                    <a:pt x="57641" y="99002"/>
                    <a:pt x="73890" y="100615"/>
                  </a:cubicBezTo>
                  <a:cubicBezTo>
                    <a:pt x="90139" y="102228"/>
                    <a:pt x="100712" y="94641"/>
                    <a:pt x="113675" y="99898"/>
                  </a:cubicBezTo>
                  <a:cubicBezTo>
                    <a:pt x="126638" y="105155"/>
                    <a:pt x="140498" y="125347"/>
                    <a:pt x="151669" y="132157"/>
                  </a:cubicBezTo>
                  <a:cubicBezTo>
                    <a:pt x="162840" y="138967"/>
                    <a:pt x="169591" y="140880"/>
                    <a:pt x="180702" y="140760"/>
                  </a:cubicBezTo>
                  <a:cubicBezTo>
                    <a:pt x="191814" y="140641"/>
                    <a:pt x="208242" y="137593"/>
                    <a:pt x="218338" y="131440"/>
                  </a:cubicBezTo>
                  <a:cubicBezTo>
                    <a:pt x="228434" y="125287"/>
                    <a:pt x="237275" y="113997"/>
                    <a:pt x="241277" y="103841"/>
                  </a:cubicBezTo>
                  <a:cubicBezTo>
                    <a:pt x="245280" y="93686"/>
                    <a:pt x="244563" y="80961"/>
                    <a:pt x="242353" y="70507"/>
                  </a:cubicBezTo>
                  <a:cubicBezTo>
                    <a:pt x="240143" y="60053"/>
                    <a:pt x="234407" y="48582"/>
                    <a:pt x="228015" y="41115"/>
                  </a:cubicBezTo>
                  <a:cubicBezTo>
                    <a:pt x="221623" y="33648"/>
                    <a:pt x="215350" y="27734"/>
                    <a:pt x="204000" y="25703"/>
                  </a:cubicBezTo>
                  <a:cubicBezTo>
                    <a:pt x="192650" y="23672"/>
                    <a:pt x="171443" y="29168"/>
                    <a:pt x="159913" y="28929"/>
                  </a:cubicBezTo>
                  <a:cubicBezTo>
                    <a:pt x="148384" y="28690"/>
                    <a:pt x="147308" y="28929"/>
                    <a:pt x="134823" y="24269"/>
                  </a:cubicBezTo>
                  <a:close/>
                </a:path>
              </a:pathLst>
            </a:custGeom>
            <a:noFill/>
            <a:ln cap="flat" cmpd="sng" w="9525">
              <a:solidFill>
                <a:schemeClr val="dk2"/>
              </a:solidFill>
              <a:prstDash val="solid"/>
              <a:round/>
              <a:headEnd len="med" w="med" type="none"/>
              <a:tailEnd len="med" w="med" type="none"/>
            </a:ln>
          </p:spPr>
        </p:sp>
        <p:sp>
          <p:nvSpPr>
            <p:cNvPr id="270" name="Google Shape;270;p30"/>
            <p:cNvSpPr/>
            <p:nvPr/>
          </p:nvSpPr>
          <p:spPr>
            <a:xfrm flipH="1" rot="1028063">
              <a:off x="5156416" y="3233985"/>
              <a:ext cx="1457431" cy="977933"/>
            </a:xfrm>
            <a:custGeom>
              <a:rect b="b" l="l" r="r" t="t"/>
              <a:pathLst>
                <a:path extrusionOk="0" h="27472" w="40942">
                  <a:moveTo>
                    <a:pt x="26941" y="3084"/>
                  </a:moveTo>
                  <a:cubicBezTo>
                    <a:pt x="22042" y="-22"/>
                    <a:pt x="15889" y="-321"/>
                    <a:pt x="11528" y="217"/>
                  </a:cubicBezTo>
                  <a:cubicBezTo>
                    <a:pt x="7167" y="755"/>
                    <a:pt x="2030" y="3263"/>
                    <a:pt x="775" y="6310"/>
                  </a:cubicBezTo>
                  <a:cubicBezTo>
                    <a:pt x="-479" y="9357"/>
                    <a:pt x="-539" y="14973"/>
                    <a:pt x="4001" y="18497"/>
                  </a:cubicBezTo>
                  <a:cubicBezTo>
                    <a:pt x="8541" y="22022"/>
                    <a:pt x="21863" y="27397"/>
                    <a:pt x="28016" y="27457"/>
                  </a:cubicBezTo>
                  <a:cubicBezTo>
                    <a:pt x="34169" y="27517"/>
                    <a:pt x="41099" y="22917"/>
                    <a:pt x="40920" y="18855"/>
                  </a:cubicBezTo>
                  <a:cubicBezTo>
                    <a:pt x="40741" y="14793"/>
                    <a:pt x="31840" y="6190"/>
                    <a:pt x="26941" y="3084"/>
                  </a:cubicBezTo>
                  <a:close/>
                </a:path>
              </a:pathLst>
            </a:custGeom>
            <a:noFill/>
            <a:ln cap="flat" cmpd="sng" w="9525">
              <a:solidFill>
                <a:schemeClr val="dk2"/>
              </a:solidFill>
              <a:prstDash val="solid"/>
              <a:round/>
              <a:headEnd len="med" w="med" type="none"/>
              <a:tailEnd len="med" w="med" type="none"/>
            </a:ln>
          </p:spPr>
        </p:sp>
        <p:sp>
          <p:nvSpPr>
            <p:cNvPr id="271" name="Google Shape;271;p30"/>
            <p:cNvSpPr/>
            <p:nvPr/>
          </p:nvSpPr>
          <p:spPr>
            <a:xfrm>
              <a:off x="4622576" y="777744"/>
              <a:ext cx="5360076" cy="3327924"/>
            </a:xfrm>
            <a:custGeom>
              <a:rect b="b" l="l" r="r" t="t"/>
              <a:pathLst>
                <a:path extrusionOk="0" h="140790" w="244167">
                  <a:moveTo>
                    <a:pt x="134823" y="24269"/>
                  </a:moveTo>
                  <a:cubicBezTo>
                    <a:pt x="122338" y="19609"/>
                    <a:pt x="100115" y="3779"/>
                    <a:pt x="85001" y="971"/>
                  </a:cubicBezTo>
                  <a:cubicBezTo>
                    <a:pt x="69887" y="-1837"/>
                    <a:pt x="56864" y="1927"/>
                    <a:pt x="44140" y="7423"/>
                  </a:cubicBezTo>
                  <a:cubicBezTo>
                    <a:pt x="31416" y="12919"/>
                    <a:pt x="15943" y="24927"/>
                    <a:pt x="8655" y="33947"/>
                  </a:cubicBezTo>
                  <a:cubicBezTo>
                    <a:pt x="1367" y="42968"/>
                    <a:pt x="-843" y="52167"/>
                    <a:pt x="411" y="61546"/>
                  </a:cubicBezTo>
                  <a:cubicBezTo>
                    <a:pt x="1666" y="70925"/>
                    <a:pt x="3936" y="83710"/>
                    <a:pt x="16182" y="90221"/>
                  </a:cubicBezTo>
                  <a:cubicBezTo>
                    <a:pt x="28429" y="96733"/>
                    <a:pt x="57641" y="99002"/>
                    <a:pt x="73890" y="100615"/>
                  </a:cubicBezTo>
                  <a:cubicBezTo>
                    <a:pt x="90139" y="102228"/>
                    <a:pt x="100712" y="94641"/>
                    <a:pt x="113675" y="99898"/>
                  </a:cubicBezTo>
                  <a:cubicBezTo>
                    <a:pt x="126638" y="105155"/>
                    <a:pt x="140498" y="125347"/>
                    <a:pt x="151669" y="132157"/>
                  </a:cubicBezTo>
                  <a:cubicBezTo>
                    <a:pt x="162840" y="138967"/>
                    <a:pt x="169591" y="140880"/>
                    <a:pt x="180702" y="140760"/>
                  </a:cubicBezTo>
                  <a:cubicBezTo>
                    <a:pt x="191814" y="140641"/>
                    <a:pt x="208242" y="137593"/>
                    <a:pt x="218338" y="131440"/>
                  </a:cubicBezTo>
                  <a:cubicBezTo>
                    <a:pt x="228434" y="125287"/>
                    <a:pt x="237275" y="113997"/>
                    <a:pt x="241277" y="103841"/>
                  </a:cubicBezTo>
                  <a:cubicBezTo>
                    <a:pt x="245280" y="93686"/>
                    <a:pt x="244563" y="80961"/>
                    <a:pt x="242353" y="70507"/>
                  </a:cubicBezTo>
                  <a:cubicBezTo>
                    <a:pt x="240143" y="60053"/>
                    <a:pt x="234407" y="48582"/>
                    <a:pt x="228015" y="41115"/>
                  </a:cubicBezTo>
                  <a:cubicBezTo>
                    <a:pt x="221623" y="33648"/>
                    <a:pt x="215350" y="27734"/>
                    <a:pt x="204000" y="25703"/>
                  </a:cubicBezTo>
                  <a:cubicBezTo>
                    <a:pt x="192650" y="23672"/>
                    <a:pt x="171443" y="29168"/>
                    <a:pt x="159913" y="28929"/>
                  </a:cubicBezTo>
                  <a:cubicBezTo>
                    <a:pt x="148384" y="28690"/>
                    <a:pt x="147308" y="28929"/>
                    <a:pt x="134823" y="24269"/>
                  </a:cubicBezTo>
                  <a:close/>
                </a:path>
              </a:pathLst>
            </a:custGeom>
            <a:solidFill>
              <a:srgbClr val="C7CAEA">
                <a:alpha val="52090"/>
              </a:srgbClr>
            </a:solidFill>
            <a:ln>
              <a:noFill/>
            </a:ln>
          </p:spPr>
        </p:sp>
      </p:grpSp>
      <p:sp>
        <p:nvSpPr>
          <p:cNvPr id="272" name="Google Shape;272;p30"/>
          <p:cNvSpPr/>
          <p:nvPr/>
        </p:nvSpPr>
        <p:spPr>
          <a:xfrm flipH="1" rot="858131">
            <a:off x="-796070" y="4268920"/>
            <a:ext cx="6634546" cy="3825569"/>
          </a:xfrm>
          <a:custGeom>
            <a:rect b="b" l="l" r="r" t="t"/>
            <a:pathLst>
              <a:path extrusionOk="0" h="140790" w="244167">
                <a:moveTo>
                  <a:pt x="134823" y="24269"/>
                </a:moveTo>
                <a:cubicBezTo>
                  <a:pt x="122338" y="19609"/>
                  <a:pt x="100115" y="3779"/>
                  <a:pt x="85001" y="971"/>
                </a:cubicBezTo>
                <a:cubicBezTo>
                  <a:pt x="69887" y="-1837"/>
                  <a:pt x="56864" y="1927"/>
                  <a:pt x="44140" y="7423"/>
                </a:cubicBezTo>
                <a:cubicBezTo>
                  <a:pt x="31416" y="12919"/>
                  <a:pt x="15943" y="24927"/>
                  <a:pt x="8655" y="33947"/>
                </a:cubicBezTo>
                <a:cubicBezTo>
                  <a:pt x="1367" y="42968"/>
                  <a:pt x="-843" y="52167"/>
                  <a:pt x="411" y="61546"/>
                </a:cubicBezTo>
                <a:cubicBezTo>
                  <a:pt x="1666" y="70925"/>
                  <a:pt x="3936" y="83710"/>
                  <a:pt x="16182" y="90221"/>
                </a:cubicBezTo>
                <a:cubicBezTo>
                  <a:pt x="28429" y="96733"/>
                  <a:pt x="57641" y="99002"/>
                  <a:pt x="73890" y="100615"/>
                </a:cubicBezTo>
                <a:cubicBezTo>
                  <a:pt x="90139" y="102228"/>
                  <a:pt x="100712" y="94641"/>
                  <a:pt x="113675" y="99898"/>
                </a:cubicBezTo>
                <a:cubicBezTo>
                  <a:pt x="126638" y="105155"/>
                  <a:pt x="140498" y="125347"/>
                  <a:pt x="151669" y="132157"/>
                </a:cubicBezTo>
                <a:cubicBezTo>
                  <a:pt x="162840" y="138967"/>
                  <a:pt x="169591" y="140880"/>
                  <a:pt x="180702" y="140760"/>
                </a:cubicBezTo>
                <a:cubicBezTo>
                  <a:pt x="191814" y="140641"/>
                  <a:pt x="208242" y="137593"/>
                  <a:pt x="218338" y="131440"/>
                </a:cubicBezTo>
                <a:cubicBezTo>
                  <a:pt x="228434" y="125287"/>
                  <a:pt x="237275" y="113997"/>
                  <a:pt x="241277" y="103841"/>
                </a:cubicBezTo>
                <a:cubicBezTo>
                  <a:pt x="245280" y="93686"/>
                  <a:pt x="244563" y="80961"/>
                  <a:pt x="242353" y="70507"/>
                </a:cubicBezTo>
                <a:cubicBezTo>
                  <a:pt x="240143" y="60053"/>
                  <a:pt x="234407" y="48582"/>
                  <a:pt x="228015" y="41115"/>
                </a:cubicBezTo>
                <a:cubicBezTo>
                  <a:pt x="221623" y="33648"/>
                  <a:pt x="215350" y="27734"/>
                  <a:pt x="204000" y="25703"/>
                </a:cubicBezTo>
                <a:cubicBezTo>
                  <a:pt x="192650" y="23672"/>
                  <a:pt x="171443" y="29168"/>
                  <a:pt x="159913" y="28929"/>
                </a:cubicBezTo>
                <a:cubicBezTo>
                  <a:pt x="148384" y="28690"/>
                  <a:pt x="147308" y="28929"/>
                  <a:pt x="134823" y="24269"/>
                </a:cubicBezTo>
                <a:close/>
              </a:path>
            </a:pathLst>
          </a:custGeom>
          <a:solidFill>
            <a:srgbClr val="C7CAEA">
              <a:alpha val="52090"/>
            </a:srgbClr>
          </a:solidFill>
          <a:ln>
            <a:noFill/>
          </a:ln>
        </p:spPr>
      </p:sp>
      <p:grpSp>
        <p:nvGrpSpPr>
          <p:cNvPr id="273" name="Google Shape;273;p30"/>
          <p:cNvGrpSpPr/>
          <p:nvPr/>
        </p:nvGrpSpPr>
        <p:grpSpPr>
          <a:xfrm>
            <a:off x="4921988" y="695705"/>
            <a:ext cx="3947862" cy="3302805"/>
            <a:chOff x="4652676" y="1462830"/>
            <a:chExt cx="4415459" cy="3693999"/>
          </a:xfrm>
        </p:grpSpPr>
        <p:sp>
          <p:nvSpPr>
            <p:cNvPr id="274" name="Google Shape;274;p30"/>
            <p:cNvSpPr/>
            <p:nvPr/>
          </p:nvSpPr>
          <p:spPr>
            <a:xfrm>
              <a:off x="5052886" y="2454300"/>
              <a:ext cx="1481044" cy="833939"/>
            </a:xfrm>
            <a:custGeom>
              <a:rect b="b" l="l" r="r" t="t"/>
              <a:pathLst>
                <a:path extrusionOk="0" h="11333" w="21057">
                  <a:moveTo>
                    <a:pt x="20444" y="1"/>
                  </a:moveTo>
                  <a:cubicBezTo>
                    <a:pt x="20444" y="1"/>
                    <a:pt x="12771" y="6231"/>
                    <a:pt x="10642" y="6694"/>
                  </a:cubicBezTo>
                  <a:cubicBezTo>
                    <a:pt x="8517" y="7158"/>
                    <a:pt x="116" y="8161"/>
                    <a:pt x="116" y="8161"/>
                  </a:cubicBezTo>
                  <a:lnTo>
                    <a:pt x="1" y="10409"/>
                  </a:lnTo>
                  <a:cubicBezTo>
                    <a:pt x="1" y="10409"/>
                    <a:pt x="5604" y="11137"/>
                    <a:pt x="9363" y="11301"/>
                  </a:cubicBezTo>
                  <a:cubicBezTo>
                    <a:pt x="9834" y="11321"/>
                    <a:pt x="10275" y="11333"/>
                    <a:pt x="10672" y="11333"/>
                  </a:cubicBezTo>
                  <a:cubicBezTo>
                    <a:pt x="11285" y="11333"/>
                    <a:pt x="11794" y="11305"/>
                    <a:pt x="12147" y="11242"/>
                  </a:cubicBezTo>
                  <a:cubicBezTo>
                    <a:pt x="12771" y="11127"/>
                    <a:pt x="13468" y="10917"/>
                    <a:pt x="14189" y="10649"/>
                  </a:cubicBezTo>
                  <a:cubicBezTo>
                    <a:pt x="17374" y="9472"/>
                    <a:pt x="21057" y="7169"/>
                    <a:pt x="21057" y="7169"/>
                  </a:cubicBezTo>
                  <a:lnTo>
                    <a:pt x="20444"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30"/>
            <p:cNvSpPr/>
            <p:nvPr/>
          </p:nvSpPr>
          <p:spPr>
            <a:xfrm>
              <a:off x="5173300" y="3036643"/>
              <a:ext cx="55424" cy="203168"/>
            </a:xfrm>
            <a:custGeom>
              <a:rect b="b" l="l" r="r" t="t"/>
              <a:pathLst>
                <a:path extrusionOk="0" h="2761" w="788">
                  <a:moveTo>
                    <a:pt x="102" y="1"/>
                  </a:moveTo>
                  <a:cubicBezTo>
                    <a:pt x="51" y="1"/>
                    <a:pt x="1" y="53"/>
                    <a:pt x="38" y="104"/>
                  </a:cubicBezTo>
                  <a:cubicBezTo>
                    <a:pt x="578" y="840"/>
                    <a:pt x="641" y="1857"/>
                    <a:pt x="191" y="2655"/>
                  </a:cubicBezTo>
                  <a:cubicBezTo>
                    <a:pt x="160" y="2710"/>
                    <a:pt x="208" y="2760"/>
                    <a:pt x="256" y="2760"/>
                  </a:cubicBezTo>
                  <a:cubicBezTo>
                    <a:pt x="278" y="2760"/>
                    <a:pt x="299" y="2750"/>
                    <a:pt x="313" y="2725"/>
                  </a:cubicBezTo>
                  <a:cubicBezTo>
                    <a:pt x="787" y="1889"/>
                    <a:pt x="728" y="808"/>
                    <a:pt x="160" y="31"/>
                  </a:cubicBezTo>
                  <a:cubicBezTo>
                    <a:pt x="145" y="10"/>
                    <a:pt x="123" y="1"/>
                    <a:pt x="10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30"/>
            <p:cNvSpPr/>
            <p:nvPr/>
          </p:nvSpPr>
          <p:spPr>
            <a:xfrm>
              <a:off x="7186800" y="2454300"/>
              <a:ext cx="1481114" cy="833939"/>
            </a:xfrm>
            <a:custGeom>
              <a:rect b="b" l="l" r="r" t="t"/>
              <a:pathLst>
                <a:path extrusionOk="0" h="11333" w="21058">
                  <a:moveTo>
                    <a:pt x="614" y="1"/>
                  </a:moveTo>
                  <a:lnTo>
                    <a:pt x="0" y="7169"/>
                  </a:lnTo>
                  <a:cubicBezTo>
                    <a:pt x="0" y="7169"/>
                    <a:pt x="3684" y="9472"/>
                    <a:pt x="6872" y="10649"/>
                  </a:cubicBezTo>
                  <a:cubicBezTo>
                    <a:pt x="7589" y="10917"/>
                    <a:pt x="8287" y="11127"/>
                    <a:pt x="8911" y="11242"/>
                  </a:cubicBezTo>
                  <a:cubicBezTo>
                    <a:pt x="9263" y="11305"/>
                    <a:pt x="9773" y="11333"/>
                    <a:pt x="10385" y="11333"/>
                  </a:cubicBezTo>
                  <a:cubicBezTo>
                    <a:pt x="10783" y="11333"/>
                    <a:pt x="11224" y="11321"/>
                    <a:pt x="11695" y="11301"/>
                  </a:cubicBezTo>
                  <a:cubicBezTo>
                    <a:pt x="15454" y="11137"/>
                    <a:pt x="21057" y="10409"/>
                    <a:pt x="21057" y="10409"/>
                  </a:cubicBezTo>
                  <a:lnTo>
                    <a:pt x="20942" y="8161"/>
                  </a:lnTo>
                  <a:cubicBezTo>
                    <a:pt x="20942" y="8161"/>
                    <a:pt x="12541" y="7158"/>
                    <a:pt x="10416" y="6694"/>
                  </a:cubicBezTo>
                  <a:cubicBezTo>
                    <a:pt x="8287" y="6231"/>
                    <a:pt x="614" y="1"/>
                    <a:pt x="61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30"/>
            <p:cNvSpPr/>
            <p:nvPr/>
          </p:nvSpPr>
          <p:spPr>
            <a:xfrm>
              <a:off x="4652676" y="3020896"/>
              <a:ext cx="489954" cy="354533"/>
            </a:xfrm>
            <a:custGeom>
              <a:rect b="b" l="l" r="r" t="t"/>
              <a:pathLst>
                <a:path extrusionOk="0" h="4818" w="6966">
                  <a:moveTo>
                    <a:pt x="4791" y="0"/>
                  </a:moveTo>
                  <a:cubicBezTo>
                    <a:pt x="4674" y="0"/>
                    <a:pt x="4550" y="4"/>
                    <a:pt x="4419" y="12"/>
                  </a:cubicBezTo>
                  <a:cubicBezTo>
                    <a:pt x="3895" y="45"/>
                    <a:pt x="2706" y="72"/>
                    <a:pt x="2155" y="72"/>
                  </a:cubicBezTo>
                  <a:cubicBezTo>
                    <a:pt x="2123" y="72"/>
                    <a:pt x="2094" y="72"/>
                    <a:pt x="2067" y="71"/>
                  </a:cubicBezTo>
                  <a:cubicBezTo>
                    <a:pt x="1892" y="69"/>
                    <a:pt x="1735" y="56"/>
                    <a:pt x="1607" y="56"/>
                  </a:cubicBezTo>
                  <a:cubicBezTo>
                    <a:pt x="1371" y="56"/>
                    <a:pt x="1234" y="100"/>
                    <a:pt x="1266" y="332"/>
                  </a:cubicBezTo>
                  <a:cubicBezTo>
                    <a:pt x="1318" y="694"/>
                    <a:pt x="3161" y="995"/>
                    <a:pt x="3161" y="995"/>
                  </a:cubicBezTo>
                  <a:cubicBezTo>
                    <a:pt x="3161" y="995"/>
                    <a:pt x="395" y="1786"/>
                    <a:pt x="269" y="2350"/>
                  </a:cubicBezTo>
                  <a:cubicBezTo>
                    <a:pt x="214" y="2592"/>
                    <a:pt x="353" y="2661"/>
                    <a:pt x="529" y="2661"/>
                  </a:cubicBezTo>
                  <a:cubicBezTo>
                    <a:pt x="764" y="2661"/>
                    <a:pt x="1067" y="2538"/>
                    <a:pt x="1067" y="2538"/>
                  </a:cubicBezTo>
                  <a:lnTo>
                    <a:pt x="1067" y="2538"/>
                  </a:lnTo>
                  <a:cubicBezTo>
                    <a:pt x="1067" y="2539"/>
                    <a:pt x="1" y="3106"/>
                    <a:pt x="126" y="3447"/>
                  </a:cubicBezTo>
                  <a:cubicBezTo>
                    <a:pt x="157" y="3528"/>
                    <a:pt x="243" y="3559"/>
                    <a:pt x="357" y="3559"/>
                  </a:cubicBezTo>
                  <a:cubicBezTo>
                    <a:pt x="725" y="3559"/>
                    <a:pt x="1380" y="3238"/>
                    <a:pt x="1381" y="3238"/>
                  </a:cubicBezTo>
                  <a:lnTo>
                    <a:pt x="1381" y="3238"/>
                  </a:lnTo>
                  <a:cubicBezTo>
                    <a:pt x="1380" y="3239"/>
                    <a:pt x="506" y="3789"/>
                    <a:pt x="569" y="4089"/>
                  </a:cubicBezTo>
                  <a:cubicBezTo>
                    <a:pt x="588" y="4176"/>
                    <a:pt x="664" y="4210"/>
                    <a:pt x="770" y="4210"/>
                  </a:cubicBezTo>
                  <a:cubicBezTo>
                    <a:pt x="1028" y="4210"/>
                    <a:pt x="1465" y="4011"/>
                    <a:pt x="1718" y="3872"/>
                  </a:cubicBezTo>
                  <a:lnTo>
                    <a:pt x="1718" y="3872"/>
                  </a:lnTo>
                  <a:cubicBezTo>
                    <a:pt x="1718" y="3872"/>
                    <a:pt x="962" y="4472"/>
                    <a:pt x="1133" y="4747"/>
                  </a:cubicBezTo>
                  <a:cubicBezTo>
                    <a:pt x="1163" y="4797"/>
                    <a:pt x="1209" y="4818"/>
                    <a:pt x="1267" y="4818"/>
                  </a:cubicBezTo>
                  <a:cubicBezTo>
                    <a:pt x="1535" y="4818"/>
                    <a:pt x="2058" y="4358"/>
                    <a:pt x="2471" y="4123"/>
                  </a:cubicBezTo>
                  <a:cubicBezTo>
                    <a:pt x="2951" y="3852"/>
                    <a:pt x="3927" y="3371"/>
                    <a:pt x="4648" y="3371"/>
                  </a:cubicBezTo>
                  <a:cubicBezTo>
                    <a:pt x="4686" y="3371"/>
                    <a:pt x="4724" y="3372"/>
                    <a:pt x="4761" y="3375"/>
                  </a:cubicBezTo>
                  <a:cubicBezTo>
                    <a:pt x="4862" y="3383"/>
                    <a:pt x="4959" y="3387"/>
                    <a:pt x="5051" y="3387"/>
                  </a:cubicBezTo>
                  <a:cubicBezTo>
                    <a:pt x="5537" y="3387"/>
                    <a:pt x="5887" y="3282"/>
                    <a:pt x="6078" y="3182"/>
                  </a:cubicBezTo>
                  <a:cubicBezTo>
                    <a:pt x="6771" y="2817"/>
                    <a:pt x="6966" y="2339"/>
                    <a:pt x="6834" y="1535"/>
                  </a:cubicBezTo>
                  <a:cubicBezTo>
                    <a:pt x="6698" y="709"/>
                    <a:pt x="6018" y="78"/>
                    <a:pt x="5186" y="15"/>
                  </a:cubicBezTo>
                  <a:cubicBezTo>
                    <a:pt x="5063" y="6"/>
                    <a:pt x="4932" y="0"/>
                    <a:pt x="4791" y="0"/>
                  </a:cubicBezTo>
                  <a:close/>
                </a:path>
              </a:pathLst>
            </a:custGeom>
            <a:solidFill>
              <a:srgbClr val="E77F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30"/>
            <p:cNvSpPr/>
            <p:nvPr/>
          </p:nvSpPr>
          <p:spPr>
            <a:xfrm>
              <a:off x="4715134" y="3156070"/>
              <a:ext cx="108386" cy="60119"/>
            </a:xfrm>
            <a:custGeom>
              <a:rect b="b" l="l" r="r" t="t"/>
              <a:pathLst>
                <a:path extrusionOk="0" h="817" w="1541">
                  <a:moveTo>
                    <a:pt x="1440" y="0"/>
                  </a:moveTo>
                  <a:cubicBezTo>
                    <a:pt x="1432" y="0"/>
                    <a:pt x="1424" y="1"/>
                    <a:pt x="1416" y="4"/>
                  </a:cubicBezTo>
                  <a:cubicBezTo>
                    <a:pt x="925" y="150"/>
                    <a:pt x="472" y="377"/>
                    <a:pt x="60" y="681"/>
                  </a:cubicBezTo>
                  <a:cubicBezTo>
                    <a:pt x="1" y="726"/>
                    <a:pt x="42" y="816"/>
                    <a:pt x="100" y="816"/>
                  </a:cubicBezTo>
                  <a:cubicBezTo>
                    <a:pt x="113" y="816"/>
                    <a:pt x="127" y="812"/>
                    <a:pt x="141" y="802"/>
                  </a:cubicBezTo>
                  <a:cubicBezTo>
                    <a:pt x="541" y="502"/>
                    <a:pt x="980" y="283"/>
                    <a:pt x="1461" y="140"/>
                  </a:cubicBezTo>
                  <a:cubicBezTo>
                    <a:pt x="1541" y="114"/>
                    <a:pt x="1514" y="0"/>
                    <a:pt x="1440" y="0"/>
                  </a:cubicBezTo>
                  <a:close/>
                </a:path>
              </a:pathLst>
            </a:custGeom>
            <a:solidFill>
              <a:srgbClr val="B145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30"/>
            <p:cNvSpPr/>
            <p:nvPr/>
          </p:nvSpPr>
          <p:spPr>
            <a:xfrm>
              <a:off x="4732788" y="3214348"/>
              <a:ext cx="102337" cy="54968"/>
            </a:xfrm>
            <a:custGeom>
              <a:rect b="b" l="l" r="r" t="t"/>
              <a:pathLst>
                <a:path extrusionOk="0" h="747" w="1455">
                  <a:moveTo>
                    <a:pt x="1344" y="1"/>
                  </a:moveTo>
                  <a:cubicBezTo>
                    <a:pt x="1338" y="1"/>
                    <a:pt x="1332" y="2"/>
                    <a:pt x="1325" y="3"/>
                  </a:cubicBezTo>
                  <a:cubicBezTo>
                    <a:pt x="865" y="114"/>
                    <a:pt x="457" y="355"/>
                    <a:pt x="64" y="613"/>
                  </a:cubicBezTo>
                  <a:cubicBezTo>
                    <a:pt x="0" y="657"/>
                    <a:pt x="43" y="746"/>
                    <a:pt x="105" y="746"/>
                  </a:cubicBezTo>
                  <a:cubicBezTo>
                    <a:pt x="118" y="746"/>
                    <a:pt x="131" y="743"/>
                    <a:pt x="144" y="735"/>
                  </a:cubicBezTo>
                  <a:cubicBezTo>
                    <a:pt x="524" y="484"/>
                    <a:pt x="921" y="247"/>
                    <a:pt x="1371" y="139"/>
                  </a:cubicBezTo>
                  <a:cubicBezTo>
                    <a:pt x="1454" y="120"/>
                    <a:pt x="1421" y="1"/>
                    <a:pt x="1344" y="1"/>
                  </a:cubicBezTo>
                  <a:close/>
                </a:path>
              </a:pathLst>
            </a:custGeom>
            <a:solidFill>
              <a:srgbClr val="B145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30"/>
            <p:cNvSpPr/>
            <p:nvPr/>
          </p:nvSpPr>
          <p:spPr>
            <a:xfrm>
              <a:off x="4761696" y="3260927"/>
              <a:ext cx="91928" cy="55042"/>
            </a:xfrm>
            <a:custGeom>
              <a:rect b="b" l="l" r="r" t="t"/>
              <a:pathLst>
                <a:path extrusionOk="0" h="748" w="1307">
                  <a:moveTo>
                    <a:pt x="1205" y="0"/>
                  </a:moveTo>
                  <a:cubicBezTo>
                    <a:pt x="1198" y="0"/>
                    <a:pt x="1191" y="1"/>
                    <a:pt x="1183" y="4"/>
                  </a:cubicBezTo>
                  <a:cubicBezTo>
                    <a:pt x="768" y="137"/>
                    <a:pt x="395" y="339"/>
                    <a:pt x="57" y="610"/>
                  </a:cubicBezTo>
                  <a:cubicBezTo>
                    <a:pt x="0" y="659"/>
                    <a:pt x="41" y="747"/>
                    <a:pt x="98" y="747"/>
                  </a:cubicBezTo>
                  <a:cubicBezTo>
                    <a:pt x="111" y="747"/>
                    <a:pt x="124" y="743"/>
                    <a:pt x="138" y="732"/>
                  </a:cubicBezTo>
                  <a:cubicBezTo>
                    <a:pt x="464" y="468"/>
                    <a:pt x="824" y="269"/>
                    <a:pt x="1225" y="140"/>
                  </a:cubicBezTo>
                  <a:cubicBezTo>
                    <a:pt x="1307" y="115"/>
                    <a:pt x="1277" y="0"/>
                    <a:pt x="1205" y="0"/>
                  </a:cubicBezTo>
                  <a:close/>
                </a:path>
              </a:pathLst>
            </a:custGeom>
            <a:solidFill>
              <a:srgbClr val="B145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30"/>
            <p:cNvSpPr/>
            <p:nvPr/>
          </p:nvSpPr>
          <p:spPr>
            <a:xfrm>
              <a:off x="4868184" y="3086607"/>
              <a:ext cx="122805" cy="21413"/>
            </a:xfrm>
            <a:custGeom>
              <a:rect b="b" l="l" r="r" t="t"/>
              <a:pathLst>
                <a:path extrusionOk="0" h="291" w="1746">
                  <a:moveTo>
                    <a:pt x="89" y="0"/>
                  </a:moveTo>
                  <a:cubicBezTo>
                    <a:pt x="19" y="0"/>
                    <a:pt x="0" y="118"/>
                    <a:pt x="79" y="144"/>
                  </a:cubicBezTo>
                  <a:cubicBezTo>
                    <a:pt x="391" y="242"/>
                    <a:pt x="707" y="290"/>
                    <a:pt x="1026" y="290"/>
                  </a:cubicBezTo>
                  <a:cubicBezTo>
                    <a:pt x="1237" y="290"/>
                    <a:pt x="1449" y="269"/>
                    <a:pt x="1662" y="227"/>
                  </a:cubicBezTo>
                  <a:cubicBezTo>
                    <a:pt x="1746" y="211"/>
                    <a:pt x="1712" y="89"/>
                    <a:pt x="1635" y="89"/>
                  </a:cubicBezTo>
                  <a:cubicBezTo>
                    <a:pt x="1629" y="89"/>
                    <a:pt x="1623" y="89"/>
                    <a:pt x="1616" y="91"/>
                  </a:cubicBezTo>
                  <a:cubicBezTo>
                    <a:pt x="1424" y="129"/>
                    <a:pt x="1231" y="148"/>
                    <a:pt x="1039" y="148"/>
                  </a:cubicBezTo>
                  <a:cubicBezTo>
                    <a:pt x="726" y="148"/>
                    <a:pt x="415" y="99"/>
                    <a:pt x="111" y="4"/>
                  </a:cubicBezTo>
                  <a:cubicBezTo>
                    <a:pt x="103" y="1"/>
                    <a:pt x="96" y="0"/>
                    <a:pt x="89" y="0"/>
                  </a:cubicBezTo>
                  <a:close/>
                </a:path>
              </a:pathLst>
            </a:custGeom>
            <a:solidFill>
              <a:srgbClr val="B145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30"/>
            <p:cNvSpPr/>
            <p:nvPr/>
          </p:nvSpPr>
          <p:spPr>
            <a:xfrm>
              <a:off x="4910245" y="3108314"/>
              <a:ext cx="152135" cy="91834"/>
            </a:xfrm>
            <a:custGeom>
              <a:rect b="b" l="l" r="r" t="t"/>
              <a:pathLst>
                <a:path extrusionOk="0" h="1248" w="2163">
                  <a:moveTo>
                    <a:pt x="101" y="0"/>
                  </a:moveTo>
                  <a:cubicBezTo>
                    <a:pt x="52" y="0"/>
                    <a:pt x="1" y="57"/>
                    <a:pt x="33" y="113"/>
                  </a:cubicBezTo>
                  <a:cubicBezTo>
                    <a:pt x="425" y="815"/>
                    <a:pt x="1180" y="1248"/>
                    <a:pt x="1982" y="1248"/>
                  </a:cubicBezTo>
                  <a:cubicBezTo>
                    <a:pt x="2013" y="1248"/>
                    <a:pt x="2043" y="1247"/>
                    <a:pt x="2074" y="1246"/>
                  </a:cubicBezTo>
                  <a:cubicBezTo>
                    <a:pt x="2163" y="1239"/>
                    <a:pt x="2158" y="1103"/>
                    <a:pt x="2074" y="1103"/>
                  </a:cubicBezTo>
                  <a:cubicBezTo>
                    <a:pt x="2072" y="1103"/>
                    <a:pt x="2069" y="1103"/>
                    <a:pt x="2067" y="1103"/>
                  </a:cubicBezTo>
                  <a:cubicBezTo>
                    <a:pt x="2037" y="1104"/>
                    <a:pt x="2007" y="1105"/>
                    <a:pt x="1977" y="1105"/>
                  </a:cubicBezTo>
                  <a:cubicBezTo>
                    <a:pt x="1223" y="1105"/>
                    <a:pt x="523" y="693"/>
                    <a:pt x="155" y="33"/>
                  </a:cubicBezTo>
                  <a:cubicBezTo>
                    <a:pt x="141" y="10"/>
                    <a:pt x="121" y="0"/>
                    <a:pt x="101" y="0"/>
                  </a:cubicBezTo>
                  <a:close/>
                </a:path>
              </a:pathLst>
            </a:custGeom>
            <a:solidFill>
              <a:srgbClr val="B145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30"/>
            <p:cNvSpPr/>
            <p:nvPr/>
          </p:nvSpPr>
          <p:spPr>
            <a:xfrm>
              <a:off x="4807062" y="3141132"/>
              <a:ext cx="64005" cy="133483"/>
            </a:xfrm>
            <a:custGeom>
              <a:rect b="b" l="l" r="r" t="t"/>
              <a:pathLst>
                <a:path extrusionOk="0" h="1814" w="910">
                  <a:moveTo>
                    <a:pt x="149" y="0"/>
                  </a:moveTo>
                  <a:cubicBezTo>
                    <a:pt x="120" y="0"/>
                    <a:pt x="93" y="18"/>
                    <a:pt x="88" y="57"/>
                  </a:cubicBezTo>
                  <a:cubicBezTo>
                    <a:pt x="1" y="716"/>
                    <a:pt x="248" y="1368"/>
                    <a:pt x="760" y="1796"/>
                  </a:cubicBezTo>
                  <a:cubicBezTo>
                    <a:pt x="775" y="1808"/>
                    <a:pt x="791" y="1814"/>
                    <a:pt x="806" y="1814"/>
                  </a:cubicBezTo>
                  <a:cubicBezTo>
                    <a:pt x="863" y="1814"/>
                    <a:pt x="910" y="1738"/>
                    <a:pt x="855" y="1691"/>
                  </a:cubicBezTo>
                  <a:cubicBezTo>
                    <a:pt x="384" y="1294"/>
                    <a:pt x="147" y="695"/>
                    <a:pt x="228" y="85"/>
                  </a:cubicBezTo>
                  <a:cubicBezTo>
                    <a:pt x="233" y="33"/>
                    <a:pt x="190" y="0"/>
                    <a:pt x="149" y="0"/>
                  </a:cubicBezTo>
                  <a:close/>
                </a:path>
              </a:pathLst>
            </a:custGeom>
            <a:solidFill>
              <a:srgbClr val="B145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30"/>
            <p:cNvSpPr/>
            <p:nvPr/>
          </p:nvSpPr>
          <p:spPr>
            <a:xfrm>
              <a:off x="6523113" y="1546863"/>
              <a:ext cx="683164" cy="903329"/>
            </a:xfrm>
            <a:custGeom>
              <a:rect b="b" l="l" r="r" t="t"/>
              <a:pathLst>
                <a:path extrusionOk="0" h="12276" w="9713">
                  <a:moveTo>
                    <a:pt x="5617" y="1"/>
                  </a:moveTo>
                  <a:cubicBezTo>
                    <a:pt x="5063" y="1"/>
                    <a:pt x="4432" y="105"/>
                    <a:pt x="3715" y="318"/>
                  </a:cubicBezTo>
                  <a:cubicBezTo>
                    <a:pt x="3715" y="318"/>
                    <a:pt x="3710" y="318"/>
                    <a:pt x="3700" y="318"/>
                  </a:cubicBezTo>
                  <a:cubicBezTo>
                    <a:pt x="3483" y="318"/>
                    <a:pt x="1071" y="359"/>
                    <a:pt x="924" y="2187"/>
                  </a:cubicBezTo>
                  <a:cubicBezTo>
                    <a:pt x="774" y="4102"/>
                    <a:pt x="1889" y="5747"/>
                    <a:pt x="1004" y="7190"/>
                  </a:cubicBezTo>
                  <a:cubicBezTo>
                    <a:pt x="123" y="8633"/>
                    <a:pt x="1" y="10926"/>
                    <a:pt x="1342" y="11754"/>
                  </a:cubicBezTo>
                  <a:cubicBezTo>
                    <a:pt x="1492" y="11847"/>
                    <a:pt x="1628" y="11887"/>
                    <a:pt x="1754" y="11887"/>
                  </a:cubicBezTo>
                  <a:cubicBezTo>
                    <a:pt x="2512" y="11887"/>
                    <a:pt x="2903" y="10443"/>
                    <a:pt x="3765" y="10443"/>
                  </a:cubicBezTo>
                  <a:cubicBezTo>
                    <a:pt x="4037" y="10443"/>
                    <a:pt x="4357" y="10587"/>
                    <a:pt x="4750" y="10967"/>
                  </a:cubicBezTo>
                  <a:cubicBezTo>
                    <a:pt x="5761" y="11946"/>
                    <a:pt x="6807" y="12276"/>
                    <a:pt x="7641" y="12276"/>
                  </a:cubicBezTo>
                  <a:cubicBezTo>
                    <a:pt x="8324" y="12276"/>
                    <a:pt x="8865" y="12054"/>
                    <a:pt x="9127" y="11786"/>
                  </a:cubicBezTo>
                  <a:cubicBezTo>
                    <a:pt x="9712" y="11190"/>
                    <a:pt x="7939" y="10103"/>
                    <a:pt x="8503" y="8235"/>
                  </a:cubicBezTo>
                  <a:cubicBezTo>
                    <a:pt x="9068" y="6368"/>
                    <a:pt x="9405" y="5664"/>
                    <a:pt x="8931" y="3385"/>
                  </a:cubicBezTo>
                  <a:cubicBezTo>
                    <a:pt x="8477" y="1189"/>
                    <a:pt x="7486" y="1"/>
                    <a:pt x="561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30"/>
            <p:cNvSpPr/>
            <p:nvPr/>
          </p:nvSpPr>
          <p:spPr>
            <a:xfrm>
              <a:off x="8578111" y="3020896"/>
              <a:ext cx="490024" cy="354533"/>
            </a:xfrm>
            <a:custGeom>
              <a:rect b="b" l="l" r="r" t="t"/>
              <a:pathLst>
                <a:path extrusionOk="0" h="4818" w="6967">
                  <a:moveTo>
                    <a:pt x="2176" y="0"/>
                  </a:moveTo>
                  <a:cubicBezTo>
                    <a:pt x="2035" y="0"/>
                    <a:pt x="1903" y="6"/>
                    <a:pt x="1781" y="15"/>
                  </a:cubicBezTo>
                  <a:cubicBezTo>
                    <a:pt x="948" y="78"/>
                    <a:pt x="269" y="709"/>
                    <a:pt x="133" y="1535"/>
                  </a:cubicBezTo>
                  <a:cubicBezTo>
                    <a:pt x="1" y="2339"/>
                    <a:pt x="196" y="2817"/>
                    <a:pt x="889" y="3182"/>
                  </a:cubicBezTo>
                  <a:cubicBezTo>
                    <a:pt x="1080" y="3282"/>
                    <a:pt x="1430" y="3387"/>
                    <a:pt x="1916" y="3387"/>
                  </a:cubicBezTo>
                  <a:cubicBezTo>
                    <a:pt x="2008" y="3387"/>
                    <a:pt x="2105" y="3383"/>
                    <a:pt x="2206" y="3375"/>
                  </a:cubicBezTo>
                  <a:cubicBezTo>
                    <a:pt x="2243" y="3372"/>
                    <a:pt x="2281" y="3371"/>
                    <a:pt x="2319" y="3371"/>
                  </a:cubicBezTo>
                  <a:cubicBezTo>
                    <a:pt x="3040" y="3371"/>
                    <a:pt x="4015" y="3852"/>
                    <a:pt x="4496" y="4123"/>
                  </a:cubicBezTo>
                  <a:cubicBezTo>
                    <a:pt x="4909" y="4358"/>
                    <a:pt x="5432" y="4818"/>
                    <a:pt x="5700" y="4818"/>
                  </a:cubicBezTo>
                  <a:cubicBezTo>
                    <a:pt x="5758" y="4818"/>
                    <a:pt x="5803" y="4797"/>
                    <a:pt x="5834" y="4747"/>
                  </a:cubicBezTo>
                  <a:cubicBezTo>
                    <a:pt x="6004" y="4472"/>
                    <a:pt x="5249" y="3872"/>
                    <a:pt x="5249" y="3872"/>
                  </a:cubicBezTo>
                  <a:lnTo>
                    <a:pt x="5249" y="3872"/>
                  </a:lnTo>
                  <a:cubicBezTo>
                    <a:pt x="5502" y="4011"/>
                    <a:pt x="5939" y="4210"/>
                    <a:pt x="6196" y="4210"/>
                  </a:cubicBezTo>
                  <a:cubicBezTo>
                    <a:pt x="6303" y="4210"/>
                    <a:pt x="6379" y="4176"/>
                    <a:pt x="6398" y="4089"/>
                  </a:cubicBezTo>
                  <a:cubicBezTo>
                    <a:pt x="6461" y="3789"/>
                    <a:pt x="5587" y="3239"/>
                    <a:pt x="5586" y="3238"/>
                  </a:cubicBezTo>
                  <a:lnTo>
                    <a:pt x="5586" y="3238"/>
                  </a:lnTo>
                  <a:cubicBezTo>
                    <a:pt x="5587" y="3239"/>
                    <a:pt x="6242" y="3559"/>
                    <a:pt x="6610" y="3559"/>
                  </a:cubicBezTo>
                  <a:cubicBezTo>
                    <a:pt x="6724" y="3559"/>
                    <a:pt x="6810" y="3528"/>
                    <a:pt x="6841" y="3447"/>
                  </a:cubicBezTo>
                  <a:cubicBezTo>
                    <a:pt x="6966" y="3106"/>
                    <a:pt x="5900" y="2539"/>
                    <a:pt x="5900" y="2538"/>
                  </a:cubicBezTo>
                  <a:lnTo>
                    <a:pt x="5900" y="2538"/>
                  </a:lnTo>
                  <a:cubicBezTo>
                    <a:pt x="5900" y="2539"/>
                    <a:pt x="6203" y="2661"/>
                    <a:pt x="6438" y="2661"/>
                  </a:cubicBezTo>
                  <a:cubicBezTo>
                    <a:pt x="6614" y="2661"/>
                    <a:pt x="6753" y="2592"/>
                    <a:pt x="6698" y="2350"/>
                  </a:cubicBezTo>
                  <a:cubicBezTo>
                    <a:pt x="6572" y="1786"/>
                    <a:pt x="3806" y="995"/>
                    <a:pt x="3806" y="995"/>
                  </a:cubicBezTo>
                  <a:cubicBezTo>
                    <a:pt x="3806" y="995"/>
                    <a:pt x="5649" y="694"/>
                    <a:pt x="5701" y="332"/>
                  </a:cubicBezTo>
                  <a:cubicBezTo>
                    <a:pt x="5735" y="100"/>
                    <a:pt x="5598" y="56"/>
                    <a:pt x="5361" y="56"/>
                  </a:cubicBezTo>
                  <a:cubicBezTo>
                    <a:pt x="5233" y="56"/>
                    <a:pt x="5075" y="69"/>
                    <a:pt x="4900" y="71"/>
                  </a:cubicBezTo>
                  <a:cubicBezTo>
                    <a:pt x="4873" y="72"/>
                    <a:pt x="4843" y="72"/>
                    <a:pt x="4812" y="72"/>
                  </a:cubicBezTo>
                  <a:cubicBezTo>
                    <a:pt x="4261" y="72"/>
                    <a:pt x="3072" y="45"/>
                    <a:pt x="2547" y="12"/>
                  </a:cubicBezTo>
                  <a:cubicBezTo>
                    <a:pt x="2417" y="4"/>
                    <a:pt x="2293" y="0"/>
                    <a:pt x="2176" y="0"/>
                  </a:cubicBezTo>
                  <a:close/>
                </a:path>
              </a:pathLst>
            </a:custGeom>
            <a:solidFill>
              <a:srgbClr val="E77F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30"/>
            <p:cNvSpPr/>
            <p:nvPr/>
          </p:nvSpPr>
          <p:spPr>
            <a:xfrm>
              <a:off x="8897294" y="3156070"/>
              <a:ext cx="108386" cy="60119"/>
            </a:xfrm>
            <a:custGeom>
              <a:rect b="b" l="l" r="r" t="t"/>
              <a:pathLst>
                <a:path extrusionOk="0" h="817" w="1541">
                  <a:moveTo>
                    <a:pt x="101" y="0"/>
                  </a:moveTo>
                  <a:cubicBezTo>
                    <a:pt x="27" y="0"/>
                    <a:pt x="0" y="114"/>
                    <a:pt x="79" y="140"/>
                  </a:cubicBezTo>
                  <a:cubicBezTo>
                    <a:pt x="560" y="283"/>
                    <a:pt x="999" y="502"/>
                    <a:pt x="1400" y="802"/>
                  </a:cubicBezTo>
                  <a:cubicBezTo>
                    <a:pt x="1414" y="812"/>
                    <a:pt x="1428" y="816"/>
                    <a:pt x="1441" y="816"/>
                  </a:cubicBezTo>
                  <a:cubicBezTo>
                    <a:pt x="1499" y="816"/>
                    <a:pt x="1540" y="726"/>
                    <a:pt x="1480" y="681"/>
                  </a:cubicBezTo>
                  <a:cubicBezTo>
                    <a:pt x="1069" y="377"/>
                    <a:pt x="616" y="150"/>
                    <a:pt x="125" y="4"/>
                  </a:cubicBezTo>
                  <a:cubicBezTo>
                    <a:pt x="117" y="1"/>
                    <a:pt x="109" y="0"/>
                    <a:pt x="101" y="0"/>
                  </a:cubicBezTo>
                  <a:close/>
                </a:path>
              </a:pathLst>
            </a:custGeom>
            <a:solidFill>
              <a:srgbClr val="B145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30"/>
            <p:cNvSpPr/>
            <p:nvPr/>
          </p:nvSpPr>
          <p:spPr>
            <a:xfrm>
              <a:off x="8885618" y="3214348"/>
              <a:ext cx="102408" cy="54968"/>
            </a:xfrm>
            <a:custGeom>
              <a:rect b="b" l="l" r="r" t="t"/>
              <a:pathLst>
                <a:path extrusionOk="0" h="747" w="1456">
                  <a:moveTo>
                    <a:pt x="112" y="1"/>
                  </a:moveTo>
                  <a:cubicBezTo>
                    <a:pt x="34" y="1"/>
                    <a:pt x="1" y="120"/>
                    <a:pt x="85" y="139"/>
                  </a:cubicBezTo>
                  <a:cubicBezTo>
                    <a:pt x="534" y="247"/>
                    <a:pt x="932" y="484"/>
                    <a:pt x="1311" y="735"/>
                  </a:cubicBezTo>
                  <a:cubicBezTo>
                    <a:pt x="1325" y="743"/>
                    <a:pt x="1338" y="746"/>
                    <a:pt x="1350" y="746"/>
                  </a:cubicBezTo>
                  <a:cubicBezTo>
                    <a:pt x="1413" y="746"/>
                    <a:pt x="1456" y="657"/>
                    <a:pt x="1392" y="613"/>
                  </a:cubicBezTo>
                  <a:cubicBezTo>
                    <a:pt x="998" y="355"/>
                    <a:pt x="591" y="114"/>
                    <a:pt x="131" y="3"/>
                  </a:cubicBezTo>
                  <a:cubicBezTo>
                    <a:pt x="124" y="2"/>
                    <a:pt x="118" y="1"/>
                    <a:pt x="112" y="1"/>
                  </a:cubicBezTo>
                  <a:close/>
                </a:path>
              </a:pathLst>
            </a:custGeom>
            <a:solidFill>
              <a:srgbClr val="B145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30"/>
            <p:cNvSpPr/>
            <p:nvPr/>
          </p:nvSpPr>
          <p:spPr>
            <a:xfrm>
              <a:off x="8867190" y="3260927"/>
              <a:ext cx="91928" cy="55042"/>
            </a:xfrm>
            <a:custGeom>
              <a:rect b="b" l="l" r="r" t="t"/>
              <a:pathLst>
                <a:path extrusionOk="0" h="748" w="1307">
                  <a:moveTo>
                    <a:pt x="101" y="0"/>
                  </a:moveTo>
                  <a:cubicBezTo>
                    <a:pt x="30" y="0"/>
                    <a:pt x="0" y="115"/>
                    <a:pt x="82" y="140"/>
                  </a:cubicBezTo>
                  <a:cubicBezTo>
                    <a:pt x="483" y="269"/>
                    <a:pt x="842" y="468"/>
                    <a:pt x="1169" y="732"/>
                  </a:cubicBezTo>
                  <a:cubicBezTo>
                    <a:pt x="1183" y="743"/>
                    <a:pt x="1196" y="747"/>
                    <a:pt x="1209" y="747"/>
                  </a:cubicBezTo>
                  <a:cubicBezTo>
                    <a:pt x="1266" y="747"/>
                    <a:pt x="1306" y="659"/>
                    <a:pt x="1250" y="610"/>
                  </a:cubicBezTo>
                  <a:cubicBezTo>
                    <a:pt x="912" y="339"/>
                    <a:pt x="539" y="137"/>
                    <a:pt x="124" y="4"/>
                  </a:cubicBezTo>
                  <a:cubicBezTo>
                    <a:pt x="116" y="1"/>
                    <a:pt x="109" y="0"/>
                    <a:pt x="101" y="0"/>
                  </a:cubicBezTo>
                  <a:close/>
                </a:path>
              </a:pathLst>
            </a:custGeom>
            <a:solidFill>
              <a:srgbClr val="B145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30"/>
            <p:cNvSpPr/>
            <p:nvPr/>
          </p:nvSpPr>
          <p:spPr>
            <a:xfrm>
              <a:off x="8729754" y="3086607"/>
              <a:ext cx="122875" cy="21413"/>
            </a:xfrm>
            <a:custGeom>
              <a:rect b="b" l="l" r="r" t="t"/>
              <a:pathLst>
                <a:path extrusionOk="0" h="291" w="1747">
                  <a:moveTo>
                    <a:pt x="1658" y="0"/>
                  </a:moveTo>
                  <a:cubicBezTo>
                    <a:pt x="1651" y="0"/>
                    <a:pt x="1644" y="1"/>
                    <a:pt x="1636" y="4"/>
                  </a:cubicBezTo>
                  <a:cubicBezTo>
                    <a:pt x="1331" y="99"/>
                    <a:pt x="1021" y="148"/>
                    <a:pt x="708" y="148"/>
                  </a:cubicBezTo>
                  <a:cubicBezTo>
                    <a:pt x="516" y="148"/>
                    <a:pt x="323" y="129"/>
                    <a:pt x="130" y="91"/>
                  </a:cubicBezTo>
                  <a:cubicBezTo>
                    <a:pt x="124" y="89"/>
                    <a:pt x="118" y="89"/>
                    <a:pt x="112" y="89"/>
                  </a:cubicBezTo>
                  <a:cubicBezTo>
                    <a:pt x="34" y="89"/>
                    <a:pt x="0" y="211"/>
                    <a:pt x="85" y="227"/>
                  </a:cubicBezTo>
                  <a:cubicBezTo>
                    <a:pt x="298" y="269"/>
                    <a:pt x="510" y="290"/>
                    <a:pt x="721" y="290"/>
                  </a:cubicBezTo>
                  <a:cubicBezTo>
                    <a:pt x="1039" y="290"/>
                    <a:pt x="1355" y="242"/>
                    <a:pt x="1667" y="144"/>
                  </a:cubicBezTo>
                  <a:cubicBezTo>
                    <a:pt x="1747" y="118"/>
                    <a:pt x="1727" y="0"/>
                    <a:pt x="1658" y="0"/>
                  </a:cubicBezTo>
                  <a:close/>
                </a:path>
              </a:pathLst>
            </a:custGeom>
            <a:solidFill>
              <a:srgbClr val="B145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30"/>
            <p:cNvSpPr/>
            <p:nvPr/>
          </p:nvSpPr>
          <p:spPr>
            <a:xfrm>
              <a:off x="8658434" y="3108314"/>
              <a:ext cx="152135" cy="91834"/>
            </a:xfrm>
            <a:custGeom>
              <a:rect b="b" l="l" r="r" t="t"/>
              <a:pathLst>
                <a:path extrusionOk="0" h="1248" w="2163">
                  <a:moveTo>
                    <a:pt x="2062" y="0"/>
                  </a:moveTo>
                  <a:cubicBezTo>
                    <a:pt x="2041" y="0"/>
                    <a:pt x="2022" y="10"/>
                    <a:pt x="2008" y="33"/>
                  </a:cubicBezTo>
                  <a:cubicBezTo>
                    <a:pt x="1640" y="693"/>
                    <a:pt x="939" y="1105"/>
                    <a:pt x="186" y="1105"/>
                  </a:cubicBezTo>
                  <a:cubicBezTo>
                    <a:pt x="156" y="1105"/>
                    <a:pt x="126" y="1104"/>
                    <a:pt x="96" y="1103"/>
                  </a:cubicBezTo>
                  <a:cubicBezTo>
                    <a:pt x="93" y="1103"/>
                    <a:pt x="91" y="1103"/>
                    <a:pt x="89" y="1103"/>
                  </a:cubicBezTo>
                  <a:cubicBezTo>
                    <a:pt x="4" y="1103"/>
                    <a:pt x="0" y="1239"/>
                    <a:pt x="88" y="1246"/>
                  </a:cubicBezTo>
                  <a:cubicBezTo>
                    <a:pt x="119" y="1247"/>
                    <a:pt x="149" y="1248"/>
                    <a:pt x="180" y="1248"/>
                  </a:cubicBezTo>
                  <a:cubicBezTo>
                    <a:pt x="982" y="1248"/>
                    <a:pt x="1738" y="815"/>
                    <a:pt x="2130" y="113"/>
                  </a:cubicBezTo>
                  <a:cubicBezTo>
                    <a:pt x="2162" y="57"/>
                    <a:pt x="2111" y="0"/>
                    <a:pt x="2062" y="0"/>
                  </a:cubicBezTo>
                  <a:close/>
                </a:path>
              </a:pathLst>
            </a:custGeom>
            <a:solidFill>
              <a:srgbClr val="B145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30"/>
            <p:cNvSpPr/>
            <p:nvPr/>
          </p:nvSpPr>
          <p:spPr>
            <a:xfrm>
              <a:off x="8849747" y="3141132"/>
              <a:ext cx="63935" cy="133483"/>
            </a:xfrm>
            <a:custGeom>
              <a:rect b="b" l="l" r="r" t="t"/>
              <a:pathLst>
                <a:path extrusionOk="0" h="1814" w="909">
                  <a:moveTo>
                    <a:pt x="760" y="0"/>
                  </a:moveTo>
                  <a:cubicBezTo>
                    <a:pt x="720" y="0"/>
                    <a:pt x="676" y="33"/>
                    <a:pt x="682" y="85"/>
                  </a:cubicBezTo>
                  <a:cubicBezTo>
                    <a:pt x="763" y="695"/>
                    <a:pt x="525" y="1294"/>
                    <a:pt x="55" y="1691"/>
                  </a:cubicBezTo>
                  <a:cubicBezTo>
                    <a:pt x="0" y="1738"/>
                    <a:pt x="47" y="1814"/>
                    <a:pt x="104" y="1814"/>
                  </a:cubicBezTo>
                  <a:cubicBezTo>
                    <a:pt x="119" y="1814"/>
                    <a:pt x="134" y="1808"/>
                    <a:pt x="149" y="1796"/>
                  </a:cubicBezTo>
                  <a:cubicBezTo>
                    <a:pt x="661" y="1368"/>
                    <a:pt x="909" y="716"/>
                    <a:pt x="822" y="57"/>
                  </a:cubicBezTo>
                  <a:cubicBezTo>
                    <a:pt x="817" y="18"/>
                    <a:pt x="790" y="0"/>
                    <a:pt x="760" y="0"/>
                  </a:cubicBezTo>
                  <a:close/>
                </a:path>
              </a:pathLst>
            </a:custGeom>
            <a:solidFill>
              <a:srgbClr val="B145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30"/>
            <p:cNvSpPr/>
            <p:nvPr/>
          </p:nvSpPr>
          <p:spPr>
            <a:xfrm>
              <a:off x="7011102" y="1462830"/>
              <a:ext cx="310951" cy="287570"/>
            </a:xfrm>
            <a:custGeom>
              <a:rect b="b" l="l" r="r" t="t"/>
              <a:pathLst>
                <a:path extrusionOk="0" h="3908" w="4421">
                  <a:moveTo>
                    <a:pt x="1853" y="1"/>
                  </a:moveTo>
                  <a:cubicBezTo>
                    <a:pt x="688" y="1"/>
                    <a:pt x="0" y="1531"/>
                    <a:pt x="0" y="1531"/>
                  </a:cubicBezTo>
                  <a:cubicBezTo>
                    <a:pt x="0" y="1531"/>
                    <a:pt x="46" y="3171"/>
                    <a:pt x="1258" y="3747"/>
                  </a:cubicBezTo>
                  <a:cubicBezTo>
                    <a:pt x="1491" y="3858"/>
                    <a:pt x="1720" y="3908"/>
                    <a:pt x="1940" y="3908"/>
                  </a:cubicBezTo>
                  <a:cubicBezTo>
                    <a:pt x="3406" y="3908"/>
                    <a:pt x="4420" y="1673"/>
                    <a:pt x="3035" y="506"/>
                  </a:cubicBezTo>
                  <a:cubicBezTo>
                    <a:pt x="2601" y="141"/>
                    <a:pt x="2205" y="1"/>
                    <a:pt x="185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30"/>
            <p:cNvSpPr/>
            <p:nvPr/>
          </p:nvSpPr>
          <p:spPr>
            <a:xfrm>
              <a:off x="7018065" y="1561212"/>
              <a:ext cx="126322" cy="177929"/>
            </a:xfrm>
            <a:custGeom>
              <a:rect b="b" l="l" r="r" t="t"/>
              <a:pathLst>
                <a:path extrusionOk="0" h="2418" w="1796">
                  <a:moveTo>
                    <a:pt x="99" y="1"/>
                  </a:moveTo>
                  <a:cubicBezTo>
                    <a:pt x="39" y="1"/>
                    <a:pt x="1" y="93"/>
                    <a:pt x="65" y="134"/>
                  </a:cubicBezTo>
                  <a:cubicBezTo>
                    <a:pt x="863" y="639"/>
                    <a:pt x="1434" y="1448"/>
                    <a:pt x="1647" y="2368"/>
                  </a:cubicBezTo>
                  <a:cubicBezTo>
                    <a:pt x="1655" y="2403"/>
                    <a:pt x="1682" y="2418"/>
                    <a:pt x="1710" y="2418"/>
                  </a:cubicBezTo>
                  <a:cubicBezTo>
                    <a:pt x="1751" y="2418"/>
                    <a:pt x="1796" y="2384"/>
                    <a:pt x="1783" y="2329"/>
                  </a:cubicBezTo>
                  <a:cubicBezTo>
                    <a:pt x="1563" y="1374"/>
                    <a:pt x="964" y="535"/>
                    <a:pt x="135" y="12"/>
                  </a:cubicBezTo>
                  <a:cubicBezTo>
                    <a:pt x="122" y="4"/>
                    <a:pt x="110" y="1"/>
                    <a:pt x="9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30"/>
            <p:cNvSpPr/>
            <p:nvPr/>
          </p:nvSpPr>
          <p:spPr>
            <a:xfrm>
              <a:off x="6236635" y="4342170"/>
              <a:ext cx="609031" cy="814660"/>
            </a:xfrm>
            <a:custGeom>
              <a:rect b="b" l="l" r="r" t="t"/>
              <a:pathLst>
                <a:path extrusionOk="0" h="11071" w="8659">
                  <a:moveTo>
                    <a:pt x="830" y="1"/>
                  </a:moveTo>
                  <a:cubicBezTo>
                    <a:pt x="0" y="3997"/>
                    <a:pt x="164" y="7572"/>
                    <a:pt x="565" y="11071"/>
                  </a:cubicBezTo>
                  <a:lnTo>
                    <a:pt x="8401" y="11071"/>
                  </a:lnTo>
                  <a:cubicBezTo>
                    <a:pt x="8370" y="6980"/>
                    <a:pt x="8659" y="2231"/>
                    <a:pt x="8659" y="2231"/>
                  </a:cubicBezTo>
                  <a:lnTo>
                    <a:pt x="830" y="1"/>
                  </a:lnTo>
                  <a:close/>
                </a:path>
              </a:pathLst>
            </a:custGeom>
            <a:solidFill>
              <a:srgbClr val="E77F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30"/>
            <p:cNvSpPr/>
            <p:nvPr/>
          </p:nvSpPr>
          <p:spPr>
            <a:xfrm>
              <a:off x="6618699" y="4342170"/>
              <a:ext cx="609101" cy="814660"/>
            </a:xfrm>
            <a:custGeom>
              <a:rect b="b" l="l" r="r" t="t"/>
              <a:pathLst>
                <a:path extrusionOk="0" h="11071" w="8660">
                  <a:moveTo>
                    <a:pt x="827" y="1"/>
                  </a:moveTo>
                  <a:cubicBezTo>
                    <a:pt x="1" y="3997"/>
                    <a:pt x="165" y="7572"/>
                    <a:pt x="565" y="11071"/>
                  </a:cubicBezTo>
                  <a:lnTo>
                    <a:pt x="8398" y="11071"/>
                  </a:lnTo>
                  <a:cubicBezTo>
                    <a:pt x="8370" y="6980"/>
                    <a:pt x="8659" y="2231"/>
                    <a:pt x="8659" y="2231"/>
                  </a:cubicBezTo>
                  <a:lnTo>
                    <a:pt x="827" y="1"/>
                  </a:lnTo>
                  <a:close/>
                </a:path>
              </a:pathLst>
            </a:custGeom>
            <a:solidFill>
              <a:srgbClr val="E77F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30"/>
            <p:cNvSpPr/>
            <p:nvPr/>
          </p:nvSpPr>
          <p:spPr>
            <a:xfrm>
              <a:off x="6615323" y="4851297"/>
              <a:ext cx="36926" cy="298682"/>
            </a:xfrm>
            <a:custGeom>
              <a:rect b="b" l="l" r="r" t="t"/>
              <a:pathLst>
                <a:path extrusionOk="0" h="4059" w="525">
                  <a:moveTo>
                    <a:pt x="93" y="1"/>
                  </a:moveTo>
                  <a:cubicBezTo>
                    <a:pt x="46" y="1"/>
                    <a:pt x="0" y="31"/>
                    <a:pt x="4" y="92"/>
                  </a:cubicBezTo>
                  <a:cubicBezTo>
                    <a:pt x="73" y="1388"/>
                    <a:pt x="227" y="2674"/>
                    <a:pt x="331" y="3967"/>
                  </a:cubicBezTo>
                  <a:cubicBezTo>
                    <a:pt x="336" y="4028"/>
                    <a:pt x="386" y="4059"/>
                    <a:pt x="433" y="4059"/>
                  </a:cubicBezTo>
                  <a:cubicBezTo>
                    <a:pt x="480" y="4059"/>
                    <a:pt x="525" y="4028"/>
                    <a:pt x="520" y="3967"/>
                  </a:cubicBezTo>
                  <a:cubicBezTo>
                    <a:pt x="418" y="2674"/>
                    <a:pt x="261" y="1388"/>
                    <a:pt x="192" y="92"/>
                  </a:cubicBezTo>
                  <a:cubicBezTo>
                    <a:pt x="188" y="31"/>
                    <a:pt x="140" y="1"/>
                    <a:pt x="93" y="1"/>
                  </a:cubicBezTo>
                  <a:close/>
                </a:path>
              </a:pathLst>
            </a:custGeom>
            <a:solidFill>
              <a:srgbClr val="B145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30"/>
            <p:cNvSpPr/>
            <p:nvPr/>
          </p:nvSpPr>
          <p:spPr>
            <a:xfrm>
              <a:off x="6383918" y="3264533"/>
              <a:ext cx="752233" cy="375651"/>
            </a:xfrm>
            <a:custGeom>
              <a:rect b="b" l="l" r="r" t="t"/>
              <a:pathLst>
                <a:path extrusionOk="0" h="5105" w="10695">
                  <a:moveTo>
                    <a:pt x="10694" y="1"/>
                  </a:moveTo>
                  <a:lnTo>
                    <a:pt x="917" y="77"/>
                  </a:lnTo>
                  <a:cubicBezTo>
                    <a:pt x="795" y="973"/>
                    <a:pt x="464" y="1959"/>
                    <a:pt x="0" y="3001"/>
                  </a:cubicBezTo>
                  <a:cubicBezTo>
                    <a:pt x="2074" y="4616"/>
                    <a:pt x="4147" y="5105"/>
                    <a:pt x="5899" y="5105"/>
                  </a:cubicBezTo>
                  <a:cubicBezTo>
                    <a:pt x="8596" y="5105"/>
                    <a:pt x="10531" y="3945"/>
                    <a:pt x="10531" y="3945"/>
                  </a:cubicBezTo>
                  <a:cubicBezTo>
                    <a:pt x="10353" y="2200"/>
                    <a:pt x="10694" y="1"/>
                    <a:pt x="1069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30"/>
            <p:cNvSpPr/>
            <p:nvPr/>
          </p:nvSpPr>
          <p:spPr>
            <a:xfrm>
              <a:off x="6434701" y="2267912"/>
              <a:ext cx="979134" cy="1125115"/>
            </a:xfrm>
            <a:custGeom>
              <a:rect b="b" l="l" r="r" t="t"/>
              <a:pathLst>
                <a:path extrusionOk="0" h="15290" w="13921">
                  <a:moveTo>
                    <a:pt x="7875" y="1"/>
                  </a:moveTo>
                  <a:lnTo>
                    <a:pt x="4997" y="157"/>
                  </a:lnTo>
                  <a:cubicBezTo>
                    <a:pt x="4997" y="157"/>
                    <a:pt x="4206" y="412"/>
                    <a:pt x="3292" y="813"/>
                  </a:cubicBezTo>
                  <a:cubicBezTo>
                    <a:pt x="2205" y="1290"/>
                    <a:pt x="948" y="1969"/>
                    <a:pt x="648" y="2674"/>
                  </a:cubicBezTo>
                  <a:cubicBezTo>
                    <a:pt x="310" y="3457"/>
                    <a:pt x="432" y="4513"/>
                    <a:pt x="575" y="5903"/>
                  </a:cubicBezTo>
                  <a:cubicBezTo>
                    <a:pt x="662" y="6750"/>
                    <a:pt x="759" y="7722"/>
                    <a:pt x="767" y="8830"/>
                  </a:cubicBezTo>
                  <a:cubicBezTo>
                    <a:pt x="770" y="9395"/>
                    <a:pt x="753" y="9991"/>
                    <a:pt x="697" y="10628"/>
                  </a:cubicBezTo>
                  <a:cubicBezTo>
                    <a:pt x="613" y="11576"/>
                    <a:pt x="453" y="12604"/>
                    <a:pt x="171" y="13722"/>
                  </a:cubicBezTo>
                  <a:cubicBezTo>
                    <a:pt x="0" y="14391"/>
                    <a:pt x="3976" y="15231"/>
                    <a:pt x="6875" y="15287"/>
                  </a:cubicBezTo>
                  <a:cubicBezTo>
                    <a:pt x="6976" y="15289"/>
                    <a:pt x="7076" y="15290"/>
                    <a:pt x="7175" y="15290"/>
                  </a:cubicBezTo>
                  <a:cubicBezTo>
                    <a:pt x="8637" y="15290"/>
                    <a:pt x="9760" y="15070"/>
                    <a:pt x="9809" y="14496"/>
                  </a:cubicBezTo>
                  <a:cubicBezTo>
                    <a:pt x="9892" y="13548"/>
                    <a:pt x="10289" y="12360"/>
                    <a:pt x="10802" y="11109"/>
                  </a:cubicBezTo>
                  <a:cubicBezTo>
                    <a:pt x="11080" y="10419"/>
                    <a:pt x="11397" y="9715"/>
                    <a:pt x="11711" y="9022"/>
                  </a:cubicBezTo>
                  <a:cubicBezTo>
                    <a:pt x="11725" y="8991"/>
                    <a:pt x="11739" y="8962"/>
                    <a:pt x="11749" y="8935"/>
                  </a:cubicBezTo>
                  <a:cubicBezTo>
                    <a:pt x="12924" y="6363"/>
                    <a:pt x="13920" y="4774"/>
                    <a:pt x="12965" y="3349"/>
                  </a:cubicBezTo>
                  <a:cubicBezTo>
                    <a:pt x="12084" y="2029"/>
                    <a:pt x="7875" y="1"/>
                    <a:pt x="787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30"/>
            <p:cNvSpPr/>
            <p:nvPr/>
          </p:nvSpPr>
          <p:spPr>
            <a:xfrm>
              <a:off x="6309714" y="2586604"/>
              <a:ext cx="206293" cy="479627"/>
            </a:xfrm>
            <a:custGeom>
              <a:rect b="b" l="l" r="r" t="t"/>
              <a:pathLst>
                <a:path extrusionOk="0" h="6518" w="2933">
                  <a:moveTo>
                    <a:pt x="2425" y="1"/>
                  </a:moveTo>
                  <a:cubicBezTo>
                    <a:pt x="2425" y="1"/>
                    <a:pt x="2432" y="81"/>
                    <a:pt x="2443" y="224"/>
                  </a:cubicBezTo>
                  <a:lnTo>
                    <a:pt x="2443" y="224"/>
                  </a:lnTo>
                  <a:cubicBezTo>
                    <a:pt x="2439" y="82"/>
                    <a:pt x="2425" y="1"/>
                    <a:pt x="2425" y="1"/>
                  </a:cubicBezTo>
                  <a:close/>
                  <a:moveTo>
                    <a:pt x="2443" y="224"/>
                  </a:moveTo>
                  <a:lnTo>
                    <a:pt x="2443" y="224"/>
                  </a:lnTo>
                  <a:cubicBezTo>
                    <a:pt x="2456" y="667"/>
                    <a:pt x="2371" y="1704"/>
                    <a:pt x="1457" y="2761"/>
                  </a:cubicBezTo>
                  <a:cubicBezTo>
                    <a:pt x="0" y="4443"/>
                    <a:pt x="2076" y="5956"/>
                    <a:pt x="2547" y="6489"/>
                  </a:cubicBezTo>
                  <a:cubicBezTo>
                    <a:pt x="2564" y="6508"/>
                    <a:pt x="2580" y="6517"/>
                    <a:pt x="2594" y="6517"/>
                  </a:cubicBezTo>
                  <a:cubicBezTo>
                    <a:pt x="2933" y="6517"/>
                    <a:pt x="2536" y="1368"/>
                    <a:pt x="2443" y="224"/>
                  </a:cubicBezTo>
                  <a:close/>
                </a:path>
              </a:pathLst>
            </a:custGeom>
            <a:solidFill>
              <a:srgbClr val="173E5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30"/>
            <p:cNvSpPr/>
            <p:nvPr/>
          </p:nvSpPr>
          <p:spPr>
            <a:xfrm>
              <a:off x="6779205" y="2467619"/>
              <a:ext cx="89044" cy="24504"/>
            </a:xfrm>
            <a:custGeom>
              <a:rect b="b" l="l" r="r" t="t"/>
              <a:pathLst>
                <a:path extrusionOk="0" h="333" w="1266">
                  <a:moveTo>
                    <a:pt x="138" y="1"/>
                  </a:moveTo>
                  <a:cubicBezTo>
                    <a:pt x="1" y="1"/>
                    <a:pt x="5" y="224"/>
                    <a:pt x="151" y="238"/>
                  </a:cubicBezTo>
                  <a:cubicBezTo>
                    <a:pt x="472" y="269"/>
                    <a:pt x="792" y="301"/>
                    <a:pt x="1112" y="332"/>
                  </a:cubicBezTo>
                  <a:cubicBezTo>
                    <a:pt x="1117" y="332"/>
                    <a:pt x="1121" y="332"/>
                    <a:pt x="1125" y="332"/>
                  </a:cubicBezTo>
                  <a:cubicBezTo>
                    <a:pt x="1266" y="332"/>
                    <a:pt x="1262" y="109"/>
                    <a:pt x="1112" y="95"/>
                  </a:cubicBezTo>
                  <a:cubicBezTo>
                    <a:pt x="792" y="64"/>
                    <a:pt x="472" y="32"/>
                    <a:pt x="151" y="1"/>
                  </a:cubicBezTo>
                  <a:cubicBezTo>
                    <a:pt x="146" y="1"/>
                    <a:pt x="142" y="1"/>
                    <a:pt x="138" y="1"/>
                  </a:cubicBezTo>
                  <a:close/>
                </a:path>
              </a:pathLst>
            </a:custGeom>
            <a:solidFill>
              <a:srgbClr val="5484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30"/>
            <p:cNvSpPr/>
            <p:nvPr/>
          </p:nvSpPr>
          <p:spPr>
            <a:xfrm>
              <a:off x="6727086" y="1975416"/>
              <a:ext cx="265444" cy="384408"/>
            </a:xfrm>
            <a:custGeom>
              <a:rect b="b" l="l" r="r" t="t"/>
              <a:pathLst>
                <a:path extrusionOk="0" h="5224" w="3774">
                  <a:moveTo>
                    <a:pt x="3366" y="0"/>
                  </a:moveTo>
                  <a:lnTo>
                    <a:pt x="714" y="1363"/>
                  </a:lnTo>
                  <a:lnTo>
                    <a:pt x="523" y="2206"/>
                  </a:lnTo>
                  <a:lnTo>
                    <a:pt x="251" y="3408"/>
                  </a:lnTo>
                  <a:lnTo>
                    <a:pt x="0" y="4509"/>
                  </a:lnTo>
                  <a:cubicBezTo>
                    <a:pt x="618" y="5048"/>
                    <a:pt x="1265" y="5224"/>
                    <a:pt x="1845" y="5224"/>
                  </a:cubicBezTo>
                  <a:cubicBezTo>
                    <a:pt x="2924" y="5224"/>
                    <a:pt x="3773" y="4617"/>
                    <a:pt x="3773" y="4617"/>
                  </a:cubicBezTo>
                  <a:lnTo>
                    <a:pt x="3366" y="0"/>
                  </a:lnTo>
                  <a:close/>
                </a:path>
              </a:pathLst>
            </a:custGeom>
            <a:solidFill>
              <a:srgbClr val="E77F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30"/>
            <p:cNvSpPr/>
            <p:nvPr/>
          </p:nvSpPr>
          <p:spPr>
            <a:xfrm>
              <a:off x="6734401" y="2075858"/>
              <a:ext cx="185122" cy="197281"/>
            </a:xfrm>
            <a:custGeom>
              <a:rect b="b" l="l" r="r" t="t"/>
              <a:pathLst>
                <a:path extrusionOk="0" h="2681" w="2632">
                  <a:moveTo>
                    <a:pt x="2631" y="1"/>
                  </a:moveTo>
                  <a:lnTo>
                    <a:pt x="419" y="841"/>
                  </a:lnTo>
                  <a:lnTo>
                    <a:pt x="1" y="2677"/>
                  </a:lnTo>
                  <a:cubicBezTo>
                    <a:pt x="15" y="2680"/>
                    <a:pt x="30" y="2681"/>
                    <a:pt x="47" y="2681"/>
                  </a:cubicBezTo>
                  <a:cubicBezTo>
                    <a:pt x="435" y="2681"/>
                    <a:pt x="1488" y="1963"/>
                    <a:pt x="2631" y="1"/>
                  </a:cubicBezTo>
                  <a:close/>
                </a:path>
              </a:pathLst>
            </a:custGeom>
            <a:solidFill>
              <a:srgbClr val="241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30"/>
            <p:cNvSpPr/>
            <p:nvPr/>
          </p:nvSpPr>
          <p:spPr>
            <a:xfrm>
              <a:off x="6706267" y="2192930"/>
              <a:ext cx="309755" cy="200961"/>
            </a:xfrm>
            <a:custGeom>
              <a:rect b="b" l="l" r="r" t="t"/>
              <a:pathLst>
                <a:path extrusionOk="0" h="2731" w="4404">
                  <a:moveTo>
                    <a:pt x="3893" y="1"/>
                  </a:moveTo>
                  <a:cubicBezTo>
                    <a:pt x="3495" y="1"/>
                    <a:pt x="2787" y="475"/>
                    <a:pt x="2073" y="532"/>
                  </a:cubicBezTo>
                  <a:cubicBezTo>
                    <a:pt x="2020" y="536"/>
                    <a:pt x="1968" y="537"/>
                    <a:pt x="1918" y="537"/>
                  </a:cubicBezTo>
                  <a:cubicBezTo>
                    <a:pt x="1208" y="537"/>
                    <a:pt x="807" y="161"/>
                    <a:pt x="560" y="161"/>
                  </a:cubicBezTo>
                  <a:cubicBezTo>
                    <a:pt x="552" y="161"/>
                    <a:pt x="544" y="162"/>
                    <a:pt x="536" y="163"/>
                  </a:cubicBezTo>
                  <a:cubicBezTo>
                    <a:pt x="275" y="190"/>
                    <a:pt x="90" y="1535"/>
                    <a:pt x="90" y="1535"/>
                  </a:cubicBezTo>
                  <a:cubicBezTo>
                    <a:pt x="90" y="1535"/>
                    <a:pt x="0" y="2330"/>
                    <a:pt x="1512" y="2668"/>
                  </a:cubicBezTo>
                  <a:cubicBezTo>
                    <a:pt x="1707" y="2712"/>
                    <a:pt x="1898" y="2731"/>
                    <a:pt x="2083" y="2731"/>
                  </a:cubicBezTo>
                  <a:cubicBezTo>
                    <a:pt x="3338" y="2731"/>
                    <a:pt x="4328" y="1863"/>
                    <a:pt x="4328" y="1863"/>
                  </a:cubicBezTo>
                  <a:cubicBezTo>
                    <a:pt x="4328" y="1863"/>
                    <a:pt x="4404" y="267"/>
                    <a:pt x="4069" y="47"/>
                  </a:cubicBezTo>
                  <a:cubicBezTo>
                    <a:pt x="4021" y="15"/>
                    <a:pt x="3961" y="1"/>
                    <a:pt x="389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30"/>
            <p:cNvSpPr/>
            <p:nvPr/>
          </p:nvSpPr>
          <p:spPr>
            <a:xfrm>
              <a:off x="6614197" y="1643478"/>
              <a:ext cx="514360" cy="509429"/>
            </a:xfrm>
            <a:custGeom>
              <a:rect b="b" l="l" r="r" t="t"/>
              <a:pathLst>
                <a:path extrusionOk="0" h="6923" w="7313">
                  <a:moveTo>
                    <a:pt x="2879" y="0"/>
                  </a:moveTo>
                  <a:cubicBezTo>
                    <a:pt x="2051" y="0"/>
                    <a:pt x="1239" y="292"/>
                    <a:pt x="619" y="849"/>
                  </a:cubicBezTo>
                  <a:cubicBezTo>
                    <a:pt x="594" y="874"/>
                    <a:pt x="566" y="898"/>
                    <a:pt x="539" y="922"/>
                  </a:cubicBezTo>
                  <a:cubicBezTo>
                    <a:pt x="134" y="1487"/>
                    <a:pt x="510" y="2337"/>
                    <a:pt x="312" y="3828"/>
                  </a:cubicBezTo>
                  <a:cubicBezTo>
                    <a:pt x="1" y="6134"/>
                    <a:pt x="721" y="6923"/>
                    <a:pt x="2360" y="6923"/>
                  </a:cubicBezTo>
                  <a:cubicBezTo>
                    <a:pt x="2428" y="6923"/>
                    <a:pt x="2496" y="6922"/>
                    <a:pt x="2567" y="6919"/>
                  </a:cubicBezTo>
                  <a:cubicBezTo>
                    <a:pt x="3058" y="6901"/>
                    <a:pt x="4030" y="6570"/>
                    <a:pt x="4619" y="5859"/>
                  </a:cubicBezTo>
                  <a:cubicBezTo>
                    <a:pt x="5277" y="5065"/>
                    <a:pt x="5532" y="4797"/>
                    <a:pt x="5814" y="3960"/>
                  </a:cubicBezTo>
                  <a:cubicBezTo>
                    <a:pt x="6218" y="2759"/>
                    <a:pt x="7313" y="145"/>
                    <a:pt x="2992" y="2"/>
                  </a:cubicBezTo>
                  <a:cubicBezTo>
                    <a:pt x="2954" y="1"/>
                    <a:pt x="2917" y="0"/>
                    <a:pt x="2879" y="0"/>
                  </a:cubicBezTo>
                  <a:close/>
                </a:path>
              </a:pathLst>
            </a:custGeom>
            <a:solidFill>
              <a:srgbClr val="E77F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30"/>
            <p:cNvSpPr/>
            <p:nvPr/>
          </p:nvSpPr>
          <p:spPr>
            <a:xfrm>
              <a:off x="6708658" y="1874973"/>
              <a:ext cx="43467" cy="72776"/>
            </a:xfrm>
            <a:custGeom>
              <a:rect b="b" l="l" r="r" t="t"/>
              <a:pathLst>
                <a:path extrusionOk="0" h="989" w="618">
                  <a:moveTo>
                    <a:pt x="541" y="0"/>
                  </a:moveTo>
                  <a:cubicBezTo>
                    <a:pt x="505" y="0"/>
                    <a:pt x="474" y="26"/>
                    <a:pt x="471" y="62"/>
                  </a:cubicBezTo>
                  <a:lnTo>
                    <a:pt x="418" y="459"/>
                  </a:lnTo>
                  <a:lnTo>
                    <a:pt x="60" y="542"/>
                  </a:lnTo>
                  <a:cubicBezTo>
                    <a:pt x="35" y="546"/>
                    <a:pt x="15" y="567"/>
                    <a:pt x="8" y="595"/>
                  </a:cubicBezTo>
                  <a:cubicBezTo>
                    <a:pt x="0" y="619"/>
                    <a:pt x="11" y="647"/>
                    <a:pt x="32" y="665"/>
                  </a:cubicBezTo>
                  <a:cubicBezTo>
                    <a:pt x="119" y="741"/>
                    <a:pt x="248" y="864"/>
                    <a:pt x="338" y="964"/>
                  </a:cubicBezTo>
                  <a:cubicBezTo>
                    <a:pt x="352" y="981"/>
                    <a:pt x="371" y="989"/>
                    <a:pt x="391" y="989"/>
                  </a:cubicBezTo>
                  <a:cubicBezTo>
                    <a:pt x="413" y="989"/>
                    <a:pt x="435" y="979"/>
                    <a:pt x="450" y="961"/>
                  </a:cubicBezTo>
                  <a:lnTo>
                    <a:pt x="450" y="957"/>
                  </a:lnTo>
                  <a:cubicBezTo>
                    <a:pt x="468" y="933"/>
                    <a:pt x="468" y="895"/>
                    <a:pt x="447" y="870"/>
                  </a:cubicBezTo>
                  <a:cubicBezTo>
                    <a:pt x="377" y="793"/>
                    <a:pt x="293" y="710"/>
                    <a:pt x="227" y="650"/>
                  </a:cubicBezTo>
                  <a:lnTo>
                    <a:pt x="502" y="588"/>
                  </a:lnTo>
                  <a:cubicBezTo>
                    <a:pt x="531" y="581"/>
                    <a:pt x="551" y="557"/>
                    <a:pt x="555" y="529"/>
                  </a:cubicBezTo>
                  <a:lnTo>
                    <a:pt x="614" y="86"/>
                  </a:lnTo>
                  <a:cubicBezTo>
                    <a:pt x="618" y="48"/>
                    <a:pt x="593" y="10"/>
                    <a:pt x="558" y="2"/>
                  </a:cubicBezTo>
                  <a:cubicBezTo>
                    <a:pt x="552" y="1"/>
                    <a:pt x="546" y="0"/>
                    <a:pt x="541" y="0"/>
                  </a:cubicBezTo>
                  <a:close/>
                </a:path>
              </a:pathLst>
            </a:custGeom>
            <a:solidFill>
              <a:srgbClr val="241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30"/>
            <p:cNvSpPr/>
            <p:nvPr/>
          </p:nvSpPr>
          <p:spPr>
            <a:xfrm>
              <a:off x="6791514" y="1866143"/>
              <a:ext cx="24758" cy="32966"/>
            </a:xfrm>
            <a:custGeom>
              <a:rect b="b" l="l" r="r" t="t"/>
              <a:pathLst>
                <a:path extrusionOk="0" h="448" w="352">
                  <a:moveTo>
                    <a:pt x="171" y="1"/>
                  </a:moveTo>
                  <a:cubicBezTo>
                    <a:pt x="167" y="1"/>
                    <a:pt x="164" y="1"/>
                    <a:pt x="160" y="1"/>
                  </a:cubicBezTo>
                  <a:cubicBezTo>
                    <a:pt x="70" y="8"/>
                    <a:pt x="1" y="112"/>
                    <a:pt x="7" y="234"/>
                  </a:cubicBezTo>
                  <a:cubicBezTo>
                    <a:pt x="17" y="352"/>
                    <a:pt x="92" y="447"/>
                    <a:pt x="183" y="447"/>
                  </a:cubicBezTo>
                  <a:cubicBezTo>
                    <a:pt x="186" y="447"/>
                    <a:pt x="189" y="447"/>
                    <a:pt x="192" y="447"/>
                  </a:cubicBezTo>
                  <a:cubicBezTo>
                    <a:pt x="282" y="440"/>
                    <a:pt x="352" y="335"/>
                    <a:pt x="342" y="213"/>
                  </a:cubicBezTo>
                  <a:cubicBezTo>
                    <a:pt x="335" y="93"/>
                    <a:pt x="261" y="1"/>
                    <a:pt x="171" y="1"/>
                  </a:cubicBezTo>
                  <a:close/>
                </a:path>
              </a:pathLst>
            </a:custGeom>
            <a:solidFill>
              <a:srgbClr val="241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30"/>
            <p:cNvSpPr/>
            <p:nvPr/>
          </p:nvSpPr>
          <p:spPr>
            <a:xfrm>
              <a:off x="6686854" y="1865113"/>
              <a:ext cx="24547" cy="32892"/>
            </a:xfrm>
            <a:custGeom>
              <a:rect b="b" l="l" r="r" t="t"/>
              <a:pathLst>
                <a:path extrusionOk="0" h="447" w="349">
                  <a:moveTo>
                    <a:pt x="170" y="0"/>
                  </a:moveTo>
                  <a:cubicBezTo>
                    <a:pt x="167" y="0"/>
                    <a:pt x="164" y="1"/>
                    <a:pt x="161" y="1"/>
                  </a:cubicBezTo>
                  <a:cubicBezTo>
                    <a:pt x="67" y="7"/>
                    <a:pt x="0" y="112"/>
                    <a:pt x="8" y="234"/>
                  </a:cubicBezTo>
                  <a:cubicBezTo>
                    <a:pt x="14" y="355"/>
                    <a:pt x="92" y="447"/>
                    <a:pt x="178" y="447"/>
                  </a:cubicBezTo>
                  <a:cubicBezTo>
                    <a:pt x="182" y="447"/>
                    <a:pt x="185" y="447"/>
                    <a:pt x="188" y="446"/>
                  </a:cubicBezTo>
                  <a:cubicBezTo>
                    <a:pt x="283" y="440"/>
                    <a:pt x="349" y="335"/>
                    <a:pt x="342" y="213"/>
                  </a:cubicBezTo>
                  <a:cubicBezTo>
                    <a:pt x="335" y="92"/>
                    <a:pt x="257" y="0"/>
                    <a:pt x="170" y="0"/>
                  </a:cubicBezTo>
                  <a:close/>
                </a:path>
              </a:pathLst>
            </a:custGeom>
            <a:solidFill>
              <a:srgbClr val="241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30"/>
            <p:cNvSpPr/>
            <p:nvPr/>
          </p:nvSpPr>
          <p:spPr>
            <a:xfrm>
              <a:off x="6712034" y="2056137"/>
              <a:ext cx="46140" cy="16777"/>
            </a:xfrm>
            <a:custGeom>
              <a:rect b="b" l="l" r="r" t="t"/>
              <a:pathLst>
                <a:path extrusionOk="0" h="228" w="656">
                  <a:moveTo>
                    <a:pt x="540" y="0"/>
                  </a:moveTo>
                  <a:cubicBezTo>
                    <a:pt x="524" y="0"/>
                    <a:pt x="508" y="6"/>
                    <a:pt x="493" y="18"/>
                  </a:cubicBezTo>
                  <a:cubicBezTo>
                    <a:pt x="443" y="60"/>
                    <a:pt x="387" y="76"/>
                    <a:pt x="331" y="76"/>
                  </a:cubicBezTo>
                  <a:cubicBezTo>
                    <a:pt x="265" y="76"/>
                    <a:pt x="198" y="55"/>
                    <a:pt x="134" y="28"/>
                  </a:cubicBezTo>
                  <a:cubicBezTo>
                    <a:pt x="124" y="24"/>
                    <a:pt x="114" y="22"/>
                    <a:pt x="105" y="22"/>
                  </a:cubicBezTo>
                  <a:cubicBezTo>
                    <a:pt x="33" y="22"/>
                    <a:pt x="1" y="141"/>
                    <a:pt x="81" y="174"/>
                  </a:cubicBezTo>
                  <a:cubicBezTo>
                    <a:pt x="163" y="207"/>
                    <a:pt x="248" y="228"/>
                    <a:pt x="330" y="228"/>
                  </a:cubicBezTo>
                  <a:cubicBezTo>
                    <a:pt x="424" y="228"/>
                    <a:pt x="514" y="201"/>
                    <a:pt x="594" y="137"/>
                  </a:cubicBezTo>
                  <a:cubicBezTo>
                    <a:pt x="655" y="87"/>
                    <a:pt x="603" y="0"/>
                    <a:pt x="540" y="0"/>
                  </a:cubicBezTo>
                  <a:close/>
                </a:path>
              </a:pathLst>
            </a:custGeom>
            <a:solidFill>
              <a:srgbClr val="B145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30"/>
            <p:cNvSpPr/>
            <p:nvPr/>
          </p:nvSpPr>
          <p:spPr>
            <a:xfrm>
              <a:off x="6803260" y="1925231"/>
              <a:ext cx="64005" cy="34438"/>
            </a:xfrm>
            <a:custGeom>
              <a:rect b="b" l="l" r="r" t="t"/>
              <a:pathLst>
                <a:path extrusionOk="0" h="468" w="910">
                  <a:moveTo>
                    <a:pt x="409" y="0"/>
                  </a:moveTo>
                  <a:cubicBezTo>
                    <a:pt x="192" y="0"/>
                    <a:pt x="17" y="83"/>
                    <a:pt x="11" y="201"/>
                  </a:cubicBezTo>
                  <a:cubicBezTo>
                    <a:pt x="1" y="330"/>
                    <a:pt x="192" y="448"/>
                    <a:pt x="440" y="466"/>
                  </a:cubicBezTo>
                  <a:cubicBezTo>
                    <a:pt x="461" y="467"/>
                    <a:pt x="481" y="468"/>
                    <a:pt x="501" y="468"/>
                  </a:cubicBezTo>
                  <a:cubicBezTo>
                    <a:pt x="720" y="468"/>
                    <a:pt x="893" y="382"/>
                    <a:pt x="903" y="264"/>
                  </a:cubicBezTo>
                  <a:cubicBezTo>
                    <a:pt x="910" y="135"/>
                    <a:pt x="718" y="20"/>
                    <a:pt x="471" y="2"/>
                  </a:cubicBezTo>
                  <a:cubicBezTo>
                    <a:pt x="450" y="1"/>
                    <a:pt x="429" y="0"/>
                    <a:pt x="409" y="0"/>
                  </a:cubicBezTo>
                  <a:close/>
                </a:path>
              </a:pathLst>
            </a:custGeom>
            <a:solidFill>
              <a:srgbClr val="B145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30"/>
            <p:cNvSpPr/>
            <p:nvPr/>
          </p:nvSpPr>
          <p:spPr>
            <a:xfrm>
              <a:off x="6633188" y="1921552"/>
              <a:ext cx="54228" cy="34585"/>
            </a:xfrm>
            <a:custGeom>
              <a:rect b="b" l="l" r="r" t="t"/>
              <a:pathLst>
                <a:path extrusionOk="0" h="470" w="771">
                  <a:moveTo>
                    <a:pt x="259" y="0"/>
                  </a:moveTo>
                  <a:cubicBezTo>
                    <a:pt x="178" y="0"/>
                    <a:pt x="104" y="14"/>
                    <a:pt x="42" y="35"/>
                  </a:cubicBezTo>
                  <a:lnTo>
                    <a:pt x="42" y="49"/>
                  </a:lnTo>
                  <a:cubicBezTo>
                    <a:pt x="25" y="164"/>
                    <a:pt x="10" y="276"/>
                    <a:pt x="0" y="384"/>
                  </a:cubicBezTo>
                  <a:cubicBezTo>
                    <a:pt x="77" y="429"/>
                    <a:pt x="182" y="461"/>
                    <a:pt x="296" y="467"/>
                  </a:cubicBezTo>
                  <a:cubicBezTo>
                    <a:pt x="317" y="469"/>
                    <a:pt x="337" y="469"/>
                    <a:pt x="357" y="469"/>
                  </a:cubicBezTo>
                  <a:cubicBezTo>
                    <a:pt x="577" y="469"/>
                    <a:pt x="751" y="383"/>
                    <a:pt x="760" y="265"/>
                  </a:cubicBezTo>
                  <a:cubicBezTo>
                    <a:pt x="771" y="136"/>
                    <a:pt x="575" y="22"/>
                    <a:pt x="332" y="4"/>
                  </a:cubicBezTo>
                  <a:cubicBezTo>
                    <a:pt x="307" y="1"/>
                    <a:pt x="283" y="0"/>
                    <a:pt x="259" y="0"/>
                  </a:cubicBezTo>
                  <a:close/>
                </a:path>
              </a:pathLst>
            </a:custGeom>
            <a:solidFill>
              <a:srgbClr val="B145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30"/>
            <p:cNvSpPr/>
            <p:nvPr/>
          </p:nvSpPr>
          <p:spPr>
            <a:xfrm>
              <a:off x="6594855" y="1598739"/>
              <a:ext cx="489391" cy="373885"/>
            </a:xfrm>
            <a:custGeom>
              <a:rect b="b" l="l" r="r" t="t"/>
              <a:pathLst>
                <a:path extrusionOk="0" h="5081" w="6958">
                  <a:moveTo>
                    <a:pt x="3186" y="1"/>
                  </a:moveTo>
                  <a:cubicBezTo>
                    <a:pt x="2336" y="1"/>
                    <a:pt x="1467" y="278"/>
                    <a:pt x="702" y="1004"/>
                  </a:cubicBezTo>
                  <a:cubicBezTo>
                    <a:pt x="0" y="1196"/>
                    <a:pt x="457" y="2926"/>
                    <a:pt x="597" y="2926"/>
                  </a:cubicBezTo>
                  <a:cubicBezTo>
                    <a:pt x="615" y="2926"/>
                    <a:pt x="628" y="2898"/>
                    <a:pt x="632" y="2836"/>
                  </a:cubicBezTo>
                  <a:cubicBezTo>
                    <a:pt x="708" y="1798"/>
                    <a:pt x="1144" y="1207"/>
                    <a:pt x="1452" y="1207"/>
                  </a:cubicBezTo>
                  <a:cubicBezTo>
                    <a:pt x="1528" y="1207"/>
                    <a:pt x="1597" y="1243"/>
                    <a:pt x="1650" y="1318"/>
                  </a:cubicBezTo>
                  <a:cubicBezTo>
                    <a:pt x="1650" y="1318"/>
                    <a:pt x="3746" y="3657"/>
                    <a:pt x="5174" y="3657"/>
                  </a:cubicBezTo>
                  <a:cubicBezTo>
                    <a:pt x="5194" y="3657"/>
                    <a:pt x="5215" y="3657"/>
                    <a:pt x="5235" y="3656"/>
                  </a:cubicBezTo>
                  <a:cubicBezTo>
                    <a:pt x="5235" y="3656"/>
                    <a:pt x="5476" y="4732"/>
                    <a:pt x="6270" y="5081"/>
                  </a:cubicBezTo>
                  <a:cubicBezTo>
                    <a:pt x="6866" y="3899"/>
                    <a:pt x="6957" y="2352"/>
                    <a:pt x="6316" y="1185"/>
                  </a:cubicBezTo>
                  <a:cubicBezTo>
                    <a:pt x="5548" y="556"/>
                    <a:pt x="4387" y="1"/>
                    <a:pt x="318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30"/>
            <p:cNvSpPr/>
            <p:nvPr/>
          </p:nvSpPr>
          <p:spPr>
            <a:xfrm>
              <a:off x="6692270" y="1643258"/>
              <a:ext cx="96851" cy="160195"/>
            </a:xfrm>
            <a:custGeom>
              <a:rect b="b" l="l" r="r" t="t"/>
              <a:pathLst>
                <a:path extrusionOk="0" h="2177" w="1377">
                  <a:moveTo>
                    <a:pt x="651" y="1"/>
                  </a:moveTo>
                  <a:cubicBezTo>
                    <a:pt x="427" y="1"/>
                    <a:pt x="0" y="346"/>
                    <a:pt x="0" y="346"/>
                  </a:cubicBezTo>
                  <a:cubicBezTo>
                    <a:pt x="0" y="346"/>
                    <a:pt x="45" y="2072"/>
                    <a:pt x="1377" y="2176"/>
                  </a:cubicBezTo>
                  <a:cubicBezTo>
                    <a:pt x="1377" y="2176"/>
                    <a:pt x="397" y="1430"/>
                    <a:pt x="722" y="462"/>
                  </a:cubicBezTo>
                  <a:cubicBezTo>
                    <a:pt x="840" y="112"/>
                    <a:pt x="778" y="1"/>
                    <a:pt x="6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30"/>
            <p:cNvSpPr/>
            <p:nvPr/>
          </p:nvSpPr>
          <p:spPr>
            <a:xfrm>
              <a:off x="6778009" y="1819270"/>
              <a:ext cx="72937" cy="47168"/>
            </a:xfrm>
            <a:custGeom>
              <a:rect b="b" l="l" r="r" t="t"/>
              <a:pathLst>
                <a:path extrusionOk="0" h="641" w="1037">
                  <a:moveTo>
                    <a:pt x="375" y="1"/>
                  </a:moveTo>
                  <a:cubicBezTo>
                    <a:pt x="308" y="1"/>
                    <a:pt x="240" y="11"/>
                    <a:pt x="172" y="32"/>
                  </a:cubicBezTo>
                  <a:cubicBezTo>
                    <a:pt x="0" y="85"/>
                    <a:pt x="31" y="342"/>
                    <a:pt x="183" y="342"/>
                  </a:cubicBezTo>
                  <a:cubicBezTo>
                    <a:pt x="197" y="342"/>
                    <a:pt x="213" y="340"/>
                    <a:pt x="230" y="334"/>
                  </a:cubicBezTo>
                  <a:cubicBezTo>
                    <a:pt x="275" y="320"/>
                    <a:pt x="324" y="313"/>
                    <a:pt x="372" y="313"/>
                  </a:cubicBezTo>
                  <a:cubicBezTo>
                    <a:pt x="514" y="313"/>
                    <a:pt x="654" y="378"/>
                    <a:pt x="701" y="526"/>
                  </a:cubicBezTo>
                  <a:cubicBezTo>
                    <a:pt x="726" y="606"/>
                    <a:pt x="794" y="641"/>
                    <a:pt x="860" y="641"/>
                  </a:cubicBezTo>
                  <a:cubicBezTo>
                    <a:pt x="950" y="641"/>
                    <a:pt x="1036" y="575"/>
                    <a:pt x="1004" y="467"/>
                  </a:cubicBezTo>
                  <a:cubicBezTo>
                    <a:pt x="914" y="179"/>
                    <a:pt x="658" y="1"/>
                    <a:pt x="375" y="1"/>
                  </a:cubicBezTo>
                  <a:close/>
                </a:path>
              </a:pathLst>
            </a:custGeom>
            <a:solidFill>
              <a:srgbClr val="241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30"/>
            <p:cNvSpPr/>
            <p:nvPr/>
          </p:nvSpPr>
          <p:spPr>
            <a:xfrm>
              <a:off x="6647255" y="1807939"/>
              <a:ext cx="75962" cy="46874"/>
            </a:xfrm>
            <a:custGeom>
              <a:rect b="b" l="l" r="r" t="t"/>
              <a:pathLst>
                <a:path extrusionOk="0" h="637" w="1080">
                  <a:moveTo>
                    <a:pt x="730" y="0"/>
                  </a:moveTo>
                  <a:cubicBezTo>
                    <a:pt x="481" y="0"/>
                    <a:pt x="279" y="169"/>
                    <a:pt x="103" y="356"/>
                  </a:cubicBezTo>
                  <a:cubicBezTo>
                    <a:pt x="1" y="470"/>
                    <a:pt x="98" y="636"/>
                    <a:pt x="210" y="636"/>
                  </a:cubicBezTo>
                  <a:cubicBezTo>
                    <a:pt x="242" y="636"/>
                    <a:pt x="275" y="622"/>
                    <a:pt x="306" y="590"/>
                  </a:cubicBezTo>
                  <a:cubicBezTo>
                    <a:pt x="416" y="472"/>
                    <a:pt x="550" y="307"/>
                    <a:pt x="721" y="307"/>
                  </a:cubicBezTo>
                  <a:cubicBezTo>
                    <a:pt x="749" y="307"/>
                    <a:pt x="777" y="311"/>
                    <a:pt x="807" y="321"/>
                  </a:cubicBezTo>
                  <a:cubicBezTo>
                    <a:pt x="825" y="327"/>
                    <a:pt x="841" y="329"/>
                    <a:pt x="857" y="329"/>
                  </a:cubicBezTo>
                  <a:cubicBezTo>
                    <a:pt x="1012" y="329"/>
                    <a:pt x="1079" y="85"/>
                    <a:pt x="908" y="28"/>
                  </a:cubicBezTo>
                  <a:cubicBezTo>
                    <a:pt x="846" y="9"/>
                    <a:pt x="787" y="0"/>
                    <a:pt x="730" y="0"/>
                  </a:cubicBezTo>
                  <a:close/>
                </a:path>
              </a:pathLst>
            </a:custGeom>
            <a:solidFill>
              <a:srgbClr val="241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30"/>
            <p:cNvSpPr/>
            <p:nvPr/>
          </p:nvSpPr>
          <p:spPr>
            <a:xfrm>
              <a:off x="6681931" y="1978506"/>
              <a:ext cx="115279" cy="66374"/>
            </a:xfrm>
            <a:custGeom>
              <a:rect b="b" l="l" r="r" t="t"/>
              <a:pathLst>
                <a:path extrusionOk="0" h="902" w="1639">
                  <a:moveTo>
                    <a:pt x="1638" y="0"/>
                  </a:moveTo>
                  <a:lnTo>
                    <a:pt x="1638" y="0"/>
                  </a:lnTo>
                  <a:cubicBezTo>
                    <a:pt x="1205" y="81"/>
                    <a:pt x="852" y="105"/>
                    <a:pt x="586" y="105"/>
                  </a:cubicBezTo>
                  <a:cubicBezTo>
                    <a:pt x="203" y="105"/>
                    <a:pt x="1" y="55"/>
                    <a:pt x="1" y="55"/>
                  </a:cubicBezTo>
                  <a:lnTo>
                    <a:pt x="1" y="55"/>
                  </a:lnTo>
                  <a:cubicBezTo>
                    <a:pt x="1" y="55"/>
                    <a:pt x="36" y="846"/>
                    <a:pt x="701" y="899"/>
                  </a:cubicBezTo>
                  <a:cubicBezTo>
                    <a:pt x="725" y="901"/>
                    <a:pt x="747" y="902"/>
                    <a:pt x="770" y="902"/>
                  </a:cubicBezTo>
                  <a:cubicBezTo>
                    <a:pt x="1494" y="902"/>
                    <a:pt x="1638" y="0"/>
                    <a:pt x="163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30"/>
            <p:cNvSpPr/>
            <p:nvPr/>
          </p:nvSpPr>
          <p:spPr>
            <a:xfrm>
              <a:off x="6895188" y="1851132"/>
              <a:ext cx="144398" cy="171085"/>
            </a:xfrm>
            <a:custGeom>
              <a:rect b="b" l="l" r="r" t="t"/>
              <a:pathLst>
                <a:path extrusionOk="0" h="2325" w="2053">
                  <a:moveTo>
                    <a:pt x="1325" y="0"/>
                  </a:moveTo>
                  <a:cubicBezTo>
                    <a:pt x="940" y="0"/>
                    <a:pt x="521" y="467"/>
                    <a:pt x="283" y="783"/>
                  </a:cubicBezTo>
                  <a:cubicBezTo>
                    <a:pt x="84" y="1045"/>
                    <a:pt x="0" y="1382"/>
                    <a:pt x="84" y="1699"/>
                  </a:cubicBezTo>
                  <a:cubicBezTo>
                    <a:pt x="153" y="1961"/>
                    <a:pt x="325" y="2215"/>
                    <a:pt x="697" y="2299"/>
                  </a:cubicBezTo>
                  <a:cubicBezTo>
                    <a:pt x="774" y="2316"/>
                    <a:pt x="847" y="2324"/>
                    <a:pt x="917" y="2324"/>
                  </a:cubicBezTo>
                  <a:cubicBezTo>
                    <a:pt x="1527" y="2324"/>
                    <a:pt x="1868" y="1713"/>
                    <a:pt x="1955" y="1225"/>
                  </a:cubicBezTo>
                  <a:cubicBezTo>
                    <a:pt x="2052" y="678"/>
                    <a:pt x="2018" y="135"/>
                    <a:pt x="1415" y="9"/>
                  </a:cubicBezTo>
                  <a:cubicBezTo>
                    <a:pt x="1385" y="3"/>
                    <a:pt x="1355" y="0"/>
                    <a:pt x="1325" y="0"/>
                  </a:cubicBezTo>
                  <a:close/>
                </a:path>
              </a:pathLst>
            </a:custGeom>
            <a:solidFill>
              <a:srgbClr val="E77F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30"/>
            <p:cNvSpPr/>
            <p:nvPr/>
          </p:nvSpPr>
          <p:spPr>
            <a:xfrm>
              <a:off x="6946393" y="1884760"/>
              <a:ext cx="65130" cy="93085"/>
            </a:xfrm>
            <a:custGeom>
              <a:rect b="b" l="l" r="r" t="t"/>
              <a:pathLst>
                <a:path extrusionOk="0" h="1265" w="926">
                  <a:moveTo>
                    <a:pt x="696" y="1"/>
                  </a:moveTo>
                  <a:cubicBezTo>
                    <a:pt x="517" y="1"/>
                    <a:pt x="350" y="113"/>
                    <a:pt x="234" y="256"/>
                  </a:cubicBezTo>
                  <a:cubicBezTo>
                    <a:pt x="18" y="525"/>
                    <a:pt x="1" y="873"/>
                    <a:pt x="28" y="1204"/>
                  </a:cubicBezTo>
                  <a:cubicBezTo>
                    <a:pt x="32" y="1245"/>
                    <a:pt x="64" y="1264"/>
                    <a:pt x="96" y="1264"/>
                  </a:cubicBezTo>
                  <a:cubicBezTo>
                    <a:pt x="132" y="1264"/>
                    <a:pt x="168" y="1240"/>
                    <a:pt x="164" y="1194"/>
                  </a:cubicBezTo>
                  <a:cubicBezTo>
                    <a:pt x="144" y="967"/>
                    <a:pt x="140" y="731"/>
                    <a:pt x="234" y="517"/>
                  </a:cubicBezTo>
                  <a:cubicBezTo>
                    <a:pt x="306" y="356"/>
                    <a:pt x="485" y="133"/>
                    <a:pt x="687" y="133"/>
                  </a:cubicBezTo>
                  <a:cubicBezTo>
                    <a:pt x="720" y="133"/>
                    <a:pt x="754" y="139"/>
                    <a:pt x="788" y="152"/>
                  </a:cubicBezTo>
                  <a:cubicBezTo>
                    <a:pt x="798" y="155"/>
                    <a:pt x="807" y="157"/>
                    <a:pt x="815" y="157"/>
                  </a:cubicBezTo>
                  <a:cubicBezTo>
                    <a:pt x="884" y="157"/>
                    <a:pt x="925" y="58"/>
                    <a:pt x="851" y="30"/>
                  </a:cubicBezTo>
                  <a:cubicBezTo>
                    <a:pt x="799" y="10"/>
                    <a:pt x="747" y="1"/>
                    <a:pt x="696" y="1"/>
                  </a:cubicBezTo>
                  <a:close/>
                </a:path>
              </a:pathLst>
            </a:custGeom>
            <a:solidFill>
              <a:srgbClr val="241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30"/>
            <p:cNvSpPr/>
            <p:nvPr/>
          </p:nvSpPr>
          <p:spPr>
            <a:xfrm>
              <a:off x="6863256" y="1795282"/>
              <a:ext cx="172461" cy="361155"/>
            </a:xfrm>
            <a:custGeom>
              <a:rect b="b" l="l" r="r" t="t"/>
              <a:pathLst>
                <a:path extrusionOk="0" h="4908" w="2452">
                  <a:moveTo>
                    <a:pt x="1525" y="0"/>
                  </a:moveTo>
                  <a:cubicBezTo>
                    <a:pt x="1109" y="0"/>
                    <a:pt x="540" y="242"/>
                    <a:pt x="374" y="490"/>
                  </a:cubicBezTo>
                  <a:cubicBezTo>
                    <a:pt x="374" y="490"/>
                    <a:pt x="806" y="828"/>
                    <a:pt x="507" y="1717"/>
                  </a:cubicBezTo>
                  <a:cubicBezTo>
                    <a:pt x="203" y="2605"/>
                    <a:pt x="1" y="4521"/>
                    <a:pt x="1200" y="4859"/>
                  </a:cubicBezTo>
                  <a:cubicBezTo>
                    <a:pt x="1319" y="4893"/>
                    <a:pt x="1426" y="4908"/>
                    <a:pt x="1524" y="4908"/>
                  </a:cubicBezTo>
                  <a:cubicBezTo>
                    <a:pt x="2408" y="4908"/>
                    <a:pt x="2451" y="3661"/>
                    <a:pt x="2451" y="3661"/>
                  </a:cubicBezTo>
                  <a:cubicBezTo>
                    <a:pt x="2451" y="3661"/>
                    <a:pt x="663" y="3201"/>
                    <a:pt x="1869" y="768"/>
                  </a:cubicBezTo>
                  <a:cubicBezTo>
                    <a:pt x="2152" y="198"/>
                    <a:pt x="1901" y="0"/>
                    <a:pt x="152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30"/>
            <p:cNvSpPr/>
            <p:nvPr/>
          </p:nvSpPr>
          <p:spPr>
            <a:xfrm>
              <a:off x="6223905" y="3393010"/>
              <a:ext cx="955149" cy="641073"/>
            </a:xfrm>
            <a:custGeom>
              <a:rect b="b" l="l" r="r" t="t"/>
              <a:pathLst>
                <a:path extrusionOk="0" h="8712" w="13580">
                  <a:moveTo>
                    <a:pt x="2722" y="0"/>
                  </a:moveTo>
                  <a:cubicBezTo>
                    <a:pt x="2722" y="0"/>
                    <a:pt x="1" y="5868"/>
                    <a:pt x="1318" y="7314"/>
                  </a:cubicBezTo>
                  <a:cubicBezTo>
                    <a:pt x="2006" y="8070"/>
                    <a:pt x="5219" y="8711"/>
                    <a:pt x="8157" y="8711"/>
                  </a:cubicBezTo>
                  <a:cubicBezTo>
                    <a:pt x="10839" y="8711"/>
                    <a:pt x="13293" y="8176"/>
                    <a:pt x="13384" y="6705"/>
                  </a:cubicBezTo>
                  <a:cubicBezTo>
                    <a:pt x="13579" y="3620"/>
                    <a:pt x="12708" y="1178"/>
                    <a:pt x="12708" y="1178"/>
                  </a:cubicBezTo>
                  <a:cubicBezTo>
                    <a:pt x="11495" y="1481"/>
                    <a:pt x="10344" y="1600"/>
                    <a:pt x="9283" y="1600"/>
                  </a:cubicBezTo>
                  <a:cubicBezTo>
                    <a:pt x="5395" y="1600"/>
                    <a:pt x="2722" y="0"/>
                    <a:pt x="2722" y="0"/>
                  </a:cubicBezTo>
                  <a:close/>
                </a:path>
              </a:pathLst>
            </a:custGeom>
            <a:solidFill>
              <a:srgbClr val="8A452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30"/>
            <p:cNvSpPr/>
            <p:nvPr/>
          </p:nvSpPr>
          <p:spPr>
            <a:xfrm>
              <a:off x="6086469" y="3485285"/>
              <a:ext cx="1358732" cy="1483474"/>
            </a:xfrm>
            <a:custGeom>
              <a:rect b="b" l="l" r="r" t="t"/>
              <a:pathLst>
                <a:path extrusionOk="0" h="20160" w="19318">
                  <a:moveTo>
                    <a:pt x="4229" y="1"/>
                  </a:moveTo>
                  <a:cubicBezTo>
                    <a:pt x="4229" y="1"/>
                    <a:pt x="143" y="8725"/>
                    <a:pt x="17" y="17464"/>
                  </a:cubicBezTo>
                  <a:lnTo>
                    <a:pt x="10" y="17607"/>
                  </a:lnTo>
                  <a:cubicBezTo>
                    <a:pt x="1" y="18373"/>
                    <a:pt x="4799" y="20160"/>
                    <a:pt x="10149" y="20160"/>
                  </a:cubicBezTo>
                  <a:cubicBezTo>
                    <a:pt x="12854" y="20160"/>
                    <a:pt x="15700" y="19703"/>
                    <a:pt x="18136" y="18426"/>
                  </a:cubicBezTo>
                  <a:cubicBezTo>
                    <a:pt x="18136" y="18426"/>
                    <a:pt x="19317" y="7011"/>
                    <a:pt x="14760" y="227"/>
                  </a:cubicBezTo>
                  <a:cubicBezTo>
                    <a:pt x="13322" y="873"/>
                    <a:pt x="11835" y="1144"/>
                    <a:pt x="10313" y="1144"/>
                  </a:cubicBezTo>
                  <a:cubicBezTo>
                    <a:pt x="8336" y="1144"/>
                    <a:pt x="6298" y="687"/>
                    <a:pt x="422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30"/>
            <p:cNvSpPr/>
            <p:nvPr/>
          </p:nvSpPr>
          <p:spPr>
            <a:xfrm>
              <a:off x="6261394" y="3607508"/>
              <a:ext cx="332614" cy="219725"/>
            </a:xfrm>
            <a:custGeom>
              <a:rect b="b" l="l" r="r" t="t"/>
              <a:pathLst>
                <a:path extrusionOk="0" h="2986" w="4729">
                  <a:moveTo>
                    <a:pt x="4658" y="1"/>
                  </a:moveTo>
                  <a:cubicBezTo>
                    <a:pt x="4621" y="1"/>
                    <a:pt x="4584" y="24"/>
                    <a:pt x="4582" y="72"/>
                  </a:cubicBezTo>
                  <a:cubicBezTo>
                    <a:pt x="4527" y="1305"/>
                    <a:pt x="3537" y="2302"/>
                    <a:pt x="2401" y="2664"/>
                  </a:cubicBezTo>
                  <a:cubicBezTo>
                    <a:pt x="2020" y="2787"/>
                    <a:pt x="1628" y="2841"/>
                    <a:pt x="1236" y="2841"/>
                  </a:cubicBezTo>
                  <a:cubicBezTo>
                    <a:pt x="837" y="2841"/>
                    <a:pt x="437" y="2785"/>
                    <a:pt x="46" y="2688"/>
                  </a:cubicBezTo>
                  <a:cubicBezTo>
                    <a:pt x="32" y="2733"/>
                    <a:pt x="15" y="2779"/>
                    <a:pt x="0" y="2825"/>
                  </a:cubicBezTo>
                  <a:cubicBezTo>
                    <a:pt x="410" y="2927"/>
                    <a:pt x="827" y="2985"/>
                    <a:pt x="1242" y="2985"/>
                  </a:cubicBezTo>
                  <a:cubicBezTo>
                    <a:pt x="1690" y="2985"/>
                    <a:pt x="2136" y="2917"/>
                    <a:pt x="2569" y="2762"/>
                  </a:cubicBezTo>
                  <a:cubicBezTo>
                    <a:pt x="3712" y="2344"/>
                    <a:pt x="4673" y="1326"/>
                    <a:pt x="4725" y="72"/>
                  </a:cubicBezTo>
                  <a:cubicBezTo>
                    <a:pt x="4729" y="24"/>
                    <a:pt x="4694" y="1"/>
                    <a:pt x="465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30"/>
            <p:cNvSpPr/>
            <p:nvPr/>
          </p:nvSpPr>
          <p:spPr>
            <a:xfrm>
              <a:off x="6893430" y="3530980"/>
              <a:ext cx="431154" cy="517450"/>
            </a:xfrm>
            <a:custGeom>
              <a:rect b="b" l="l" r="r" t="t"/>
              <a:pathLst>
                <a:path extrusionOk="0" h="7032" w="6130">
                  <a:moveTo>
                    <a:pt x="1007" y="0"/>
                  </a:moveTo>
                  <a:cubicBezTo>
                    <a:pt x="991" y="0"/>
                    <a:pt x="974" y="5"/>
                    <a:pt x="959" y="18"/>
                  </a:cubicBezTo>
                  <a:cubicBezTo>
                    <a:pt x="813" y="129"/>
                    <a:pt x="687" y="258"/>
                    <a:pt x="580" y="397"/>
                  </a:cubicBezTo>
                  <a:cubicBezTo>
                    <a:pt x="112" y="1014"/>
                    <a:pt x="1" y="1864"/>
                    <a:pt x="192" y="2613"/>
                  </a:cubicBezTo>
                  <a:cubicBezTo>
                    <a:pt x="454" y="3645"/>
                    <a:pt x="1273" y="4442"/>
                    <a:pt x="2140" y="5000"/>
                  </a:cubicBezTo>
                  <a:cubicBezTo>
                    <a:pt x="3235" y="5704"/>
                    <a:pt x="4492" y="6094"/>
                    <a:pt x="5621" y="6729"/>
                  </a:cubicBezTo>
                  <a:cubicBezTo>
                    <a:pt x="5792" y="6826"/>
                    <a:pt x="5963" y="6927"/>
                    <a:pt x="6130" y="7031"/>
                  </a:cubicBezTo>
                  <a:cubicBezTo>
                    <a:pt x="6116" y="6969"/>
                    <a:pt x="6102" y="6906"/>
                    <a:pt x="6091" y="6843"/>
                  </a:cubicBezTo>
                  <a:cubicBezTo>
                    <a:pt x="5224" y="6321"/>
                    <a:pt x="4290" y="5938"/>
                    <a:pt x="3370" y="5502"/>
                  </a:cubicBezTo>
                  <a:cubicBezTo>
                    <a:pt x="2325" y="5007"/>
                    <a:pt x="1262" y="4370"/>
                    <a:pt x="656" y="3345"/>
                  </a:cubicBezTo>
                  <a:cubicBezTo>
                    <a:pt x="120" y="2432"/>
                    <a:pt x="74" y="1168"/>
                    <a:pt x="795" y="362"/>
                  </a:cubicBezTo>
                  <a:cubicBezTo>
                    <a:pt x="876" y="275"/>
                    <a:pt x="963" y="195"/>
                    <a:pt x="1060" y="118"/>
                  </a:cubicBezTo>
                  <a:cubicBezTo>
                    <a:pt x="1118" y="74"/>
                    <a:pt x="1067" y="0"/>
                    <a:pt x="100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30"/>
            <p:cNvSpPr/>
            <p:nvPr/>
          </p:nvSpPr>
          <p:spPr>
            <a:xfrm>
              <a:off x="6191058" y="3855118"/>
              <a:ext cx="1169812" cy="469987"/>
            </a:xfrm>
            <a:custGeom>
              <a:rect b="b" l="l" r="r" t="t"/>
              <a:pathLst>
                <a:path extrusionOk="0" h="6387" w="16632">
                  <a:moveTo>
                    <a:pt x="5745" y="1"/>
                  </a:moveTo>
                  <a:cubicBezTo>
                    <a:pt x="4678" y="1"/>
                    <a:pt x="3607" y="218"/>
                    <a:pt x="2596" y="672"/>
                  </a:cubicBezTo>
                  <a:cubicBezTo>
                    <a:pt x="1649" y="1097"/>
                    <a:pt x="795" y="1710"/>
                    <a:pt x="84" y="2459"/>
                  </a:cubicBezTo>
                  <a:cubicBezTo>
                    <a:pt x="56" y="2560"/>
                    <a:pt x="29" y="2662"/>
                    <a:pt x="0" y="2766"/>
                  </a:cubicBezTo>
                  <a:cubicBezTo>
                    <a:pt x="1462" y="1113"/>
                    <a:pt x="3591" y="137"/>
                    <a:pt x="5808" y="137"/>
                  </a:cubicBezTo>
                  <a:cubicBezTo>
                    <a:pt x="6045" y="137"/>
                    <a:pt x="6282" y="148"/>
                    <a:pt x="6520" y="170"/>
                  </a:cubicBezTo>
                  <a:cubicBezTo>
                    <a:pt x="8015" y="309"/>
                    <a:pt x="9405" y="891"/>
                    <a:pt x="10600" y="1794"/>
                  </a:cubicBezTo>
                  <a:cubicBezTo>
                    <a:pt x="11788" y="2689"/>
                    <a:pt x="12777" y="3808"/>
                    <a:pt x="13917" y="4759"/>
                  </a:cubicBezTo>
                  <a:cubicBezTo>
                    <a:pt x="14729" y="5435"/>
                    <a:pt x="15635" y="6041"/>
                    <a:pt x="16632" y="6386"/>
                  </a:cubicBezTo>
                  <a:cubicBezTo>
                    <a:pt x="16628" y="6338"/>
                    <a:pt x="16624" y="6288"/>
                    <a:pt x="16621" y="6240"/>
                  </a:cubicBezTo>
                  <a:cubicBezTo>
                    <a:pt x="14269" y="5431"/>
                    <a:pt x="12614" y="3132"/>
                    <a:pt x="10673" y="1668"/>
                  </a:cubicBezTo>
                  <a:cubicBezTo>
                    <a:pt x="9236" y="586"/>
                    <a:pt x="7497" y="1"/>
                    <a:pt x="574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30"/>
            <p:cNvSpPr/>
            <p:nvPr/>
          </p:nvSpPr>
          <p:spPr>
            <a:xfrm>
              <a:off x="7063009" y="4447983"/>
              <a:ext cx="306942" cy="468589"/>
            </a:xfrm>
            <a:custGeom>
              <a:rect b="b" l="l" r="r" t="t"/>
              <a:pathLst>
                <a:path extrusionOk="0" h="6368" w="4364">
                  <a:moveTo>
                    <a:pt x="2691" y="0"/>
                  </a:moveTo>
                  <a:cubicBezTo>
                    <a:pt x="2370" y="0"/>
                    <a:pt x="2050" y="56"/>
                    <a:pt x="1739" y="197"/>
                  </a:cubicBezTo>
                  <a:cubicBezTo>
                    <a:pt x="973" y="545"/>
                    <a:pt x="426" y="1298"/>
                    <a:pt x="231" y="2107"/>
                  </a:cubicBezTo>
                  <a:cubicBezTo>
                    <a:pt x="1" y="3057"/>
                    <a:pt x="238" y="4064"/>
                    <a:pt x="673" y="4921"/>
                  </a:cubicBezTo>
                  <a:cubicBezTo>
                    <a:pt x="945" y="5448"/>
                    <a:pt x="1290" y="5922"/>
                    <a:pt x="1677" y="6367"/>
                  </a:cubicBezTo>
                  <a:cubicBezTo>
                    <a:pt x="1729" y="6351"/>
                    <a:pt x="1781" y="6336"/>
                    <a:pt x="1834" y="6319"/>
                  </a:cubicBezTo>
                  <a:cubicBezTo>
                    <a:pt x="945" y="5301"/>
                    <a:pt x="231" y="4130"/>
                    <a:pt x="290" y="2737"/>
                  </a:cubicBezTo>
                  <a:cubicBezTo>
                    <a:pt x="325" y="1883"/>
                    <a:pt x="726" y="1036"/>
                    <a:pt x="1433" y="539"/>
                  </a:cubicBezTo>
                  <a:cubicBezTo>
                    <a:pt x="1829" y="259"/>
                    <a:pt x="2259" y="153"/>
                    <a:pt x="2699" y="153"/>
                  </a:cubicBezTo>
                  <a:cubicBezTo>
                    <a:pt x="3193" y="153"/>
                    <a:pt x="3698" y="287"/>
                    <a:pt x="4179" y="458"/>
                  </a:cubicBezTo>
                  <a:cubicBezTo>
                    <a:pt x="4238" y="479"/>
                    <a:pt x="4301" y="500"/>
                    <a:pt x="4364" y="524"/>
                  </a:cubicBezTo>
                  <a:cubicBezTo>
                    <a:pt x="4364" y="472"/>
                    <a:pt x="4360" y="420"/>
                    <a:pt x="4360" y="371"/>
                  </a:cubicBezTo>
                  <a:cubicBezTo>
                    <a:pt x="3823" y="174"/>
                    <a:pt x="3254" y="0"/>
                    <a:pt x="269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30"/>
            <p:cNvSpPr/>
            <p:nvPr/>
          </p:nvSpPr>
          <p:spPr>
            <a:xfrm>
              <a:off x="6133242" y="4178445"/>
              <a:ext cx="857313" cy="780958"/>
            </a:xfrm>
            <a:custGeom>
              <a:rect b="b" l="l" r="r" t="t"/>
              <a:pathLst>
                <a:path extrusionOk="0" h="10613" w="12189">
                  <a:moveTo>
                    <a:pt x="4942" y="1"/>
                  </a:moveTo>
                  <a:cubicBezTo>
                    <a:pt x="4524" y="1"/>
                    <a:pt x="4105" y="43"/>
                    <a:pt x="3694" y="121"/>
                  </a:cubicBezTo>
                  <a:cubicBezTo>
                    <a:pt x="2352" y="376"/>
                    <a:pt x="1153" y="992"/>
                    <a:pt x="39" y="1751"/>
                  </a:cubicBezTo>
                  <a:cubicBezTo>
                    <a:pt x="28" y="1818"/>
                    <a:pt x="14" y="1884"/>
                    <a:pt x="0" y="1950"/>
                  </a:cubicBezTo>
                  <a:cubicBezTo>
                    <a:pt x="913" y="1317"/>
                    <a:pt x="1878" y="776"/>
                    <a:pt x="2948" y="455"/>
                  </a:cubicBezTo>
                  <a:cubicBezTo>
                    <a:pt x="3593" y="260"/>
                    <a:pt x="4270" y="144"/>
                    <a:pt x="4945" y="144"/>
                  </a:cubicBezTo>
                  <a:cubicBezTo>
                    <a:pt x="5283" y="144"/>
                    <a:pt x="5621" y="173"/>
                    <a:pt x="5955" y="236"/>
                  </a:cubicBezTo>
                  <a:cubicBezTo>
                    <a:pt x="6854" y="403"/>
                    <a:pt x="7683" y="818"/>
                    <a:pt x="8394" y="1383"/>
                  </a:cubicBezTo>
                  <a:cubicBezTo>
                    <a:pt x="11081" y="3522"/>
                    <a:pt x="12189" y="7282"/>
                    <a:pt x="11896" y="10612"/>
                  </a:cubicBezTo>
                  <a:cubicBezTo>
                    <a:pt x="11945" y="10606"/>
                    <a:pt x="11994" y="10602"/>
                    <a:pt x="12042" y="10595"/>
                  </a:cubicBezTo>
                  <a:cubicBezTo>
                    <a:pt x="12174" y="9065"/>
                    <a:pt x="12018" y="7512"/>
                    <a:pt x="11565" y="6041"/>
                  </a:cubicBezTo>
                  <a:cubicBezTo>
                    <a:pt x="11046" y="4358"/>
                    <a:pt x="10133" y="2731"/>
                    <a:pt x="8812" y="1547"/>
                  </a:cubicBezTo>
                  <a:cubicBezTo>
                    <a:pt x="8168" y="968"/>
                    <a:pt x="7415" y="501"/>
                    <a:pt x="6586" y="243"/>
                  </a:cubicBezTo>
                  <a:cubicBezTo>
                    <a:pt x="6053" y="76"/>
                    <a:pt x="5498" y="1"/>
                    <a:pt x="494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30"/>
            <p:cNvSpPr/>
            <p:nvPr/>
          </p:nvSpPr>
          <p:spPr>
            <a:xfrm>
              <a:off x="6503278" y="4394709"/>
              <a:ext cx="328042" cy="573889"/>
            </a:xfrm>
            <a:custGeom>
              <a:rect b="b" l="l" r="r" t="t"/>
              <a:pathLst>
                <a:path extrusionOk="0" h="7799" w="4664">
                  <a:moveTo>
                    <a:pt x="1406" y="1"/>
                  </a:moveTo>
                  <a:cubicBezTo>
                    <a:pt x="981" y="1"/>
                    <a:pt x="596" y="260"/>
                    <a:pt x="356" y="621"/>
                  </a:cubicBezTo>
                  <a:cubicBezTo>
                    <a:pt x="4" y="1158"/>
                    <a:pt x="1" y="1848"/>
                    <a:pt x="8" y="2464"/>
                  </a:cubicBezTo>
                  <a:cubicBezTo>
                    <a:pt x="18" y="3158"/>
                    <a:pt x="88" y="3855"/>
                    <a:pt x="217" y="4537"/>
                  </a:cubicBezTo>
                  <a:cubicBezTo>
                    <a:pt x="419" y="5607"/>
                    <a:pt x="764" y="6646"/>
                    <a:pt x="1238" y="7625"/>
                  </a:cubicBezTo>
                  <a:cubicBezTo>
                    <a:pt x="1293" y="7632"/>
                    <a:pt x="1352" y="7639"/>
                    <a:pt x="1408" y="7642"/>
                  </a:cubicBezTo>
                  <a:cubicBezTo>
                    <a:pt x="1042" y="6903"/>
                    <a:pt x="749" y="6123"/>
                    <a:pt x="540" y="5322"/>
                  </a:cubicBezTo>
                  <a:cubicBezTo>
                    <a:pt x="373" y="4677"/>
                    <a:pt x="255" y="4015"/>
                    <a:pt x="199" y="3349"/>
                  </a:cubicBezTo>
                  <a:cubicBezTo>
                    <a:pt x="143" y="2726"/>
                    <a:pt x="98" y="2064"/>
                    <a:pt x="206" y="1443"/>
                  </a:cubicBezTo>
                  <a:cubicBezTo>
                    <a:pt x="309" y="838"/>
                    <a:pt x="705" y="143"/>
                    <a:pt x="1400" y="143"/>
                  </a:cubicBezTo>
                  <a:cubicBezTo>
                    <a:pt x="1409" y="143"/>
                    <a:pt x="1417" y="144"/>
                    <a:pt x="1426" y="144"/>
                  </a:cubicBezTo>
                  <a:cubicBezTo>
                    <a:pt x="2042" y="161"/>
                    <a:pt x="2502" y="726"/>
                    <a:pt x="2816" y="1200"/>
                  </a:cubicBezTo>
                  <a:cubicBezTo>
                    <a:pt x="3481" y="2207"/>
                    <a:pt x="3882" y="3360"/>
                    <a:pt x="4126" y="4537"/>
                  </a:cubicBezTo>
                  <a:cubicBezTo>
                    <a:pt x="4350" y="5611"/>
                    <a:pt x="4447" y="6705"/>
                    <a:pt x="4517" y="7799"/>
                  </a:cubicBezTo>
                  <a:cubicBezTo>
                    <a:pt x="4565" y="7799"/>
                    <a:pt x="4614" y="7799"/>
                    <a:pt x="4663" y="7796"/>
                  </a:cubicBezTo>
                  <a:cubicBezTo>
                    <a:pt x="4517" y="5461"/>
                    <a:pt x="4234" y="3029"/>
                    <a:pt x="2896" y="1060"/>
                  </a:cubicBezTo>
                  <a:cubicBezTo>
                    <a:pt x="2597" y="618"/>
                    <a:pt x="2196" y="150"/>
                    <a:pt x="1648" y="29"/>
                  </a:cubicBezTo>
                  <a:cubicBezTo>
                    <a:pt x="1566" y="10"/>
                    <a:pt x="1485" y="1"/>
                    <a:pt x="140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30"/>
            <p:cNvSpPr/>
            <p:nvPr/>
          </p:nvSpPr>
          <p:spPr>
            <a:xfrm>
              <a:off x="6343968" y="3393010"/>
              <a:ext cx="860056" cy="320904"/>
            </a:xfrm>
            <a:custGeom>
              <a:rect b="b" l="l" r="r" t="t"/>
              <a:pathLst>
                <a:path extrusionOk="0" h="4361" w="12228">
                  <a:moveTo>
                    <a:pt x="1015" y="0"/>
                  </a:moveTo>
                  <a:cubicBezTo>
                    <a:pt x="1015" y="0"/>
                    <a:pt x="1" y="1255"/>
                    <a:pt x="8" y="2544"/>
                  </a:cubicBezTo>
                  <a:cubicBezTo>
                    <a:pt x="8" y="2544"/>
                    <a:pt x="3373" y="4361"/>
                    <a:pt x="7535" y="4361"/>
                  </a:cubicBezTo>
                  <a:cubicBezTo>
                    <a:pt x="9036" y="4361"/>
                    <a:pt x="10640" y="4124"/>
                    <a:pt x="12227" y="3482"/>
                  </a:cubicBezTo>
                  <a:cubicBezTo>
                    <a:pt x="12227" y="3482"/>
                    <a:pt x="11705" y="1499"/>
                    <a:pt x="11001" y="1178"/>
                  </a:cubicBezTo>
                  <a:cubicBezTo>
                    <a:pt x="11001" y="1178"/>
                    <a:pt x="9653" y="1432"/>
                    <a:pt x="7770" y="1432"/>
                  </a:cubicBezTo>
                  <a:cubicBezTo>
                    <a:pt x="5793" y="1432"/>
                    <a:pt x="3228" y="1152"/>
                    <a:pt x="101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30"/>
            <p:cNvSpPr/>
            <p:nvPr/>
          </p:nvSpPr>
          <p:spPr>
            <a:xfrm>
              <a:off x="6340521" y="3577044"/>
              <a:ext cx="870044" cy="133851"/>
            </a:xfrm>
            <a:custGeom>
              <a:rect b="b" l="l" r="r" t="t"/>
              <a:pathLst>
                <a:path extrusionOk="0" h="1819" w="12370">
                  <a:moveTo>
                    <a:pt x="112" y="1"/>
                  </a:moveTo>
                  <a:cubicBezTo>
                    <a:pt x="44" y="1"/>
                    <a:pt x="1" y="97"/>
                    <a:pt x="70" y="130"/>
                  </a:cubicBezTo>
                  <a:cubicBezTo>
                    <a:pt x="2331" y="1229"/>
                    <a:pt x="4899" y="1819"/>
                    <a:pt x="7436" y="1819"/>
                  </a:cubicBezTo>
                  <a:cubicBezTo>
                    <a:pt x="8157" y="1819"/>
                    <a:pt x="8875" y="1771"/>
                    <a:pt x="9583" y="1674"/>
                  </a:cubicBezTo>
                  <a:cubicBezTo>
                    <a:pt x="10510" y="1545"/>
                    <a:pt x="11419" y="1325"/>
                    <a:pt x="12294" y="1002"/>
                  </a:cubicBezTo>
                  <a:cubicBezTo>
                    <a:pt x="12369" y="973"/>
                    <a:pt x="12348" y="857"/>
                    <a:pt x="12280" y="857"/>
                  </a:cubicBezTo>
                  <a:cubicBezTo>
                    <a:pt x="12273" y="857"/>
                    <a:pt x="12264" y="859"/>
                    <a:pt x="12256" y="862"/>
                  </a:cubicBezTo>
                  <a:cubicBezTo>
                    <a:pt x="10743" y="1428"/>
                    <a:pt x="9128" y="1680"/>
                    <a:pt x="7505" y="1680"/>
                  </a:cubicBezTo>
                  <a:cubicBezTo>
                    <a:pt x="5831" y="1680"/>
                    <a:pt x="4150" y="1411"/>
                    <a:pt x="2569" y="942"/>
                  </a:cubicBezTo>
                  <a:cubicBezTo>
                    <a:pt x="1736" y="698"/>
                    <a:pt x="924" y="388"/>
                    <a:pt x="144" y="8"/>
                  </a:cubicBezTo>
                  <a:cubicBezTo>
                    <a:pt x="133" y="3"/>
                    <a:pt x="122" y="1"/>
                    <a:pt x="11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30"/>
            <p:cNvSpPr/>
            <p:nvPr/>
          </p:nvSpPr>
          <p:spPr>
            <a:xfrm>
              <a:off x="6667442" y="2289766"/>
              <a:ext cx="362929" cy="316342"/>
            </a:xfrm>
            <a:custGeom>
              <a:rect b="b" l="l" r="r" t="t"/>
              <a:pathLst>
                <a:path extrusionOk="0" h="4299" w="5160">
                  <a:moveTo>
                    <a:pt x="5072" y="0"/>
                  </a:moveTo>
                  <a:cubicBezTo>
                    <a:pt x="5044" y="0"/>
                    <a:pt x="5019" y="16"/>
                    <a:pt x="5012" y="52"/>
                  </a:cubicBezTo>
                  <a:cubicBezTo>
                    <a:pt x="4782" y="1467"/>
                    <a:pt x="4224" y="2944"/>
                    <a:pt x="2945" y="3728"/>
                  </a:cubicBezTo>
                  <a:cubicBezTo>
                    <a:pt x="2557" y="3966"/>
                    <a:pt x="2055" y="4163"/>
                    <a:pt x="1572" y="4163"/>
                  </a:cubicBezTo>
                  <a:cubicBezTo>
                    <a:pt x="1341" y="4163"/>
                    <a:pt x="1115" y="4118"/>
                    <a:pt x="907" y="4011"/>
                  </a:cubicBezTo>
                  <a:cubicBezTo>
                    <a:pt x="332" y="3710"/>
                    <a:pt x="158" y="3007"/>
                    <a:pt x="168" y="2404"/>
                  </a:cubicBezTo>
                  <a:cubicBezTo>
                    <a:pt x="186" y="1634"/>
                    <a:pt x="454" y="885"/>
                    <a:pt x="660" y="150"/>
                  </a:cubicBezTo>
                  <a:cubicBezTo>
                    <a:pt x="675" y="97"/>
                    <a:pt x="630" y="62"/>
                    <a:pt x="588" y="62"/>
                  </a:cubicBezTo>
                  <a:cubicBezTo>
                    <a:pt x="560" y="62"/>
                    <a:pt x="533" y="77"/>
                    <a:pt x="524" y="111"/>
                  </a:cubicBezTo>
                  <a:cubicBezTo>
                    <a:pt x="322" y="833"/>
                    <a:pt x="67" y="1565"/>
                    <a:pt x="29" y="2317"/>
                  </a:cubicBezTo>
                  <a:cubicBezTo>
                    <a:pt x="1" y="2924"/>
                    <a:pt x="141" y="3620"/>
                    <a:pt x="646" y="4011"/>
                  </a:cubicBezTo>
                  <a:cubicBezTo>
                    <a:pt x="914" y="4217"/>
                    <a:pt x="1234" y="4298"/>
                    <a:pt x="1561" y="4298"/>
                  </a:cubicBezTo>
                  <a:cubicBezTo>
                    <a:pt x="1936" y="4298"/>
                    <a:pt x="2320" y="4192"/>
                    <a:pt x="2649" y="4045"/>
                  </a:cubicBezTo>
                  <a:cubicBezTo>
                    <a:pt x="3291" y="3756"/>
                    <a:pt x="3827" y="3258"/>
                    <a:pt x="4217" y="2679"/>
                  </a:cubicBezTo>
                  <a:cubicBezTo>
                    <a:pt x="4737" y="1909"/>
                    <a:pt x="5001" y="1000"/>
                    <a:pt x="5151" y="90"/>
                  </a:cubicBezTo>
                  <a:cubicBezTo>
                    <a:pt x="5160" y="36"/>
                    <a:pt x="5114" y="0"/>
                    <a:pt x="5072"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30"/>
            <p:cNvSpPr/>
            <p:nvPr/>
          </p:nvSpPr>
          <p:spPr>
            <a:xfrm>
              <a:off x="5711439" y="3209198"/>
              <a:ext cx="339507" cy="79030"/>
            </a:xfrm>
            <a:custGeom>
              <a:rect b="b" l="l" r="r" t="t"/>
              <a:pathLst>
                <a:path extrusionOk="0" h="1074" w="4827">
                  <a:moveTo>
                    <a:pt x="2949" y="0"/>
                  </a:moveTo>
                  <a:cubicBezTo>
                    <a:pt x="1597" y="0"/>
                    <a:pt x="561" y="611"/>
                    <a:pt x="0" y="1042"/>
                  </a:cubicBezTo>
                  <a:cubicBezTo>
                    <a:pt x="471" y="1062"/>
                    <a:pt x="912" y="1074"/>
                    <a:pt x="1309" y="1074"/>
                  </a:cubicBezTo>
                  <a:cubicBezTo>
                    <a:pt x="1922" y="1074"/>
                    <a:pt x="2431" y="1046"/>
                    <a:pt x="2784" y="983"/>
                  </a:cubicBezTo>
                  <a:cubicBezTo>
                    <a:pt x="3408" y="868"/>
                    <a:pt x="4105" y="658"/>
                    <a:pt x="4826" y="390"/>
                  </a:cubicBezTo>
                  <a:cubicBezTo>
                    <a:pt x="4152" y="110"/>
                    <a:pt x="3522" y="0"/>
                    <a:pt x="2949"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30"/>
            <p:cNvSpPr/>
            <p:nvPr/>
          </p:nvSpPr>
          <p:spPr>
            <a:xfrm>
              <a:off x="5813988" y="2942456"/>
              <a:ext cx="115349" cy="142755"/>
            </a:xfrm>
            <a:custGeom>
              <a:rect b="b" l="l" r="r" t="t"/>
              <a:pathLst>
                <a:path extrusionOk="0" h="1940" w="1640">
                  <a:moveTo>
                    <a:pt x="104" y="0"/>
                  </a:moveTo>
                  <a:cubicBezTo>
                    <a:pt x="49" y="0"/>
                    <a:pt x="0" y="72"/>
                    <a:pt x="51" y="123"/>
                  </a:cubicBezTo>
                  <a:cubicBezTo>
                    <a:pt x="591" y="667"/>
                    <a:pt x="1069" y="1263"/>
                    <a:pt x="1484" y="1907"/>
                  </a:cubicBezTo>
                  <a:cubicBezTo>
                    <a:pt x="1498" y="1930"/>
                    <a:pt x="1519" y="1940"/>
                    <a:pt x="1541" y="1940"/>
                  </a:cubicBezTo>
                  <a:cubicBezTo>
                    <a:pt x="1590" y="1940"/>
                    <a:pt x="1640" y="1888"/>
                    <a:pt x="1606" y="1834"/>
                  </a:cubicBezTo>
                  <a:cubicBezTo>
                    <a:pt x="1183" y="1183"/>
                    <a:pt x="699" y="573"/>
                    <a:pt x="152" y="22"/>
                  </a:cubicBezTo>
                  <a:cubicBezTo>
                    <a:pt x="137" y="7"/>
                    <a:pt x="120" y="0"/>
                    <a:pt x="10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30"/>
            <p:cNvSpPr/>
            <p:nvPr/>
          </p:nvSpPr>
          <p:spPr>
            <a:xfrm>
              <a:off x="5862872" y="2991536"/>
              <a:ext cx="52400" cy="18323"/>
            </a:xfrm>
            <a:custGeom>
              <a:rect b="b" l="l" r="r" t="t"/>
              <a:pathLst>
                <a:path extrusionOk="0" h="249" w="745">
                  <a:moveTo>
                    <a:pt x="102" y="1"/>
                  </a:moveTo>
                  <a:cubicBezTo>
                    <a:pt x="28" y="1"/>
                    <a:pt x="0" y="123"/>
                    <a:pt x="81" y="139"/>
                  </a:cubicBezTo>
                  <a:cubicBezTo>
                    <a:pt x="263" y="174"/>
                    <a:pt x="440" y="209"/>
                    <a:pt x="621" y="247"/>
                  </a:cubicBezTo>
                  <a:cubicBezTo>
                    <a:pt x="627" y="248"/>
                    <a:pt x="632" y="249"/>
                    <a:pt x="637" y="249"/>
                  </a:cubicBezTo>
                  <a:cubicBezTo>
                    <a:pt x="716" y="249"/>
                    <a:pt x="745" y="124"/>
                    <a:pt x="660" y="108"/>
                  </a:cubicBezTo>
                  <a:cubicBezTo>
                    <a:pt x="478" y="73"/>
                    <a:pt x="300" y="38"/>
                    <a:pt x="120" y="3"/>
                  </a:cubicBezTo>
                  <a:cubicBezTo>
                    <a:pt x="114" y="2"/>
                    <a:pt x="108" y="1"/>
                    <a:pt x="10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30"/>
            <p:cNvSpPr/>
            <p:nvPr/>
          </p:nvSpPr>
          <p:spPr>
            <a:xfrm>
              <a:off x="7670077" y="3222001"/>
              <a:ext cx="339296" cy="66227"/>
            </a:xfrm>
            <a:custGeom>
              <a:rect b="b" l="l" r="r" t="t"/>
              <a:pathLst>
                <a:path extrusionOk="0" h="900" w="4824">
                  <a:moveTo>
                    <a:pt x="1669" y="0"/>
                  </a:moveTo>
                  <a:cubicBezTo>
                    <a:pt x="1133" y="0"/>
                    <a:pt x="568" y="64"/>
                    <a:pt x="1" y="216"/>
                  </a:cubicBezTo>
                  <a:cubicBezTo>
                    <a:pt x="718" y="484"/>
                    <a:pt x="1416" y="694"/>
                    <a:pt x="2040" y="809"/>
                  </a:cubicBezTo>
                  <a:cubicBezTo>
                    <a:pt x="2392" y="872"/>
                    <a:pt x="2902" y="900"/>
                    <a:pt x="3514" y="900"/>
                  </a:cubicBezTo>
                  <a:cubicBezTo>
                    <a:pt x="3912" y="900"/>
                    <a:pt x="4353" y="888"/>
                    <a:pt x="4824" y="868"/>
                  </a:cubicBezTo>
                  <a:cubicBezTo>
                    <a:pt x="4249" y="426"/>
                    <a:pt x="3053" y="0"/>
                    <a:pt x="1669"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30"/>
            <p:cNvSpPr/>
            <p:nvPr/>
          </p:nvSpPr>
          <p:spPr>
            <a:xfrm>
              <a:off x="8492090" y="3036643"/>
              <a:ext cx="55354" cy="203168"/>
            </a:xfrm>
            <a:custGeom>
              <a:rect b="b" l="l" r="r" t="t"/>
              <a:pathLst>
                <a:path extrusionOk="0" h="2761" w="787">
                  <a:moveTo>
                    <a:pt x="686" y="1"/>
                  </a:moveTo>
                  <a:cubicBezTo>
                    <a:pt x="665" y="1"/>
                    <a:pt x="643" y="10"/>
                    <a:pt x="628" y="31"/>
                  </a:cubicBezTo>
                  <a:cubicBezTo>
                    <a:pt x="60" y="808"/>
                    <a:pt x="1" y="1889"/>
                    <a:pt x="475" y="2725"/>
                  </a:cubicBezTo>
                  <a:cubicBezTo>
                    <a:pt x="489" y="2750"/>
                    <a:pt x="510" y="2760"/>
                    <a:pt x="532" y="2760"/>
                  </a:cubicBezTo>
                  <a:cubicBezTo>
                    <a:pt x="580" y="2760"/>
                    <a:pt x="628" y="2710"/>
                    <a:pt x="597" y="2655"/>
                  </a:cubicBezTo>
                  <a:cubicBezTo>
                    <a:pt x="147" y="1857"/>
                    <a:pt x="210" y="840"/>
                    <a:pt x="750" y="104"/>
                  </a:cubicBezTo>
                  <a:cubicBezTo>
                    <a:pt x="786" y="53"/>
                    <a:pt x="737" y="1"/>
                    <a:pt x="686"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30"/>
            <p:cNvSpPr/>
            <p:nvPr/>
          </p:nvSpPr>
          <p:spPr>
            <a:xfrm>
              <a:off x="7791476" y="2942456"/>
              <a:ext cx="115349" cy="142755"/>
            </a:xfrm>
            <a:custGeom>
              <a:rect b="b" l="l" r="r" t="t"/>
              <a:pathLst>
                <a:path extrusionOk="0" h="1940" w="1640">
                  <a:moveTo>
                    <a:pt x="1536" y="0"/>
                  </a:moveTo>
                  <a:cubicBezTo>
                    <a:pt x="1520" y="0"/>
                    <a:pt x="1503" y="7"/>
                    <a:pt x="1488" y="22"/>
                  </a:cubicBezTo>
                  <a:cubicBezTo>
                    <a:pt x="941" y="573"/>
                    <a:pt x="456" y="1183"/>
                    <a:pt x="34" y="1834"/>
                  </a:cubicBezTo>
                  <a:cubicBezTo>
                    <a:pt x="0" y="1888"/>
                    <a:pt x="50" y="1940"/>
                    <a:pt x="99" y="1940"/>
                  </a:cubicBezTo>
                  <a:cubicBezTo>
                    <a:pt x="121" y="1940"/>
                    <a:pt x="142" y="1930"/>
                    <a:pt x="156" y="1907"/>
                  </a:cubicBezTo>
                  <a:cubicBezTo>
                    <a:pt x="571" y="1263"/>
                    <a:pt x="1049" y="667"/>
                    <a:pt x="1589" y="123"/>
                  </a:cubicBezTo>
                  <a:cubicBezTo>
                    <a:pt x="1640" y="72"/>
                    <a:pt x="1591" y="0"/>
                    <a:pt x="153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30"/>
            <p:cNvSpPr/>
            <p:nvPr/>
          </p:nvSpPr>
          <p:spPr>
            <a:xfrm>
              <a:off x="7805754" y="2991536"/>
              <a:ext cx="52189" cy="18323"/>
            </a:xfrm>
            <a:custGeom>
              <a:rect b="b" l="l" r="r" t="t"/>
              <a:pathLst>
                <a:path extrusionOk="0" h="249" w="742">
                  <a:moveTo>
                    <a:pt x="640" y="1"/>
                  </a:moveTo>
                  <a:cubicBezTo>
                    <a:pt x="634" y="1"/>
                    <a:pt x="628" y="2"/>
                    <a:pt x="622" y="3"/>
                  </a:cubicBezTo>
                  <a:cubicBezTo>
                    <a:pt x="441" y="38"/>
                    <a:pt x="264" y="73"/>
                    <a:pt x="82" y="108"/>
                  </a:cubicBezTo>
                  <a:cubicBezTo>
                    <a:pt x="0" y="124"/>
                    <a:pt x="27" y="249"/>
                    <a:pt x="105" y="249"/>
                  </a:cubicBezTo>
                  <a:cubicBezTo>
                    <a:pt x="110" y="249"/>
                    <a:pt x="115" y="248"/>
                    <a:pt x="121" y="247"/>
                  </a:cubicBezTo>
                  <a:cubicBezTo>
                    <a:pt x="302" y="209"/>
                    <a:pt x="479" y="174"/>
                    <a:pt x="661" y="139"/>
                  </a:cubicBezTo>
                  <a:cubicBezTo>
                    <a:pt x="742" y="123"/>
                    <a:pt x="714" y="1"/>
                    <a:pt x="64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30"/>
            <p:cNvSpPr/>
            <p:nvPr/>
          </p:nvSpPr>
          <p:spPr>
            <a:xfrm>
              <a:off x="7048098" y="2933111"/>
              <a:ext cx="136028" cy="557259"/>
            </a:xfrm>
            <a:custGeom>
              <a:rect b="b" l="l" r="r" t="t"/>
              <a:pathLst>
                <a:path extrusionOk="0" h="7573" w="1934">
                  <a:moveTo>
                    <a:pt x="1839" y="1"/>
                  </a:moveTo>
                  <a:cubicBezTo>
                    <a:pt x="1819" y="1"/>
                    <a:pt x="1799" y="11"/>
                    <a:pt x="1788" y="38"/>
                  </a:cubicBezTo>
                  <a:cubicBezTo>
                    <a:pt x="973" y="1846"/>
                    <a:pt x="317" y="3714"/>
                    <a:pt x="98" y="5692"/>
                  </a:cubicBezTo>
                  <a:cubicBezTo>
                    <a:pt x="28" y="6295"/>
                    <a:pt x="0" y="6898"/>
                    <a:pt x="0" y="7505"/>
                  </a:cubicBezTo>
                  <a:cubicBezTo>
                    <a:pt x="0" y="7550"/>
                    <a:pt x="36" y="7572"/>
                    <a:pt x="72" y="7572"/>
                  </a:cubicBezTo>
                  <a:cubicBezTo>
                    <a:pt x="108" y="7572"/>
                    <a:pt x="143" y="7550"/>
                    <a:pt x="143" y="7505"/>
                  </a:cubicBezTo>
                  <a:cubicBezTo>
                    <a:pt x="143" y="5509"/>
                    <a:pt x="534" y="3571"/>
                    <a:pt x="1241" y="1707"/>
                  </a:cubicBezTo>
                  <a:cubicBezTo>
                    <a:pt x="1446" y="1167"/>
                    <a:pt x="1673" y="637"/>
                    <a:pt x="1910" y="107"/>
                  </a:cubicBezTo>
                  <a:cubicBezTo>
                    <a:pt x="1934" y="52"/>
                    <a:pt x="1884" y="1"/>
                    <a:pt x="183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30"/>
            <p:cNvSpPr/>
            <p:nvPr/>
          </p:nvSpPr>
          <p:spPr>
            <a:xfrm>
              <a:off x="6538165" y="2425234"/>
              <a:ext cx="76876" cy="62621"/>
            </a:xfrm>
            <a:custGeom>
              <a:rect b="b" l="l" r="r" t="t"/>
              <a:pathLst>
                <a:path extrusionOk="0" h="851" w="1093">
                  <a:moveTo>
                    <a:pt x="910" y="0"/>
                  </a:moveTo>
                  <a:cubicBezTo>
                    <a:pt x="884" y="0"/>
                    <a:pt x="857" y="9"/>
                    <a:pt x="832" y="30"/>
                  </a:cubicBezTo>
                  <a:cubicBezTo>
                    <a:pt x="585" y="235"/>
                    <a:pt x="341" y="444"/>
                    <a:pt x="94" y="650"/>
                  </a:cubicBezTo>
                  <a:cubicBezTo>
                    <a:pt x="0" y="730"/>
                    <a:pt x="86" y="850"/>
                    <a:pt x="183" y="850"/>
                  </a:cubicBezTo>
                  <a:cubicBezTo>
                    <a:pt x="209" y="850"/>
                    <a:pt x="236" y="842"/>
                    <a:pt x="261" y="821"/>
                  </a:cubicBezTo>
                  <a:cubicBezTo>
                    <a:pt x="508" y="612"/>
                    <a:pt x="752" y="403"/>
                    <a:pt x="999" y="197"/>
                  </a:cubicBezTo>
                  <a:cubicBezTo>
                    <a:pt x="1093" y="120"/>
                    <a:pt x="1007" y="0"/>
                    <a:pt x="910"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30"/>
            <p:cNvSpPr/>
            <p:nvPr/>
          </p:nvSpPr>
          <p:spPr>
            <a:xfrm>
              <a:off x="6445673" y="2811624"/>
              <a:ext cx="76806" cy="62621"/>
            </a:xfrm>
            <a:custGeom>
              <a:rect b="b" l="l" r="r" t="t"/>
              <a:pathLst>
                <a:path extrusionOk="0" h="851" w="1092">
                  <a:moveTo>
                    <a:pt x="909" y="1"/>
                  </a:moveTo>
                  <a:cubicBezTo>
                    <a:pt x="883" y="1"/>
                    <a:pt x="855" y="10"/>
                    <a:pt x="830" y="30"/>
                  </a:cubicBezTo>
                  <a:cubicBezTo>
                    <a:pt x="586" y="239"/>
                    <a:pt x="339" y="444"/>
                    <a:pt x="92" y="653"/>
                  </a:cubicBezTo>
                  <a:cubicBezTo>
                    <a:pt x="1" y="730"/>
                    <a:pt x="85" y="850"/>
                    <a:pt x="181" y="850"/>
                  </a:cubicBezTo>
                  <a:cubicBezTo>
                    <a:pt x="207" y="850"/>
                    <a:pt x="234" y="842"/>
                    <a:pt x="259" y="821"/>
                  </a:cubicBezTo>
                  <a:cubicBezTo>
                    <a:pt x="506" y="612"/>
                    <a:pt x="753" y="407"/>
                    <a:pt x="1001" y="198"/>
                  </a:cubicBezTo>
                  <a:cubicBezTo>
                    <a:pt x="1091" y="121"/>
                    <a:pt x="1007" y="1"/>
                    <a:pt x="90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30"/>
            <p:cNvSpPr/>
            <p:nvPr/>
          </p:nvSpPr>
          <p:spPr>
            <a:xfrm>
              <a:off x="6947167" y="3361884"/>
              <a:ext cx="76946" cy="62621"/>
            </a:xfrm>
            <a:custGeom>
              <a:rect b="b" l="l" r="r" t="t"/>
              <a:pathLst>
                <a:path extrusionOk="0" h="851" w="1094">
                  <a:moveTo>
                    <a:pt x="911" y="0"/>
                  </a:moveTo>
                  <a:cubicBezTo>
                    <a:pt x="885" y="0"/>
                    <a:pt x="858" y="9"/>
                    <a:pt x="832" y="29"/>
                  </a:cubicBezTo>
                  <a:cubicBezTo>
                    <a:pt x="585" y="238"/>
                    <a:pt x="342" y="444"/>
                    <a:pt x="94" y="653"/>
                  </a:cubicBezTo>
                  <a:cubicBezTo>
                    <a:pt x="1" y="730"/>
                    <a:pt x="86" y="850"/>
                    <a:pt x="183" y="850"/>
                  </a:cubicBezTo>
                  <a:cubicBezTo>
                    <a:pt x="210" y="850"/>
                    <a:pt x="237" y="841"/>
                    <a:pt x="261" y="820"/>
                  </a:cubicBezTo>
                  <a:cubicBezTo>
                    <a:pt x="509" y="611"/>
                    <a:pt x="756" y="406"/>
                    <a:pt x="1000" y="197"/>
                  </a:cubicBezTo>
                  <a:cubicBezTo>
                    <a:pt x="1093" y="120"/>
                    <a:pt x="1009" y="0"/>
                    <a:pt x="91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30"/>
            <p:cNvSpPr/>
            <p:nvPr/>
          </p:nvSpPr>
          <p:spPr>
            <a:xfrm>
              <a:off x="6514672" y="3289919"/>
              <a:ext cx="64497" cy="73070"/>
            </a:xfrm>
            <a:custGeom>
              <a:rect b="b" l="l" r="r" t="t"/>
              <a:pathLst>
                <a:path extrusionOk="0" h="993" w="917">
                  <a:moveTo>
                    <a:pt x="172" y="0"/>
                  </a:moveTo>
                  <a:cubicBezTo>
                    <a:pt x="85" y="0"/>
                    <a:pt x="1" y="85"/>
                    <a:pt x="65" y="171"/>
                  </a:cubicBezTo>
                  <a:cubicBezTo>
                    <a:pt x="260" y="430"/>
                    <a:pt x="452" y="687"/>
                    <a:pt x="647" y="941"/>
                  </a:cubicBezTo>
                  <a:cubicBezTo>
                    <a:pt x="674" y="978"/>
                    <a:pt x="711" y="993"/>
                    <a:pt x="747" y="993"/>
                  </a:cubicBezTo>
                  <a:cubicBezTo>
                    <a:pt x="834" y="993"/>
                    <a:pt x="916" y="908"/>
                    <a:pt x="853" y="823"/>
                  </a:cubicBezTo>
                  <a:cubicBezTo>
                    <a:pt x="658" y="565"/>
                    <a:pt x="462" y="307"/>
                    <a:pt x="270" y="49"/>
                  </a:cubicBezTo>
                  <a:cubicBezTo>
                    <a:pt x="244" y="15"/>
                    <a:pt x="208" y="0"/>
                    <a:pt x="17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30"/>
            <p:cNvSpPr/>
            <p:nvPr/>
          </p:nvSpPr>
          <p:spPr>
            <a:xfrm>
              <a:off x="6590776" y="2934141"/>
              <a:ext cx="64568" cy="73070"/>
            </a:xfrm>
            <a:custGeom>
              <a:rect b="b" l="l" r="r" t="t"/>
              <a:pathLst>
                <a:path extrusionOk="0" h="993" w="918">
                  <a:moveTo>
                    <a:pt x="169" y="0"/>
                  </a:moveTo>
                  <a:cubicBezTo>
                    <a:pt x="83" y="0"/>
                    <a:pt x="1" y="84"/>
                    <a:pt x="67" y="170"/>
                  </a:cubicBezTo>
                  <a:cubicBezTo>
                    <a:pt x="258" y="428"/>
                    <a:pt x="454" y="686"/>
                    <a:pt x="645" y="944"/>
                  </a:cubicBezTo>
                  <a:cubicBezTo>
                    <a:pt x="673" y="978"/>
                    <a:pt x="710" y="993"/>
                    <a:pt x="746" y="993"/>
                  </a:cubicBezTo>
                  <a:cubicBezTo>
                    <a:pt x="834" y="993"/>
                    <a:pt x="917" y="908"/>
                    <a:pt x="851" y="821"/>
                  </a:cubicBezTo>
                  <a:cubicBezTo>
                    <a:pt x="659" y="564"/>
                    <a:pt x="464" y="310"/>
                    <a:pt x="269" y="51"/>
                  </a:cubicBezTo>
                  <a:cubicBezTo>
                    <a:pt x="242" y="15"/>
                    <a:pt x="205" y="0"/>
                    <a:pt x="169"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30"/>
            <p:cNvSpPr/>
            <p:nvPr/>
          </p:nvSpPr>
          <p:spPr>
            <a:xfrm>
              <a:off x="6766122" y="3356586"/>
              <a:ext cx="64357" cy="73070"/>
            </a:xfrm>
            <a:custGeom>
              <a:rect b="b" l="l" r="r" t="t"/>
              <a:pathLst>
                <a:path extrusionOk="0" h="993" w="915">
                  <a:moveTo>
                    <a:pt x="172" y="0"/>
                  </a:moveTo>
                  <a:cubicBezTo>
                    <a:pt x="85" y="0"/>
                    <a:pt x="1" y="85"/>
                    <a:pt x="65" y="172"/>
                  </a:cubicBezTo>
                  <a:cubicBezTo>
                    <a:pt x="257" y="429"/>
                    <a:pt x="452" y="683"/>
                    <a:pt x="647" y="941"/>
                  </a:cubicBezTo>
                  <a:cubicBezTo>
                    <a:pt x="674" y="977"/>
                    <a:pt x="711" y="992"/>
                    <a:pt x="748" y="992"/>
                  </a:cubicBezTo>
                  <a:cubicBezTo>
                    <a:pt x="834" y="992"/>
                    <a:pt x="915" y="909"/>
                    <a:pt x="849" y="823"/>
                  </a:cubicBezTo>
                  <a:cubicBezTo>
                    <a:pt x="658" y="565"/>
                    <a:pt x="462" y="307"/>
                    <a:pt x="270" y="50"/>
                  </a:cubicBezTo>
                  <a:cubicBezTo>
                    <a:pt x="244" y="15"/>
                    <a:pt x="208" y="0"/>
                    <a:pt x="17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30"/>
            <p:cNvSpPr/>
            <p:nvPr/>
          </p:nvSpPr>
          <p:spPr>
            <a:xfrm>
              <a:off x="6571504" y="2641571"/>
              <a:ext cx="62317" cy="74836"/>
            </a:xfrm>
            <a:custGeom>
              <a:rect b="b" l="l" r="r" t="t"/>
              <a:pathLst>
                <a:path extrusionOk="0" h="1017" w="886">
                  <a:moveTo>
                    <a:pt x="170" y="1"/>
                  </a:moveTo>
                  <a:cubicBezTo>
                    <a:pt x="85" y="1"/>
                    <a:pt x="1" y="86"/>
                    <a:pt x="62" y="174"/>
                  </a:cubicBezTo>
                  <a:cubicBezTo>
                    <a:pt x="247" y="435"/>
                    <a:pt x="432" y="700"/>
                    <a:pt x="616" y="965"/>
                  </a:cubicBezTo>
                  <a:cubicBezTo>
                    <a:pt x="642" y="1001"/>
                    <a:pt x="678" y="1016"/>
                    <a:pt x="715" y="1016"/>
                  </a:cubicBezTo>
                  <a:cubicBezTo>
                    <a:pt x="801" y="1016"/>
                    <a:pt x="886" y="931"/>
                    <a:pt x="821" y="843"/>
                  </a:cubicBezTo>
                  <a:cubicBezTo>
                    <a:pt x="637" y="581"/>
                    <a:pt x="453" y="317"/>
                    <a:pt x="268" y="52"/>
                  </a:cubicBezTo>
                  <a:cubicBezTo>
                    <a:pt x="242" y="16"/>
                    <a:pt x="206" y="1"/>
                    <a:pt x="17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30"/>
            <p:cNvSpPr/>
            <p:nvPr/>
          </p:nvSpPr>
          <p:spPr>
            <a:xfrm>
              <a:off x="6758737" y="2833846"/>
              <a:ext cx="62387" cy="74836"/>
            </a:xfrm>
            <a:custGeom>
              <a:rect b="b" l="l" r="r" t="t"/>
              <a:pathLst>
                <a:path extrusionOk="0" h="1017" w="887">
                  <a:moveTo>
                    <a:pt x="170" y="1"/>
                  </a:moveTo>
                  <a:cubicBezTo>
                    <a:pt x="84" y="1"/>
                    <a:pt x="1" y="86"/>
                    <a:pt x="62" y="174"/>
                  </a:cubicBezTo>
                  <a:cubicBezTo>
                    <a:pt x="247" y="435"/>
                    <a:pt x="435" y="700"/>
                    <a:pt x="620" y="965"/>
                  </a:cubicBezTo>
                  <a:cubicBezTo>
                    <a:pt x="645" y="1001"/>
                    <a:pt x="682" y="1016"/>
                    <a:pt x="717" y="1016"/>
                  </a:cubicBezTo>
                  <a:cubicBezTo>
                    <a:pt x="803" y="1016"/>
                    <a:pt x="887" y="931"/>
                    <a:pt x="825" y="843"/>
                  </a:cubicBezTo>
                  <a:cubicBezTo>
                    <a:pt x="637" y="581"/>
                    <a:pt x="452" y="317"/>
                    <a:pt x="268" y="52"/>
                  </a:cubicBezTo>
                  <a:cubicBezTo>
                    <a:pt x="242" y="16"/>
                    <a:pt x="206" y="1"/>
                    <a:pt x="17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30"/>
            <p:cNvSpPr/>
            <p:nvPr/>
          </p:nvSpPr>
          <p:spPr>
            <a:xfrm>
              <a:off x="6931974" y="2962765"/>
              <a:ext cx="71812" cy="67772"/>
            </a:xfrm>
            <a:custGeom>
              <a:rect b="b" l="l" r="r" t="t"/>
              <a:pathLst>
                <a:path extrusionOk="0" h="921" w="1021">
                  <a:moveTo>
                    <a:pt x="849" y="0"/>
                  </a:moveTo>
                  <a:cubicBezTo>
                    <a:pt x="822" y="0"/>
                    <a:pt x="795" y="11"/>
                    <a:pt x="770" y="35"/>
                  </a:cubicBezTo>
                  <a:cubicBezTo>
                    <a:pt x="540" y="262"/>
                    <a:pt x="313" y="492"/>
                    <a:pt x="83" y="718"/>
                  </a:cubicBezTo>
                  <a:cubicBezTo>
                    <a:pt x="0" y="802"/>
                    <a:pt x="81" y="921"/>
                    <a:pt x="172" y="921"/>
                  </a:cubicBezTo>
                  <a:cubicBezTo>
                    <a:pt x="199" y="921"/>
                    <a:pt x="226" y="910"/>
                    <a:pt x="251" y="886"/>
                  </a:cubicBezTo>
                  <a:cubicBezTo>
                    <a:pt x="481" y="659"/>
                    <a:pt x="707" y="432"/>
                    <a:pt x="937" y="203"/>
                  </a:cubicBezTo>
                  <a:cubicBezTo>
                    <a:pt x="1021" y="119"/>
                    <a:pt x="940" y="0"/>
                    <a:pt x="849"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30"/>
            <p:cNvSpPr/>
            <p:nvPr/>
          </p:nvSpPr>
          <p:spPr>
            <a:xfrm>
              <a:off x="6787153" y="2688076"/>
              <a:ext cx="85809" cy="43783"/>
            </a:xfrm>
            <a:custGeom>
              <a:rect b="b" l="l" r="r" t="t"/>
              <a:pathLst>
                <a:path extrusionOk="0" h="595" w="1220">
                  <a:moveTo>
                    <a:pt x="1072" y="1"/>
                  </a:moveTo>
                  <a:cubicBezTo>
                    <a:pt x="1059" y="1"/>
                    <a:pt x="1046" y="3"/>
                    <a:pt x="1031" y="8"/>
                  </a:cubicBezTo>
                  <a:cubicBezTo>
                    <a:pt x="727" y="127"/>
                    <a:pt x="428" y="242"/>
                    <a:pt x="129" y="357"/>
                  </a:cubicBezTo>
                  <a:cubicBezTo>
                    <a:pt x="0" y="404"/>
                    <a:pt x="38" y="595"/>
                    <a:pt x="151" y="595"/>
                  </a:cubicBezTo>
                  <a:cubicBezTo>
                    <a:pt x="164" y="595"/>
                    <a:pt x="177" y="592"/>
                    <a:pt x="191" y="587"/>
                  </a:cubicBezTo>
                  <a:cubicBezTo>
                    <a:pt x="491" y="468"/>
                    <a:pt x="790" y="354"/>
                    <a:pt x="1094" y="238"/>
                  </a:cubicBezTo>
                  <a:cubicBezTo>
                    <a:pt x="1219" y="189"/>
                    <a:pt x="1184" y="1"/>
                    <a:pt x="107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30"/>
            <p:cNvSpPr/>
            <p:nvPr/>
          </p:nvSpPr>
          <p:spPr>
            <a:xfrm>
              <a:off x="6956732" y="2553197"/>
              <a:ext cx="85668" cy="43636"/>
            </a:xfrm>
            <a:custGeom>
              <a:rect b="b" l="l" r="r" t="t"/>
              <a:pathLst>
                <a:path extrusionOk="0" h="593" w="1218">
                  <a:moveTo>
                    <a:pt x="1071" y="0"/>
                  </a:moveTo>
                  <a:cubicBezTo>
                    <a:pt x="1057" y="0"/>
                    <a:pt x="1043" y="3"/>
                    <a:pt x="1028" y="9"/>
                  </a:cubicBezTo>
                  <a:cubicBezTo>
                    <a:pt x="728" y="124"/>
                    <a:pt x="428" y="239"/>
                    <a:pt x="125" y="357"/>
                  </a:cubicBezTo>
                  <a:cubicBezTo>
                    <a:pt x="1" y="404"/>
                    <a:pt x="37" y="592"/>
                    <a:pt x="148" y="592"/>
                  </a:cubicBezTo>
                  <a:cubicBezTo>
                    <a:pt x="162" y="592"/>
                    <a:pt x="176" y="590"/>
                    <a:pt x="191" y="584"/>
                  </a:cubicBezTo>
                  <a:cubicBezTo>
                    <a:pt x="491" y="469"/>
                    <a:pt x="791" y="354"/>
                    <a:pt x="1090" y="239"/>
                  </a:cubicBezTo>
                  <a:cubicBezTo>
                    <a:pt x="1218" y="189"/>
                    <a:pt x="1182" y="0"/>
                    <a:pt x="107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30"/>
            <p:cNvSpPr/>
            <p:nvPr/>
          </p:nvSpPr>
          <p:spPr>
            <a:xfrm>
              <a:off x="6668989" y="3203017"/>
              <a:ext cx="87286" cy="40030"/>
            </a:xfrm>
            <a:custGeom>
              <a:rect b="b" l="l" r="r" t="t"/>
              <a:pathLst>
                <a:path extrusionOk="0" h="544" w="1241">
                  <a:moveTo>
                    <a:pt x="1087" y="1"/>
                  </a:moveTo>
                  <a:cubicBezTo>
                    <a:pt x="1075" y="1"/>
                    <a:pt x="1062" y="3"/>
                    <a:pt x="1049" y="7"/>
                  </a:cubicBezTo>
                  <a:cubicBezTo>
                    <a:pt x="742" y="109"/>
                    <a:pt x="436" y="210"/>
                    <a:pt x="129" y="310"/>
                  </a:cubicBezTo>
                  <a:cubicBezTo>
                    <a:pt x="0" y="352"/>
                    <a:pt x="39" y="544"/>
                    <a:pt x="153" y="544"/>
                  </a:cubicBezTo>
                  <a:cubicBezTo>
                    <a:pt x="165" y="544"/>
                    <a:pt x="178" y="542"/>
                    <a:pt x="191" y="537"/>
                  </a:cubicBezTo>
                  <a:cubicBezTo>
                    <a:pt x="498" y="436"/>
                    <a:pt x="805" y="335"/>
                    <a:pt x="1111" y="234"/>
                  </a:cubicBezTo>
                  <a:cubicBezTo>
                    <a:pt x="1241" y="193"/>
                    <a:pt x="1202" y="1"/>
                    <a:pt x="1087"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30"/>
            <p:cNvSpPr/>
            <p:nvPr/>
          </p:nvSpPr>
          <p:spPr>
            <a:xfrm>
              <a:off x="6918610" y="3182119"/>
              <a:ext cx="47265" cy="81827"/>
            </a:xfrm>
            <a:custGeom>
              <a:rect b="b" l="l" r="r" t="t"/>
              <a:pathLst>
                <a:path extrusionOk="0" h="1112" w="672">
                  <a:moveTo>
                    <a:pt x="528" y="1"/>
                  </a:moveTo>
                  <a:cubicBezTo>
                    <a:pt x="480" y="1"/>
                    <a:pt x="431" y="24"/>
                    <a:pt x="410" y="79"/>
                  </a:cubicBezTo>
                  <a:cubicBezTo>
                    <a:pt x="284" y="375"/>
                    <a:pt x="159" y="674"/>
                    <a:pt x="37" y="970"/>
                  </a:cubicBezTo>
                  <a:cubicBezTo>
                    <a:pt x="1" y="1055"/>
                    <a:pt x="71" y="1112"/>
                    <a:pt x="146" y="1112"/>
                  </a:cubicBezTo>
                  <a:cubicBezTo>
                    <a:pt x="194" y="1112"/>
                    <a:pt x="243" y="1088"/>
                    <a:pt x="267" y="1033"/>
                  </a:cubicBezTo>
                  <a:cubicBezTo>
                    <a:pt x="389" y="737"/>
                    <a:pt x="514" y="438"/>
                    <a:pt x="636" y="142"/>
                  </a:cubicBezTo>
                  <a:cubicBezTo>
                    <a:pt x="672" y="57"/>
                    <a:pt x="601" y="1"/>
                    <a:pt x="52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30"/>
            <p:cNvSpPr/>
            <p:nvPr/>
          </p:nvSpPr>
          <p:spPr>
            <a:xfrm>
              <a:off x="6979873" y="2789107"/>
              <a:ext cx="62528" cy="74542"/>
            </a:xfrm>
            <a:custGeom>
              <a:rect b="b" l="l" r="r" t="t"/>
              <a:pathLst>
                <a:path extrusionOk="0" h="1013" w="889">
                  <a:moveTo>
                    <a:pt x="170" y="0"/>
                  </a:moveTo>
                  <a:cubicBezTo>
                    <a:pt x="84" y="0"/>
                    <a:pt x="1" y="85"/>
                    <a:pt x="65" y="172"/>
                  </a:cubicBezTo>
                  <a:cubicBezTo>
                    <a:pt x="250" y="433"/>
                    <a:pt x="438" y="698"/>
                    <a:pt x="622" y="959"/>
                  </a:cubicBezTo>
                  <a:cubicBezTo>
                    <a:pt x="648" y="997"/>
                    <a:pt x="685" y="1013"/>
                    <a:pt x="722" y="1013"/>
                  </a:cubicBezTo>
                  <a:cubicBezTo>
                    <a:pt x="807" y="1013"/>
                    <a:pt x="888" y="929"/>
                    <a:pt x="827" y="841"/>
                  </a:cubicBezTo>
                  <a:cubicBezTo>
                    <a:pt x="643" y="576"/>
                    <a:pt x="454" y="315"/>
                    <a:pt x="270" y="54"/>
                  </a:cubicBezTo>
                  <a:cubicBezTo>
                    <a:pt x="244" y="16"/>
                    <a:pt x="207" y="0"/>
                    <a:pt x="170"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30"/>
            <p:cNvSpPr/>
            <p:nvPr/>
          </p:nvSpPr>
          <p:spPr>
            <a:xfrm>
              <a:off x="6736370" y="2217654"/>
              <a:ext cx="33831" cy="137383"/>
            </a:xfrm>
            <a:custGeom>
              <a:rect b="b" l="l" r="r" t="t"/>
              <a:pathLst>
                <a:path extrusionOk="0" h="1867" w="481">
                  <a:moveTo>
                    <a:pt x="417" y="1"/>
                  </a:moveTo>
                  <a:cubicBezTo>
                    <a:pt x="403" y="1"/>
                    <a:pt x="389" y="8"/>
                    <a:pt x="380" y="25"/>
                  </a:cubicBezTo>
                  <a:cubicBezTo>
                    <a:pt x="122" y="589"/>
                    <a:pt x="0" y="1199"/>
                    <a:pt x="32" y="1820"/>
                  </a:cubicBezTo>
                  <a:cubicBezTo>
                    <a:pt x="34" y="1851"/>
                    <a:pt x="58" y="1867"/>
                    <a:pt x="81" y="1867"/>
                  </a:cubicBezTo>
                  <a:cubicBezTo>
                    <a:pt x="105" y="1867"/>
                    <a:pt x="127" y="1851"/>
                    <a:pt x="126" y="1820"/>
                  </a:cubicBezTo>
                  <a:cubicBezTo>
                    <a:pt x="98" y="1217"/>
                    <a:pt x="209" y="621"/>
                    <a:pt x="464" y="70"/>
                  </a:cubicBezTo>
                  <a:cubicBezTo>
                    <a:pt x="480" y="35"/>
                    <a:pt x="448" y="1"/>
                    <a:pt x="417"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30"/>
            <p:cNvSpPr/>
            <p:nvPr/>
          </p:nvSpPr>
          <p:spPr>
            <a:xfrm>
              <a:off x="6793905" y="2228618"/>
              <a:ext cx="19905" cy="147317"/>
            </a:xfrm>
            <a:custGeom>
              <a:rect b="b" l="l" r="r" t="t"/>
              <a:pathLst>
                <a:path extrusionOk="0" h="2002" w="283">
                  <a:moveTo>
                    <a:pt x="224" y="1"/>
                  </a:moveTo>
                  <a:cubicBezTo>
                    <a:pt x="206" y="1"/>
                    <a:pt x="188" y="12"/>
                    <a:pt x="182" y="37"/>
                  </a:cubicBezTo>
                  <a:cubicBezTo>
                    <a:pt x="57" y="667"/>
                    <a:pt x="1" y="1312"/>
                    <a:pt x="18" y="1957"/>
                  </a:cubicBezTo>
                  <a:cubicBezTo>
                    <a:pt x="20" y="1986"/>
                    <a:pt x="45" y="2001"/>
                    <a:pt x="69" y="2001"/>
                  </a:cubicBezTo>
                  <a:cubicBezTo>
                    <a:pt x="93" y="2001"/>
                    <a:pt x="116" y="1986"/>
                    <a:pt x="116" y="1957"/>
                  </a:cubicBezTo>
                  <a:cubicBezTo>
                    <a:pt x="95" y="1319"/>
                    <a:pt x="147" y="685"/>
                    <a:pt x="276" y="61"/>
                  </a:cubicBezTo>
                  <a:cubicBezTo>
                    <a:pt x="283" y="25"/>
                    <a:pt x="253" y="1"/>
                    <a:pt x="22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30"/>
            <p:cNvSpPr/>
            <p:nvPr/>
          </p:nvSpPr>
          <p:spPr>
            <a:xfrm>
              <a:off x="6850666" y="2236491"/>
              <a:ext cx="10761" cy="150334"/>
            </a:xfrm>
            <a:custGeom>
              <a:rect b="b" l="l" r="r" t="t"/>
              <a:pathLst>
                <a:path extrusionOk="0" h="2043" w="153">
                  <a:moveTo>
                    <a:pt x="56" y="0"/>
                  </a:moveTo>
                  <a:cubicBezTo>
                    <a:pt x="32" y="0"/>
                    <a:pt x="9" y="15"/>
                    <a:pt x="13" y="44"/>
                  </a:cubicBezTo>
                  <a:cubicBezTo>
                    <a:pt x="54" y="696"/>
                    <a:pt x="54" y="1348"/>
                    <a:pt x="3" y="1996"/>
                  </a:cubicBezTo>
                  <a:cubicBezTo>
                    <a:pt x="1" y="2027"/>
                    <a:pt x="23" y="2043"/>
                    <a:pt x="47" y="2043"/>
                  </a:cubicBezTo>
                  <a:cubicBezTo>
                    <a:pt x="71" y="2043"/>
                    <a:pt x="97" y="2027"/>
                    <a:pt x="100" y="1996"/>
                  </a:cubicBezTo>
                  <a:cubicBezTo>
                    <a:pt x="149" y="1348"/>
                    <a:pt x="152" y="696"/>
                    <a:pt x="107" y="44"/>
                  </a:cubicBezTo>
                  <a:cubicBezTo>
                    <a:pt x="105" y="15"/>
                    <a:pt x="80" y="0"/>
                    <a:pt x="5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30"/>
            <p:cNvSpPr/>
            <p:nvPr/>
          </p:nvSpPr>
          <p:spPr>
            <a:xfrm>
              <a:off x="6906091" y="2221627"/>
              <a:ext cx="23703" cy="160415"/>
            </a:xfrm>
            <a:custGeom>
              <a:rect b="b" l="l" r="r" t="t"/>
              <a:pathLst>
                <a:path extrusionOk="0" h="2180" w="337">
                  <a:moveTo>
                    <a:pt x="60" y="1"/>
                  </a:moveTo>
                  <a:cubicBezTo>
                    <a:pt x="31" y="1"/>
                    <a:pt x="0" y="26"/>
                    <a:pt x="9" y="62"/>
                  </a:cubicBezTo>
                  <a:cubicBezTo>
                    <a:pt x="186" y="734"/>
                    <a:pt x="242" y="1442"/>
                    <a:pt x="173" y="2135"/>
                  </a:cubicBezTo>
                  <a:cubicBezTo>
                    <a:pt x="171" y="2165"/>
                    <a:pt x="194" y="2180"/>
                    <a:pt x="218" y="2180"/>
                  </a:cubicBezTo>
                  <a:cubicBezTo>
                    <a:pt x="242" y="2180"/>
                    <a:pt x="267" y="2165"/>
                    <a:pt x="270" y="2135"/>
                  </a:cubicBezTo>
                  <a:cubicBezTo>
                    <a:pt x="337" y="1434"/>
                    <a:pt x="281" y="717"/>
                    <a:pt x="103" y="34"/>
                  </a:cubicBezTo>
                  <a:cubicBezTo>
                    <a:pt x="96" y="11"/>
                    <a:pt x="79" y="1"/>
                    <a:pt x="6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30"/>
            <p:cNvSpPr/>
            <p:nvPr/>
          </p:nvSpPr>
          <p:spPr>
            <a:xfrm>
              <a:off x="6961445" y="2201613"/>
              <a:ext cx="30385" cy="154234"/>
            </a:xfrm>
            <a:custGeom>
              <a:rect b="b" l="l" r="r" t="t"/>
              <a:pathLst>
                <a:path extrusionOk="0" h="2096" w="432">
                  <a:moveTo>
                    <a:pt x="58" y="1"/>
                  </a:moveTo>
                  <a:cubicBezTo>
                    <a:pt x="29" y="1"/>
                    <a:pt x="0" y="25"/>
                    <a:pt x="13" y="58"/>
                  </a:cubicBezTo>
                  <a:cubicBezTo>
                    <a:pt x="246" y="696"/>
                    <a:pt x="337" y="1372"/>
                    <a:pt x="277" y="2048"/>
                  </a:cubicBezTo>
                  <a:cubicBezTo>
                    <a:pt x="276" y="2080"/>
                    <a:pt x="299" y="2095"/>
                    <a:pt x="322" y="2095"/>
                  </a:cubicBezTo>
                  <a:cubicBezTo>
                    <a:pt x="346" y="2095"/>
                    <a:pt x="370" y="2080"/>
                    <a:pt x="372" y="2048"/>
                  </a:cubicBezTo>
                  <a:cubicBezTo>
                    <a:pt x="431" y="1365"/>
                    <a:pt x="340" y="679"/>
                    <a:pt x="103" y="34"/>
                  </a:cubicBezTo>
                  <a:cubicBezTo>
                    <a:pt x="95" y="11"/>
                    <a:pt x="76" y="1"/>
                    <a:pt x="5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30"/>
            <p:cNvSpPr/>
            <p:nvPr/>
          </p:nvSpPr>
          <p:spPr>
            <a:xfrm>
              <a:off x="6482107" y="3085209"/>
              <a:ext cx="409701" cy="54747"/>
            </a:xfrm>
            <a:custGeom>
              <a:rect b="b" l="l" r="r" t="t"/>
              <a:pathLst>
                <a:path extrusionOk="0" h="744" w="5825">
                  <a:moveTo>
                    <a:pt x="89" y="1"/>
                  </a:moveTo>
                  <a:cubicBezTo>
                    <a:pt x="20" y="1"/>
                    <a:pt x="0" y="116"/>
                    <a:pt x="75" y="145"/>
                  </a:cubicBezTo>
                  <a:cubicBezTo>
                    <a:pt x="1143" y="544"/>
                    <a:pt x="2273" y="744"/>
                    <a:pt x="3404" y="744"/>
                  </a:cubicBezTo>
                  <a:cubicBezTo>
                    <a:pt x="4189" y="744"/>
                    <a:pt x="4975" y="648"/>
                    <a:pt x="5741" y="455"/>
                  </a:cubicBezTo>
                  <a:cubicBezTo>
                    <a:pt x="5824" y="433"/>
                    <a:pt x="5798" y="313"/>
                    <a:pt x="5723" y="313"/>
                  </a:cubicBezTo>
                  <a:cubicBezTo>
                    <a:pt x="5717" y="313"/>
                    <a:pt x="5710" y="314"/>
                    <a:pt x="5703" y="316"/>
                  </a:cubicBezTo>
                  <a:cubicBezTo>
                    <a:pt x="4949" y="506"/>
                    <a:pt x="4179" y="600"/>
                    <a:pt x="3410" y="600"/>
                  </a:cubicBezTo>
                  <a:cubicBezTo>
                    <a:pt x="2290" y="600"/>
                    <a:pt x="1173" y="400"/>
                    <a:pt x="114" y="5"/>
                  </a:cubicBezTo>
                  <a:cubicBezTo>
                    <a:pt x="105" y="2"/>
                    <a:pt x="97" y="1"/>
                    <a:pt x="8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30"/>
            <p:cNvSpPr/>
            <p:nvPr/>
          </p:nvSpPr>
          <p:spPr>
            <a:xfrm>
              <a:off x="6715832" y="2312798"/>
              <a:ext cx="303496" cy="75572"/>
            </a:xfrm>
            <a:custGeom>
              <a:rect b="b" l="l" r="r" t="t"/>
              <a:pathLst>
                <a:path extrusionOk="0" h="1027" w="4315">
                  <a:moveTo>
                    <a:pt x="4256" y="0"/>
                  </a:moveTo>
                  <a:cubicBezTo>
                    <a:pt x="4236" y="0"/>
                    <a:pt x="4217" y="10"/>
                    <a:pt x="4208" y="32"/>
                  </a:cubicBezTo>
                  <a:cubicBezTo>
                    <a:pt x="3941" y="721"/>
                    <a:pt x="2979" y="889"/>
                    <a:pt x="2334" y="924"/>
                  </a:cubicBezTo>
                  <a:cubicBezTo>
                    <a:pt x="2251" y="929"/>
                    <a:pt x="2169" y="931"/>
                    <a:pt x="2086" y="931"/>
                  </a:cubicBezTo>
                  <a:cubicBezTo>
                    <a:pt x="1393" y="931"/>
                    <a:pt x="707" y="763"/>
                    <a:pt x="94" y="436"/>
                  </a:cubicBezTo>
                  <a:cubicBezTo>
                    <a:pt x="86" y="432"/>
                    <a:pt x="79" y="430"/>
                    <a:pt x="71" y="430"/>
                  </a:cubicBezTo>
                  <a:cubicBezTo>
                    <a:pt x="29" y="430"/>
                    <a:pt x="1" y="493"/>
                    <a:pt x="48" y="520"/>
                  </a:cubicBezTo>
                  <a:cubicBezTo>
                    <a:pt x="675" y="851"/>
                    <a:pt x="1380" y="1027"/>
                    <a:pt x="2090" y="1027"/>
                  </a:cubicBezTo>
                  <a:cubicBezTo>
                    <a:pt x="2225" y="1027"/>
                    <a:pt x="2360" y="1020"/>
                    <a:pt x="2494" y="1007"/>
                  </a:cubicBezTo>
                  <a:cubicBezTo>
                    <a:pt x="3153" y="945"/>
                    <a:pt x="4031" y="750"/>
                    <a:pt x="4300" y="57"/>
                  </a:cubicBezTo>
                  <a:cubicBezTo>
                    <a:pt x="4314" y="23"/>
                    <a:pt x="4285" y="0"/>
                    <a:pt x="425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30"/>
            <p:cNvSpPr/>
            <p:nvPr/>
          </p:nvSpPr>
          <p:spPr>
            <a:xfrm>
              <a:off x="7048450" y="2498965"/>
              <a:ext cx="248423" cy="231793"/>
            </a:xfrm>
            <a:custGeom>
              <a:rect b="b" l="l" r="r" t="t"/>
              <a:pathLst>
                <a:path extrusionOk="0" h="3150" w="3532">
                  <a:moveTo>
                    <a:pt x="3428" y="0"/>
                  </a:moveTo>
                  <a:cubicBezTo>
                    <a:pt x="2576" y="0"/>
                    <a:pt x="1734" y="314"/>
                    <a:pt x="1103" y="888"/>
                  </a:cubicBezTo>
                  <a:cubicBezTo>
                    <a:pt x="480" y="1457"/>
                    <a:pt x="93" y="2247"/>
                    <a:pt x="6" y="3080"/>
                  </a:cubicBezTo>
                  <a:cubicBezTo>
                    <a:pt x="1" y="3127"/>
                    <a:pt x="33" y="3150"/>
                    <a:pt x="68" y="3150"/>
                  </a:cubicBezTo>
                  <a:cubicBezTo>
                    <a:pt x="104" y="3150"/>
                    <a:pt x="142" y="3126"/>
                    <a:pt x="145" y="3080"/>
                  </a:cubicBezTo>
                  <a:cubicBezTo>
                    <a:pt x="232" y="2286"/>
                    <a:pt x="608" y="1530"/>
                    <a:pt x="1205" y="990"/>
                  </a:cubicBezTo>
                  <a:cubicBezTo>
                    <a:pt x="1808" y="439"/>
                    <a:pt x="2614" y="143"/>
                    <a:pt x="3428" y="143"/>
                  </a:cubicBezTo>
                  <a:cubicBezTo>
                    <a:pt x="3432" y="143"/>
                    <a:pt x="3437" y="143"/>
                    <a:pt x="3442" y="143"/>
                  </a:cubicBezTo>
                  <a:cubicBezTo>
                    <a:pt x="3532" y="143"/>
                    <a:pt x="3532" y="0"/>
                    <a:pt x="3442" y="0"/>
                  </a:cubicBezTo>
                  <a:cubicBezTo>
                    <a:pt x="3437" y="0"/>
                    <a:pt x="3433" y="0"/>
                    <a:pt x="3428"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30"/>
            <p:cNvSpPr/>
            <p:nvPr/>
          </p:nvSpPr>
          <p:spPr>
            <a:xfrm>
              <a:off x="6352338" y="2550253"/>
              <a:ext cx="126040" cy="475874"/>
            </a:xfrm>
            <a:custGeom>
              <a:rect b="b" l="l" r="r" t="t"/>
              <a:pathLst>
                <a:path extrusionOk="0" h="6467" w="1792">
                  <a:moveTo>
                    <a:pt x="1652" y="0"/>
                  </a:moveTo>
                  <a:cubicBezTo>
                    <a:pt x="1610" y="0"/>
                    <a:pt x="1563" y="36"/>
                    <a:pt x="1572" y="91"/>
                  </a:cubicBezTo>
                  <a:cubicBezTo>
                    <a:pt x="1739" y="1174"/>
                    <a:pt x="847" y="2028"/>
                    <a:pt x="373" y="2903"/>
                  </a:cubicBezTo>
                  <a:cubicBezTo>
                    <a:pt x="168" y="3282"/>
                    <a:pt x="0" y="3718"/>
                    <a:pt x="28" y="4157"/>
                  </a:cubicBezTo>
                  <a:cubicBezTo>
                    <a:pt x="52" y="4554"/>
                    <a:pt x="224" y="4937"/>
                    <a:pt x="418" y="5283"/>
                  </a:cubicBezTo>
                  <a:cubicBezTo>
                    <a:pt x="666" y="5707"/>
                    <a:pt x="980" y="6101"/>
                    <a:pt x="1327" y="6447"/>
                  </a:cubicBezTo>
                  <a:cubicBezTo>
                    <a:pt x="1343" y="6461"/>
                    <a:pt x="1359" y="6467"/>
                    <a:pt x="1376" y="6467"/>
                  </a:cubicBezTo>
                  <a:cubicBezTo>
                    <a:pt x="1431" y="6467"/>
                    <a:pt x="1480" y="6397"/>
                    <a:pt x="1429" y="6345"/>
                  </a:cubicBezTo>
                  <a:cubicBezTo>
                    <a:pt x="1115" y="6035"/>
                    <a:pt x="837" y="5690"/>
                    <a:pt x="607" y="5318"/>
                  </a:cubicBezTo>
                  <a:cubicBezTo>
                    <a:pt x="387" y="4958"/>
                    <a:pt x="185" y="4544"/>
                    <a:pt x="168" y="4115"/>
                  </a:cubicBezTo>
                  <a:cubicBezTo>
                    <a:pt x="136" y="3136"/>
                    <a:pt x="951" y="2359"/>
                    <a:pt x="1383" y="1550"/>
                  </a:cubicBezTo>
                  <a:cubicBezTo>
                    <a:pt x="1631" y="1087"/>
                    <a:pt x="1792" y="582"/>
                    <a:pt x="1711" y="53"/>
                  </a:cubicBezTo>
                  <a:cubicBezTo>
                    <a:pt x="1706" y="16"/>
                    <a:pt x="1680" y="0"/>
                    <a:pt x="165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1" name="Google Shape;361;p30"/>
          <p:cNvSpPr/>
          <p:nvPr/>
        </p:nvSpPr>
        <p:spPr>
          <a:xfrm flipH="1" rot="858131">
            <a:off x="-585008" y="4078813"/>
            <a:ext cx="6634546" cy="3825569"/>
          </a:xfrm>
          <a:custGeom>
            <a:rect b="b" l="l" r="r" t="t"/>
            <a:pathLst>
              <a:path extrusionOk="0" h="140790" w="244167">
                <a:moveTo>
                  <a:pt x="134823" y="24269"/>
                </a:moveTo>
                <a:cubicBezTo>
                  <a:pt x="122338" y="19609"/>
                  <a:pt x="100115" y="3779"/>
                  <a:pt x="85001" y="971"/>
                </a:cubicBezTo>
                <a:cubicBezTo>
                  <a:pt x="69887" y="-1837"/>
                  <a:pt x="56864" y="1927"/>
                  <a:pt x="44140" y="7423"/>
                </a:cubicBezTo>
                <a:cubicBezTo>
                  <a:pt x="31416" y="12919"/>
                  <a:pt x="15943" y="24927"/>
                  <a:pt x="8655" y="33947"/>
                </a:cubicBezTo>
                <a:cubicBezTo>
                  <a:pt x="1367" y="42968"/>
                  <a:pt x="-843" y="52167"/>
                  <a:pt x="411" y="61546"/>
                </a:cubicBezTo>
                <a:cubicBezTo>
                  <a:pt x="1666" y="70925"/>
                  <a:pt x="3936" y="83710"/>
                  <a:pt x="16182" y="90221"/>
                </a:cubicBezTo>
                <a:cubicBezTo>
                  <a:pt x="28429" y="96733"/>
                  <a:pt x="57641" y="99002"/>
                  <a:pt x="73890" y="100615"/>
                </a:cubicBezTo>
                <a:cubicBezTo>
                  <a:pt x="90139" y="102228"/>
                  <a:pt x="100712" y="94641"/>
                  <a:pt x="113675" y="99898"/>
                </a:cubicBezTo>
                <a:cubicBezTo>
                  <a:pt x="126638" y="105155"/>
                  <a:pt x="140498" y="125347"/>
                  <a:pt x="151669" y="132157"/>
                </a:cubicBezTo>
                <a:cubicBezTo>
                  <a:pt x="162840" y="138967"/>
                  <a:pt x="169591" y="140880"/>
                  <a:pt x="180702" y="140760"/>
                </a:cubicBezTo>
                <a:cubicBezTo>
                  <a:pt x="191814" y="140641"/>
                  <a:pt x="208242" y="137593"/>
                  <a:pt x="218338" y="131440"/>
                </a:cubicBezTo>
                <a:cubicBezTo>
                  <a:pt x="228434" y="125287"/>
                  <a:pt x="237275" y="113997"/>
                  <a:pt x="241277" y="103841"/>
                </a:cubicBezTo>
                <a:cubicBezTo>
                  <a:pt x="245280" y="93686"/>
                  <a:pt x="244563" y="80961"/>
                  <a:pt x="242353" y="70507"/>
                </a:cubicBezTo>
                <a:cubicBezTo>
                  <a:pt x="240143" y="60053"/>
                  <a:pt x="234407" y="48582"/>
                  <a:pt x="228015" y="41115"/>
                </a:cubicBezTo>
                <a:cubicBezTo>
                  <a:pt x="221623" y="33648"/>
                  <a:pt x="215350" y="27734"/>
                  <a:pt x="204000" y="25703"/>
                </a:cubicBezTo>
                <a:cubicBezTo>
                  <a:pt x="192650" y="23672"/>
                  <a:pt x="171443" y="29168"/>
                  <a:pt x="159913" y="28929"/>
                </a:cubicBezTo>
                <a:cubicBezTo>
                  <a:pt x="148384" y="28690"/>
                  <a:pt x="147308" y="28929"/>
                  <a:pt x="134823" y="24269"/>
                </a:cubicBezTo>
                <a:close/>
              </a:path>
            </a:pathLst>
          </a:custGeom>
          <a:noFill/>
          <a:ln cap="flat" cmpd="sng" w="9525">
            <a:solidFill>
              <a:schemeClr val="dk2"/>
            </a:solidFill>
            <a:prstDash val="solid"/>
            <a:round/>
            <a:headEnd len="med" w="med" type="none"/>
            <a:tailEnd len="med" w="med" type="none"/>
          </a:ln>
        </p:spPr>
      </p:sp>
      <p:sp>
        <p:nvSpPr>
          <p:cNvPr id="362" name="Google Shape;362;p30"/>
          <p:cNvSpPr/>
          <p:nvPr/>
        </p:nvSpPr>
        <p:spPr>
          <a:xfrm flipH="1" rot="9850898">
            <a:off x="1013828" y="593299"/>
            <a:ext cx="669140" cy="301521"/>
          </a:xfrm>
          <a:prstGeom prst="ellipse">
            <a:avLst/>
          </a:prstGeom>
          <a:solidFill>
            <a:srgbClr val="C7CAEA">
              <a:alpha val="520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30"/>
          <p:cNvSpPr/>
          <p:nvPr/>
        </p:nvSpPr>
        <p:spPr>
          <a:xfrm flipH="1" rot="9850898">
            <a:off x="1113111" y="635410"/>
            <a:ext cx="669140" cy="301521"/>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30"/>
          <p:cNvSpPr/>
          <p:nvPr/>
        </p:nvSpPr>
        <p:spPr>
          <a:xfrm flipH="1" rot="386051">
            <a:off x="-1267159" y="-1814075"/>
            <a:ext cx="4684551" cy="2907998"/>
          </a:xfrm>
          <a:custGeom>
            <a:rect b="b" l="l" r="r" t="t"/>
            <a:pathLst>
              <a:path extrusionOk="0" h="140790" w="244167">
                <a:moveTo>
                  <a:pt x="134823" y="24269"/>
                </a:moveTo>
                <a:cubicBezTo>
                  <a:pt x="122338" y="19609"/>
                  <a:pt x="100115" y="3779"/>
                  <a:pt x="85001" y="971"/>
                </a:cubicBezTo>
                <a:cubicBezTo>
                  <a:pt x="69887" y="-1837"/>
                  <a:pt x="56864" y="1927"/>
                  <a:pt x="44140" y="7423"/>
                </a:cubicBezTo>
                <a:cubicBezTo>
                  <a:pt x="31416" y="12919"/>
                  <a:pt x="15943" y="24927"/>
                  <a:pt x="8655" y="33947"/>
                </a:cubicBezTo>
                <a:cubicBezTo>
                  <a:pt x="1367" y="42968"/>
                  <a:pt x="-843" y="52167"/>
                  <a:pt x="411" y="61546"/>
                </a:cubicBezTo>
                <a:cubicBezTo>
                  <a:pt x="1666" y="70925"/>
                  <a:pt x="3936" y="83710"/>
                  <a:pt x="16182" y="90221"/>
                </a:cubicBezTo>
                <a:cubicBezTo>
                  <a:pt x="28429" y="96733"/>
                  <a:pt x="57641" y="99002"/>
                  <a:pt x="73890" y="100615"/>
                </a:cubicBezTo>
                <a:cubicBezTo>
                  <a:pt x="90139" y="102228"/>
                  <a:pt x="100712" y="94641"/>
                  <a:pt x="113675" y="99898"/>
                </a:cubicBezTo>
                <a:cubicBezTo>
                  <a:pt x="126638" y="105155"/>
                  <a:pt x="140498" y="125347"/>
                  <a:pt x="151669" y="132157"/>
                </a:cubicBezTo>
                <a:cubicBezTo>
                  <a:pt x="162840" y="138967"/>
                  <a:pt x="169591" y="140880"/>
                  <a:pt x="180702" y="140760"/>
                </a:cubicBezTo>
                <a:cubicBezTo>
                  <a:pt x="191814" y="140641"/>
                  <a:pt x="208242" y="137593"/>
                  <a:pt x="218338" y="131440"/>
                </a:cubicBezTo>
                <a:cubicBezTo>
                  <a:pt x="228434" y="125287"/>
                  <a:pt x="237275" y="113997"/>
                  <a:pt x="241277" y="103841"/>
                </a:cubicBezTo>
                <a:cubicBezTo>
                  <a:pt x="245280" y="93686"/>
                  <a:pt x="244563" y="80961"/>
                  <a:pt x="242353" y="70507"/>
                </a:cubicBezTo>
                <a:cubicBezTo>
                  <a:pt x="240143" y="60053"/>
                  <a:pt x="234407" y="48582"/>
                  <a:pt x="228015" y="41115"/>
                </a:cubicBezTo>
                <a:cubicBezTo>
                  <a:pt x="221623" y="33648"/>
                  <a:pt x="215350" y="27734"/>
                  <a:pt x="204000" y="25703"/>
                </a:cubicBezTo>
                <a:cubicBezTo>
                  <a:pt x="192650" y="23672"/>
                  <a:pt x="171443" y="29168"/>
                  <a:pt x="159913" y="28929"/>
                </a:cubicBezTo>
                <a:cubicBezTo>
                  <a:pt x="148384" y="28690"/>
                  <a:pt x="147308" y="28929"/>
                  <a:pt x="134823" y="24269"/>
                </a:cubicBezTo>
                <a:close/>
              </a:path>
            </a:pathLst>
          </a:custGeom>
          <a:solidFill>
            <a:srgbClr val="C7CAEA">
              <a:alpha val="52090"/>
            </a:srgbClr>
          </a:solidFill>
          <a:ln>
            <a:noFill/>
          </a:ln>
        </p:spPr>
      </p:sp>
      <p:sp>
        <p:nvSpPr>
          <p:cNvPr id="365" name="Google Shape;365;p30"/>
          <p:cNvSpPr/>
          <p:nvPr/>
        </p:nvSpPr>
        <p:spPr>
          <a:xfrm flipH="1" rot="386051">
            <a:off x="-1170616" y="-1677264"/>
            <a:ext cx="4684551" cy="2907998"/>
          </a:xfrm>
          <a:custGeom>
            <a:rect b="b" l="l" r="r" t="t"/>
            <a:pathLst>
              <a:path extrusionOk="0" h="140790" w="244167">
                <a:moveTo>
                  <a:pt x="134823" y="24269"/>
                </a:moveTo>
                <a:cubicBezTo>
                  <a:pt x="122338" y="19609"/>
                  <a:pt x="100115" y="3779"/>
                  <a:pt x="85001" y="971"/>
                </a:cubicBezTo>
                <a:cubicBezTo>
                  <a:pt x="69887" y="-1837"/>
                  <a:pt x="56864" y="1927"/>
                  <a:pt x="44140" y="7423"/>
                </a:cubicBezTo>
                <a:cubicBezTo>
                  <a:pt x="31416" y="12919"/>
                  <a:pt x="15943" y="24927"/>
                  <a:pt x="8655" y="33947"/>
                </a:cubicBezTo>
                <a:cubicBezTo>
                  <a:pt x="1367" y="42968"/>
                  <a:pt x="-843" y="52167"/>
                  <a:pt x="411" y="61546"/>
                </a:cubicBezTo>
                <a:cubicBezTo>
                  <a:pt x="1666" y="70925"/>
                  <a:pt x="3936" y="83710"/>
                  <a:pt x="16182" y="90221"/>
                </a:cubicBezTo>
                <a:cubicBezTo>
                  <a:pt x="28429" y="96733"/>
                  <a:pt x="57641" y="99002"/>
                  <a:pt x="73890" y="100615"/>
                </a:cubicBezTo>
                <a:cubicBezTo>
                  <a:pt x="90139" y="102228"/>
                  <a:pt x="100712" y="94641"/>
                  <a:pt x="113675" y="99898"/>
                </a:cubicBezTo>
                <a:cubicBezTo>
                  <a:pt x="126638" y="105155"/>
                  <a:pt x="140498" y="125347"/>
                  <a:pt x="151669" y="132157"/>
                </a:cubicBezTo>
                <a:cubicBezTo>
                  <a:pt x="162840" y="138967"/>
                  <a:pt x="169591" y="140880"/>
                  <a:pt x="180702" y="140760"/>
                </a:cubicBezTo>
                <a:cubicBezTo>
                  <a:pt x="191814" y="140641"/>
                  <a:pt x="208242" y="137593"/>
                  <a:pt x="218338" y="131440"/>
                </a:cubicBezTo>
                <a:cubicBezTo>
                  <a:pt x="228434" y="125287"/>
                  <a:pt x="237275" y="113997"/>
                  <a:pt x="241277" y="103841"/>
                </a:cubicBezTo>
                <a:cubicBezTo>
                  <a:pt x="245280" y="93686"/>
                  <a:pt x="244563" y="80961"/>
                  <a:pt x="242353" y="70507"/>
                </a:cubicBezTo>
                <a:cubicBezTo>
                  <a:pt x="240143" y="60053"/>
                  <a:pt x="234407" y="48582"/>
                  <a:pt x="228015" y="41115"/>
                </a:cubicBezTo>
                <a:cubicBezTo>
                  <a:pt x="221623" y="33648"/>
                  <a:pt x="215350" y="27734"/>
                  <a:pt x="204000" y="25703"/>
                </a:cubicBezTo>
                <a:cubicBezTo>
                  <a:pt x="192650" y="23672"/>
                  <a:pt x="171443" y="29168"/>
                  <a:pt x="159913" y="28929"/>
                </a:cubicBezTo>
                <a:cubicBezTo>
                  <a:pt x="148384" y="28690"/>
                  <a:pt x="147308" y="28929"/>
                  <a:pt x="134823" y="24269"/>
                </a:cubicBezTo>
                <a:close/>
              </a:path>
            </a:pathLst>
          </a:custGeom>
          <a:noFill/>
          <a:ln cap="flat" cmpd="sng" w="9525">
            <a:solidFill>
              <a:schemeClr val="dk2"/>
            </a:solidFill>
            <a:prstDash val="solid"/>
            <a:round/>
            <a:headEnd len="med" w="med" type="none"/>
            <a:tailEnd len="med" w="med" type="none"/>
          </a:ln>
        </p:spPr>
      </p:sp>
      <p:grpSp>
        <p:nvGrpSpPr>
          <p:cNvPr id="366" name="Google Shape;366;p30"/>
          <p:cNvGrpSpPr/>
          <p:nvPr/>
        </p:nvGrpSpPr>
        <p:grpSpPr>
          <a:xfrm>
            <a:off x="6965217" y="1055022"/>
            <a:ext cx="1607940" cy="2943283"/>
            <a:chOff x="9747842" y="1883330"/>
            <a:chExt cx="1793175" cy="3282350"/>
          </a:xfrm>
        </p:grpSpPr>
        <p:sp>
          <p:nvSpPr>
            <p:cNvPr id="367" name="Google Shape;367;p30"/>
            <p:cNvSpPr/>
            <p:nvPr/>
          </p:nvSpPr>
          <p:spPr>
            <a:xfrm>
              <a:off x="10499841" y="2301364"/>
              <a:ext cx="966940" cy="1686074"/>
            </a:xfrm>
            <a:custGeom>
              <a:rect b="b" l="l" r="r" t="t"/>
              <a:pathLst>
                <a:path extrusionOk="0" h="34473" w="21283">
                  <a:moveTo>
                    <a:pt x="11929" y="0"/>
                  </a:moveTo>
                  <a:cubicBezTo>
                    <a:pt x="7663" y="0"/>
                    <a:pt x="5230" y="2477"/>
                    <a:pt x="5230" y="2477"/>
                  </a:cubicBezTo>
                  <a:cubicBezTo>
                    <a:pt x="5230" y="2477"/>
                    <a:pt x="3718" y="16011"/>
                    <a:pt x="3352" y="19934"/>
                  </a:cubicBezTo>
                  <a:cubicBezTo>
                    <a:pt x="3118" y="22457"/>
                    <a:pt x="1024" y="28736"/>
                    <a:pt x="0" y="33214"/>
                  </a:cubicBezTo>
                  <a:cubicBezTo>
                    <a:pt x="35" y="33235"/>
                    <a:pt x="69" y="33256"/>
                    <a:pt x="105" y="33273"/>
                  </a:cubicBezTo>
                  <a:cubicBezTo>
                    <a:pt x="833" y="33681"/>
                    <a:pt x="1617" y="33994"/>
                    <a:pt x="2425" y="34197"/>
                  </a:cubicBezTo>
                  <a:cubicBezTo>
                    <a:pt x="3268" y="34413"/>
                    <a:pt x="4125" y="34464"/>
                    <a:pt x="4993" y="34472"/>
                  </a:cubicBezTo>
                  <a:cubicBezTo>
                    <a:pt x="5032" y="34472"/>
                    <a:pt x="5071" y="34472"/>
                    <a:pt x="5110" y="34472"/>
                  </a:cubicBezTo>
                  <a:cubicBezTo>
                    <a:pt x="7284" y="34472"/>
                    <a:pt x="9446" y="34107"/>
                    <a:pt x="11558" y="33604"/>
                  </a:cubicBezTo>
                  <a:cubicBezTo>
                    <a:pt x="13662" y="33105"/>
                    <a:pt x="15722" y="32430"/>
                    <a:pt x="17809" y="31865"/>
                  </a:cubicBezTo>
                  <a:cubicBezTo>
                    <a:pt x="18941" y="31563"/>
                    <a:pt x="20109" y="31273"/>
                    <a:pt x="21283" y="31151"/>
                  </a:cubicBezTo>
                  <a:cubicBezTo>
                    <a:pt x="20366" y="26235"/>
                    <a:pt x="19206" y="19255"/>
                    <a:pt x="18885" y="16729"/>
                  </a:cubicBezTo>
                  <a:cubicBezTo>
                    <a:pt x="18408" y="12966"/>
                    <a:pt x="18980" y="3983"/>
                    <a:pt x="17586" y="2791"/>
                  </a:cubicBezTo>
                  <a:cubicBezTo>
                    <a:pt x="16192" y="1599"/>
                    <a:pt x="13084" y="60"/>
                    <a:pt x="13084" y="60"/>
                  </a:cubicBezTo>
                  <a:cubicBezTo>
                    <a:pt x="12686" y="19"/>
                    <a:pt x="12301" y="0"/>
                    <a:pt x="11929" y="0"/>
                  </a:cubicBezTo>
                  <a:close/>
                </a:path>
              </a:pathLst>
            </a:custGeom>
            <a:solidFill>
              <a:srgbClr val="7577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30"/>
            <p:cNvSpPr/>
            <p:nvPr/>
          </p:nvSpPr>
          <p:spPr>
            <a:xfrm>
              <a:off x="10399299" y="2422514"/>
              <a:ext cx="426066" cy="784027"/>
            </a:xfrm>
            <a:custGeom>
              <a:rect b="b" l="l" r="r" t="t"/>
              <a:pathLst>
                <a:path extrusionOk="0" h="16030" w="9378">
                  <a:moveTo>
                    <a:pt x="7443" y="0"/>
                  </a:moveTo>
                  <a:cubicBezTo>
                    <a:pt x="5335" y="2757"/>
                    <a:pt x="3816" y="10444"/>
                    <a:pt x="3816" y="10444"/>
                  </a:cubicBezTo>
                  <a:cubicBezTo>
                    <a:pt x="3816" y="10444"/>
                    <a:pt x="3012" y="8200"/>
                    <a:pt x="1510" y="8200"/>
                  </a:cubicBezTo>
                  <a:cubicBezTo>
                    <a:pt x="1508" y="8200"/>
                    <a:pt x="1507" y="8200"/>
                    <a:pt x="1506" y="8200"/>
                  </a:cubicBezTo>
                  <a:cubicBezTo>
                    <a:pt x="0" y="8207"/>
                    <a:pt x="251" y="9011"/>
                    <a:pt x="663" y="10736"/>
                  </a:cubicBezTo>
                  <a:cubicBezTo>
                    <a:pt x="896" y="11719"/>
                    <a:pt x="1356" y="13761"/>
                    <a:pt x="2422" y="15001"/>
                  </a:cubicBezTo>
                  <a:cubicBezTo>
                    <a:pt x="2945" y="15614"/>
                    <a:pt x="3619" y="16030"/>
                    <a:pt x="4485" y="16030"/>
                  </a:cubicBezTo>
                  <a:cubicBezTo>
                    <a:pt x="4536" y="16030"/>
                    <a:pt x="4587" y="16029"/>
                    <a:pt x="4638" y="16026"/>
                  </a:cubicBezTo>
                  <a:cubicBezTo>
                    <a:pt x="5066" y="16005"/>
                    <a:pt x="5544" y="15879"/>
                    <a:pt x="6074" y="15628"/>
                  </a:cubicBezTo>
                  <a:cubicBezTo>
                    <a:pt x="9377" y="14064"/>
                    <a:pt x="8662" y="5238"/>
                    <a:pt x="8662" y="5238"/>
                  </a:cubicBezTo>
                  <a:lnTo>
                    <a:pt x="7443"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30"/>
            <p:cNvSpPr/>
            <p:nvPr/>
          </p:nvSpPr>
          <p:spPr>
            <a:xfrm>
              <a:off x="10509336" y="3153230"/>
              <a:ext cx="100724" cy="53312"/>
            </a:xfrm>
            <a:custGeom>
              <a:rect b="b" l="l" r="r" t="t"/>
              <a:pathLst>
                <a:path extrusionOk="0" h="1090" w="2217">
                  <a:moveTo>
                    <a:pt x="598" y="1"/>
                  </a:moveTo>
                  <a:cubicBezTo>
                    <a:pt x="373" y="1"/>
                    <a:pt x="164" y="29"/>
                    <a:pt x="0" y="61"/>
                  </a:cubicBezTo>
                  <a:cubicBezTo>
                    <a:pt x="523" y="674"/>
                    <a:pt x="1197" y="1090"/>
                    <a:pt x="2063" y="1090"/>
                  </a:cubicBezTo>
                  <a:cubicBezTo>
                    <a:pt x="2114" y="1090"/>
                    <a:pt x="2165" y="1089"/>
                    <a:pt x="2216" y="1086"/>
                  </a:cubicBezTo>
                  <a:cubicBezTo>
                    <a:pt x="1924" y="205"/>
                    <a:pt x="1202" y="1"/>
                    <a:pt x="59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30"/>
            <p:cNvSpPr/>
            <p:nvPr/>
          </p:nvSpPr>
          <p:spPr>
            <a:xfrm>
              <a:off x="10429647" y="2931129"/>
              <a:ext cx="110492" cy="27732"/>
            </a:xfrm>
            <a:custGeom>
              <a:rect b="b" l="l" r="r" t="t"/>
              <a:pathLst>
                <a:path extrusionOk="0" h="567" w="2432">
                  <a:moveTo>
                    <a:pt x="2331" y="1"/>
                  </a:moveTo>
                  <a:cubicBezTo>
                    <a:pt x="2319" y="1"/>
                    <a:pt x="2307" y="4"/>
                    <a:pt x="2294" y="13"/>
                  </a:cubicBezTo>
                  <a:cubicBezTo>
                    <a:pt x="1893" y="284"/>
                    <a:pt x="1430" y="423"/>
                    <a:pt x="961" y="423"/>
                  </a:cubicBezTo>
                  <a:cubicBezTo>
                    <a:pt x="677" y="423"/>
                    <a:pt x="391" y="372"/>
                    <a:pt x="117" y="268"/>
                  </a:cubicBezTo>
                  <a:cubicBezTo>
                    <a:pt x="107" y="264"/>
                    <a:pt x="98" y="262"/>
                    <a:pt x="90" y="262"/>
                  </a:cubicBezTo>
                  <a:cubicBezTo>
                    <a:pt x="22" y="262"/>
                    <a:pt x="1" y="376"/>
                    <a:pt x="78" y="403"/>
                  </a:cubicBezTo>
                  <a:cubicBezTo>
                    <a:pt x="365" y="513"/>
                    <a:pt x="665" y="566"/>
                    <a:pt x="964" y="566"/>
                  </a:cubicBezTo>
                  <a:cubicBezTo>
                    <a:pt x="1457" y="566"/>
                    <a:pt x="1946" y="420"/>
                    <a:pt x="2367" y="138"/>
                  </a:cubicBezTo>
                  <a:cubicBezTo>
                    <a:pt x="2431" y="95"/>
                    <a:pt x="2391" y="1"/>
                    <a:pt x="233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30"/>
            <p:cNvSpPr/>
            <p:nvPr/>
          </p:nvSpPr>
          <p:spPr>
            <a:xfrm>
              <a:off x="10566354" y="2915576"/>
              <a:ext cx="86185" cy="182483"/>
            </a:xfrm>
            <a:custGeom>
              <a:rect b="b" l="l" r="r" t="t"/>
              <a:pathLst>
                <a:path extrusionOk="0" h="3731" w="1897">
                  <a:moveTo>
                    <a:pt x="77" y="0"/>
                  </a:moveTo>
                  <a:cubicBezTo>
                    <a:pt x="36" y="0"/>
                    <a:pt x="0" y="54"/>
                    <a:pt x="38" y="94"/>
                  </a:cubicBezTo>
                  <a:cubicBezTo>
                    <a:pt x="947" y="1101"/>
                    <a:pt x="1553" y="2352"/>
                    <a:pt x="1783" y="3690"/>
                  </a:cubicBezTo>
                  <a:cubicBezTo>
                    <a:pt x="1788" y="3718"/>
                    <a:pt x="1808" y="3730"/>
                    <a:pt x="1830" y="3730"/>
                  </a:cubicBezTo>
                  <a:cubicBezTo>
                    <a:pt x="1861" y="3730"/>
                    <a:pt x="1896" y="3704"/>
                    <a:pt x="1888" y="3663"/>
                  </a:cubicBezTo>
                  <a:cubicBezTo>
                    <a:pt x="1654" y="2307"/>
                    <a:pt x="1038" y="1038"/>
                    <a:pt x="114" y="17"/>
                  </a:cubicBezTo>
                  <a:cubicBezTo>
                    <a:pt x="103" y="5"/>
                    <a:pt x="90" y="0"/>
                    <a:pt x="77" y="0"/>
                  </a:cubicBezTo>
                  <a:close/>
                </a:path>
              </a:pathLst>
            </a:custGeom>
            <a:solidFill>
              <a:srgbClr val="7577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30"/>
            <p:cNvSpPr/>
            <p:nvPr/>
          </p:nvSpPr>
          <p:spPr>
            <a:xfrm>
              <a:off x="10595431" y="2953530"/>
              <a:ext cx="59471" cy="47100"/>
            </a:xfrm>
            <a:custGeom>
              <a:rect b="b" l="l" r="r" t="t"/>
              <a:pathLst>
                <a:path extrusionOk="0" h="963" w="1309">
                  <a:moveTo>
                    <a:pt x="85" y="1"/>
                  </a:moveTo>
                  <a:cubicBezTo>
                    <a:pt x="23" y="1"/>
                    <a:pt x="0" y="96"/>
                    <a:pt x="67" y="109"/>
                  </a:cubicBezTo>
                  <a:cubicBezTo>
                    <a:pt x="548" y="203"/>
                    <a:pt x="955" y="503"/>
                    <a:pt x="1193" y="935"/>
                  </a:cubicBezTo>
                  <a:cubicBezTo>
                    <a:pt x="1202" y="954"/>
                    <a:pt x="1218" y="962"/>
                    <a:pt x="1234" y="962"/>
                  </a:cubicBezTo>
                  <a:cubicBezTo>
                    <a:pt x="1270" y="962"/>
                    <a:pt x="1308" y="923"/>
                    <a:pt x="1286" y="879"/>
                  </a:cubicBezTo>
                  <a:cubicBezTo>
                    <a:pt x="1039" y="423"/>
                    <a:pt x="603" y="103"/>
                    <a:pt x="95" y="1"/>
                  </a:cubicBezTo>
                  <a:cubicBezTo>
                    <a:pt x="91" y="1"/>
                    <a:pt x="88" y="1"/>
                    <a:pt x="85" y="1"/>
                  </a:cubicBezTo>
                  <a:close/>
                </a:path>
              </a:pathLst>
            </a:custGeom>
            <a:solidFill>
              <a:srgbClr val="7577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30"/>
            <p:cNvSpPr/>
            <p:nvPr/>
          </p:nvSpPr>
          <p:spPr>
            <a:xfrm>
              <a:off x="11227533" y="4810154"/>
              <a:ext cx="154879" cy="251935"/>
            </a:xfrm>
            <a:custGeom>
              <a:rect b="b" l="l" r="r" t="t"/>
              <a:pathLst>
                <a:path extrusionOk="0" h="5151" w="3409">
                  <a:moveTo>
                    <a:pt x="1" y="0"/>
                  </a:moveTo>
                  <a:lnTo>
                    <a:pt x="1172" y="5151"/>
                  </a:lnTo>
                  <a:lnTo>
                    <a:pt x="3409" y="4921"/>
                  </a:lnTo>
                  <a:lnTo>
                    <a:pt x="3022" y="0"/>
                  </a:lnTo>
                  <a:close/>
                </a:path>
              </a:pathLst>
            </a:custGeom>
            <a:solidFill>
              <a:srgbClr val="E77F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30"/>
            <p:cNvSpPr/>
            <p:nvPr/>
          </p:nvSpPr>
          <p:spPr>
            <a:xfrm>
              <a:off x="11251158" y="4998702"/>
              <a:ext cx="226254" cy="166979"/>
            </a:xfrm>
            <a:custGeom>
              <a:rect b="b" l="l" r="r" t="t"/>
              <a:pathLst>
                <a:path extrusionOk="0" h="3414" w="4980">
                  <a:moveTo>
                    <a:pt x="2162" y="0"/>
                  </a:moveTo>
                  <a:cubicBezTo>
                    <a:pt x="2134" y="0"/>
                    <a:pt x="2105" y="1"/>
                    <a:pt x="2077" y="3"/>
                  </a:cubicBezTo>
                  <a:cubicBezTo>
                    <a:pt x="1314" y="55"/>
                    <a:pt x="871" y="964"/>
                    <a:pt x="871" y="964"/>
                  </a:cubicBezTo>
                  <a:cubicBezTo>
                    <a:pt x="871" y="964"/>
                    <a:pt x="693" y="219"/>
                    <a:pt x="511" y="219"/>
                  </a:cubicBezTo>
                  <a:cubicBezTo>
                    <a:pt x="465" y="219"/>
                    <a:pt x="420" y="266"/>
                    <a:pt x="376" y="382"/>
                  </a:cubicBezTo>
                  <a:cubicBezTo>
                    <a:pt x="156" y="964"/>
                    <a:pt x="0" y="3414"/>
                    <a:pt x="0" y="3414"/>
                  </a:cubicBezTo>
                  <a:lnTo>
                    <a:pt x="4701" y="3414"/>
                  </a:lnTo>
                  <a:cubicBezTo>
                    <a:pt x="4979" y="2550"/>
                    <a:pt x="4547" y="1965"/>
                    <a:pt x="3997" y="1888"/>
                  </a:cubicBezTo>
                  <a:cubicBezTo>
                    <a:pt x="3763" y="1853"/>
                    <a:pt x="3485" y="1613"/>
                    <a:pt x="3282" y="1400"/>
                  </a:cubicBezTo>
                  <a:cubicBezTo>
                    <a:pt x="3282" y="1372"/>
                    <a:pt x="3213" y="212"/>
                    <a:pt x="3035" y="149"/>
                  </a:cubicBezTo>
                  <a:cubicBezTo>
                    <a:pt x="3023" y="145"/>
                    <a:pt x="3012" y="143"/>
                    <a:pt x="3001" y="143"/>
                  </a:cubicBezTo>
                  <a:cubicBezTo>
                    <a:pt x="2922" y="143"/>
                    <a:pt x="2854" y="247"/>
                    <a:pt x="2805" y="351"/>
                  </a:cubicBezTo>
                  <a:cubicBezTo>
                    <a:pt x="2686" y="80"/>
                    <a:pt x="2429" y="0"/>
                    <a:pt x="216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30"/>
            <p:cNvSpPr/>
            <p:nvPr/>
          </p:nvSpPr>
          <p:spPr>
            <a:xfrm>
              <a:off x="11257155" y="5052747"/>
              <a:ext cx="23307" cy="85299"/>
            </a:xfrm>
            <a:custGeom>
              <a:rect b="b" l="l" r="r" t="t"/>
              <a:pathLst>
                <a:path extrusionOk="0" h="1744" w="513">
                  <a:moveTo>
                    <a:pt x="79" y="1"/>
                  </a:moveTo>
                  <a:cubicBezTo>
                    <a:pt x="39" y="1"/>
                    <a:pt x="1" y="57"/>
                    <a:pt x="35" y="99"/>
                  </a:cubicBezTo>
                  <a:cubicBezTo>
                    <a:pt x="412" y="546"/>
                    <a:pt x="373" y="1145"/>
                    <a:pt x="310" y="1688"/>
                  </a:cubicBezTo>
                  <a:cubicBezTo>
                    <a:pt x="307" y="1725"/>
                    <a:pt x="334" y="1744"/>
                    <a:pt x="363" y="1744"/>
                  </a:cubicBezTo>
                  <a:cubicBezTo>
                    <a:pt x="392" y="1744"/>
                    <a:pt x="422" y="1725"/>
                    <a:pt x="426" y="1688"/>
                  </a:cubicBezTo>
                  <a:cubicBezTo>
                    <a:pt x="492" y="1107"/>
                    <a:pt x="513" y="493"/>
                    <a:pt x="116" y="20"/>
                  </a:cubicBezTo>
                  <a:cubicBezTo>
                    <a:pt x="105" y="7"/>
                    <a:pt x="92" y="1"/>
                    <a:pt x="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30"/>
            <p:cNvSpPr/>
            <p:nvPr/>
          </p:nvSpPr>
          <p:spPr>
            <a:xfrm>
              <a:off x="11252566" y="5134476"/>
              <a:ext cx="210262" cy="7875"/>
            </a:xfrm>
            <a:custGeom>
              <a:rect b="b" l="l" r="r" t="t"/>
              <a:pathLst>
                <a:path extrusionOk="0" h="161" w="4628">
                  <a:moveTo>
                    <a:pt x="70" y="1"/>
                  </a:moveTo>
                  <a:cubicBezTo>
                    <a:pt x="0" y="1"/>
                    <a:pt x="1" y="112"/>
                    <a:pt x="74" y="112"/>
                  </a:cubicBezTo>
                  <a:cubicBezTo>
                    <a:pt x="1568" y="129"/>
                    <a:pt x="3060" y="143"/>
                    <a:pt x="4554" y="160"/>
                  </a:cubicBezTo>
                  <a:cubicBezTo>
                    <a:pt x="4628" y="160"/>
                    <a:pt x="4628" y="46"/>
                    <a:pt x="4554" y="46"/>
                  </a:cubicBezTo>
                  <a:cubicBezTo>
                    <a:pt x="3060" y="28"/>
                    <a:pt x="1568" y="14"/>
                    <a:pt x="74" y="1"/>
                  </a:cubicBezTo>
                  <a:cubicBezTo>
                    <a:pt x="72" y="1"/>
                    <a:pt x="71" y="1"/>
                    <a:pt x="7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30"/>
            <p:cNvSpPr/>
            <p:nvPr/>
          </p:nvSpPr>
          <p:spPr>
            <a:xfrm>
              <a:off x="10902055" y="3323583"/>
              <a:ext cx="525291" cy="1572163"/>
            </a:xfrm>
            <a:custGeom>
              <a:rect b="b" l="l" r="r" t="t"/>
              <a:pathLst>
                <a:path extrusionOk="0" h="32144" w="11562">
                  <a:moveTo>
                    <a:pt x="8924" y="0"/>
                  </a:moveTo>
                  <a:lnTo>
                    <a:pt x="1" y="73"/>
                  </a:lnTo>
                  <a:cubicBezTo>
                    <a:pt x="1" y="73"/>
                    <a:pt x="2506" y="13133"/>
                    <a:pt x="3398" y="15412"/>
                  </a:cubicBezTo>
                  <a:cubicBezTo>
                    <a:pt x="3733" y="16258"/>
                    <a:pt x="6102" y="32144"/>
                    <a:pt x="6102" y="32144"/>
                  </a:cubicBezTo>
                  <a:lnTo>
                    <a:pt x="11562" y="32102"/>
                  </a:lnTo>
                  <a:cubicBezTo>
                    <a:pt x="11562" y="32102"/>
                    <a:pt x="10566" y="16122"/>
                    <a:pt x="10224" y="13802"/>
                  </a:cubicBezTo>
                  <a:cubicBezTo>
                    <a:pt x="9694" y="10213"/>
                    <a:pt x="8924" y="0"/>
                    <a:pt x="892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30"/>
            <p:cNvSpPr/>
            <p:nvPr/>
          </p:nvSpPr>
          <p:spPr>
            <a:xfrm>
              <a:off x="10999598" y="3640618"/>
              <a:ext cx="215623" cy="1200936"/>
            </a:xfrm>
            <a:custGeom>
              <a:rect b="b" l="l" r="r" t="t"/>
              <a:pathLst>
                <a:path extrusionOk="0" h="24554" w="4746">
                  <a:moveTo>
                    <a:pt x="98" y="0"/>
                  </a:moveTo>
                  <a:cubicBezTo>
                    <a:pt x="91" y="0"/>
                    <a:pt x="84" y="1"/>
                    <a:pt x="77" y="3"/>
                  </a:cubicBezTo>
                  <a:cubicBezTo>
                    <a:pt x="28" y="16"/>
                    <a:pt x="0" y="65"/>
                    <a:pt x="11" y="114"/>
                  </a:cubicBezTo>
                  <a:cubicBezTo>
                    <a:pt x="32" y="187"/>
                    <a:pt x="1903" y="7333"/>
                    <a:pt x="2369" y="9139"/>
                  </a:cubicBezTo>
                  <a:cubicBezTo>
                    <a:pt x="2833" y="10940"/>
                    <a:pt x="4540" y="24338"/>
                    <a:pt x="4558" y="24473"/>
                  </a:cubicBezTo>
                  <a:cubicBezTo>
                    <a:pt x="4565" y="24518"/>
                    <a:pt x="4603" y="24553"/>
                    <a:pt x="4648" y="24553"/>
                  </a:cubicBezTo>
                  <a:lnTo>
                    <a:pt x="4659" y="24553"/>
                  </a:lnTo>
                  <a:cubicBezTo>
                    <a:pt x="4711" y="24547"/>
                    <a:pt x="4746" y="24502"/>
                    <a:pt x="4739" y="24449"/>
                  </a:cubicBezTo>
                  <a:cubicBezTo>
                    <a:pt x="4722" y="24317"/>
                    <a:pt x="3014" y="10905"/>
                    <a:pt x="2544" y="9094"/>
                  </a:cubicBezTo>
                  <a:cubicBezTo>
                    <a:pt x="2081" y="7288"/>
                    <a:pt x="206" y="141"/>
                    <a:pt x="188" y="69"/>
                  </a:cubicBezTo>
                  <a:cubicBezTo>
                    <a:pt x="176" y="27"/>
                    <a:pt x="139" y="0"/>
                    <a:pt x="9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30"/>
            <p:cNvSpPr/>
            <p:nvPr/>
          </p:nvSpPr>
          <p:spPr>
            <a:xfrm>
              <a:off x="11155886" y="3356891"/>
              <a:ext cx="164920" cy="191727"/>
            </a:xfrm>
            <a:custGeom>
              <a:rect b="b" l="l" r="r" t="t"/>
              <a:pathLst>
                <a:path extrusionOk="0" h="3920" w="3630">
                  <a:moveTo>
                    <a:pt x="134" y="0"/>
                  </a:moveTo>
                  <a:cubicBezTo>
                    <a:pt x="68" y="0"/>
                    <a:pt x="1" y="53"/>
                    <a:pt x="24" y="135"/>
                  </a:cubicBezTo>
                  <a:cubicBezTo>
                    <a:pt x="505" y="1849"/>
                    <a:pt x="1801" y="3266"/>
                    <a:pt x="3456" y="3911"/>
                  </a:cubicBezTo>
                  <a:cubicBezTo>
                    <a:pt x="3470" y="3917"/>
                    <a:pt x="3483" y="3919"/>
                    <a:pt x="3495" y="3919"/>
                  </a:cubicBezTo>
                  <a:cubicBezTo>
                    <a:pt x="3595" y="3919"/>
                    <a:pt x="3630" y="3746"/>
                    <a:pt x="3512" y="3699"/>
                  </a:cubicBezTo>
                  <a:cubicBezTo>
                    <a:pt x="1930" y="3082"/>
                    <a:pt x="693" y="1709"/>
                    <a:pt x="236" y="79"/>
                  </a:cubicBezTo>
                  <a:cubicBezTo>
                    <a:pt x="221" y="24"/>
                    <a:pt x="178" y="0"/>
                    <a:pt x="134" y="0"/>
                  </a:cubicBezTo>
                  <a:close/>
                </a:path>
              </a:pathLst>
            </a:custGeom>
            <a:solidFill>
              <a:srgbClr val="8178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30"/>
            <p:cNvSpPr/>
            <p:nvPr/>
          </p:nvSpPr>
          <p:spPr>
            <a:xfrm>
              <a:off x="11215357" y="4023094"/>
              <a:ext cx="146293" cy="35998"/>
            </a:xfrm>
            <a:custGeom>
              <a:rect b="b" l="l" r="r" t="t"/>
              <a:pathLst>
                <a:path extrusionOk="0" h="736" w="3220">
                  <a:moveTo>
                    <a:pt x="3059" y="0"/>
                  </a:moveTo>
                  <a:cubicBezTo>
                    <a:pt x="3041" y="0"/>
                    <a:pt x="3023" y="5"/>
                    <a:pt x="3004" y="15"/>
                  </a:cubicBezTo>
                  <a:cubicBezTo>
                    <a:pt x="2424" y="343"/>
                    <a:pt x="1777" y="516"/>
                    <a:pt x="1123" y="516"/>
                  </a:cubicBezTo>
                  <a:cubicBezTo>
                    <a:pt x="810" y="516"/>
                    <a:pt x="495" y="477"/>
                    <a:pt x="185" y="395"/>
                  </a:cubicBezTo>
                  <a:cubicBezTo>
                    <a:pt x="175" y="393"/>
                    <a:pt x="165" y="392"/>
                    <a:pt x="156" y="392"/>
                  </a:cubicBezTo>
                  <a:cubicBezTo>
                    <a:pt x="42" y="392"/>
                    <a:pt x="1" y="575"/>
                    <a:pt x="126" y="608"/>
                  </a:cubicBezTo>
                  <a:cubicBezTo>
                    <a:pt x="454" y="693"/>
                    <a:pt x="787" y="735"/>
                    <a:pt x="1119" y="735"/>
                  </a:cubicBezTo>
                  <a:cubicBezTo>
                    <a:pt x="1813" y="735"/>
                    <a:pt x="2500" y="552"/>
                    <a:pt x="3115" y="203"/>
                  </a:cubicBezTo>
                  <a:cubicBezTo>
                    <a:pt x="3219" y="147"/>
                    <a:pt x="3157" y="0"/>
                    <a:pt x="30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30"/>
            <p:cNvSpPr/>
            <p:nvPr/>
          </p:nvSpPr>
          <p:spPr>
            <a:xfrm>
              <a:off x="11150752" y="4826147"/>
              <a:ext cx="296538" cy="85250"/>
            </a:xfrm>
            <a:custGeom>
              <a:rect b="b" l="l" r="r" t="t"/>
              <a:pathLst>
                <a:path extrusionOk="0" h="1743" w="6527">
                  <a:moveTo>
                    <a:pt x="6356" y="1"/>
                  </a:moveTo>
                  <a:lnTo>
                    <a:pt x="1" y="123"/>
                  </a:lnTo>
                  <a:lnTo>
                    <a:pt x="217" y="1743"/>
                  </a:lnTo>
                  <a:lnTo>
                    <a:pt x="6527" y="1596"/>
                  </a:lnTo>
                  <a:lnTo>
                    <a:pt x="635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30"/>
            <p:cNvSpPr/>
            <p:nvPr/>
          </p:nvSpPr>
          <p:spPr>
            <a:xfrm>
              <a:off x="10736044" y="4795187"/>
              <a:ext cx="148973" cy="254968"/>
            </a:xfrm>
            <a:custGeom>
              <a:rect b="b" l="l" r="r" t="t"/>
              <a:pathLst>
                <a:path extrusionOk="0" h="5213" w="3279">
                  <a:moveTo>
                    <a:pt x="3278" y="0"/>
                  </a:moveTo>
                  <a:lnTo>
                    <a:pt x="0" y="254"/>
                  </a:lnTo>
                  <a:lnTo>
                    <a:pt x="832" y="5212"/>
                  </a:lnTo>
                  <a:lnTo>
                    <a:pt x="2979" y="5042"/>
                  </a:lnTo>
                  <a:lnTo>
                    <a:pt x="3278" y="0"/>
                  </a:lnTo>
                  <a:close/>
                </a:path>
              </a:pathLst>
            </a:custGeom>
            <a:solidFill>
              <a:srgbClr val="E77F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30"/>
            <p:cNvSpPr/>
            <p:nvPr/>
          </p:nvSpPr>
          <p:spPr>
            <a:xfrm>
              <a:off x="10528009" y="5005158"/>
              <a:ext cx="349512" cy="160523"/>
            </a:xfrm>
            <a:custGeom>
              <a:rect b="b" l="l" r="r" t="t"/>
              <a:pathLst>
                <a:path extrusionOk="0" h="3282" w="7693">
                  <a:moveTo>
                    <a:pt x="7565" y="0"/>
                  </a:moveTo>
                  <a:cubicBezTo>
                    <a:pt x="7371" y="0"/>
                    <a:pt x="7004" y="289"/>
                    <a:pt x="7004" y="289"/>
                  </a:cubicBezTo>
                  <a:lnTo>
                    <a:pt x="5906" y="421"/>
                  </a:lnTo>
                  <a:cubicBezTo>
                    <a:pt x="5906" y="421"/>
                    <a:pt x="5668" y="127"/>
                    <a:pt x="5343" y="127"/>
                  </a:cubicBezTo>
                  <a:cubicBezTo>
                    <a:pt x="5287" y="127"/>
                    <a:pt x="5228" y="136"/>
                    <a:pt x="5168" y="157"/>
                  </a:cubicBezTo>
                  <a:cubicBezTo>
                    <a:pt x="4753" y="292"/>
                    <a:pt x="4213" y="972"/>
                    <a:pt x="4213" y="972"/>
                  </a:cubicBezTo>
                  <a:cubicBezTo>
                    <a:pt x="4213" y="972"/>
                    <a:pt x="1969" y="1690"/>
                    <a:pt x="1363" y="1728"/>
                  </a:cubicBezTo>
                  <a:cubicBezTo>
                    <a:pt x="757" y="1767"/>
                    <a:pt x="226" y="2108"/>
                    <a:pt x="1" y="3282"/>
                  </a:cubicBezTo>
                  <a:lnTo>
                    <a:pt x="7345" y="3282"/>
                  </a:lnTo>
                  <a:cubicBezTo>
                    <a:pt x="7345" y="3282"/>
                    <a:pt x="7635" y="630"/>
                    <a:pt x="7680" y="178"/>
                  </a:cubicBezTo>
                  <a:cubicBezTo>
                    <a:pt x="7693" y="47"/>
                    <a:pt x="7643" y="0"/>
                    <a:pt x="756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30"/>
            <p:cNvSpPr/>
            <p:nvPr/>
          </p:nvSpPr>
          <p:spPr>
            <a:xfrm>
              <a:off x="10824819" y="5057736"/>
              <a:ext cx="47886" cy="85348"/>
            </a:xfrm>
            <a:custGeom>
              <a:rect b="b" l="l" r="r" t="t"/>
              <a:pathLst>
                <a:path extrusionOk="0" h="1745" w="1054">
                  <a:moveTo>
                    <a:pt x="968" y="1"/>
                  </a:moveTo>
                  <a:cubicBezTo>
                    <a:pt x="960" y="1"/>
                    <a:pt x="951" y="3"/>
                    <a:pt x="941" y="8"/>
                  </a:cubicBezTo>
                  <a:cubicBezTo>
                    <a:pt x="328" y="357"/>
                    <a:pt x="0" y="1047"/>
                    <a:pt x="304" y="1716"/>
                  </a:cubicBezTo>
                  <a:cubicBezTo>
                    <a:pt x="312" y="1736"/>
                    <a:pt x="328" y="1745"/>
                    <a:pt x="344" y="1745"/>
                  </a:cubicBezTo>
                  <a:cubicBezTo>
                    <a:pt x="380" y="1745"/>
                    <a:pt x="421" y="1702"/>
                    <a:pt x="401" y="1657"/>
                  </a:cubicBezTo>
                  <a:cubicBezTo>
                    <a:pt x="123" y="1047"/>
                    <a:pt x="443" y="420"/>
                    <a:pt x="997" y="106"/>
                  </a:cubicBezTo>
                  <a:cubicBezTo>
                    <a:pt x="1054" y="76"/>
                    <a:pt x="1019" y="1"/>
                    <a:pt x="96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30"/>
            <p:cNvSpPr/>
            <p:nvPr/>
          </p:nvSpPr>
          <p:spPr>
            <a:xfrm>
              <a:off x="10534460" y="5139367"/>
              <a:ext cx="329840" cy="9293"/>
            </a:xfrm>
            <a:custGeom>
              <a:rect b="b" l="l" r="r" t="t"/>
              <a:pathLst>
                <a:path extrusionOk="0" h="190" w="7260">
                  <a:moveTo>
                    <a:pt x="7189" y="1"/>
                  </a:moveTo>
                  <a:cubicBezTo>
                    <a:pt x="7188" y="1"/>
                    <a:pt x="7187" y="1"/>
                    <a:pt x="7186" y="1"/>
                  </a:cubicBezTo>
                  <a:cubicBezTo>
                    <a:pt x="6747" y="5"/>
                    <a:pt x="6304" y="9"/>
                    <a:pt x="5862" y="15"/>
                  </a:cubicBezTo>
                  <a:cubicBezTo>
                    <a:pt x="3935" y="33"/>
                    <a:pt x="2004" y="54"/>
                    <a:pt x="74" y="75"/>
                  </a:cubicBezTo>
                  <a:cubicBezTo>
                    <a:pt x="1" y="75"/>
                    <a:pt x="1" y="189"/>
                    <a:pt x="74" y="189"/>
                  </a:cubicBezTo>
                  <a:cubicBezTo>
                    <a:pt x="517" y="182"/>
                    <a:pt x="959" y="179"/>
                    <a:pt x="1398" y="176"/>
                  </a:cubicBezTo>
                  <a:cubicBezTo>
                    <a:pt x="3329" y="155"/>
                    <a:pt x="5259" y="134"/>
                    <a:pt x="7186" y="113"/>
                  </a:cubicBezTo>
                  <a:cubicBezTo>
                    <a:pt x="7258" y="113"/>
                    <a:pt x="7259" y="1"/>
                    <a:pt x="718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30"/>
            <p:cNvSpPr/>
            <p:nvPr/>
          </p:nvSpPr>
          <p:spPr>
            <a:xfrm>
              <a:off x="10606062" y="3241219"/>
              <a:ext cx="398170" cy="1653500"/>
            </a:xfrm>
            <a:custGeom>
              <a:rect b="b" l="l" r="r" t="t"/>
              <a:pathLst>
                <a:path extrusionOk="0" h="33807" w="8764">
                  <a:moveTo>
                    <a:pt x="2035" y="1"/>
                  </a:moveTo>
                  <a:lnTo>
                    <a:pt x="0" y="16054"/>
                  </a:lnTo>
                  <a:lnTo>
                    <a:pt x="1665" y="33807"/>
                  </a:lnTo>
                  <a:lnTo>
                    <a:pt x="7711" y="33807"/>
                  </a:lnTo>
                  <a:lnTo>
                    <a:pt x="6791" y="16702"/>
                  </a:lnTo>
                  <a:lnTo>
                    <a:pt x="8763" y="1935"/>
                  </a:lnTo>
                  <a:lnTo>
                    <a:pt x="203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30"/>
            <p:cNvSpPr/>
            <p:nvPr/>
          </p:nvSpPr>
          <p:spPr>
            <a:xfrm>
              <a:off x="10667577" y="3319866"/>
              <a:ext cx="118851" cy="173631"/>
            </a:xfrm>
            <a:custGeom>
              <a:rect b="b" l="l" r="r" t="t"/>
              <a:pathLst>
                <a:path extrusionOk="0" h="3550" w="2616">
                  <a:moveTo>
                    <a:pt x="2483" y="0"/>
                  </a:moveTo>
                  <a:cubicBezTo>
                    <a:pt x="2439" y="0"/>
                    <a:pt x="2396" y="23"/>
                    <a:pt x="2378" y="76"/>
                  </a:cubicBezTo>
                  <a:cubicBezTo>
                    <a:pt x="1953" y="1341"/>
                    <a:pt x="1437" y="2780"/>
                    <a:pt x="113" y="3351"/>
                  </a:cubicBezTo>
                  <a:cubicBezTo>
                    <a:pt x="1" y="3400"/>
                    <a:pt x="71" y="3549"/>
                    <a:pt x="176" y="3549"/>
                  </a:cubicBezTo>
                  <a:cubicBezTo>
                    <a:pt x="192" y="3549"/>
                    <a:pt x="208" y="3546"/>
                    <a:pt x="224" y="3539"/>
                  </a:cubicBezTo>
                  <a:cubicBezTo>
                    <a:pt x="1601" y="2947"/>
                    <a:pt x="2148" y="1449"/>
                    <a:pt x="2590" y="135"/>
                  </a:cubicBezTo>
                  <a:cubicBezTo>
                    <a:pt x="2615" y="53"/>
                    <a:pt x="2549" y="0"/>
                    <a:pt x="2483" y="0"/>
                  </a:cubicBezTo>
                  <a:close/>
                </a:path>
              </a:pathLst>
            </a:custGeom>
            <a:solidFill>
              <a:srgbClr val="8178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30"/>
            <p:cNvSpPr/>
            <p:nvPr/>
          </p:nvSpPr>
          <p:spPr>
            <a:xfrm>
              <a:off x="10609015" y="4017714"/>
              <a:ext cx="110628" cy="24064"/>
            </a:xfrm>
            <a:custGeom>
              <a:rect b="b" l="l" r="r" t="t"/>
              <a:pathLst>
                <a:path extrusionOk="0" h="492" w="2435">
                  <a:moveTo>
                    <a:pt x="162" y="0"/>
                  </a:moveTo>
                  <a:cubicBezTo>
                    <a:pt x="77" y="0"/>
                    <a:pt x="0" y="112"/>
                    <a:pt x="82" y="188"/>
                  </a:cubicBezTo>
                  <a:cubicBezTo>
                    <a:pt x="291" y="383"/>
                    <a:pt x="604" y="439"/>
                    <a:pt x="876" y="470"/>
                  </a:cubicBezTo>
                  <a:cubicBezTo>
                    <a:pt x="1002" y="485"/>
                    <a:pt x="1128" y="492"/>
                    <a:pt x="1253" y="492"/>
                  </a:cubicBezTo>
                  <a:cubicBezTo>
                    <a:pt x="1609" y="492"/>
                    <a:pt x="1963" y="438"/>
                    <a:pt x="2308" y="355"/>
                  </a:cubicBezTo>
                  <a:cubicBezTo>
                    <a:pt x="2435" y="323"/>
                    <a:pt x="2395" y="139"/>
                    <a:pt x="2276" y="139"/>
                  </a:cubicBezTo>
                  <a:cubicBezTo>
                    <a:pt x="2267" y="139"/>
                    <a:pt x="2258" y="140"/>
                    <a:pt x="2248" y="143"/>
                  </a:cubicBezTo>
                  <a:cubicBezTo>
                    <a:pt x="1921" y="223"/>
                    <a:pt x="1585" y="272"/>
                    <a:pt x="1247" y="272"/>
                  </a:cubicBezTo>
                  <a:cubicBezTo>
                    <a:pt x="1157" y="272"/>
                    <a:pt x="1067" y="269"/>
                    <a:pt x="977" y="261"/>
                  </a:cubicBezTo>
                  <a:cubicBezTo>
                    <a:pt x="736" y="244"/>
                    <a:pt x="423" y="205"/>
                    <a:pt x="235" y="31"/>
                  </a:cubicBezTo>
                  <a:cubicBezTo>
                    <a:pt x="212" y="10"/>
                    <a:pt x="187" y="0"/>
                    <a:pt x="16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30"/>
            <p:cNvSpPr/>
            <p:nvPr/>
          </p:nvSpPr>
          <p:spPr>
            <a:xfrm>
              <a:off x="10859303" y="3401888"/>
              <a:ext cx="105812" cy="1439666"/>
            </a:xfrm>
            <a:custGeom>
              <a:rect b="b" l="l" r="r" t="t"/>
              <a:pathLst>
                <a:path extrusionOk="0" h="29435" w="2329">
                  <a:moveTo>
                    <a:pt x="2232" y="1"/>
                  </a:moveTo>
                  <a:cubicBezTo>
                    <a:pt x="2185" y="1"/>
                    <a:pt x="2147" y="34"/>
                    <a:pt x="2137" y="78"/>
                  </a:cubicBezTo>
                  <a:lnTo>
                    <a:pt x="1" y="12904"/>
                  </a:lnTo>
                  <a:lnTo>
                    <a:pt x="1" y="12925"/>
                  </a:lnTo>
                  <a:lnTo>
                    <a:pt x="851" y="29348"/>
                  </a:lnTo>
                  <a:cubicBezTo>
                    <a:pt x="855" y="29396"/>
                    <a:pt x="893" y="29434"/>
                    <a:pt x="942" y="29434"/>
                  </a:cubicBezTo>
                  <a:lnTo>
                    <a:pt x="946" y="29434"/>
                  </a:lnTo>
                  <a:cubicBezTo>
                    <a:pt x="998" y="29431"/>
                    <a:pt x="1036" y="29389"/>
                    <a:pt x="1033" y="29337"/>
                  </a:cubicBezTo>
                  <a:lnTo>
                    <a:pt x="182" y="12925"/>
                  </a:lnTo>
                  <a:lnTo>
                    <a:pt x="2318" y="106"/>
                  </a:lnTo>
                  <a:cubicBezTo>
                    <a:pt x="2329" y="58"/>
                    <a:pt x="2294" y="12"/>
                    <a:pt x="2245" y="1"/>
                  </a:cubicBezTo>
                  <a:cubicBezTo>
                    <a:pt x="2241" y="1"/>
                    <a:pt x="2237" y="1"/>
                    <a:pt x="22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30"/>
            <p:cNvSpPr/>
            <p:nvPr/>
          </p:nvSpPr>
          <p:spPr>
            <a:xfrm>
              <a:off x="10935811" y="3343098"/>
              <a:ext cx="100042" cy="201020"/>
            </a:xfrm>
            <a:custGeom>
              <a:rect b="b" l="l" r="r" t="t"/>
              <a:pathLst>
                <a:path extrusionOk="0" h="4110" w="2202">
                  <a:moveTo>
                    <a:pt x="2105" y="1"/>
                  </a:moveTo>
                  <a:cubicBezTo>
                    <a:pt x="2059" y="1"/>
                    <a:pt x="2021" y="37"/>
                    <a:pt x="2017" y="82"/>
                  </a:cubicBezTo>
                  <a:cubicBezTo>
                    <a:pt x="1917" y="953"/>
                    <a:pt x="1568" y="3291"/>
                    <a:pt x="1168" y="3660"/>
                  </a:cubicBezTo>
                  <a:cubicBezTo>
                    <a:pt x="940" y="3872"/>
                    <a:pt x="689" y="3926"/>
                    <a:pt x="492" y="3926"/>
                  </a:cubicBezTo>
                  <a:cubicBezTo>
                    <a:pt x="287" y="3926"/>
                    <a:pt x="139" y="3868"/>
                    <a:pt x="136" y="3866"/>
                  </a:cubicBezTo>
                  <a:cubicBezTo>
                    <a:pt x="124" y="3861"/>
                    <a:pt x="113" y="3859"/>
                    <a:pt x="101" y="3859"/>
                  </a:cubicBezTo>
                  <a:cubicBezTo>
                    <a:pt x="67" y="3859"/>
                    <a:pt x="33" y="3881"/>
                    <a:pt x="18" y="3915"/>
                  </a:cubicBezTo>
                  <a:cubicBezTo>
                    <a:pt x="0" y="3963"/>
                    <a:pt x="21" y="4016"/>
                    <a:pt x="66" y="4033"/>
                  </a:cubicBezTo>
                  <a:cubicBezTo>
                    <a:pt x="80" y="4040"/>
                    <a:pt x="258" y="4109"/>
                    <a:pt x="495" y="4109"/>
                  </a:cubicBezTo>
                  <a:cubicBezTo>
                    <a:pt x="729" y="4109"/>
                    <a:pt x="1025" y="4043"/>
                    <a:pt x="1293" y="3793"/>
                  </a:cubicBezTo>
                  <a:cubicBezTo>
                    <a:pt x="1816" y="3312"/>
                    <a:pt x="2160" y="430"/>
                    <a:pt x="2199" y="103"/>
                  </a:cubicBezTo>
                  <a:cubicBezTo>
                    <a:pt x="2202" y="54"/>
                    <a:pt x="2168" y="8"/>
                    <a:pt x="2118" y="2"/>
                  </a:cubicBezTo>
                  <a:cubicBezTo>
                    <a:pt x="2114" y="1"/>
                    <a:pt x="2110" y="1"/>
                    <a:pt x="210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30"/>
            <p:cNvSpPr/>
            <p:nvPr/>
          </p:nvSpPr>
          <p:spPr>
            <a:xfrm>
              <a:off x="10660626" y="4826147"/>
              <a:ext cx="308169" cy="83049"/>
            </a:xfrm>
            <a:custGeom>
              <a:rect b="b" l="l" r="r" t="t"/>
              <a:pathLst>
                <a:path extrusionOk="0" h="1698" w="6783">
                  <a:moveTo>
                    <a:pt x="1" y="1"/>
                  </a:moveTo>
                  <a:lnTo>
                    <a:pt x="60" y="1541"/>
                  </a:lnTo>
                  <a:lnTo>
                    <a:pt x="6782" y="1698"/>
                  </a:lnTo>
                  <a:lnTo>
                    <a:pt x="6768" y="186"/>
                  </a:lnTo>
                  <a:lnTo>
                    <a:pt x="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30"/>
            <p:cNvSpPr/>
            <p:nvPr/>
          </p:nvSpPr>
          <p:spPr>
            <a:xfrm>
              <a:off x="10692474" y="2278181"/>
              <a:ext cx="705430" cy="1179269"/>
            </a:xfrm>
            <a:custGeom>
              <a:rect b="b" l="l" r="r" t="t"/>
              <a:pathLst>
                <a:path extrusionOk="0" h="24111" w="15527">
                  <a:moveTo>
                    <a:pt x="7892" y="0"/>
                  </a:moveTo>
                  <a:cubicBezTo>
                    <a:pt x="7419" y="140"/>
                    <a:pt x="6074" y="544"/>
                    <a:pt x="4660" y="1039"/>
                  </a:cubicBezTo>
                  <a:cubicBezTo>
                    <a:pt x="4168" y="1209"/>
                    <a:pt x="3669" y="1391"/>
                    <a:pt x="3199" y="1576"/>
                  </a:cubicBezTo>
                  <a:cubicBezTo>
                    <a:pt x="3161" y="1589"/>
                    <a:pt x="3119" y="1603"/>
                    <a:pt x="3084" y="1621"/>
                  </a:cubicBezTo>
                  <a:cubicBezTo>
                    <a:pt x="1677" y="2332"/>
                    <a:pt x="945" y="2951"/>
                    <a:pt x="990" y="2951"/>
                  </a:cubicBezTo>
                  <a:cubicBezTo>
                    <a:pt x="1039" y="2951"/>
                    <a:pt x="983" y="3199"/>
                    <a:pt x="990" y="3792"/>
                  </a:cubicBezTo>
                  <a:cubicBezTo>
                    <a:pt x="993" y="3834"/>
                    <a:pt x="983" y="4987"/>
                    <a:pt x="983" y="5032"/>
                  </a:cubicBezTo>
                  <a:cubicBezTo>
                    <a:pt x="969" y="5750"/>
                    <a:pt x="942" y="6021"/>
                    <a:pt x="1095" y="7213"/>
                  </a:cubicBezTo>
                  <a:cubicBezTo>
                    <a:pt x="1238" y="8311"/>
                    <a:pt x="1381" y="9527"/>
                    <a:pt x="1492" y="10719"/>
                  </a:cubicBezTo>
                  <a:lnTo>
                    <a:pt x="1492" y="10722"/>
                  </a:lnTo>
                  <a:cubicBezTo>
                    <a:pt x="1498" y="10791"/>
                    <a:pt x="1506" y="10865"/>
                    <a:pt x="1513" y="10934"/>
                  </a:cubicBezTo>
                  <a:cubicBezTo>
                    <a:pt x="1534" y="11151"/>
                    <a:pt x="1551" y="11367"/>
                    <a:pt x="1569" y="11582"/>
                  </a:cubicBezTo>
                  <a:cubicBezTo>
                    <a:pt x="1572" y="11624"/>
                    <a:pt x="1575" y="11669"/>
                    <a:pt x="1579" y="11715"/>
                  </a:cubicBezTo>
                  <a:cubicBezTo>
                    <a:pt x="1582" y="11732"/>
                    <a:pt x="1582" y="11750"/>
                    <a:pt x="1582" y="11767"/>
                  </a:cubicBezTo>
                  <a:cubicBezTo>
                    <a:pt x="1586" y="11778"/>
                    <a:pt x="1586" y="11792"/>
                    <a:pt x="1586" y="11806"/>
                  </a:cubicBezTo>
                  <a:cubicBezTo>
                    <a:pt x="1631" y="12374"/>
                    <a:pt x="1670" y="12924"/>
                    <a:pt x="1691" y="13440"/>
                  </a:cubicBezTo>
                  <a:cubicBezTo>
                    <a:pt x="1694" y="13478"/>
                    <a:pt x="1694" y="13513"/>
                    <a:pt x="1694" y="13548"/>
                  </a:cubicBezTo>
                  <a:cubicBezTo>
                    <a:pt x="1708" y="13840"/>
                    <a:pt x="1551" y="14834"/>
                    <a:pt x="1335" y="16056"/>
                  </a:cubicBezTo>
                  <a:cubicBezTo>
                    <a:pt x="1328" y="16109"/>
                    <a:pt x="1318" y="16161"/>
                    <a:pt x="1307" y="16210"/>
                  </a:cubicBezTo>
                  <a:cubicBezTo>
                    <a:pt x="1178" y="16949"/>
                    <a:pt x="1028" y="17757"/>
                    <a:pt x="879" y="18548"/>
                  </a:cubicBezTo>
                  <a:cubicBezTo>
                    <a:pt x="868" y="18600"/>
                    <a:pt x="858" y="18656"/>
                    <a:pt x="847" y="18708"/>
                  </a:cubicBezTo>
                  <a:cubicBezTo>
                    <a:pt x="502" y="20545"/>
                    <a:pt x="171" y="22227"/>
                    <a:pt x="147" y="22499"/>
                  </a:cubicBezTo>
                  <a:cubicBezTo>
                    <a:pt x="1" y="22931"/>
                    <a:pt x="1043" y="23949"/>
                    <a:pt x="3648" y="24095"/>
                  </a:cubicBezTo>
                  <a:cubicBezTo>
                    <a:pt x="3701" y="24099"/>
                    <a:pt x="3756" y="24099"/>
                    <a:pt x="3812" y="24102"/>
                  </a:cubicBezTo>
                  <a:cubicBezTo>
                    <a:pt x="3959" y="24108"/>
                    <a:pt x="4110" y="24111"/>
                    <a:pt x="4267" y="24111"/>
                  </a:cubicBezTo>
                  <a:cubicBezTo>
                    <a:pt x="4883" y="24111"/>
                    <a:pt x="5576" y="24065"/>
                    <a:pt x="6349" y="23959"/>
                  </a:cubicBezTo>
                  <a:cubicBezTo>
                    <a:pt x="11276" y="23273"/>
                    <a:pt x="13624" y="23391"/>
                    <a:pt x="14251" y="23217"/>
                  </a:cubicBezTo>
                  <a:cubicBezTo>
                    <a:pt x="15527" y="22869"/>
                    <a:pt x="14430" y="17604"/>
                    <a:pt x="14430" y="17604"/>
                  </a:cubicBezTo>
                  <a:cubicBezTo>
                    <a:pt x="14489" y="16984"/>
                    <a:pt x="14558" y="16095"/>
                    <a:pt x="14600" y="15025"/>
                  </a:cubicBezTo>
                  <a:cubicBezTo>
                    <a:pt x="14632" y="14290"/>
                    <a:pt x="14649" y="13472"/>
                    <a:pt x="14645" y="12593"/>
                  </a:cubicBezTo>
                  <a:cubicBezTo>
                    <a:pt x="14642" y="12552"/>
                    <a:pt x="14642" y="12510"/>
                    <a:pt x="14642" y="12464"/>
                  </a:cubicBezTo>
                  <a:cubicBezTo>
                    <a:pt x="14642" y="12359"/>
                    <a:pt x="14642" y="12255"/>
                    <a:pt x="14639" y="12150"/>
                  </a:cubicBezTo>
                  <a:cubicBezTo>
                    <a:pt x="14632" y="11565"/>
                    <a:pt x="14611" y="10955"/>
                    <a:pt x="14579" y="10331"/>
                  </a:cubicBezTo>
                  <a:cubicBezTo>
                    <a:pt x="14576" y="10294"/>
                    <a:pt x="14573" y="10255"/>
                    <a:pt x="14573" y="10217"/>
                  </a:cubicBezTo>
                  <a:cubicBezTo>
                    <a:pt x="14544" y="9774"/>
                    <a:pt x="14513" y="9321"/>
                    <a:pt x="14471" y="8865"/>
                  </a:cubicBezTo>
                  <a:lnTo>
                    <a:pt x="14471" y="8861"/>
                  </a:lnTo>
                  <a:cubicBezTo>
                    <a:pt x="14325" y="7221"/>
                    <a:pt x="14071" y="5520"/>
                    <a:pt x="13653" y="3886"/>
                  </a:cubicBezTo>
                  <a:cubicBezTo>
                    <a:pt x="13611" y="3729"/>
                    <a:pt x="13541" y="3572"/>
                    <a:pt x="13444" y="3416"/>
                  </a:cubicBezTo>
                  <a:cubicBezTo>
                    <a:pt x="13424" y="3432"/>
                    <a:pt x="13398" y="3444"/>
                    <a:pt x="13371" y="3444"/>
                  </a:cubicBezTo>
                  <a:cubicBezTo>
                    <a:pt x="13349" y="3444"/>
                    <a:pt x="13326" y="3436"/>
                    <a:pt x="13307" y="3416"/>
                  </a:cubicBezTo>
                  <a:cubicBezTo>
                    <a:pt x="11750" y="1910"/>
                    <a:pt x="9576" y="1332"/>
                    <a:pt x="789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30"/>
            <p:cNvSpPr/>
            <p:nvPr/>
          </p:nvSpPr>
          <p:spPr>
            <a:xfrm>
              <a:off x="10886062" y="2323716"/>
              <a:ext cx="224119" cy="133426"/>
            </a:xfrm>
            <a:custGeom>
              <a:rect b="b" l="l" r="r" t="t"/>
              <a:pathLst>
                <a:path extrusionOk="0" h="2728" w="4933">
                  <a:moveTo>
                    <a:pt x="4846" y="0"/>
                  </a:moveTo>
                  <a:cubicBezTo>
                    <a:pt x="4817" y="0"/>
                    <a:pt x="4789" y="16"/>
                    <a:pt x="4778" y="52"/>
                  </a:cubicBezTo>
                  <a:cubicBezTo>
                    <a:pt x="4530" y="944"/>
                    <a:pt x="3935" y="1718"/>
                    <a:pt x="3120" y="2167"/>
                  </a:cubicBezTo>
                  <a:cubicBezTo>
                    <a:pt x="2615" y="2446"/>
                    <a:pt x="2049" y="2583"/>
                    <a:pt x="1482" y="2583"/>
                  </a:cubicBezTo>
                  <a:cubicBezTo>
                    <a:pt x="1015" y="2583"/>
                    <a:pt x="548" y="2490"/>
                    <a:pt x="113" y="2310"/>
                  </a:cubicBezTo>
                  <a:cubicBezTo>
                    <a:pt x="103" y="2305"/>
                    <a:pt x="93" y="2303"/>
                    <a:pt x="85" y="2303"/>
                  </a:cubicBezTo>
                  <a:cubicBezTo>
                    <a:pt x="21" y="2303"/>
                    <a:pt x="0" y="2415"/>
                    <a:pt x="74" y="2446"/>
                  </a:cubicBezTo>
                  <a:cubicBezTo>
                    <a:pt x="521" y="2633"/>
                    <a:pt x="1002" y="2727"/>
                    <a:pt x="1482" y="2727"/>
                  </a:cubicBezTo>
                  <a:cubicBezTo>
                    <a:pt x="2075" y="2727"/>
                    <a:pt x="2667" y="2583"/>
                    <a:pt x="3192" y="2292"/>
                  </a:cubicBezTo>
                  <a:cubicBezTo>
                    <a:pt x="4040" y="1826"/>
                    <a:pt x="4659" y="1017"/>
                    <a:pt x="4918" y="90"/>
                  </a:cubicBezTo>
                  <a:cubicBezTo>
                    <a:pt x="4932" y="36"/>
                    <a:pt x="4889" y="0"/>
                    <a:pt x="484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30"/>
            <p:cNvSpPr/>
            <p:nvPr/>
          </p:nvSpPr>
          <p:spPr>
            <a:xfrm>
              <a:off x="10799513" y="2348758"/>
              <a:ext cx="347104" cy="413681"/>
            </a:xfrm>
            <a:custGeom>
              <a:rect b="b" l="l" r="r" t="t"/>
              <a:pathLst>
                <a:path extrusionOk="0" h="8458" w="7640">
                  <a:moveTo>
                    <a:pt x="7553" y="0"/>
                  </a:moveTo>
                  <a:cubicBezTo>
                    <a:pt x="7525" y="0"/>
                    <a:pt x="7498" y="16"/>
                    <a:pt x="7488" y="52"/>
                  </a:cubicBezTo>
                  <a:cubicBezTo>
                    <a:pt x="7112" y="1579"/>
                    <a:pt x="5924" y="2687"/>
                    <a:pt x="4708" y="3589"/>
                  </a:cubicBezTo>
                  <a:cubicBezTo>
                    <a:pt x="3519" y="4474"/>
                    <a:pt x="2220" y="5230"/>
                    <a:pt x="1212" y="6331"/>
                  </a:cubicBezTo>
                  <a:cubicBezTo>
                    <a:pt x="673" y="6923"/>
                    <a:pt x="244" y="7600"/>
                    <a:pt x="17" y="8370"/>
                  </a:cubicBezTo>
                  <a:cubicBezTo>
                    <a:pt x="1" y="8422"/>
                    <a:pt x="45" y="8457"/>
                    <a:pt x="88" y="8457"/>
                  </a:cubicBezTo>
                  <a:cubicBezTo>
                    <a:pt x="116" y="8457"/>
                    <a:pt x="144" y="8442"/>
                    <a:pt x="154" y="8408"/>
                  </a:cubicBezTo>
                  <a:cubicBezTo>
                    <a:pt x="599" y="6902"/>
                    <a:pt x="1815" y="5833"/>
                    <a:pt x="3042" y="4941"/>
                  </a:cubicBezTo>
                  <a:cubicBezTo>
                    <a:pt x="4240" y="4070"/>
                    <a:pt x="5533" y="3296"/>
                    <a:pt x="6509" y="2167"/>
                  </a:cubicBezTo>
                  <a:cubicBezTo>
                    <a:pt x="7032" y="1561"/>
                    <a:pt x="7436" y="868"/>
                    <a:pt x="7627" y="91"/>
                  </a:cubicBezTo>
                  <a:cubicBezTo>
                    <a:pt x="7640" y="36"/>
                    <a:pt x="7596" y="0"/>
                    <a:pt x="755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30"/>
            <p:cNvSpPr/>
            <p:nvPr/>
          </p:nvSpPr>
          <p:spPr>
            <a:xfrm>
              <a:off x="10748629" y="2650337"/>
              <a:ext cx="293267" cy="421115"/>
            </a:xfrm>
            <a:custGeom>
              <a:rect b="b" l="l" r="r" t="t"/>
              <a:pathLst>
                <a:path extrusionOk="0" h="8610" w="6455">
                  <a:moveTo>
                    <a:pt x="5432" y="1"/>
                  </a:moveTo>
                  <a:cubicBezTo>
                    <a:pt x="5145" y="1"/>
                    <a:pt x="4847" y="88"/>
                    <a:pt x="4598" y="189"/>
                  </a:cubicBezTo>
                  <a:cubicBezTo>
                    <a:pt x="4047" y="413"/>
                    <a:pt x="3524" y="740"/>
                    <a:pt x="3043" y="1088"/>
                  </a:cubicBezTo>
                  <a:cubicBezTo>
                    <a:pt x="1935" y="1894"/>
                    <a:pt x="1015" y="2939"/>
                    <a:pt x="354" y="4137"/>
                  </a:cubicBezTo>
                  <a:cubicBezTo>
                    <a:pt x="325" y="4193"/>
                    <a:pt x="375" y="4245"/>
                    <a:pt x="423" y="4245"/>
                  </a:cubicBezTo>
                  <a:cubicBezTo>
                    <a:pt x="444" y="4245"/>
                    <a:pt x="465" y="4235"/>
                    <a:pt x="479" y="4211"/>
                  </a:cubicBezTo>
                  <a:cubicBezTo>
                    <a:pt x="1026" y="3214"/>
                    <a:pt x="1754" y="2325"/>
                    <a:pt x="2629" y="1593"/>
                  </a:cubicBezTo>
                  <a:cubicBezTo>
                    <a:pt x="3075" y="1221"/>
                    <a:pt x="3559" y="890"/>
                    <a:pt x="4067" y="608"/>
                  </a:cubicBezTo>
                  <a:cubicBezTo>
                    <a:pt x="4465" y="393"/>
                    <a:pt x="4935" y="142"/>
                    <a:pt x="5406" y="142"/>
                  </a:cubicBezTo>
                  <a:cubicBezTo>
                    <a:pt x="5485" y="142"/>
                    <a:pt x="5564" y="150"/>
                    <a:pt x="5643" y="165"/>
                  </a:cubicBezTo>
                  <a:cubicBezTo>
                    <a:pt x="6364" y="305"/>
                    <a:pt x="6319" y="1085"/>
                    <a:pt x="6103" y="1622"/>
                  </a:cubicBezTo>
                  <a:cubicBezTo>
                    <a:pt x="5886" y="2162"/>
                    <a:pt x="5563" y="2671"/>
                    <a:pt x="5256" y="3161"/>
                  </a:cubicBezTo>
                  <a:cubicBezTo>
                    <a:pt x="4632" y="4152"/>
                    <a:pt x="3911" y="5078"/>
                    <a:pt x="3106" y="5925"/>
                  </a:cubicBezTo>
                  <a:cubicBezTo>
                    <a:pt x="2190" y="6887"/>
                    <a:pt x="1169" y="7740"/>
                    <a:pt x="64" y="8472"/>
                  </a:cubicBezTo>
                  <a:cubicBezTo>
                    <a:pt x="0" y="8516"/>
                    <a:pt x="38" y="8610"/>
                    <a:pt x="98" y="8610"/>
                  </a:cubicBezTo>
                  <a:cubicBezTo>
                    <a:pt x="111" y="8610"/>
                    <a:pt x="124" y="8606"/>
                    <a:pt x="137" y="8597"/>
                  </a:cubicBezTo>
                  <a:cubicBezTo>
                    <a:pt x="2284" y="7175"/>
                    <a:pt x="4113" y="5294"/>
                    <a:pt x="5461" y="3103"/>
                  </a:cubicBezTo>
                  <a:cubicBezTo>
                    <a:pt x="5782" y="2584"/>
                    <a:pt x="6137" y="2032"/>
                    <a:pt x="6319" y="1447"/>
                  </a:cubicBezTo>
                  <a:cubicBezTo>
                    <a:pt x="6455" y="1001"/>
                    <a:pt x="6451" y="469"/>
                    <a:pt x="6033" y="176"/>
                  </a:cubicBezTo>
                  <a:cubicBezTo>
                    <a:pt x="5854" y="49"/>
                    <a:pt x="5646" y="1"/>
                    <a:pt x="543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30"/>
            <p:cNvSpPr/>
            <p:nvPr/>
          </p:nvSpPr>
          <p:spPr>
            <a:xfrm>
              <a:off x="10730956" y="2814381"/>
              <a:ext cx="360143" cy="378857"/>
            </a:xfrm>
            <a:custGeom>
              <a:rect b="b" l="l" r="r" t="t"/>
              <a:pathLst>
                <a:path extrusionOk="0" h="7746" w="7927">
                  <a:moveTo>
                    <a:pt x="7830" y="0"/>
                  </a:moveTo>
                  <a:cubicBezTo>
                    <a:pt x="7808" y="0"/>
                    <a:pt x="7787" y="11"/>
                    <a:pt x="7774" y="37"/>
                  </a:cubicBezTo>
                  <a:cubicBezTo>
                    <a:pt x="6962" y="1522"/>
                    <a:pt x="5969" y="2902"/>
                    <a:pt x="4812" y="4135"/>
                  </a:cubicBezTo>
                  <a:cubicBezTo>
                    <a:pt x="4252" y="4735"/>
                    <a:pt x="3652" y="5299"/>
                    <a:pt x="3021" y="5825"/>
                  </a:cubicBezTo>
                  <a:cubicBezTo>
                    <a:pt x="2362" y="6376"/>
                    <a:pt x="1666" y="6947"/>
                    <a:pt x="889" y="7320"/>
                  </a:cubicBezTo>
                  <a:cubicBezTo>
                    <a:pt x="624" y="7446"/>
                    <a:pt x="331" y="7540"/>
                    <a:pt x="32" y="7585"/>
                  </a:cubicBezTo>
                  <a:cubicBezTo>
                    <a:pt x="21" y="7637"/>
                    <a:pt x="11" y="7693"/>
                    <a:pt x="0" y="7745"/>
                  </a:cubicBezTo>
                  <a:cubicBezTo>
                    <a:pt x="45" y="7739"/>
                    <a:pt x="87" y="7731"/>
                    <a:pt x="133" y="7724"/>
                  </a:cubicBezTo>
                  <a:cubicBezTo>
                    <a:pt x="1024" y="7560"/>
                    <a:pt x="1788" y="6975"/>
                    <a:pt x="2488" y="6435"/>
                  </a:cubicBezTo>
                  <a:cubicBezTo>
                    <a:pt x="3896" y="5355"/>
                    <a:pt x="5157" y="4087"/>
                    <a:pt x="6233" y="2676"/>
                  </a:cubicBezTo>
                  <a:cubicBezTo>
                    <a:pt x="6854" y="1864"/>
                    <a:pt x="7408" y="1007"/>
                    <a:pt x="7896" y="108"/>
                  </a:cubicBezTo>
                  <a:cubicBezTo>
                    <a:pt x="7927" y="52"/>
                    <a:pt x="7877" y="0"/>
                    <a:pt x="783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30"/>
            <p:cNvSpPr/>
            <p:nvPr/>
          </p:nvSpPr>
          <p:spPr>
            <a:xfrm>
              <a:off x="10963661" y="2995250"/>
              <a:ext cx="177914" cy="289156"/>
            </a:xfrm>
            <a:custGeom>
              <a:rect b="b" l="l" r="r" t="t"/>
              <a:pathLst>
                <a:path extrusionOk="0" h="5912" w="3916">
                  <a:moveTo>
                    <a:pt x="2178" y="1"/>
                  </a:moveTo>
                  <a:cubicBezTo>
                    <a:pt x="2171" y="1"/>
                    <a:pt x="2162" y="2"/>
                    <a:pt x="2153" y="6"/>
                  </a:cubicBezTo>
                  <a:cubicBezTo>
                    <a:pt x="1056" y="416"/>
                    <a:pt x="241" y="1437"/>
                    <a:pt x="146" y="2616"/>
                  </a:cubicBezTo>
                  <a:cubicBezTo>
                    <a:pt x="49" y="3842"/>
                    <a:pt x="718" y="5057"/>
                    <a:pt x="1830" y="5594"/>
                  </a:cubicBezTo>
                  <a:cubicBezTo>
                    <a:pt x="2259" y="5805"/>
                    <a:pt x="2730" y="5911"/>
                    <a:pt x="3204" y="5911"/>
                  </a:cubicBezTo>
                  <a:cubicBezTo>
                    <a:pt x="3414" y="5911"/>
                    <a:pt x="3625" y="5890"/>
                    <a:pt x="3834" y="5849"/>
                  </a:cubicBezTo>
                  <a:cubicBezTo>
                    <a:pt x="3915" y="5829"/>
                    <a:pt x="3886" y="5708"/>
                    <a:pt x="3810" y="5708"/>
                  </a:cubicBezTo>
                  <a:cubicBezTo>
                    <a:pt x="3805" y="5708"/>
                    <a:pt x="3800" y="5709"/>
                    <a:pt x="3795" y="5710"/>
                  </a:cubicBezTo>
                  <a:cubicBezTo>
                    <a:pt x="3600" y="5749"/>
                    <a:pt x="3405" y="5768"/>
                    <a:pt x="3212" y="5768"/>
                  </a:cubicBezTo>
                  <a:cubicBezTo>
                    <a:pt x="1913" y="5768"/>
                    <a:pt x="720" y="4903"/>
                    <a:pt x="380" y="3605"/>
                  </a:cubicBezTo>
                  <a:cubicBezTo>
                    <a:pt x="0" y="2166"/>
                    <a:pt x="805" y="664"/>
                    <a:pt x="2192" y="144"/>
                  </a:cubicBezTo>
                  <a:cubicBezTo>
                    <a:pt x="2267" y="117"/>
                    <a:pt x="2246" y="1"/>
                    <a:pt x="217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30"/>
            <p:cNvSpPr/>
            <p:nvPr/>
          </p:nvSpPr>
          <p:spPr>
            <a:xfrm>
              <a:off x="10728593" y="3301084"/>
              <a:ext cx="154834" cy="155974"/>
            </a:xfrm>
            <a:custGeom>
              <a:rect b="b" l="l" r="r" t="t"/>
              <a:pathLst>
                <a:path extrusionOk="0" h="3189" w="3408">
                  <a:moveTo>
                    <a:pt x="1325" y="0"/>
                  </a:moveTo>
                  <a:cubicBezTo>
                    <a:pt x="846" y="0"/>
                    <a:pt x="376" y="176"/>
                    <a:pt x="49" y="544"/>
                  </a:cubicBezTo>
                  <a:cubicBezTo>
                    <a:pt x="1" y="597"/>
                    <a:pt x="48" y="668"/>
                    <a:pt x="101" y="668"/>
                  </a:cubicBezTo>
                  <a:cubicBezTo>
                    <a:pt x="118" y="668"/>
                    <a:pt x="135" y="661"/>
                    <a:pt x="150" y="644"/>
                  </a:cubicBezTo>
                  <a:cubicBezTo>
                    <a:pt x="452" y="306"/>
                    <a:pt x="886" y="143"/>
                    <a:pt x="1326" y="143"/>
                  </a:cubicBezTo>
                  <a:cubicBezTo>
                    <a:pt x="1520" y="143"/>
                    <a:pt x="1716" y="175"/>
                    <a:pt x="1903" y="237"/>
                  </a:cubicBezTo>
                  <a:cubicBezTo>
                    <a:pt x="2561" y="453"/>
                    <a:pt x="2979" y="1049"/>
                    <a:pt x="3091" y="1718"/>
                  </a:cubicBezTo>
                  <a:cubicBezTo>
                    <a:pt x="3178" y="2258"/>
                    <a:pt x="3080" y="2749"/>
                    <a:pt x="2853" y="3181"/>
                  </a:cubicBezTo>
                  <a:cubicBezTo>
                    <a:pt x="2906" y="3185"/>
                    <a:pt x="2961" y="3185"/>
                    <a:pt x="3017" y="3188"/>
                  </a:cubicBezTo>
                  <a:cubicBezTo>
                    <a:pt x="3119" y="2976"/>
                    <a:pt x="3191" y="2749"/>
                    <a:pt x="3230" y="2509"/>
                  </a:cubicBezTo>
                  <a:cubicBezTo>
                    <a:pt x="3408" y="1397"/>
                    <a:pt x="2815" y="213"/>
                    <a:pt x="1634" y="25"/>
                  </a:cubicBezTo>
                  <a:cubicBezTo>
                    <a:pt x="1532" y="8"/>
                    <a:pt x="1428" y="0"/>
                    <a:pt x="132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30"/>
            <p:cNvSpPr/>
            <p:nvPr/>
          </p:nvSpPr>
          <p:spPr>
            <a:xfrm>
              <a:off x="10743450" y="1883330"/>
              <a:ext cx="338018" cy="291797"/>
            </a:xfrm>
            <a:custGeom>
              <a:rect b="b" l="l" r="r" t="t"/>
              <a:pathLst>
                <a:path extrusionOk="0" h="5966" w="7440">
                  <a:moveTo>
                    <a:pt x="4997" y="0"/>
                  </a:moveTo>
                  <a:cubicBezTo>
                    <a:pt x="4377" y="0"/>
                    <a:pt x="4569" y="526"/>
                    <a:pt x="4569" y="526"/>
                  </a:cubicBezTo>
                  <a:cubicBezTo>
                    <a:pt x="4569" y="526"/>
                    <a:pt x="3783" y="279"/>
                    <a:pt x="3047" y="279"/>
                  </a:cubicBezTo>
                  <a:cubicBezTo>
                    <a:pt x="2664" y="279"/>
                    <a:pt x="2294" y="346"/>
                    <a:pt x="2057" y="550"/>
                  </a:cubicBezTo>
                  <a:cubicBezTo>
                    <a:pt x="1363" y="1150"/>
                    <a:pt x="2332" y="1317"/>
                    <a:pt x="2332" y="1317"/>
                  </a:cubicBezTo>
                  <a:cubicBezTo>
                    <a:pt x="2332" y="1317"/>
                    <a:pt x="1932" y="1250"/>
                    <a:pt x="1479" y="1250"/>
                  </a:cubicBezTo>
                  <a:cubicBezTo>
                    <a:pt x="959" y="1250"/>
                    <a:pt x="369" y="1339"/>
                    <a:pt x="241" y="1721"/>
                  </a:cubicBezTo>
                  <a:cubicBezTo>
                    <a:pt x="0" y="2439"/>
                    <a:pt x="1029" y="2512"/>
                    <a:pt x="1029" y="2512"/>
                  </a:cubicBezTo>
                  <a:cubicBezTo>
                    <a:pt x="1029" y="2512"/>
                    <a:pt x="98" y="3348"/>
                    <a:pt x="457" y="3993"/>
                  </a:cubicBezTo>
                  <a:cubicBezTo>
                    <a:pt x="661" y="4363"/>
                    <a:pt x="951" y="4442"/>
                    <a:pt x="1162" y="4442"/>
                  </a:cubicBezTo>
                  <a:cubicBezTo>
                    <a:pt x="1321" y="4442"/>
                    <a:pt x="1436" y="4397"/>
                    <a:pt x="1436" y="4397"/>
                  </a:cubicBezTo>
                  <a:lnTo>
                    <a:pt x="1436" y="4397"/>
                  </a:lnTo>
                  <a:cubicBezTo>
                    <a:pt x="1436" y="4397"/>
                    <a:pt x="1295" y="5346"/>
                    <a:pt x="1726" y="5346"/>
                  </a:cubicBezTo>
                  <a:cubicBezTo>
                    <a:pt x="1729" y="5346"/>
                    <a:pt x="1732" y="5345"/>
                    <a:pt x="1735" y="5345"/>
                  </a:cubicBezTo>
                  <a:cubicBezTo>
                    <a:pt x="2179" y="5335"/>
                    <a:pt x="2858" y="4554"/>
                    <a:pt x="2858" y="4554"/>
                  </a:cubicBezTo>
                  <a:lnTo>
                    <a:pt x="6433" y="5965"/>
                  </a:lnTo>
                  <a:cubicBezTo>
                    <a:pt x="6433" y="5965"/>
                    <a:pt x="7276" y="5331"/>
                    <a:pt x="7175" y="4258"/>
                  </a:cubicBezTo>
                  <a:cubicBezTo>
                    <a:pt x="7074" y="3184"/>
                    <a:pt x="6959" y="2561"/>
                    <a:pt x="6959" y="2561"/>
                  </a:cubicBezTo>
                  <a:cubicBezTo>
                    <a:pt x="6959" y="2561"/>
                    <a:pt x="7440" y="910"/>
                    <a:pt x="6959" y="575"/>
                  </a:cubicBezTo>
                  <a:cubicBezTo>
                    <a:pt x="6860" y="506"/>
                    <a:pt x="6773" y="479"/>
                    <a:pt x="6698" y="479"/>
                  </a:cubicBezTo>
                  <a:cubicBezTo>
                    <a:pt x="6408" y="479"/>
                    <a:pt x="6290" y="885"/>
                    <a:pt x="6290" y="885"/>
                  </a:cubicBezTo>
                  <a:cubicBezTo>
                    <a:pt x="6290" y="885"/>
                    <a:pt x="5621" y="0"/>
                    <a:pt x="499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30"/>
            <p:cNvSpPr/>
            <p:nvPr/>
          </p:nvSpPr>
          <p:spPr>
            <a:xfrm>
              <a:off x="10929314" y="2157031"/>
              <a:ext cx="165011" cy="229094"/>
            </a:xfrm>
            <a:custGeom>
              <a:rect b="b" l="l" r="r" t="t"/>
              <a:pathLst>
                <a:path extrusionOk="0" h="4684" w="3632">
                  <a:moveTo>
                    <a:pt x="2383" y="0"/>
                  </a:moveTo>
                  <a:lnTo>
                    <a:pt x="0" y="1306"/>
                  </a:lnTo>
                  <a:lnTo>
                    <a:pt x="39" y="1996"/>
                  </a:lnTo>
                  <a:lnTo>
                    <a:pt x="90" y="2982"/>
                  </a:lnTo>
                  <a:lnTo>
                    <a:pt x="122" y="4460"/>
                  </a:lnTo>
                  <a:cubicBezTo>
                    <a:pt x="488" y="4617"/>
                    <a:pt x="829" y="4683"/>
                    <a:pt x="1143" y="4683"/>
                  </a:cubicBezTo>
                  <a:cubicBezTo>
                    <a:pt x="2728" y="4683"/>
                    <a:pt x="3631" y="3011"/>
                    <a:pt x="3631" y="3011"/>
                  </a:cubicBezTo>
                  <a:cubicBezTo>
                    <a:pt x="3094" y="2192"/>
                    <a:pt x="2666" y="1205"/>
                    <a:pt x="2383" y="0"/>
                  </a:cubicBezTo>
                  <a:close/>
                </a:path>
              </a:pathLst>
            </a:custGeom>
            <a:solidFill>
              <a:srgbClr val="E77F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30"/>
            <p:cNvSpPr/>
            <p:nvPr/>
          </p:nvSpPr>
          <p:spPr>
            <a:xfrm>
              <a:off x="10931041" y="2212886"/>
              <a:ext cx="94227" cy="108482"/>
            </a:xfrm>
            <a:custGeom>
              <a:rect b="b" l="l" r="r" t="t"/>
              <a:pathLst>
                <a:path extrusionOk="0" h="2218" w="2074">
                  <a:moveTo>
                    <a:pt x="2074" y="1"/>
                  </a:moveTo>
                  <a:lnTo>
                    <a:pt x="1" y="854"/>
                  </a:lnTo>
                  <a:lnTo>
                    <a:pt x="73" y="2217"/>
                  </a:lnTo>
                  <a:cubicBezTo>
                    <a:pt x="81" y="2217"/>
                    <a:pt x="88" y="2217"/>
                    <a:pt x="96" y="2217"/>
                  </a:cubicBezTo>
                  <a:cubicBezTo>
                    <a:pt x="487" y="2217"/>
                    <a:pt x="1418" y="1702"/>
                    <a:pt x="2074" y="1"/>
                  </a:cubicBezTo>
                  <a:close/>
                </a:path>
              </a:pathLst>
            </a:custGeom>
            <a:solidFill>
              <a:srgbClr val="241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30"/>
            <p:cNvSpPr/>
            <p:nvPr/>
          </p:nvSpPr>
          <p:spPr>
            <a:xfrm>
              <a:off x="10812325" y="1978411"/>
              <a:ext cx="230979" cy="298791"/>
            </a:xfrm>
            <a:custGeom>
              <a:rect b="b" l="l" r="r" t="t"/>
              <a:pathLst>
                <a:path extrusionOk="0" h="6109" w="5084">
                  <a:moveTo>
                    <a:pt x="2850" y="0"/>
                  </a:moveTo>
                  <a:cubicBezTo>
                    <a:pt x="2722" y="0"/>
                    <a:pt x="2585" y="9"/>
                    <a:pt x="2440" y="28"/>
                  </a:cubicBezTo>
                  <a:cubicBezTo>
                    <a:pt x="2394" y="35"/>
                    <a:pt x="2349" y="42"/>
                    <a:pt x="2303" y="49"/>
                  </a:cubicBezTo>
                  <a:cubicBezTo>
                    <a:pt x="2282" y="53"/>
                    <a:pt x="2262" y="56"/>
                    <a:pt x="2241" y="60"/>
                  </a:cubicBezTo>
                  <a:cubicBezTo>
                    <a:pt x="2213" y="63"/>
                    <a:pt x="2185" y="70"/>
                    <a:pt x="2157" y="77"/>
                  </a:cubicBezTo>
                  <a:cubicBezTo>
                    <a:pt x="2147" y="77"/>
                    <a:pt x="2136" y="81"/>
                    <a:pt x="2126" y="81"/>
                  </a:cubicBezTo>
                  <a:cubicBezTo>
                    <a:pt x="2101" y="87"/>
                    <a:pt x="2073" y="91"/>
                    <a:pt x="2049" y="98"/>
                  </a:cubicBezTo>
                  <a:cubicBezTo>
                    <a:pt x="1934" y="122"/>
                    <a:pt x="1819" y="153"/>
                    <a:pt x="1697" y="188"/>
                  </a:cubicBezTo>
                  <a:cubicBezTo>
                    <a:pt x="1070" y="373"/>
                    <a:pt x="526" y="785"/>
                    <a:pt x="198" y="1349"/>
                  </a:cubicBezTo>
                  <a:cubicBezTo>
                    <a:pt x="185" y="1373"/>
                    <a:pt x="174" y="1398"/>
                    <a:pt x="161" y="1422"/>
                  </a:cubicBezTo>
                  <a:cubicBezTo>
                    <a:pt x="0" y="1920"/>
                    <a:pt x="470" y="2440"/>
                    <a:pt x="676" y="3554"/>
                  </a:cubicBezTo>
                  <a:cubicBezTo>
                    <a:pt x="959" y="5072"/>
                    <a:pt x="1338" y="6108"/>
                    <a:pt x="2483" y="6108"/>
                  </a:cubicBezTo>
                  <a:cubicBezTo>
                    <a:pt x="2689" y="6108"/>
                    <a:pt x="2921" y="6075"/>
                    <a:pt x="3181" y="6004"/>
                  </a:cubicBezTo>
                  <a:cubicBezTo>
                    <a:pt x="3823" y="5830"/>
                    <a:pt x="4432" y="5447"/>
                    <a:pt x="4690" y="4802"/>
                  </a:cubicBezTo>
                  <a:cubicBezTo>
                    <a:pt x="4854" y="4391"/>
                    <a:pt x="4969" y="4080"/>
                    <a:pt x="5028" y="3799"/>
                  </a:cubicBezTo>
                  <a:cubicBezTo>
                    <a:pt x="5074" y="3582"/>
                    <a:pt x="5084" y="3380"/>
                    <a:pt x="5056" y="3161"/>
                  </a:cubicBezTo>
                  <a:cubicBezTo>
                    <a:pt x="5042" y="3067"/>
                    <a:pt x="5025" y="2966"/>
                    <a:pt x="4997" y="2861"/>
                  </a:cubicBezTo>
                  <a:cubicBezTo>
                    <a:pt x="4913" y="2520"/>
                    <a:pt x="4865" y="1941"/>
                    <a:pt x="4683" y="1391"/>
                  </a:cubicBezTo>
                  <a:cubicBezTo>
                    <a:pt x="4443" y="669"/>
                    <a:pt x="3964" y="0"/>
                    <a:pt x="2850" y="0"/>
                  </a:cubicBezTo>
                  <a:close/>
                </a:path>
              </a:pathLst>
            </a:custGeom>
            <a:solidFill>
              <a:srgbClr val="E77F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30"/>
            <p:cNvSpPr/>
            <p:nvPr/>
          </p:nvSpPr>
          <p:spPr>
            <a:xfrm>
              <a:off x="10906053" y="2111349"/>
              <a:ext cx="14084" cy="16532"/>
            </a:xfrm>
            <a:custGeom>
              <a:rect b="b" l="l" r="r" t="t"/>
              <a:pathLst>
                <a:path extrusionOk="0" h="338" w="310">
                  <a:moveTo>
                    <a:pt x="129" y="1"/>
                  </a:moveTo>
                  <a:cubicBezTo>
                    <a:pt x="117" y="1"/>
                    <a:pt x="105" y="3"/>
                    <a:pt x="94" y="7"/>
                  </a:cubicBezTo>
                  <a:cubicBezTo>
                    <a:pt x="28" y="32"/>
                    <a:pt x="0" y="126"/>
                    <a:pt x="35" y="216"/>
                  </a:cubicBezTo>
                  <a:cubicBezTo>
                    <a:pt x="64" y="289"/>
                    <a:pt x="125" y="337"/>
                    <a:pt x="182" y="337"/>
                  </a:cubicBezTo>
                  <a:cubicBezTo>
                    <a:pt x="194" y="337"/>
                    <a:pt x="205" y="335"/>
                    <a:pt x="216" y="331"/>
                  </a:cubicBezTo>
                  <a:cubicBezTo>
                    <a:pt x="286" y="307"/>
                    <a:pt x="310" y="213"/>
                    <a:pt x="279" y="122"/>
                  </a:cubicBezTo>
                  <a:cubicBezTo>
                    <a:pt x="249" y="50"/>
                    <a:pt x="189" y="1"/>
                    <a:pt x="129" y="1"/>
                  </a:cubicBezTo>
                  <a:close/>
                </a:path>
              </a:pathLst>
            </a:custGeom>
            <a:solidFill>
              <a:srgbClr val="241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30"/>
            <p:cNvSpPr/>
            <p:nvPr/>
          </p:nvSpPr>
          <p:spPr>
            <a:xfrm>
              <a:off x="10855713" y="2127147"/>
              <a:ext cx="14266" cy="16580"/>
            </a:xfrm>
            <a:custGeom>
              <a:rect b="b" l="l" r="r" t="t"/>
              <a:pathLst>
                <a:path extrusionOk="0" h="339" w="314">
                  <a:moveTo>
                    <a:pt x="133" y="1"/>
                  </a:moveTo>
                  <a:cubicBezTo>
                    <a:pt x="120" y="1"/>
                    <a:pt x="107" y="3"/>
                    <a:pt x="94" y="8"/>
                  </a:cubicBezTo>
                  <a:cubicBezTo>
                    <a:pt x="28" y="33"/>
                    <a:pt x="0" y="127"/>
                    <a:pt x="35" y="214"/>
                  </a:cubicBezTo>
                  <a:cubicBezTo>
                    <a:pt x="64" y="289"/>
                    <a:pt x="124" y="338"/>
                    <a:pt x="184" y="338"/>
                  </a:cubicBezTo>
                  <a:cubicBezTo>
                    <a:pt x="196" y="338"/>
                    <a:pt x="208" y="336"/>
                    <a:pt x="219" y="332"/>
                  </a:cubicBezTo>
                  <a:cubicBezTo>
                    <a:pt x="285" y="304"/>
                    <a:pt x="314" y="214"/>
                    <a:pt x="279" y="123"/>
                  </a:cubicBezTo>
                  <a:cubicBezTo>
                    <a:pt x="250" y="49"/>
                    <a:pt x="191" y="1"/>
                    <a:pt x="133" y="1"/>
                  </a:cubicBezTo>
                  <a:close/>
                </a:path>
              </a:pathLst>
            </a:custGeom>
            <a:solidFill>
              <a:srgbClr val="241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30"/>
            <p:cNvSpPr/>
            <p:nvPr/>
          </p:nvSpPr>
          <p:spPr>
            <a:xfrm>
              <a:off x="10925498" y="2128956"/>
              <a:ext cx="31894" cy="18635"/>
            </a:xfrm>
            <a:custGeom>
              <a:rect b="b" l="l" r="r" t="t"/>
              <a:pathLst>
                <a:path extrusionOk="0" h="381" w="702">
                  <a:moveTo>
                    <a:pt x="454" y="1"/>
                  </a:moveTo>
                  <a:cubicBezTo>
                    <a:pt x="409" y="1"/>
                    <a:pt x="359" y="7"/>
                    <a:pt x="307" y="20"/>
                  </a:cubicBezTo>
                  <a:cubicBezTo>
                    <a:pt x="126" y="65"/>
                    <a:pt x="1" y="180"/>
                    <a:pt x="25" y="274"/>
                  </a:cubicBezTo>
                  <a:cubicBezTo>
                    <a:pt x="40" y="340"/>
                    <a:pt x="132" y="380"/>
                    <a:pt x="249" y="380"/>
                  </a:cubicBezTo>
                  <a:cubicBezTo>
                    <a:pt x="294" y="380"/>
                    <a:pt x="342" y="374"/>
                    <a:pt x="391" y="362"/>
                  </a:cubicBezTo>
                  <a:cubicBezTo>
                    <a:pt x="572" y="316"/>
                    <a:pt x="701" y="201"/>
                    <a:pt x="676" y="107"/>
                  </a:cubicBezTo>
                  <a:cubicBezTo>
                    <a:pt x="659" y="40"/>
                    <a:pt x="570" y="1"/>
                    <a:pt x="454" y="1"/>
                  </a:cubicBezTo>
                  <a:close/>
                </a:path>
              </a:pathLst>
            </a:custGeom>
            <a:solidFill>
              <a:srgbClr val="B145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30"/>
            <p:cNvSpPr/>
            <p:nvPr/>
          </p:nvSpPr>
          <p:spPr>
            <a:xfrm>
              <a:off x="10845082" y="2156737"/>
              <a:ext cx="28532" cy="18488"/>
            </a:xfrm>
            <a:custGeom>
              <a:rect b="b" l="l" r="r" t="t"/>
              <a:pathLst>
                <a:path extrusionOk="0" h="378" w="628">
                  <a:moveTo>
                    <a:pt x="381" y="1"/>
                  </a:moveTo>
                  <a:cubicBezTo>
                    <a:pt x="335" y="1"/>
                    <a:pt x="285" y="7"/>
                    <a:pt x="234" y="20"/>
                  </a:cubicBezTo>
                  <a:cubicBezTo>
                    <a:pt x="136" y="45"/>
                    <a:pt x="53" y="90"/>
                    <a:pt x="0" y="142"/>
                  </a:cubicBezTo>
                  <a:lnTo>
                    <a:pt x="46" y="358"/>
                  </a:lnTo>
                  <a:cubicBezTo>
                    <a:pt x="82" y="371"/>
                    <a:pt x="126" y="378"/>
                    <a:pt x="175" y="378"/>
                  </a:cubicBezTo>
                  <a:cubicBezTo>
                    <a:pt x="221" y="378"/>
                    <a:pt x="271" y="372"/>
                    <a:pt x="321" y="358"/>
                  </a:cubicBezTo>
                  <a:cubicBezTo>
                    <a:pt x="499" y="312"/>
                    <a:pt x="627" y="201"/>
                    <a:pt x="603" y="107"/>
                  </a:cubicBezTo>
                  <a:cubicBezTo>
                    <a:pt x="586" y="40"/>
                    <a:pt x="497" y="1"/>
                    <a:pt x="381" y="1"/>
                  </a:cubicBezTo>
                  <a:close/>
                </a:path>
              </a:pathLst>
            </a:custGeom>
            <a:solidFill>
              <a:srgbClr val="B145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30"/>
            <p:cNvSpPr/>
            <p:nvPr/>
          </p:nvSpPr>
          <p:spPr>
            <a:xfrm>
              <a:off x="10894013" y="2077356"/>
              <a:ext cx="41026" cy="22548"/>
            </a:xfrm>
            <a:custGeom>
              <a:rect b="b" l="l" r="r" t="t"/>
              <a:pathLst>
                <a:path extrusionOk="0" h="461" w="903">
                  <a:moveTo>
                    <a:pt x="415" y="0"/>
                  </a:moveTo>
                  <a:cubicBezTo>
                    <a:pt x="309" y="0"/>
                    <a:pt x="200" y="32"/>
                    <a:pt x="105" y="100"/>
                  </a:cubicBezTo>
                  <a:cubicBezTo>
                    <a:pt x="35" y="148"/>
                    <a:pt x="0" y="232"/>
                    <a:pt x="45" y="312"/>
                  </a:cubicBezTo>
                  <a:cubicBezTo>
                    <a:pt x="72" y="357"/>
                    <a:pt x="129" y="390"/>
                    <a:pt x="184" y="390"/>
                  </a:cubicBezTo>
                  <a:cubicBezTo>
                    <a:pt x="209" y="390"/>
                    <a:pt x="234" y="383"/>
                    <a:pt x="254" y="367"/>
                  </a:cubicBezTo>
                  <a:cubicBezTo>
                    <a:pt x="306" y="333"/>
                    <a:pt x="372" y="308"/>
                    <a:pt x="435" y="308"/>
                  </a:cubicBezTo>
                  <a:cubicBezTo>
                    <a:pt x="493" y="308"/>
                    <a:pt x="547" y="329"/>
                    <a:pt x="586" y="382"/>
                  </a:cubicBezTo>
                  <a:cubicBezTo>
                    <a:pt x="620" y="428"/>
                    <a:pt x="671" y="461"/>
                    <a:pt x="725" y="461"/>
                  </a:cubicBezTo>
                  <a:cubicBezTo>
                    <a:pt x="748" y="461"/>
                    <a:pt x="772" y="454"/>
                    <a:pt x="795" y="441"/>
                  </a:cubicBezTo>
                  <a:cubicBezTo>
                    <a:pt x="861" y="402"/>
                    <a:pt x="903" y="298"/>
                    <a:pt x="854" y="229"/>
                  </a:cubicBezTo>
                  <a:cubicBezTo>
                    <a:pt x="749" y="81"/>
                    <a:pt x="584" y="0"/>
                    <a:pt x="415" y="0"/>
                  </a:cubicBezTo>
                  <a:close/>
                </a:path>
              </a:pathLst>
            </a:custGeom>
            <a:solidFill>
              <a:srgbClr val="241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30"/>
            <p:cNvSpPr/>
            <p:nvPr/>
          </p:nvSpPr>
          <p:spPr>
            <a:xfrm>
              <a:off x="10835223" y="2092421"/>
              <a:ext cx="37118" cy="28368"/>
            </a:xfrm>
            <a:custGeom>
              <a:rect b="b" l="l" r="r" t="t"/>
              <a:pathLst>
                <a:path extrusionOk="0" h="580" w="817">
                  <a:moveTo>
                    <a:pt x="619" y="1"/>
                  </a:moveTo>
                  <a:cubicBezTo>
                    <a:pt x="374" y="1"/>
                    <a:pt x="169" y="122"/>
                    <a:pt x="61" y="342"/>
                  </a:cubicBezTo>
                  <a:cubicBezTo>
                    <a:pt x="1" y="465"/>
                    <a:pt x="109" y="580"/>
                    <a:pt x="210" y="580"/>
                  </a:cubicBezTo>
                  <a:cubicBezTo>
                    <a:pt x="255" y="580"/>
                    <a:pt x="299" y="557"/>
                    <a:pt x="326" y="503"/>
                  </a:cubicBezTo>
                  <a:cubicBezTo>
                    <a:pt x="383" y="380"/>
                    <a:pt x="464" y="310"/>
                    <a:pt x="601" y="310"/>
                  </a:cubicBezTo>
                  <a:cubicBezTo>
                    <a:pt x="605" y="310"/>
                    <a:pt x="608" y="310"/>
                    <a:pt x="611" y="310"/>
                  </a:cubicBezTo>
                  <a:cubicBezTo>
                    <a:pt x="810" y="310"/>
                    <a:pt x="817" y="1"/>
                    <a:pt x="619" y="1"/>
                  </a:cubicBezTo>
                  <a:close/>
                </a:path>
              </a:pathLst>
            </a:custGeom>
            <a:solidFill>
              <a:srgbClr val="241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30"/>
            <p:cNvSpPr/>
            <p:nvPr/>
          </p:nvSpPr>
          <p:spPr>
            <a:xfrm>
              <a:off x="11016999" y="2132967"/>
              <a:ext cx="26305" cy="31253"/>
            </a:xfrm>
            <a:custGeom>
              <a:rect b="b" l="l" r="r" t="t"/>
              <a:pathLst>
                <a:path extrusionOk="0" h="639" w="579">
                  <a:moveTo>
                    <a:pt x="551" y="1"/>
                  </a:moveTo>
                  <a:lnTo>
                    <a:pt x="551" y="1"/>
                  </a:lnTo>
                  <a:cubicBezTo>
                    <a:pt x="423" y="158"/>
                    <a:pt x="241" y="280"/>
                    <a:pt x="0" y="338"/>
                  </a:cubicBezTo>
                  <a:cubicBezTo>
                    <a:pt x="154" y="502"/>
                    <a:pt x="331" y="597"/>
                    <a:pt x="523" y="639"/>
                  </a:cubicBezTo>
                  <a:cubicBezTo>
                    <a:pt x="569" y="422"/>
                    <a:pt x="579" y="220"/>
                    <a:pt x="551" y="1"/>
                  </a:cubicBezTo>
                  <a:close/>
                </a:path>
              </a:pathLst>
            </a:custGeom>
            <a:solidFill>
              <a:srgbClr val="241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30"/>
            <p:cNvSpPr/>
            <p:nvPr/>
          </p:nvSpPr>
          <p:spPr>
            <a:xfrm>
              <a:off x="10814875" y="1975130"/>
              <a:ext cx="210253" cy="145524"/>
            </a:xfrm>
            <a:custGeom>
              <a:rect b="b" l="l" r="r" t="t"/>
              <a:pathLst>
                <a:path extrusionOk="0" h="2908" w="4524">
                  <a:moveTo>
                    <a:pt x="2690" y="0"/>
                  </a:moveTo>
                  <a:cubicBezTo>
                    <a:pt x="2562" y="0"/>
                    <a:pt x="2425" y="9"/>
                    <a:pt x="2280" y="28"/>
                  </a:cubicBezTo>
                  <a:cubicBezTo>
                    <a:pt x="2234" y="35"/>
                    <a:pt x="2189" y="39"/>
                    <a:pt x="2143" y="49"/>
                  </a:cubicBezTo>
                  <a:cubicBezTo>
                    <a:pt x="2122" y="53"/>
                    <a:pt x="2102" y="56"/>
                    <a:pt x="2081" y="60"/>
                  </a:cubicBezTo>
                  <a:cubicBezTo>
                    <a:pt x="2053" y="63"/>
                    <a:pt x="2025" y="70"/>
                    <a:pt x="1997" y="77"/>
                  </a:cubicBezTo>
                  <a:cubicBezTo>
                    <a:pt x="1987" y="77"/>
                    <a:pt x="1976" y="81"/>
                    <a:pt x="1966" y="81"/>
                  </a:cubicBezTo>
                  <a:cubicBezTo>
                    <a:pt x="1941" y="87"/>
                    <a:pt x="1913" y="91"/>
                    <a:pt x="1889" y="98"/>
                  </a:cubicBezTo>
                  <a:cubicBezTo>
                    <a:pt x="1774" y="122"/>
                    <a:pt x="1659" y="153"/>
                    <a:pt x="1537" y="188"/>
                  </a:cubicBezTo>
                  <a:cubicBezTo>
                    <a:pt x="910" y="373"/>
                    <a:pt x="366" y="785"/>
                    <a:pt x="38" y="1349"/>
                  </a:cubicBezTo>
                  <a:cubicBezTo>
                    <a:pt x="25" y="1373"/>
                    <a:pt x="14" y="1398"/>
                    <a:pt x="1" y="1422"/>
                  </a:cubicBezTo>
                  <a:cubicBezTo>
                    <a:pt x="229" y="1430"/>
                    <a:pt x="335" y="1631"/>
                    <a:pt x="669" y="1631"/>
                  </a:cubicBezTo>
                  <a:cubicBezTo>
                    <a:pt x="777" y="1631"/>
                    <a:pt x="909" y="1610"/>
                    <a:pt x="1077" y="1554"/>
                  </a:cubicBezTo>
                  <a:cubicBezTo>
                    <a:pt x="1481" y="1422"/>
                    <a:pt x="1328" y="1279"/>
                    <a:pt x="2213" y="1004"/>
                  </a:cubicBezTo>
                  <a:cubicBezTo>
                    <a:pt x="2268" y="987"/>
                    <a:pt x="2319" y="979"/>
                    <a:pt x="2367" y="979"/>
                  </a:cubicBezTo>
                  <a:cubicBezTo>
                    <a:pt x="3079" y="979"/>
                    <a:pt x="2953" y="2795"/>
                    <a:pt x="3325" y="2900"/>
                  </a:cubicBezTo>
                  <a:cubicBezTo>
                    <a:pt x="3343" y="2905"/>
                    <a:pt x="3360" y="2907"/>
                    <a:pt x="3376" y="2907"/>
                  </a:cubicBezTo>
                  <a:cubicBezTo>
                    <a:pt x="3707" y="2907"/>
                    <a:pt x="3531" y="1817"/>
                    <a:pt x="4136" y="1478"/>
                  </a:cubicBezTo>
                  <a:cubicBezTo>
                    <a:pt x="4247" y="1414"/>
                    <a:pt x="4352" y="1386"/>
                    <a:pt x="4450" y="1386"/>
                  </a:cubicBezTo>
                  <a:cubicBezTo>
                    <a:pt x="4475" y="1386"/>
                    <a:pt x="4499" y="1387"/>
                    <a:pt x="4523" y="1391"/>
                  </a:cubicBezTo>
                  <a:cubicBezTo>
                    <a:pt x="4283" y="669"/>
                    <a:pt x="3804" y="0"/>
                    <a:pt x="269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30"/>
            <p:cNvSpPr/>
            <p:nvPr/>
          </p:nvSpPr>
          <p:spPr>
            <a:xfrm>
              <a:off x="10937674" y="2010937"/>
              <a:ext cx="111855" cy="121737"/>
            </a:xfrm>
            <a:custGeom>
              <a:rect b="b" l="l" r="r" t="t"/>
              <a:pathLst>
                <a:path extrusionOk="0" h="2489" w="2462">
                  <a:moveTo>
                    <a:pt x="1555" y="1"/>
                  </a:moveTo>
                  <a:cubicBezTo>
                    <a:pt x="1001" y="1"/>
                    <a:pt x="412" y="213"/>
                    <a:pt x="1" y="398"/>
                  </a:cubicBezTo>
                  <a:cubicBezTo>
                    <a:pt x="458" y="750"/>
                    <a:pt x="402" y="2143"/>
                    <a:pt x="729" y="2235"/>
                  </a:cubicBezTo>
                  <a:cubicBezTo>
                    <a:pt x="748" y="2240"/>
                    <a:pt x="765" y="2242"/>
                    <a:pt x="780" y="2242"/>
                  </a:cubicBezTo>
                  <a:cubicBezTo>
                    <a:pt x="1108" y="2242"/>
                    <a:pt x="932" y="1152"/>
                    <a:pt x="1537" y="813"/>
                  </a:cubicBezTo>
                  <a:cubicBezTo>
                    <a:pt x="1648" y="749"/>
                    <a:pt x="1753" y="721"/>
                    <a:pt x="1851" y="721"/>
                  </a:cubicBezTo>
                  <a:cubicBezTo>
                    <a:pt x="1876" y="721"/>
                    <a:pt x="1900" y="722"/>
                    <a:pt x="1924" y="726"/>
                  </a:cubicBezTo>
                  <a:cubicBezTo>
                    <a:pt x="2106" y="1276"/>
                    <a:pt x="2154" y="1855"/>
                    <a:pt x="2238" y="2196"/>
                  </a:cubicBezTo>
                  <a:cubicBezTo>
                    <a:pt x="2266" y="2297"/>
                    <a:pt x="2283" y="2394"/>
                    <a:pt x="2294" y="2489"/>
                  </a:cubicBezTo>
                  <a:cubicBezTo>
                    <a:pt x="2378" y="1712"/>
                    <a:pt x="2461" y="802"/>
                    <a:pt x="2433" y="437"/>
                  </a:cubicBezTo>
                  <a:cubicBezTo>
                    <a:pt x="2429" y="360"/>
                    <a:pt x="2419" y="294"/>
                    <a:pt x="2402" y="228"/>
                  </a:cubicBezTo>
                  <a:cubicBezTo>
                    <a:pt x="2381" y="213"/>
                    <a:pt x="2360" y="203"/>
                    <a:pt x="2339" y="189"/>
                  </a:cubicBezTo>
                  <a:cubicBezTo>
                    <a:pt x="2248" y="136"/>
                    <a:pt x="2154" y="95"/>
                    <a:pt x="2053" y="67"/>
                  </a:cubicBezTo>
                  <a:cubicBezTo>
                    <a:pt x="1897" y="19"/>
                    <a:pt x="1725" y="1"/>
                    <a:pt x="155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30"/>
            <p:cNvSpPr/>
            <p:nvPr/>
          </p:nvSpPr>
          <p:spPr>
            <a:xfrm>
              <a:off x="10879884" y="2165834"/>
              <a:ext cx="60062" cy="49839"/>
            </a:xfrm>
            <a:custGeom>
              <a:rect b="b" l="l" r="r" t="t"/>
              <a:pathLst>
                <a:path extrusionOk="0" h="1019" w="1322">
                  <a:moveTo>
                    <a:pt x="1158" y="1"/>
                  </a:moveTo>
                  <a:lnTo>
                    <a:pt x="1158" y="1"/>
                  </a:lnTo>
                  <a:cubicBezTo>
                    <a:pt x="392" y="280"/>
                    <a:pt x="1" y="427"/>
                    <a:pt x="1" y="427"/>
                  </a:cubicBezTo>
                  <a:cubicBezTo>
                    <a:pt x="1" y="427"/>
                    <a:pt x="220" y="1018"/>
                    <a:pt x="636" y="1018"/>
                  </a:cubicBezTo>
                  <a:cubicBezTo>
                    <a:pt x="672" y="1018"/>
                    <a:pt x="709" y="1014"/>
                    <a:pt x="747" y="1004"/>
                  </a:cubicBezTo>
                  <a:cubicBezTo>
                    <a:pt x="1321" y="862"/>
                    <a:pt x="1158" y="1"/>
                    <a:pt x="115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30"/>
            <p:cNvSpPr/>
            <p:nvPr/>
          </p:nvSpPr>
          <p:spPr>
            <a:xfrm>
              <a:off x="10910414" y="2220614"/>
              <a:ext cx="20899" cy="11689"/>
            </a:xfrm>
            <a:custGeom>
              <a:rect b="b" l="l" r="r" t="t"/>
              <a:pathLst>
                <a:path extrusionOk="0" h="239" w="460">
                  <a:moveTo>
                    <a:pt x="378" y="1"/>
                  </a:moveTo>
                  <a:cubicBezTo>
                    <a:pt x="361" y="1"/>
                    <a:pt x="344" y="9"/>
                    <a:pt x="333" y="27"/>
                  </a:cubicBezTo>
                  <a:cubicBezTo>
                    <a:pt x="282" y="104"/>
                    <a:pt x="202" y="124"/>
                    <a:pt x="120" y="124"/>
                  </a:cubicBezTo>
                  <a:cubicBezTo>
                    <a:pt x="105" y="124"/>
                    <a:pt x="90" y="123"/>
                    <a:pt x="75" y="122"/>
                  </a:cubicBezTo>
                  <a:cubicBezTo>
                    <a:pt x="73" y="122"/>
                    <a:pt x="70" y="122"/>
                    <a:pt x="68" y="122"/>
                  </a:cubicBezTo>
                  <a:cubicBezTo>
                    <a:pt x="1" y="122"/>
                    <a:pt x="0" y="230"/>
                    <a:pt x="75" y="236"/>
                  </a:cubicBezTo>
                  <a:cubicBezTo>
                    <a:pt x="91" y="238"/>
                    <a:pt x="106" y="238"/>
                    <a:pt x="122" y="238"/>
                  </a:cubicBezTo>
                  <a:cubicBezTo>
                    <a:pt x="244" y="238"/>
                    <a:pt x="359" y="198"/>
                    <a:pt x="430" y="90"/>
                  </a:cubicBezTo>
                  <a:cubicBezTo>
                    <a:pt x="460" y="44"/>
                    <a:pt x="419" y="1"/>
                    <a:pt x="378" y="1"/>
                  </a:cubicBezTo>
                  <a:close/>
                </a:path>
              </a:pathLst>
            </a:custGeom>
            <a:solidFill>
              <a:srgbClr val="B145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30"/>
            <p:cNvSpPr/>
            <p:nvPr/>
          </p:nvSpPr>
          <p:spPr>
            <a:xfrm>
              <a:off x="10978972" y="2045467"/>
              <a:ext cx="78916" cy="107015"/>
            </a:xfrm>
            <a:custGeom>
              <a:rect b="b" l="l" r="r" t="t"/>
              <a:pathLst>
                <a:path extrusionOk="0" h="2188" w="1737">
                  <a:moveTo>
                    <a:pt x="960" y="0"/>
                  </a:moveTo>
                  <a:cubicBezTo>
                    <a:pt x="929" y="0"/>
                    <a:pt x="896" y="2"/>
                    <a:pt x="862" y="6"/>
                  </a:cubicBezTo>
                  <a:cubicBezTo>
                    <a:pt x="486" y="44"/>
                    <a:pt x="224" y="626"/>
                    <a:pt x="99" y="992"/>
                  </a:cubicBezTo>
                  <a:cubicBezTo>
                    <a:pt x="1" y="1274"/>
                    <a:pt x="26" y="1588"/>
                    <a:pt x="186" y="1839"/>
                  </a:cubicBezTo>
                  <a:cubicBezTo>
                    <a:pt x="307" y="2026"/>
                    <a:pt x="500" y="2188"/>
                    <a:pt x="799" y="2188"/>
                  </a:cubicBezTo>
                  <a:cubicBezTo>
                    <a:pt x="827" y="2188"/>
                    <a:pt x="856" y="2186"/>
                    <a:pt x="887" y="2183"/>
                  </a:cubicBezTo>
                  <a:cubicBezTo>
                    <a:pt x="1580" y="2121"/>
                    <a:pt x="1736" y="1403"/>
                    <a:pt x="1667" y="905"/>
                  </a:cubicBezTo>
                  <a:cubicBezTo>
                    <a:pt x="1602" y="437"/>
                    <a:pt x="1438" y="0"/>
                    <a:pt x="960" y="0"/>
                  </a:cubicBezTo>
                  <a:close/>
                </a:path>
              </a:pathLst>
            </a:custGeom>
            <a:solidFill>
              <a:srgbClr val="E77F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30"/>
            <p:cNvSpPr/>
            <p:nvPr/>
          </p:nvSpPr>
          <p:spPr>
            <a:xfrm>
              <a:off x="11001506" y="2063564"/>
              <a:ext cx="31258" cy="64023"/>
            </a:xfrm>
            <a:custGeom>
              <a:rect b="b" l="l" r="r" t="t"/>
              <a:pathLst>
                <a:path extrusionOk="0" h="1309" w="688">
                  <a:moveTo>
                    <a:pt x="579" y="0"/>
                  </a:moveTo>
                  <a:cubicBezTo>
                    <a:pt x="361" y="0"/>
                    <a:pt x="199" y="171"/>
                    <a:pt x="119" y="368"/>
                  </a:cubicBezTo>
                  <a:cubicBezTo>
                    <a:pt x="0" y="664"/>
                    <a:pt x="77" y="984"/>
                    <a:pt x="188" y="1270"/>
                  </a:cubicBezTo>
                  <a:cubicBezTo>
                    <a:pt x="198" y="1297"/>
                    <a:pt x="221" y="1308"/>
                    <a:pt x="244" y="1308"/>
                  </a:cubicBezTo>
                  <a:cubicBezTo>
                    <a:pt x="285" y="1308"/>
                    <a:pt x="327" y="1274"/>
                    <a:pt x="307" y="1225"/>
                  </a:cubicBezTo>
                  <a:cubicBezTo>
                    <a:pt x="230" y="1026"/>
                    <a:pt x="164" y="817"/>
                    <a:pt x="188" y="604"/>
                  </a:cubicBezTo>
                  <a:cubicBezTo>
                    <a:pt x="212" y="418"/>
                    <a:pt x="338" y="126"/>
                    <a:pt x="566" y="126"/>
                  </a:cubicBezTo>
                  <a:cubicBezTo>
                    <a:pt x="573" y="126"/>
                    <a:pt x="579" y="126"/>
                    <a:pt x="585" y="127"/>
                  </a:cubicBezTo>
                  <a:cubicBezTo>
                    <a:pt x="588" y="127"/>
                    <a:pt x="590" y="127"/>
                    <a:pt x="593" y="127"/>
                  </a:cubicBezTo>
                  <a:cubicBezTo>
                    <a:pt x="670" y="127"/>
                    <a:pt x="688" y="9"/>
                    <a:pt x="610" y="1"/>
                  </a:cubicBezTo>
                  <a:cubicBezTo>
                    <a:pt x="599" y="0"/>
                    <a:pt x="589" y="0"/>
                    <a:pt x="579" y="0"/>
                  </a:cubicBezTo>
                  <a:close/>
                </a:path>
              </a:pathLst>
            </a:custGeom>
            <a:solidFill>
              <a:srgbClr val="241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30"/>
            <p:cNvSpPr/>
            <p:nvPr/>
          </p:nvSpPr>
          <p:spPr>
            <a:xfrm>
              <a:off x="10804738" y="2095111"/>
              <a:ext cx="73464" cy="92929"/>
            </a:xfrm>
            <a:custGeom>
              <a:rect b="b" l="l" r="r" t="t"/>
              <a:pathLst>
                <a:path extrusionOk="0" h="1900" w="1617">
                  <a:moveTo>
                    <a:pt x="758" y="118"/>
                  </a:moveTo>
                  <a:cubicBezTo>
                    <a:pt x="1062" y="118"/>
                    <a:pt x="1358" y="410"/>
                    <a:pt x="1446" y="813"/>
                  </a:cubicBezTo>
                  <a:cubicBezTo>
                    <a:pt x="1499" y="1036"/>
                    <a:pt x="1478" y="1259"/>
                    <a:pt x="1394" y="1440"/>
                  </a:cubicBezTo>
                  <a:cubicBezTo>
                    <a:pt x="1314" y="1618"/>
                    <a:pt x="1181" y="1736"/>
                    <a:pt x="1021" y="1771"/>
                  </a:cubicBezTo>
                  <a:cubicBezTo>
                    <a:pt x="987" y="1779"/>
                    <a:pt x="953" y="1782"/>
                    <a:pt x="919" y="1782"/>
                  </a:cubicBezTo>
                  <a:cubicBezTo>
                    <a:pt x="791" y="1782"/>
                    <a:pt x="662" y="1731"/>
                    <a:pt x="544" y="1632"/>
                  </a:cubicBezTo>
                  <a:cubicBezTo>
                    <a:pt x="391" y="1500"/>
                    <a:pt x="279" y="1308"/>
                    <a:pt x="230" y="1085"/>
                  </a:cubicBezTo>
                  <a:cubicBezTo>
                    <a:pt x="132" y="652"/>
                    <a:pt x="303" y="245"/>
                    <a:pt x="610" y="141"/>
                  </a:cubicBezTo>
                  <a:cubicBezTo>
                    <a:pt x="624" y="137"/>
                    <a:pt x="641" y="134"/>
                    <a:pt x="655" y="130"/>
                  </a:cubicBezTo>
                  <a:cubicBezTo>
                    <a:pt x="689" y="122"/>
                    <a:pt x="724" y="118"/>
                    <a:pt x="758" y="118"/>
                  </a:cubicBezTo>
                  <a:close/>
                  <a:moveTo>
                    <a:pt x="759" y="1"/>
                  </a:moveTo>
                  <a:cubicBezTo>
                    <a:pt x="716" y="1"/>
                    <a:pt x="673" y="6"/>
                    <a:pt x="631" y="15"/>
                  </a:cubicBezTo>
                  <a:cubicBezTo>
                    <a:pt x="230" y="102"/>
                    <a:pt x="0" y="594"/>
                    <a:pt x="115" y="1109"/>
                  </a:cubicBezTo>
                  <a:cubicBezTo>
                    <a:pt x="171" y="1357"/>
                    <a:pt x="296" y="1572"/>
                    <a:pt x="467" y="1719"/>
                  </a:cubicBezTo>
                  <a:cubicBezTo>
                    <a:pt x="607" y="1838"/>
                    <a:pt x="765" y="1899"/>
                    <a:pt x="921" y="1899"/>
                  </a:cubicBezTo>
                  <a:cubicBezTo>
                    <a:pt x="963" y="1899"/>
                    <a:pt x="1004" y="1895"/>
                    <a:pt x="1045" y="1886"/>
                  </a:cubicBezTo>
                  <a:cubicBezTo>
                    <a:pt x="1066" y="1883"/>
                    <a:pt x="1087" y="1876"/>
                    <a:pt x="1105" y="1869"/>
                  </a:cubicBezTo>
                  <a:cubicBezTo>
                    <a:pt x="1275" y="1813"/>
                    <a:pt x="1415" y="1681"/>
                    <a:pt x="1502" y="1489"/>
                  </a:cubicBezTo>
                  <a:cubicBezTo>
                    <a:pt x="1596" y="1287"/>
                    <a:pt x="1617" y="1036"/>
                    <a:pt x="1561" y="789"/>
                  </a:cubicBezTo>
                  <a:cubicBezTo>
                    <a:pt x="1458" y="328"/>
                    <a:pt x="1116" y="1"/>
                    <a:pt x="75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30"/>
            <p:cNvSpPr/>
            <p:nvPr/>
          </p:nvSpPr>
          <p:spPr>
            <a:xfrm>
              <a:off x="10884972" y="2076085"/>
              <a:ext cx="73510" cy="92929"/>
            </a:xfrm>
            <a:custGeom>
              <a:rect b="b" l="l" r="r" t="t"/>
              <a:pathLst>
                <a:path extrusionOk="0" h="1900" w="1618">
                  <a:moveTo>
                    <a:pt x="756" y="118"/>
                  </a:moveTo>
                  <a:cubicBezTo>
                    <a:pt x="1059" y="118"/>
                    <a:pt x="1356" y="408"/>
                    <a:pt x="1447" y="816"/>
                  </a:cubicBezTo>
                  <a:cubicBezTo>
                    <a:pt x="1495" y="1038"/>
                    <a:pt x="1478" y="1261"/>
                    <a:pt x="1394" y="1443"/>
                  </a:cubicBezTo>
                  <a:cubicBezTo>
                    <a:pt x="1314" y="1620"/>
                    <a:pt x="1182" y="1736"/>
                    <a:pt x="1021" y="1773"/>
                  </a:cubicBezTo>
                  <a:cubicBezTo>
                    <a:pt x="989" y="1780"/>
                    <a:pt x="955" y="1784"/>
                    <a:pt x="922" y="1784"/>
                  </a:cubicBezTo>
                  <a:cubicBezTo>
                    <a:pt x="792" y="1784"/>
                    <a:pt x="660" y="1731"/>
                    <a:pt x="544" y="1631"/>
                  </a:cubicBezTo>
                  <a:cubicBezTo>
                    <a:pt x="391" y="1501"/>
                    <a:pt x="280" y="1310"/>
                    <a:pt x="230" y="1087"/>
                  </a:cubicBezTo>
                  <a:cubicBezTo>
                    <a:pt x="133" y="655"/>
                    <a:pt x="304" y="247"/>
                    <a:pt x="611" y="142"/>
                  </a:cubicBezTo>
                  <a:cubicBezTo>
                    <a:pt x="624" y="139"/>
                    <a:pt x="642" y="132"/>
                    <a:pt x="656" y="129"/>
                  </a:cubicBezTo>
                  <a:cubicBezTo>
                    <a:pt x="689" y="122"/>
                    <a:pt x="723" y="118"/>
                    <a:pt x="756" y="118"/>
                  </a:cubicBezTo>
                  <a:close/>
                  <a:moveTo>
                    <a:pt x="755" y="0"/>
                  </a:moveTo>
                  <a:cubicBezTo>
                    <a:pt x="714" y="0"/>
                    <a:pt x="673" y="5"/>
                    <a:pt x="632" y="14"/>
                  </a:cubicBezTo>
                  <a:cubicBezTo>
                    <a:pt x="230" y="105"/>
                    <a:pt x="0" y="596"/>
                    <a:pt x="116" y="1112"/>
                  </a:cubicBezTo>
                  <a:cubicBezTo>
                    <a:pt x="167" y="1359"/>
                    <a:pt x="293" y="1575"/>
                    <a:pt x="468" y="1721"/>
                  </a:cubicBezTo>
                  <a:cubicBezTo>
                    <a:pt x="606" y="1838"/>
                    <a:pt x="762" y="1900"/>
                    <a:pt x="916" y="1900"/>
                  </a:cubicBezTo>
                  <a:cubicBezTo>
                    <a:pt x="960" y="1900"/>
                    <a:pt x="1003" y="1895"/>
                    <a:pt x="1046" y="1885"/>
                  </a:cubicBezTo>
                  <a:cubicBezTo>
                    <a:pt x="1066" y="1882"/>
                    <a:pt x="1087" y="1878"/>
                    <a:pt x="1105" y="1871"/>
                  </a:cubicBezTo>
                  <a:cubicBezTo>
                    <a:pt x="1276" y="1815"/>
                    <a:pt x="1415" y="1683"/>
                    <a:pt x="1502" y="1491"/>
                  </a:cubicBezTo>
                  <a:cubicBezTo>
                    <a:pt x="1597" y="1286"/>
                    <a:pt x="1618" y="1038"/>
                    <a:pt x="1562" y="791"/>
                  </a:cubicBezTo>
                  <a:cubicBezTo>
                    <a:pt x="1459" y="329"/>
                    <a:pt x="1112" y="0"/>
                    <a:pt x="75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30"/>
            <p:cNvSpPr/>
            <p:nvPr/>
          </p:nvSpPr>
          <p:spPr>
            <a:xfrm>
              <a:off x="10870570" y="2122207"/>
              <a:ext cx="22671" cy="10956"/>
            </a:xfrm>
            <a:custGeom>
              <a:rect b="b" l="l" r="r" t="t"/>
              <a:pathLst>
                <a:path extrusionOk="0" h="224" w="499">
                  <a:moveTo>
                    <a:pt x="347" y="1"/>
                  </a:moveTo>
                  <a:cubicBezTo>
                    <a:pt x="163" y="1"/>
                    <a:pt x="9" y="128"/>
                    <a:pt x="0" y="134"/>
                  </a:cubicBezTo>
                  <a:lnTo>
                    <a:pt x="77" y="224"/>
                  </a:lnTo>
                  <a:cubicBezTo>
                    <a:pt x="77" y="224"/>
                    <a:pt x="203" y="118"/>
                    <a:pt x="347" y="118"/>
                  </a:cubicBezTo>
                  <a:cubicBezTo>
                    <a:pt x="382" y="118"/>
                    <a:pt x="418" y="125"/>
                    <a:pt x="454" y="140"/>
                  </a:cubicBezTo>
                  <a:lnTo>
                    <a:pt x="499" y="32"/>
                  </a:lnTo>
                  <a:cubicBezTo>
                    <a:pt x="447" y="10"/>
                    <a:pt x="396" y="1"/>
                    <a:pt x="347"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30"/>
            <p:cNvSpPr/>
            <p:nvPr/>
          </p:nvSpPr>
          <p:spPr>
            <a:xfrm>
              <a:off x="10872614" y="2128027"/>
              <a:ext cx="21808" cy="39177"/>
            </a:xfrm>
            <a:custGeom>
              <a:rect b="b" l="l" r="r" t="t"/>
              <a:pathLst>
                <a:path extrusionOk="0" h="801" w="480">
                  <a:moveTo>
                    <a:pt x="322" y="0"/>
                  </a:moveTo>
                  <a:cubicBezTo>
                    <a:pt x="283" y="0"/>
                    <a:pt x="255" y="0"/>
                    <a:pt x="217" y="11"/>
                  </a:cubicBezTo>
                  <a:cubicBezTo>
                    <a:pt x="214" y="11"/>
                    <a:pt x="206" y="15"/>
                    <a:pt x="199" y="15"/>
                  </a:cubicBezTo>
                  <a:cubicBezTo>
                    <a:pt x="137" y="193"/>
                    <a:pt x="74" y="373"/>
                    <a:pt x="11" y="551"/>
                  </a:cubicBezTo>
                  <a:cubicBezTo>
                    <a:pt x="0" y="582"/>
                    <a:pt x="21" y="611"/>
                    <a:pt x="50" y="621"/>
                  </a:cubicBezTo>
                  <a:cubicBezTo>
                    <a:pt x="164" y="666"/>
                    <a:pt x="269" y="722"/>
                    <a:pt x="373" y="791"/>
                  </a:cubicBezTo>
                  <a:cubicBezTo>
                    <a:pt x="383" y="798"/>
                    <a:pt x="393" y="801"/>
                    <a:pt x="402" y="801"/>
                  </a:cubicBezTo>
                  <a:cubicBezTo>
                    <a:pt x="448" y="801"/>
                    <a:pt x="479" y="729"/>
                    <a:pt x="429" y="694"/>
                  </a:cubicBezTo>
                  <a:cubicBezTo>
                    <a:pt x="335" y="632"/>
                    <a:pt x="238" y="579"/>
                    <a:pt x="133" y="537"/>
                  </a:cubicBezTo>
                  <a:cubicBezTo>
                    <a:pt x="196" y="360"/>
                    <a:pt x="259" y="178"/>
                    <a:pt x="32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30"/>
            <p:cNvSpPr/>
            <p:nvPr/>
          </p:nvSpPr>
          <p:spPr>
            <a:xfrm>
              <a:off x="10947487" y="2066352"/>
              <a:ext cx="66377" cy="44361"/>
            </a:xfrm>
            <a:custGeom>
              <a:rect b="b" l="l" r="r" t="t"/>
              <a:pathLst>
                <a:path extrusionOk="0" h="907" w="1461">
                  <a:moveTo>
                    <a:pt x="1401" y="0"/>
                  </a:moveTo>
                  <a:cubicBezTo>
                    <a:pt x="628" y="11"/>
                    <a:pt x="46" y="777"/>
                    <a:pt x="22" y="812"/>
                  </a:cubicBezTo>
                  <a:cubicBezTo>
                    <a:pt x="1" y="837"/>
                    <a:pt x="8" y="875"/>
                    <a:pt x="32" y="893"/>
                  </a:cubicBezTo>
                  <a:cubicBezTo>
                    <a:pt x="44" y="901"/>
                    <a:pt x="56" y="906"/>
                    <a:pt x="68" y="906"/>
                  </a:cubicBezTo>
                  <a:cubicBezTo>
                    <a:pt x="74" y="906"/>
                    <a:pt x="81" y="905"/>
                    <a:pt x="88" y="903"/>
                  </a:cubicBezTo>
                  <a:cubicBezTo>
                    <a:pt x="99" y="899"/>
                    <a:pt x="109" y="893"/>
                    <a:pt x="116" y="882"/>
                  </a:cubicBezTo>
                  <a:cubicBezTo>
                    <a:pt x="119" y="875"/>
                    <a:pt x="687" y="129"/>
                    <a:pt x="1405" y="119"/>
                  </a:cubicBezTo>
                  <a:cubicBezTo>
                    <a:pt x="1437" y="119"/>
                    <a:pt x="1461" y="91"/>
                    <a:pt x="1461" y="60"/>
                  </a:cubicBezTo>
                  <a:cubicBezTo>
                    <a:pt x="1461" y="25"/>
                    <a:pt x="1433" y="0"/>
                    <a:pt x="140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30"/>
            <p:cNvSpPr/>
            <p:nvPr/>
          </p:nvSpPr>
          <p:spPr>
            <a:xfrm>
              <a:off x="10809463" y="2131157"/>
              <a:ext cx="23307" cy="20591"/>
            </a:xfrm>
            <a:custGeom>
              <a:rect b="b" l="l" r="r" t="t"/>
              <a:pathLst>
                <a:path extrusionOk="0" h="421" w="513">
                  <a:moveTo>
                    <a:pt x="446" y="0"/>
                  </a:moveTo>
                  <a:cubicBezTo>
                    <a:pt x="437" y="0"/>
                    <a:pt x="428" y="2"/>
                    <a:pt x="419" y="7"/>
                  </a:cubicBezTo>
                  <a:cubicBezTo>
                    <a:pt x="102" y="170"/>
                    <a:pt x="18" y="327"/>
                    <a:pt x="15" y="334"/>
                  </a:cubicBezTo>
                  <a:cubicBezTo>
                    <a:pt x="1" y="362"/>
                    <a:pt x="11" y="396"/>
                    <a:pt x="42" y="414"/>
                  </a:cubicBezTo>
                  <a:cubicBezTo>
                    <a:pt x="51" y="418"/>
                    <a:pt x="59" y="420"/>
                    <a:pt x="68" y="420"/>
                  </a:cubicBezTo>
                  <a:cubicBezTo>
                    <a:pt x="75" y="420"/>
                    <a:pt x="81" y="419"/>
                    <a:pt x="88" y="417"/>
                  </a:cubicBezTo>
                  <a:cubicBezTo>
                    <a:pt x="102" y="411"/>
                    <a:pt x="112" y="404"/>
                    <a:pt x="119" y="390"/>
                  </a:cubicBezTo>
                  <a:cubicBezTo>
                    <a:pt x="123" y="386"/>
                    <a:pt x="195" y="254"/>
                    <a:pt x="475" y="111"/>
                  </a:cubicBezTo>
                  <a:cubicBezTo>
                    <a:pt x="502" y="97"/>
                    <a:pt x="512" y="62"/>
                    <a:pt x="499" y="34"/>
                  </a:cubicBezTo>
                  <a:cubicBezTo>
                    <a:pt x="489" y="12"/>
                    <a:pt x="468" y="0"/>
                    <a:pt x="44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30"/>
            <p:cNvSpPr/>
            <p:nvPr/>
          </p:nvSpPr>
          <p:spPr>
            <a:xfrm>
              <a:off x="10689249" y="2564598"/>
              <a:ext cx="65468" cy="618516"/>
            </a:xfrm>
            <a:custGeom>
              <a:rect b="b" l="l" r="r" t="t"/>
              <a:pathLst>
                <a:path extrusionOk="0" h="12646" w="1441">
                  <a:moveTo>
                    <a:pt x="940" y="1"/>
                  </a:moveTo>
                  <a:cubicBezTo>
                    <a:pt x="909" y="1"/>
                    <a:pt x="872" y="28"/>
                    <a:pt x="876" y="68"/>
                  </a:cubicBezTo>
                  <a:cubicBezTo>
                    <a:pt x="992" y="900"/>
                    <a:pt x="1114" y="1733"/>
                    <a:pt x="1193" y="2573"/>
                  </a:cubicBezTo>
                  <a:cubicBezTo>
                    <a:pt x="1339" y="4110"/>
                    <a:pt x="1354" y="5685"/>
                    <a:pt x="1242" y="7228"/>
                  </a:cubicBezTo>
                  <a:cubicBezTo>
                    <a:pt x="1114" y="9054"/>
                    <a:pt x="744" y="10873"/>
                    <a:pt x="19" y="12560"/>
                  </a:cubicBezTo>
                  <a:cubicBezTo>
                    <a:pt x="0" y="12605"/>
                    <a:pt x="38" y="12645"/>
                    <a:pt x="73" y="12645"/>
                  </a:cubicBezTo>
                  <a:cubicBezTo>
                    <a:pt x="89" y="12645"/>
                    <a:pt x="105" y="12636"/>
                    <a:pt x="114" y="12616"/>
                  </a:cubicBezTo>
                  <a:cubicBezTo>
                    <a:pt x="521" y="11667"/>
                    <a:pt x="821" y="10678"/>
                    <a:pt x="1026" y="9668"/>
                  </a:cubicBezTo>
                  <a:cubicBezTo>
                    <a:pt x="1385" y="7904"/>
                    <a:pt x="1441" y="6110"/>
                    <a:pt x="1399" y="4319"/>
                  </a:cubicBezTo>
                  <a:cubicBezTo>
                    <a:pt x="1368" y="2880"/>
                    <a:pt x="1180" y="1462"/>
                    <a:pt x="984" y="40"/>
                  </a:cubicBezTo>
                  <a:cubicBezTo>
                    <a:pt x="980" y="12"/>
                    <a:pt x="961" y="1"/>
                    <a:pt x="940" y="1"/>
                  </a:cubicBezTo>
                  <a:close/>
                </a:path>
              </a:pathLst>
            </a:custGeom>
            <a:solidFill>
              <a:srgbClr val="7577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30"/>
            <p:cNvSpPr/>
            <p:nvPr/>
          </p:nvSpPr>
          <p:spPr>
            <a:xfrm>
              <a:off x="10499841" y="2314472"/>
              <a:ext cx="434108" cy="1672967"/>
            </a:xfrm>
            <a:custGeom>
              <a:rect b="b" l="l" r="r" t="t"/>
              <a:pathLst>
                <a:path extrusionOk="0" h="34205" w="9555">
                  <a:moveTo>
                    <a:pt x="9554" y="1"/>
                  </a:moveTo>
                  <a:lnTo>
                    <a:pt x="9554" y="1"/>
                  </a:lnTo>
                  <a:cubicBezTo>
                    <a:pt x="6624" y="670"/>
                    <a:pt x="5230" y="2209"/>
                    <a:pt x="5230" y="2209"/>
                  </a:cubicBezTo>
                  <a:cubicBezTo>
                    <a:pt x="5230" y="2209"/>
                    <a:pt x="3718" y="15743"/>
                    <a:pt x="3352" y="19666"/>
                  </a:cubicBezTo>
                  <a:cubicBezTo>
                    <a:pt x="3118" y="22189"/>
                    <a:pt x="1024" y="28468"/>
                    <a:pt x="0" y="32946"/>
                  </a:cubicBezTo>
                  <a:cubicBezTo>
                    <a:pt x="35" y="32967"/>
                    <a:pt x="69" y="32988"/>
                    <a:pt x="105" y="33005"/>
                  </a:cubicBezTo>
                  <a:cubicBezTo>
                    <a:pt x="833" y="33413"/>
                    <a:pt x="1617" y="33726"/>
                    <a:pt x="2425" y="33929"/>
                  </a:cubicBezTo>
                  <a:cubicBezTo>
                    <a:pt x="3268" y="34145"/>
                    <a:pt x="4125" y="34196"/>
                    <a:pt x="4993" y="34204"/>
                  </a:cubicBezTo>
                  <a:cubicBezTo>
                    <a:pt x="5029" y="34204"/>
                    <a:pt x="5064" y="34204"/>
                    <a:pt x="5099" y="34204"/>
                  </a:cubicBezTo>
                  <a:cubicBezTo>
                    <a:pt x="5716" y="34204"/>
                    <a:pt x="6335" y="34176"/>
                    <a:pt x="6948" y="34120"/>
                  </a:cubicBezTo>
                  <a:cubicBezTo>
                    <a:pt x="6948" y="34106"/>
                    <a:pt x="6951" y="34092"/>
                    <a:pt x="6951" y="34078"/>
                  </a:cubicBezTo>
                  <a:cubicBezTo>
                    <a:pt x="7185" y="31499"/>
                    <a:pt x="6742" y="28897"/>
                    <a:pt x="6955" y="26319"/>
                  </a:cubicBezTo>
                  <a:cubicBezTo>
                    <a:pt x="7160" y="23873"/>
                    <a:pt x="8509" y="11886"/>
                    <a:pt x="8854" y="7854"/>
                  </a:cubicBezTo>
                  <a:cubicBezTo>
                    <a:pt x="9150" y="4377"/>
                    <a:pt x="9366" y="802"/>
                    <a:pt x="955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30"/>
            <p:cNvSpPr/>
            <p:nvPr/>
          </p:nvSpPr>
          <p:spPr>
            <a:xfrm>
              <a:off x="10583618" y="3430305"/>
              <a:ext cx="129483" cy="196863"/>
            </a:xfrm>
            <a:custGeom>
              <a:rect b="b" l="l" r="r" t="t"/>
              <a:pathLst>
                <a:path extrusionOk="0" h="4025" w="2850">
                  <a:moveTo>
                    <a:pt x="2679" y="1"/>
                  </a:moveTo>
                  <a:cubicBezTo>
                    <a:pt x="2642" y="1"/>
                    <a:pt x="2607" y="23"/>
                    <a:pt x="2609" y="69"/>
                  </a:cubicBezTo>
                  <a:cubicBezTo>
                    <a:pt x="2699" y="1762"/>
                    <a:pt x="1675" y="3317"/>
                    <a:pt x="76" y="3881"/>
                  </a:cubicBezTo>
                  <a:cubicBezTo>
                    <a:pt x="1" y="3909"/>
                    <a:pt x="21" y="4025"/>
                    <a:pt x="90" y="4025"/>
                  </a:cubicBezTo>
                  <a:cubicBezTo>
                    <a:pt x="97" y="4025"/>
                    <a:pt x="106" y="4023"/>
                    <a:pt x="115" y="4020"/>
                  </a:cubicBezTo>
                  <a:cubicBezTo>
                    <a:pt x="1770" y="3431"/>
                    <a:pt x="2849" y="1828"/>
                    <a:pt x="2755" y="69"/>
                  </a:cubicBezTo>
                  <a:cubicBezTo>
                    <a:pt x="2752" y="23"/>
                    <a:pt x="2715" y="1"/>
                    <a:pt x="267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30"/>
            <p:cNvSpPr/>
            <p:nvPr/>
          </p:nvSpPr>
          <p:spPr>
            <a:xfrm>
              <a:off x="10862801" y="2297451"/>
              <a:ext cx="78098" cy="317719"/>
            </a:xfrm>
            <a:custGeom>
              <a:rect b="b" l="l" r="r" t="t"/>
              <a:pathLst>
                <a:path extrusionOk="0" h="6496" w="1719">
                  <a:moveTo>
                    <a:pt x="1565" y="0"/>
                  </a:moveTo>
                  <a:lnTo>
                    <a:pt x="1565" y="0"/>
                  </a:lnTo>
                  <a:cubicBezTo>
                    <a:pt x="966" y="35"/>
                    <a:pt x="579" y="331"/>
                    <a:pt x="520" y="648"/>
                  </a:cubicBezTo>
                  <a:cubicBezTo>
                    <a:pt x="377" y="1412"/>
                    <a:pt x="216" y="2721"/>
                    <a:pt x="216" y="2721"/>
                  </a:cubicBezTo>
                  <a:lnTo>
                    <a:pt x="593" y="3377"/>
                  </a:lnTo>
                  <a:lnTo>
                    <a:pt x="81" y="3931"/>
                  </a:lnTo>
                  <a:lnTo>
                    <a:pt x="1" y="5077"/>
                  </a:lnTo>
                  <a:lnTo>
                    <a:pt x="1004" y="6495"/>
                  </a:lnTo>
                  <a:cubicBezTo>
                    <a:pt x="1370" y="4101"/>
                    <a:pt x="1718" y="1729"/>
                    <a:pt x="156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30"/>
            <p:cNvSpPr/>
            <p:nvPr/>
          </p:nvSpPr>
          <p:spPr>
            <a:xfrm>
              <a:off x="11020497" y="2303907"/>
              <a:ext cx="446283" cy="1620437"/>
            </a:xfrm>
            <a:custGeom>
              <a:rect b="b" l="l" r="r" t="t"/>
              <a:pathLst>
                <a:path extrusionOk="0" h="33131" w="9823">
                  <a:moveTo>
                    <a:pt x="1561" y="0"/>
                  </a:moveTo>
                  <a:cubicBezTo>
                    <a:pt x="1362" y="2917"/>
                    <a:pt x="770" y="5785"/>
                    <a:pt x="446" y="8687"/>
                  </a:cubicBezTo>
                  <a:cubicBezTo>
                    <a:pt x="119" y="11649"/>
                    <a:pt x="0" y="14656"/>
                    <a:pt x="32" y="17635"/>
                  </a:cubicBezTo>
                  <a:cubicBezTo>
                    <a:pt x="63" y="20632"/>
                    <a:pt x="286" y="23629"/>
                    <a:pt x="743" y="26590"/>
                  </a:cubicBezTo>
                  <a:cubicBezTo>
                    <a:pt x="1073" y="28772"/>
                    <a:pt x="1398" y="30953"/>
                    <a:pt x="1739" y="33130"/>
                  </a:cubicBezTo>
                  <a:cubicBezTo>
                    <a:pt x="3279" y="32706"/>
                    <a:pt x="4805" y="32231"/>
                    <a:pt x="6349" y="31813"/>
                  </a:cubicBezTo>
                  <a:cubicBezTo>
                    <a:pt x="7481" y="31511"/>
                    <a:pt x="8649" y="31221"/>
                    <a:pt x="9823" y="31099"/>
                  </a:cubicBezTo>
                  <a:cubicBezTo>
                    <a:pt x="8906" y="26183"/>
                    <a:pt x="7746" y="19203"/>
                    <a:pt x="7425" y="16677"/>
                  </a:cubicBezTo>
                  <a:cubicBezTo>
                    <a:pt x="6948" y="12914"/>
                    <a:pt x="7520" y="3931"/>
                    <a:pt x="6126" y="2739"/>
                  </a:cubicBezTo>
                  <a:cubicBezTo>
                    <a:pt x="4732" y="1547"/>
                    <a:pt x="1624" y="8"/>
                    <a:pt x="1624" y="8"/>
                  </a:cubicBezTo>
                  <a:cubicBezTo>
                    <a:pt x="1603" y="4"/>
                    <a:pt x="1582" y="4"/>
                    <a:pt x="156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30"/>
            <p:cNvSpPr/>
            <p:nvPr/>
          </p:nvSpPr>
          <p:spPr>
            <a:xfrm>
              <a:off x="11194367" y="3431772"/>
              <a:ext cx="191180" cy="184097"/>
            </a:xfrm>
            <a:custGeom>
              <a:rect b="b" l="l" r="r" t="t"/>
              <a:pathLst>
                <a:path extrusionOk="0" h="3764" w="4208">
                  <a:moveTo>
                    <a:pt x="69" y="1"/>
                  </a:moveTo>
                  <a:cubicBezTo>
                    <a:pt x="33" y="1"/>
                    <a:pt x="1" y="24"/>
                    <a:pt x="6" y="70"/>
                  </a:cubicBezTo>
                  <a:cubicBezTo>
                    <a:pt x="207" y="2158"/>
                    <a:pt x="1969" y="3764"/>
                    <a:pt x="4066" y="3764"/>
                  </a:cubicBezTo>
                  <a:cubicBezTo>
                    <a:pt x="4082" y="3764"/>
                    <a:pt x="4098" y="3763"/>
                    <a:pt x="4114" y="3763"/>
                  </a:cubicBezTo>
                  <a:cubicBezTo>
                    <a:pt x="4208" y="3763"/>
                    <a:pt x="4208" y="3621"/>
                    <a:pt x="4114" y="3621"/>
                  </a:cubicBezTo>
                  <a:cubicBezTo>
                    <a:pt x="4099" y="3621"/>
                    <a:pt x="4083" y="3621"/>
                    <a:pt x="4067" y="3621"/>
                  </a:cubicBezTo>
                  <a:cubicBezTo>
                    <a:pt x="2053" y="3621"/>
                    <a:pt x="343" y="2083"/>
                    <a:pt x="149" y="70"/>
                  </a:cubicBezTo>
                  <a:cubicBezTo>
                    <a:pt x="144" y="24"/>
                    <a:pt x="105" y="1"/>
                    <a:pt x="6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30"/>
            <p:cNvSpPr/>
            <p:nvPr/>
          </p:nvSpPr>
          <p:spPr>
            <a:xfrm>
              <a:off x="11176740" y="2442469"/>
              <a:ext cx="119987" cy="168153"/>
            </a:xfrm>
            <a:custGeom>
              <a:rect b="b" l="l" r="r" t="t"/>
              <a:pathLst>
                <a:path extrusionOk="0" h="3438" w="2641">
                  <a:moveTo>
                    <a:pt x="2543" y="1"/>
                  </a:moveTo>
                  <a:cubicBezTo>
                    <a:pt x="2537" y="1"/>
                    <a:pt x="2530" y="2"/>
                    <a:pt x="2523" y="4"/>
                  </a:cubicBezTo>
                  <a:cubicBezTo>
                    <a:pt x="1021" y="422"/>
                    <a:pt x="1" y="1809"/>
                    <a:pt x="46" y="3370"/>
                  </a:cubicBezTo>
                  <a:cubicBezTo>
                    <a:pt x="48" y="3415"/>
                    <a:pt x="84" y="3438"/>
                    <a:pt x="120" y="3438"/>
                  </a:cubicBezTo>
                  <a:cubicBezTo>
                    <a:pt x="156" y="3438"/>
                    <a:pt x="191" y="3415"/>
                    <a:pt x="189" y="3370"/>
                  </a:cubicBezTo>
                  <a:cubicBezTo>
                    <a:pt x="147" y="1871"/>
                    <a:pt x="1119" y="544"/>
                    <a:pt x="2558" y="144"/>
                  </a:cubicBezTo>
                  <a:cubicBezTo>
                    <a:pt x="2641" y="117"/>
                    <a:pt x="2615" y="1"/>
                    <a:pt x="254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30"/>
            <p:cNvSpPr/>
            <p:nvPr/>
          </p:nvSpPr>
          <p:spPr>
            <a:xfrm>
              <a:off x="11055480" y="2287376"/>
              <a:ext cx="98043" cy="316546"/>
            </a:xfrm>
            <a:custGeom>
              <a:rect b="b" l="l" r="r" t="t"/>
              <a:pathLst>
                <a:path extrusionOk="0" h="6472" w="2158">
                  <a:moveTo>
                    <a:pt x="642" y="0"/>
                  </a:moveTo>
                  <a:cubicBezTo>
                    <a:pt x="642" y="0"/>
                    <a:pt x="642" y="0"/>
                    <a:pt x="642" y="0"/>
                  </a:cubicBezTo>
                  <a:cubicBezTo>
                    <a:pt x="460" y="1388"/>
                    <a:pt x="0" y="6471"/>
                    <a:pt x="0" y="6471"/>
                  </a:cubicBezTo>
                  <a:lnTo>
                    <a:pt x="854" y="6008"/>
                  </a:lnTo>
                  <a:lnTo>
                    <a:pt x="1129" y="4474"/>
                  </a:lnTo>
                  <a:lnTo>
                    <a:pt x="854" y="3792"/>
                  </a:lnTo>
                  <a:lnTo>
                    <a:pt x="1547" y="3077"/>
                  </a:lnTo>
                  <a:lnTo>
                    <a:pt x="2157" y="1028"/>
                  </a:lnTo>
                  <a:cubicBezTo>
                    <a:pt x="1430" y="4"/>
                    <a:pt x="652" y="0"/>
                    <a:pt x="64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30"/>
            <p:cNvSpPr/>
            <p:nvPr/>
          </p:nvSpPr>
          <p:spPr>
            <a:xfrm>
              <a:off x="11043940" y="2445551"/>
              <a:ext cx="497077" cy="991210"/>
            </a:xfrm>
            <a:custGeom>
              <a:rect b="b" l="l" r="r" t="t"/>
              <a:pathLst>
                <a:path extrusionOk="0" h="20266" w="10941">
                  <a:moveTo>
                    <a:pt x="5784" y="0"/>
                  </a:moveTo>
                  <a:cubicBezTo>
                    <a:pt x="3839" y="1725"/>
                    <a:pt x="3247" y="7614"/>
                    <a:pt x="3247" y="7614"/>
                  </a:cubicBezTo>
                  <a:cubicBezTo>
                    <a:pt x="3247" y="7614"/>
                    <a:pt x="5087" y="10854"/>
                    <a:pt x="5035" y="11994"/>
                  </a:cubicBezTo>
                  <a:cubicBezTo>
                    <a:pt x="4989" y="12966"/>
                    <a:pt x="1331" y="15377"/>
                    <a:pt x="0" y="16143"/>
                  </a:cubicBezTo>
                  <a:cubicBezTo>
                    <a:pt x="662" y="17610"/>
                    <a:pt x="885" y="18830"/>
                    <a:pt x="1610" y="20265"/>
                  </a:cubicBezTo>
                  <a:cubicBezTo>
                    <a:pt x="4153" y="19816"/>
                    <a:pt x="8805" y="17063"/>
                    <a:pt x="10380" y="14199"/>
                  </a:cubicBezTo>
                  <a:cubicBezTo>
                    <a:pt x="10634" y="13732"/>
                    <a:pt x="10809" y="13262"/>
                    <a:pt x="10878" y="12802"/>
                  </a:cubicBezTo>
                  <a:cubicBezTo>
                    <a:pt x="10938" y="12433"/>
                    <a:pt x="10941" y="12025"/>
                    <a:pt x="10899" y="11586"/>
                  </a:cubicBezTo>
                  <a:cubicBezTo>
                    <a:pt x="10492" y="7251"/>
                    <a:pt x="5784" y="0"/>
                    <a:pt x="578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30"/>
            <p:cNvSpPr/>
            <p:nvPr/>
          </p:nvSpPr>
          <p:spPr>
            <a:xfrm>
              <a:off x="11487498" y="3012173"/>
              <a:ext cx="53519" cy="127900"/>
            </a:xfrm>
            <a:custGeom>
              <a:rect b="b" l="l" r="r" t="t"/>
              <a:pathLst>
                <a:path extrusionOk="0" h="2615" w="1178">
                  <a:moveTo>
                    <a:pt x="1136" y="1"/>
                  </a:moveTo>
                  <a:lnTo>
                    <a:pt x="1136" y="1"/>
                  </a:lnTo>
                  <a:cubicBezTo>
                    <a:pt x="965" y="126"/>
                    <a:pt x="805" y="293"/>
                    <a:pt x="655" y="503"/>
                  </a:cubicBezTo>
                  <a:cubicBezTo>
                    <a:pt x="0" y="1429"/>
                    <a:pt x="216" y="2133"/>
                    <a:pt x="617" y="2614"/>
                  </a:cubicBezTo>
                  <a:cubicBezTo>
                    <a:pt x="871" y="2147"/>
                    <a:pt x="1046" y="1677"/>
                    <a:pt x="1115" y="1217"/>
                  </a:cubicBezTo>
                  <a:cubicBezTo>
                    <a:pt x="1175" y="848"/>
                    <a:pt x="1178" y="440"/>
                    <a:pt x="1136"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30"/>
            <p:cNvSpPr/>
            <p:nvPr/>
          </p:nvSpPr>
          <p:spPr>
            <a:xfrm>
              <a:off x="11070518" y="2726245"/>
              <a:ext cx="225163" cy="571122"/>
            </a:xfrm>
            <a:custGeom>
              <a:rect b="b" l="l" r="r" t="t"/>
              <a:pathLst>
                <a:path extrusionOk="0" h="11677" w="4956">
                  <a:moveTo>
                    <a:pt x="2196" y="1"/>
                  </a:moveTo>
                  <a:cubicBezTo>
                    <a:pt x="2184" y="1"/>
                    <a:pt x="2172" y="4"/>
                    <a:pt x="2161" y="11"/>
                  </a:cubicBezTo>
                  <a:cubicBezTo>
                    <a:pt x="2125" y="28"/>
                    <a:pt x="2112" y="70"/>
                    <a:pt x="2130" y="104"/>
                  </a:cubicBezTo>
                  <a:cubicBezTo>
                    <a:pt x="2154" y="150"/>
                    <a:pt x="4380" y="4362"/>
                    <a:pt x="4798" y="5861"/>
                  </a:cubicBezTo>
                  <a:cubicBezTo>
                    <a:pt x="4541" y="6213"/>
                    <a:pt x="1906" y="9729"/>
                    <a:pt x="31" y="11554"/>
                  </a:cubicBezTo>
                  <a:cubicBezTo>
                    <a:pt x="1" y="11582"/>
                    <a:pt x="1" y="11628"/>
                    <a:pt x="28" y="11655"/>
                  </a:cubicBezTo>
                  <a:cubicBezTo>
                    <a:pt x="42" y="11670"/>
                    <a:pt x="63" y="11676"/>
                    <a:pt x="81" y="11676"/>
                  </a:cubicBezTo>
                  <a:cubicBezTo>
                    <a:pt x="98" y="11676"/>
                    <a:pt x="115" y="11670"/>
                    <a:pt x="129" y="11659"/>
                  </a:cubicBezTo>
                  <a:cubicBezTo>
                    <a:pt x="2105" y="9739"/>
                    <a:pt x="4906" y="5958"/>
                    <a:pt x="4938" y="5920"/>
                  </a:cubicBezTo>
                  <a:cubicBezTo>
                    <a:pt x="4948" y="5903"/>
                    <a:pt x="4955" y="5879"/>
                    <a:pt x="4948" y="5858"/>
                  </a:cubicBezTo>
                  <a:cubicBezTo>
                    <a:pt x="4551" y="4373"/>
                    <a:pt x="2352" y="216"/>
                    <a:pt x="2258" y="38"/>
                  </a:cubicBezTo>
                  <a:cubicBezTo>
                    <a:pt x="2246" y="15"/>
                    <a:pt x="2222" y="1"/>
                    <a:pt x="2196"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30"/>
            <p:cNvSpPr/>
            <p:nvPr/>
          </p:nvSpPr>
          <p:spPr>
            <a:xfrm>
              <a:off x="11141302" y="2765129"/>
              <a:ext cx="65695" cy="37416"/>
            </a:xfrm>
            <a:custGeom>
              <a:rect b="b" l="l" r="r" t="t"/>
              <a:pathLst>
                <a:path extrusionOk="0" h="765" w="1446">
                  <a:moveTo>
                    <a:pt x="91" y="0"/>
                  </a:moveTo>
                  <a:cubicBezTo>
                    <a:pt x="17" y="0"/>
                    <a:pt x="0" y="126"/>
                    <a:pt x="87" y="150"/>
                  </a:cubicBezTo>
                  <a:cubicBezTo>
                    <a:pt x="526" y="268"/>
                    <a:pt x="930" y="470"/>
                    <a:pt x="1292" y="748"/>
                  </a:cubicBezTo>
                  <a:cubicBezTo>
                    <a:pt x="1307" y="760"/>
                    <a:pt x="1322" y="765"/>
                    <a:pt x="1337" y="765"/>
                  </a:cubicBezTo>
                  <a:cubicBezTo>
                    <a:pt x="1396" y="765"/>
                    <a:pt x="1445" y="682"/>
                    <a:pt x="1387" y="634"/>
                  </a:cubicBezTo>
                  <a:cubicBezTo>
                    <a:pt x="1003" y="338"/>
                    <a:pt x="578" y="129"/>
                    <a:pt x="112" y="3"/>
                  </a:cubicBezTo>
                  <a:cubicBezTo>
                    <a:pt x="105" y="1"/>
                    <a:pt x="98" y="0"/>
                    <a:pt x="9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30"/>
            <p:cNvSpPr/>
            <p:nvPr/>
          </p:nvSpPr>
          <p:spPr>
            <a:xfrm>
              <a:off x="11166608" y="3297074"/>
              <a:ext cx="212170" cy="127753"/>
            </a:xfrm>
            <a:custGeom>
              <a:rect b="b" l="l" r="r" t="t"/>
              <a:pathLst>
                <a:path extrusionOk="0" h="2612" w="4670">
                  <a:moveTo>
                    <a:pt x="4586" y="1"/>
                  </a:moveTo>
                  <a:cubicBezTo>
                    <a:pt x="4572" y="1"/>
                    <a:pt x="4557" y="6"/>
                    <a:pt x="4544" y="15"/>
                  </a:cubicBezTo>
                  <a:cubicBezTo>
                    <a:pt x="4516" y="40"/>
                    <a:pt x="1760" y="2186"/>
                    <a:pt x="66" y="2469"/>
                  </a:cubicBezTo>
                  <a:cubicBezTo>
                    <a:pt x="28" y="2476"/>
                    <a:pt x="0" y="2511"/>
                    <a:pt x="7" y="2549"/>
                  </a:cubicBezTo>
                  <a:cubicBezTo>
                    <a:pt x="15" y="2587"/>
                    <a:pt x="46" y="2612"/>
                    <a:pt x="81" y="2612"/>
                  </a:cubicBezTo>
                  <a:cubicBezTo>
                    <a:pt x="84" y="2612"/>
                    <a:pt x="87" y="2612"/>
                    <a:pt x="91" y="2608"/>
                  </a:cubicBezTo>
                  <a:cubicBezTo>
                    <a:pt x="1819" y="2323"/>
                    <a:pt x="4520" y="218"/>
                    <a:pt x="4635" y="131"/>
                  </a:cubicBezTo>
                  <a:cubicBezTo>
                    <a:pt x="4663" y="107"/>
                    <a:pt x="4669" y="61"/>
                    <a:pt x="4645" y="30"/>
                  </a:cubicBezTo>
                  <a:cubicBezTo>
                    <a:pt x="4630" y="11"/>
                    <a:pt x="4609" y="1"/>
                    <a:pt x="4586" y="1"/>
                  </a:cubicBezTo>
                  <a:close/>
                </a:path>
              </a:pathLst>
            </a:custGeom>
            <a:solidFill>
              <a:srgbClr val="7577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30"/>
            <p:cNvSpPr/>
            <p:nvPr/>
          </p:nvSpPr>
          <p:spPr>
            <a:xfrm>
              <a:off x="11285687" y="2981213"/>
              <a:ext cx="94272" cy="40987"/>
            </a:xfrm>
            <a:custGeom>
              <a:rect b="b" l="l" r="r" t="t"/>
              <a:pathLst>
                <a:path extrusionOk="0" h="838" w="2075">
                  <a:moveTo>
                    <a:pt x="1838" y="1"/>
                  </a:moveTo>
                  <a:cubicBezTo>
                    <a:pt x="1168" y="1"/>
                    <a:pt x="520" y="266"/>
                    <a:pt x="41" y="738"/>
                  </a:cubicBezTo>
                  <a:cubicBezTo>
                    <a:pt x="1" y="779"/>
                    <a:pt x="36" y="837"/>
                    <a:pt x="77" y="837"/>
                  </a:cubicBezTo>
                  <a:cubicBezTo>
                    <a:pt x="89" y="837"/>
                    <a:pt x="101" y="833"/>
                    <a:pt x="111" y="822"/>
                  </a:cubicBezTo>
                  <a:cubicBezTo>
                    <a:pt x="575" y="364"/>
                    <a:pt x="1197" y="109"/>
                    <a:pt x="1845" y="109"/>
                  </a:cubicBezTo>
                  <a:cubicBezTo>
                    <a:pt x="1897" y="109"/>
                    <a:pt x="1950" y="111"/>
                    <a:pt x="2003" y="114"/>
                  </a:cubicBezTo>
                  <a:cubicBezTo>
                    <a:pt x="2005" y="115"/>
                    <a:pt x="2008" y="115"/>
                    <a:pt x="2010" y="115"/>
                  </a:cubicBezTo>
                  <a:cubicBezTo>
                    <a:pt x="2073" y="115"/>
                    <a:pt x="2074" y="10"/>
                    <a:pt x="2006" y="7"/>
                  </a:cubicBezTo>
                  <a:cubicBezTo>
                    <a:pt x="1950" y="3"/>
                    <a:pt x="1894" y="1"/>
                    <a:pt x="183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30"/>
            <p:cNvSpPr/>
            <p:nvPr/>
          </p:nvSpPr>
          <p:spPr>
            <a:xfrm>
              <a:off x="11287140" y="2973730"/>
              <a:ext cx="42570" cy="41867"/>
            </a:xfrm>
            <a:custGeom>
              <a:rect b="b" l="l" r="r" t="t"/>
              <a:pathLst>
                <a:path extrusionOk="0" h="856" w="937">
                  <a:moveTo>
                    <a:pt x="861" y="0"/>
                  </a:moveTo>
                  <a:cubicBezTo>
                    <a:pt x="852" y="0"/>
                    <a:pt x="842" y="3"/>
                    <a:pt x="832" y="10"/>
                  </a:cubicBezTo>
                  <a:cubicBezTo>
                    <a:pt x="514" y="208"/>
                    <a:pt x="247" y="463"/>
                    <a:pt x="30" y="769"/>
                  </a:cubicBezTo>
                  <a:cubicBezTo>
                    <a:pt x="0" y="812"/>
                    <a:pt x="40" y="856"/>
                    <a:pt x="80" y="856"/>
                  </a:cubicBezTo>
                  <a:cubicBezTo>
                    <a:pt x="97" y="856"/>
                    <a:pt x="113" y="849"/>
                    <a:pt x="125" y="832"/>
                  </a:cubicBezTo>
                  <a:cubicBezTo>
                    <a:pt x="330" y="543"/>
                    <a:pt x="585" y="303"/>
                    <a:pt x="884" y="111"/>
                  </a:cubicBezTo>
                  <a:cubicBezTo>
                    <a:pt x="937" y="79"/>
                    <a:pt x="909" y="0"/>
                    <a:pt x="86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30"/>
            <p:cNvSpPr/>
            <p:nvPr/>
          </p:nvSpPr>
          <p:spPr>
            <a:xfrm>
              <a:off x="10654856" y="2566603"/>
              <a:ext cx="70193" cy="625999"/>
            </a:xfrm>
            <a:custGeom>
              <a:rect b="b" l="l" r="r" t="t"/>
              <a:pathLst>
                <a:path extrusionOk="0" h="12799" w="1545">
                  <a:moveTo>
                    <a:pt x="1476" y="1"/>
                  </a:moveTo>
                  <a:cubicBezTo>
                    <a:pt x="1440" y="1"/>
                    <a:pt x="1402" y="24"/>
                    <a:pt x="1397" y="69"/>
                  </a:cubicBezTo>
                  <a:cubicBezTo>
                    <a:pt x="1034" y="3358"/>
                    <a:pt x="672" y="6650"/>
                    <a:pt x="309" y="9944"/>
                  </a:cubicBezTo>
                  <a:cubicBezTo>
                    <a:pt x="208" y="10870"/>
                    <a:pt x="107" y="11801"/>
                    <a:pt x="6" y="12728"/>
                  </a:cubicBezTo>
                  <a:cubicBezTo>
                    <a:pt x="1" y="12775"/>
                    <a:pt x="34" y="12798"/>
                    <a:pt x="70" y="12798"/>
                  </a:cubicBezTo>
                  <a:cubicBezTo>
                    <a:pt x="106" y="12798"/>
                    <a:pt x="144" y="12775"/>
                    <a:pt x="149" y="12728"/>
                  </a:cubicBezTo>
                  <a:cubicBezTo>
                    <a:pt x="512" y="9439"/>
                    <a:pt x="871" y="6145"/>
                    <a:pt x="1233" y="2856"/>
                  </a:cubicBezTo>
                  <a:cubicBezTo>
                    <a:pt x="1334" y="1926"/>
                    <a:pt x="1438" y="999"/>
                    <a:pt x="1540" y="69"/>
                  </a:cubicBezTo>
                  <a:cubicBezTo>
                    <a:pt x="1545" y="24"/>
                    <a:pt x="1511" y="1"/>
                    <a:pt x="1476"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30"/>
            <p:cNvSpPr/>
            <p:nvPr/>
          </p:nvSpPr>
          <p:spPr>
            <a:xfrm>
              <a:off x="11090645" y="3770376"/>
              <a:ext cx="372047" cy="86277"/>
            </a:xfrm>
            <a:custGeom>
              <a:rect b="b" l="l" r="r" t="t"/>
              <a:pathLst>
                <a:path extrusionOk="0" h="1764" w="8189">
                  <a:moveTo>
                    <a:pt x="8109" y="0"/>
                  </a:moveTo>
                  <a:cubicBezTo>
                    <a:pt x="8106" y="0"/>
                    <a:pt x="8102" y="1"/>
                    <a:pt x="8097" y="1"/>
                  </a:cubicBezTo>
                  <a:cubicBezTo>
                    <a:pt x="5387" y="322"/>
                    <a:pt x="2704" y="862"/>
                    <a:pt x="84" y="1621"/>
                  </a:cubicBezTo>
                  <a:cubicBezTo>
                    <a:pt x="1" y="1647"/>
                    <a:pt x="26" y="1764"/>
                    <a:pt x="101" y="1764"/>
                  </a:cubicBezTo>
                  <a:cubicBezTo>
                    <a:pt x="108" y="1764"/>
                    <a:pt x="115" y="1763"/>
                    <a:pt x="122" y="1761"/>
                  </a:cubicBezTo>
                  <a:cubicBezTo>
                    <a:pt x="2732" y="1005"/>
                    <a:pt x="5397" y="465"/>
                    <a:pt x="8097" y="144"/>
                  </a:cubicBezTo>
                  <a:cubicBezTo>
                    <a:pt x="8184" y="134"/>
                    <a:pt x="8188" y="0"/>
                    <a:pt x="8109"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30"/>
            <p:cNvSpPr/>
            <p:nvPr/>
          </p:nvSpPr>
          <p:spPr>
            <a:xfrm>
              <a:off x="10510517" y="3884092"/>
              <a:ext cx="307396" cy="64121"/>
            </a:xfrm>
            <a:custGeom>
              <a:rect b="b" l="l" r="r" t="t"/>
              <a:pathLst>
                <a:path extrusionOk="0" h="1311" w="6766">
                  <a:moveTo>
                    <a:pt x="107" y="1"/>
                  </a:moveTo>
                  <a:cubicBezTo>
                    <a:pt x="43" y="1"/>
                    <a:pt x="1" y="97"/>
                    <a:pt x="72" y="136"/>
                  </a:cubicBezTo>
                  <a:cubicBezTo>
                    <a:pt x="1520" y="910"/>
                    <a:pt x="3143" y="1310"/>
                    <a:pt x="4776" y="1310"/>
                  </a:cubicBezTo>
                  <a:cubicBezTo>
                    <a:pt x="5413" y="1310"/>
                    <a:pt x="6052" y="1249"/>
                    <a:pt x="6682" y="1126"/>
                  </a:cubicBezTo>
                  <a:cubicBezTo>
                    <a:pt x="6766" y="1110"/>
                    <a:pt x="6738" y="987"/>
                    <a:pt x="6661" y="987"/>
                  </a:cubicBezTo>
                  <a:cubicBezTo>
                    <a:pt x="6656" y="987"/>
                    <a:pt x="6650" y="988"/>
                    <a:pt x="6643" y="990"/>
                  </a:cubicBezTo>
                  <a:cubicBezTo>
                    <a:pt x="6027" y="1109"/>
                    <a:pt x="5403" y="1169"/>
                    <a:pt x="4780" y="1169"/>
                  </a:cubicBezTo>
                  <a:cubicBezTo>
                    <a:pt x="3172" y="1169"/>
                    <a:pt x="1571" y="774"/>
                    <a:pt x="141" y="10"/>
                  </a:cubicBezTo>
                  <a:cubicBezTo>
                    <a:pt x="129" y="4"/>
                    <a:pt x="118" y="1"/>
                    <a:pt x="107"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30"/>
            <p:cNvSpPr/>
            <p:nvPr/>
          </p:nvSpPr>
          <p:spPr>
            <a:xfrm>
              <a:off x="10747084" y="2612040"/>
              <a:ext cx="111037" cy="151768"/>
            </a:xfrm>
            <a:custGeom>
              <a:rect b="b" l="l" r="r" t="t"/>
              <a:pathLst>
                <a:path extrusionOk="0" h="3103" w="2444">
                  <a:moveTo>
                    <a:pt x="311" y="1"/>
                  </a:moveTo>
                  <a:cubicBezTo>
                    <a:pt x="311" y="1"/>
                    <a:pt x="1" y="3102"/>
                    <a:pt x="1167" y="3102"/>
                  </a:cubicBezTo>
                  <a:cubicBezTo>
                    <a:pt x="1207" y="3102"/>
                    <a:pt x="1247" y="3099"/>
                    <a:pt x="1290" y="3091"/>
                  </a:cubicBezTo>
                  <a:cubicBezTo>
                    <a:pt x="2443" y="2896"/>
                    <a:pt x="2273" y="126"/>
                    <a:pt x="2273" y="126"/>
                  </a:cubicBezTo>
                  <a:lnTo>
                    <a:pt x="311"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30"/>
            <p:cNvSpPr/>
            <p:nvPr/>
          </p:nvSpPr>
          <p:spPr>
            <a:xfrm>
              <a:off x="11061023" y="2566456"/>
              <a:ext cx="82369" cy="1278116"/>
            </a:xfrm>
            <a:custGeom>
              <a:rect b="b" l="l" r="r" t="t"/>
              <a:pathLst>
                <a:path extrusionOk="0" h="26132" w="1813">
                  <a:moveTo>
                    <a:pt x="592" y="0"/>
                  </a:moveTo>
                  <a:cubicBezTo>
                    <a:pt x="556" y="0"/>
                    <a:pt x="518" y="23"/>
                    <a:pt x="512" y="68"/>
                  </a:cubicBezTo>
                  <a:cubicBezTo>
                    <a:pt x="160" y="3459"/>
                    <a:pt x="0" y="6867"/>
                    <a:pt x="42" y="10275"/>
                  </a:cubicBezTo>
                  <a:cubicBezTo>
                    <a:pt x="84" y="13682"/>
                    <a:pt x="321" y="17086"/>
                    <a:pt x="756" y="20466"/>
                  </a:cubicBezTo>
                  <a:cubicBezTo>
                    <a:pt x="996" y="22348"/>
                    <a:pt x="1300" y="24219"/>
                    <a:pt x="1662" y="26080"/>
                  </a:cubicBezTo>
                  <a:cubicBezTo>
                    <a:pt x="1669" y="26116"/>
                    <a:pt x="1696" y="26132"/>
                    <a:pt x="1724" y="26132"/>
                  </a:cubicBezTo>
                  <a:cubicBezTo>
                    <a:pt x="1766" y="26132"/>
                    <a:pt x="1812" y="26097"/>
                    <a:pt x="1802" y="26045"/>
                  </a:cubicBezTo>
                  <a:cubicBezTo>
                    <a:pt x="1154" y="22703"/>
                    <a:pt x="694" y="19330"/>
                    <a:pt x="436" y="15936"/>
                  </a:cubicBezTo>
                  <a:cubicBezTo>
                    <a:pt x="178" y="12557"/>
                    <a:pt x="115" y="9159"/>
                    <a:pt x="248" y="5769"/>
                  </a:cubicBezTo>
                  <a:cubicBezTo>
                    <a:pt x="321" y="3866"/>
                    <a:pt x="457" y="1964"/>
                    <a:pt x="655" y="68"/>
                  </a:cubicBezTo>
                  <a:cubicBezTo>
                    <a:pt x="661" y="23"/>
                    <a:pt x="628" y="0"/>
                    <a:pt x="59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30"/>
            <p:cNvSpPr/>
            <p:nvPr/>
          </p:nvSpPr>
          <p:spPr>
            <a:xfrm>
              <a:off x="10761986" y="2523220"/>
              <a:ext cx="127938" cy="1422303"/>
            </a:xfrm>
            <a:custGeom>
              <a:rect b="b" l="l" r="r" t="t"/>
              <a:pathLst>
                <a:path extrusionOk="0" h="29080" w="2816">
                  <a:moveTo>
                    <a:pt x="2746" y="0"/>
                  </a:moveTo>
                  <a:cubicBezTo>
                    <a:pt x="2710" y="0"/>
                    <a:pt x="2673" y="24"/>
                    <a:pt x="2670" y="71"/>
                  </a:cubicBezTo>
                  <a:cubicBezTo>
                    <a:pt x="2268" y="4628"/>
                    <a:pt x="1756" y="9172"/>
                    <a:pt x="1174" y="13712"/>
                  </a:cubicBezTo>
                  <a:cubicBezTo>
                    <a:pt x="774" y="16810"/>
                    <a:pt x="370" y="19911"/>
                    <a:pt x="171" y="23029"/>
                  </a:cubicBezTo>
                  <a:cubicBezTo>
                    <a:pt x="45" y="25023"/>
                    <a:pt x="0" y="27016"/>
                    <a:pt x="4" y="29008"/>
                  </a:cubicBezTo>
                  <a:cubicBezTo>
                    <a:pt x="4" y="29056"/>
                    <a:pt x="40" y="29079"/>
                    <a:pt x="77" y="29079"/>
                  </a:cubicBezTo>
                  <a:cubicBezTo>
                    <a:pt x="113" y="29079"/>
                    <a:pt x="150" y="29056"/>
                    <a:pt x="150" y="29008"/>
                  </a:cubicBezTo>
                  <a:cubicBezTo>
                    <a:pt x="140" y="25671"/>
                    <a:pt x="303" y="22343"/>
                    <a:pt x="666" y="19023"/>
                  </a:cubicBezTo>
                  <a:cubicBezTo>
                    <a:pt x="1039" y="15573"/>
                    <a:pt x="1536" y="12134"/>
                    <a:pt x="1938" y="8684"/>
                  </a:cubicBezTo>
                  <a:cubicBezTo>
                    <a:pt x="2272" y="5816"/>
                    <a:pt x="2561" y="2946"/>
                    <a:pt x="2812" y="71"/>
                  </a:cubicBezTo>
                  <a:cubicBezTo>
                    <a:pt x="2816" y="24"/>
                    <a:pt x="2782" y="0"/>
                    <a:pt x="274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30"/>
            <p:cNvSpPr/>
            <p:nvPr/>
          </p:nvSpPr>
          <p:spPr>
            <a:xfrm>
              <a:off x="10315703" y="2636593"/>
              <a:ext cx="854585" cy="902781"/>
            </a:xfrm>
            <a:custGeom>
              <a:rect b="b" l="l" r="r" t="t"/>
              <a:pathLst>
                <a:path extrusionOk="0" h="18458" w="18810">
                  <a:moveTo>
                    <a:pt x="1726" y="0"/>
                  </a:moveTo>
                  <a:lnTo>
                    <a:pt x="1" y="1767"/>
                  </a:lnTo>
                  <a:lnTo>
                    <a:pt x="17081" y="18457"/>
                  </a:lnTo>
                  <a:cubicBezTo>
                    <a:pt x="17938" y="18144"/>
                    <a:pt x="18517" y="17554"/>
                    <a:pt x="18810" y="16690"/>
                  </a:cubicBezTo>
                  <a:lnTo>
                    <a:pt x="172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30"/>
            <p:cNvSpPr/>
            <p:nvPr/>
          </p:nvSpPr>
          <p:spPr>
            <a:xfrm>
              <a:off x="9856289" y="2146075"/>
              <a:ext cx="616019" cy="652459"/>
            </a:xfrm>
            <a:custGeom>
              <a:rect b="b" l="l" r="r" t="t"/>
              <a:pathLst>
                <a:path extrusionOk="0" h="13340" w="13559">
                  <a:moveTo>
                    <a:pt x="1983" y="1"/>
                  </a:moveTo>
                  <a:lnTo>
                    <a:pt x="1" y="2029"/>
                  </a:lnTo>
                  <a:lnTo>
                    <a:pt x="11576" y="13339"/>
                  </a:lnTo>
                  <a:lnTo>
                    <a:pt x="13559" y="11308"/>
                  </a:lnTo>
                  <a:lnTo>
                    <a:pt x="1983" y="1"/>
                  </a:lnTo>
                  <a:close/>
                </a:path>
              </a:pathLst>
            </a:custGeom>
            <a:solidFill>
              <a:srgbClr val="AD712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30"/>
            <p:cNvSpPr/>
            <p:nvPr/>
          </p:nvSpPr>
          <p:spPr>
            <a:xfrm>
              <a:off x="9747842" y="2137173"/>
              <a:ext cx="771035" cy="738443"/>
            </a:xfrm>
            <a:custGeom>
              <a:rect b="b" l="l" r="r" t="t"/>
              <a:pathLst>
                <a:path extrusionOk="0" h="15098" w="16971">
                  <a:moveTo>
                    <a:pt x="7387" y="0"/>
                  </a:moveTo>
                  <a:cubicBezTo>
                    <a:pt x="5622" y="0"/>
                    <a:pt x="3940" y="624"/>
                    <a:pt x="2698" y="1894"/>
                  </a:cubicBezTo>
                  <a:cubicBezTo>
                    <a:pt x="1" y="4657"/>
                    <a:pt x="401" y="9427"/>
                    <a:pt x="3597" y="12550"/>
                  </a:cubicBezTo>
                  <a:cubicBezTo>
                    <a:pt x="5322" y="14237"/>
                    <a:pt x="7510" y="15098"/>
                    <a:pt x="9583" y="15098"/>
                  </a:cubicBezTo>
                  <a:cubicBezTo>
                    <a:pt x="11348" y="15098"/>
                    <a:pt x="13029" y="14474"/>
                    <a:pt x="14270" y="13204"/>
                  </a:cubicBezTo>
                  <a:cubicBezTo>
                    <a:pt x="16970" y="10441"/>
                    <a:pt x="16570" y="5671"/>
                    <a:pt x="13371" y="2545"/>
                  </a:cubicBezTo>
                  <a:cubicBezTo>
                    <a:pt x="11646" y="860"/>
                    <a:pt x="9459" y="0"/>
                    <a:pt x="7387"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30"/>
            <p:cNvSpPr/>
            <p:nvPr/>
          </p:nvSpPr>
          <p:spPr>
            <a:xfrm>
              <a:off x="9814673" y="2063564"/>
              <a:ext cx="770990" cy="738492"/>
            </a:xfrm>
            <a:custGeom>
              <a:rect b="b" l="l" r="r" t="t"/>
              <a:pathLst>
                <a:path extrusionOk="0" h="15099" w="16970">
                  <a:moveTo>
                    <a:pt x="7388" y="1"/>
                  </a:moveTo>
                  <a:cubicBezTo>
                    <a:pt x="5622" y="1"/>
                    <a:pt x="3940" y="626"/>
                    <a:pt x="2698" y="1897"/>
                  </a:cubicBezTo>
                  <a:cubicBezTo>
                    <a:pt x="1" y="4657"/>
                    <a:pt x="401" y="9427"/>
                    <a:pt x="3597" y="12553"/>
                  </a:cubicBezTo>
                  <a:cubicBezTo>
                    <a:pt x="5322" y="14238"/>
                    <a:pt x="7509" y="15098"/>
                    <a:pt x="9581" y="15098"/>
                  </a:cubicBezTo>
                  <a:cubicBezTo>
                    <a:pt x="11346" y="15098"/>
                    <a:pt x="13028" y="14474"/>
                    <a:pt x="14269" y="13204"/>
                  </a:cubicBezTo>
                  <a:cubicBezTo>
                    <a:pt x="16969" y="10441"/>
                    <a:pt x="16569" y="5671"/>
                    <a:pt x="13370" y="2548"/>
                  </a:cubicBezTo>
                  <a:cubicBezTo>
                    <a:pt x="11645" y="861"/>
                    <a:pt x="9459" y="1"/>
                    <a:pt x="738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30"/>
            <p:cNvSpPr/>
            <p:nvPr/>
          </p:nvSpPr>
          <p:spPr>
            <a:xfrm>
              <a:off x="9892590" y="2138298"/>
              <a:ext cx="614565" cy="588974"/>
            </a:xfrm>
            <a:custGeom>
              <a:rect b="b" l="l" r="r" t="t"/>
              <a:pathLst>
                <a:path extrusionOk="0" h="12042" w="13527">
                  <a:moveTo>
                    <a:pt x="5892" y="0"/>
                  </a:moveTo>
                  <a:cubicBezTo>
                    <a:pt x="5728" y="0"/>
                    <a:pt x="5565" y="7"/>
                    <a:pt x="5404" y="20"/>
                  </a:cubicBezTo>
                  <a:cubicBezTo>
                    <a:pt x="4212" y="118"/>
                    <a:pt x="3098" y="589"/>
                    <a:pt x="2233" y="1432"/>
                  </a:cubicBezTo>
                  <a:cubicBezTo>
                    <a:pt x="2205" y="1460"/>
                    <a:pt x="2181" y="1484"/>
                    <a:pt x="2154" y="1512"/>
                  </a:cubicBezTo>
                  <a:cubicBezTo>
                    <a:pt x="0" y="3714"/>
                    <a:pt x="320" y="7519"/>
                    <a:pt x="2871" y="10010"/>
                  </a:cubicBezTo>
                  <a:cubicBezTo>
                    <a:pt x="3292" y="10425"/>
                    <a:pt x="3752" y="10774"/>
                    <a:pt x="4230" y="11063"/>
                  </a:cubicBezTo>
                  <a:cubicBezTo>
                    <a:pt x="5308" y="11714"/>
                    <a:pt x="6497" y="12042"/>
                    <a:pt x="7641" y="12042"/>
                  </a:cubicBezTo>
                  <a:cubicBezTo>
                    <a:pt x="7710" y="12042"/>
                    <a:pt x="7778" y="12041"/>
                    <a:pt x="7847" y="12038"/>
                  </a:cubicBezTo>
                  <a:cubicBezTo>
                    <a:pt x="8568" y="12014"/>
                    <a:pt x="9268" y="11858"/>
                    <a:pt x="9910" y="11565"/>
                  </a:cubicBezTo>
                  <a:cubicBezTo>
                    <a:pt x="10453" y="11317"/>
                    <a:pt x="10951" y="10975"/>
                    <a:pt x="11383" y="10530"/>
                  </a:cubicBezTo>
                  <a:cubicBezTo>
                    <a:pt x="11422" y="10494"/>
                    <a:pt x="11457" y="10460"/>
                    <a:pt x="11488" y="10422"/>
                  </a:cubicBezTo>
                  <a:cubicBezTo>
                    <a:pt x="13527" y="8202"/>
                    <a:pt x="13175" y="4481"/>
                    <a:pt x="10669" y="2032"/>
                  </a:cubicBezTo>
                  <a:cubicBezTo>
                    <a:pt x="10335" y="1704"/>
                    <a:pt x="9979" y="1418"/>
                    <a:pt x="9610" y="1170"/>
                  </a:cubicBezTo>
                  <a:cubicBezTo>
                    <a:pt x="8958" y="735"/>
                    <a:pt x="8262" y="418"/>
                    <a:pt x="7554" y="226"/>
                  </a:cubicBezTo>
                  <a:cubicBezTo>
                    <a:pt x="7004" y="76"/>
                    <a:pt x="6443" y="0"/>
                    <a:pt x="589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30"/>
            <p:cNvSpPr/>
            <p:nvPr/>
          </p:nvSpPr>
          <p:spPr>
            <a:xfrm>
              <a:off x="10235787" y="2149352"/>
              <a:ext cx="178731" cy="554590"/>
            </a:xfrm>
            <a:custGeom>
              <a:rect b="b" l="l" r="r" t="t"/>
              <a:pathLst>
                <a:path extrusionOk="0" h="11339" w="3934">
                  <a:moveTo>
                    <a:pt x="0" y="0"/>
                  </a:moveTo>
                  <a:lnTo>
                    <a:pt x="2356" y="11339"/>
                  </a:lnTo>
                  <a:cubicBezTo>
                    <a:pt x="2899" y="11091"/>
                    <a:pt x="3397" y="10749"/>
                    <a:pt x="3829" y="10304"/>
                  </a:cubicBezTo>
                  <a:cubicBezTo>
                    <a:pt x="3868" y="10268"/>
                    <a:pt x="3903" y="10234"/>
                    <a:pt x="3934" y="10196"/>
                  </a:cubicBezTo>
                  <a:lnTo>
                    <a:pt x="2056" y="944"/>
                  </a:lnTo>
                  <a:cubicBezTo>
                    <a:pt x="1404" y="509"/>
                    <a:pt x="708" y="192"/>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30"/>
            <p:cNvSpPr/>
            <p:nvPr/>
          </p:nvSpPr>
          <p:spPr>
            <a:xfrm>
              <a:off x="9993995" y="2139276"/>
              <a:ext cx="255103" cy="587996"/>
            </a:xfrm>
            <a:custGeom>
              <a:rect b="b" l="l" r="r" t="t"/>
              <a:pathLst>
                <a:path extrusionOk="0" h="12022" w="5615">
                  <a:moveTo>
                    <a:pt x="3172" y="0"/>
                  </a:moveTo>
                  <a:cubicBezTo>
                    <a:pt x="1980" y="98"/>
                    <a:pt x="866" y="569"/>
                    <a:pt x="1" y="1412"/>
                  </a:cubicBezTo>
                  <a:lnTo>
                    <a:pt x="1998" y="11043"/>
                  </a:lnTo>
                  <a:cubicBezTo>
                    <a:pt x="3078" y="11695"/>
                    <a:pt x="4266" y="12022"/>
                    <a:pt x="5412" y="12022"/>
                  </a:cubicBezTo>
                  <a:cubicBezTo>
                    <a:pt x="5478" y="12022"/>
                    <a:pt x="5549" y="12022"/>
                    <a:pt x="5615" y="12018"/>
                  </a:cubicBezTo>
                  <a:lnTo>
                    <a:pt x="3172"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30"/>
            <p:cNvSpPr/>
            <p:nvPr/>
          </p:nvSpPr>
          <p:spPr>
            <a:xfrm>
              <a:off x="10732819" y="3074729"/>
              <a:ext cx="451872" cy="480639"/>
            </a:xfrm>
            <a:custGeom>
              <a:rect b="b" l="l" r="r" t="t"/>
              <a:pathLst>
                <a:path extrusionOk="0" h="9827" w="9946">
                  <a:moveTo>
                    <a:pt x="2336" y="0"/>
                  </a:moveTo>
                  <a:lnTo>
                    <a:pt x="1" y="2387"/>
                  </a:lnTo>
                  <a:lnTo>
                    <a:pt x="7611" y="9826"/>
                  </a:lnTo>
                  <a:cubicBezTo>
                    <a:pt x="8799" y="9429"/>
                    <a:pt x="9576" y="8631"/>
                    <a:pt x="9946" y="7436"/>
                  </a:cubicBezTo>
                  <a:lnTo>
                    <a:pt x="2336"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30"/>
            <p:cNvSpPr/>
            <p:nvPr/>
          </p:nvSpPr>
          <p:spPr>
            <a:xfrm>
              <a:off x="10370131" y="2772905"/>
              <a:ext cx="146520" cy="138709"/>
            </a:xfrm>
            <a:custGeom>
              <a:rect b="b" l="l" r="r" t="t"/>
              <a:pathLst>
                <a:path extrusionOk="0" h="2836" w="3225">
                  <a:moveTo>
                    <a:pt x="1684" y="1"/>
                  </a:moveTo>
                  <a:cubicBezTo>
                    <a:pt x="1587" y="27"/>
                    <a:pt x="1485" y="35"/>
                    <a:pt x="1384" y="35"/>
                  </a:cubicBezTo>
                  <a:cubicBezTo>
                    <a:pt x="1189" y="35"/>
                    <a:pt x="995" y="4"/>
                    <a:pt x="835" y="4"/>
                  </a:cubicBezTo>
                  <a:cubicBezTo>
                    <a:pt x="688" y="4"/>
                    <a:pt x="569" y="30"/>
                    <a:pt x="503" y="133"/>
                  </a:cubicBezTo>
                  <a:cubicBezTo>
                    <a:pt x="329" y="405"/>
                    <a:pt x="1" y="798"/>
                    <a:pt x="179" y="997"/>
                  </a:cubicBezTo>
                  <a:cubicBezTo>
                    <a:pt x="356" y="1199"/>
                    <a:pt x="611" y="1482"/>
                    <a:pt x="611" y="1482"/>
                  </a:cubicBezTo>
                  <a:cubicBezTo>
                    <a:pt x="611" y="1482"/>
                    <a:pt x="573" y="1663"/>
                    <a:pt x="761" y="1834"/>
                  </a:cubicBezTo>
                  <a:cubicBezTo>
                    <a:pt x="859" y="1924"/>
                    <a:pt x="970" y="1946"/>
                    <a:pt x="1054" y="1946"/>
                  </a:cubicBezTo>
                  <a:cubicBezTo>
                    <a:pt x="1131" y="1946"/>
                    <a:pt x="1186" y="1927"/>
                    <a:pt x="1186" y="1927"/>
                  </a:cubicBezTo>
                  <a:lnTo>
                    <a:pt x="1186" y="1927"/>
                  </a:lnTo>
                  <a:cubicBezTo>
                    <a:pt x="1186" y="1927"/>
                    <a:pt x="1120" y="2112"/>
                    <a:pt x="1228" y="2283"/>
                  </a:cubicBezTo>
                  <a:cubicBezTo>
                    <a:pt x="1328" y="2438"/>
                    <a:pt x="1837" y="2443"/>
                    <a:pt x="1912" y="2443"/>
                  </a:cubicBezTo>
                  <a:cubicBezTo>
                    <a:pt x="1918" y="2443"/>
                    <a:pt x="1921" y="2443"/>
                    <a:pt x="1921" y="2443"/>
                  </a:cubicBezTo>
                  <a:cubicBezTo>
                    <a:pt x="1921" y="2443"/>
                    <a:pt x="1970" y="2764"/>
                    <a:pt x="2130" y="2813"/>
                  </a:cubicBezTo>
                  <a:cubicBezTo>
                    <a:pt x="2176" y="2827"/>
                    <a:pt x="2233" y="2836"/>
                    <a:pt x="2298" y="2836"/>
                  </a:cubicBezTo>
                  <a:cubicBezTo>
                    <a:pt x="2466" y="2836"/>
                    <a:pt x="2680" y="2780"/>
                    <a:pt x="2852" y="2632"/>
                  </a:cubicBezTo>
                  <a:cubicBezTo>
                    <a:pt x="3088" y="2426"/>
                    <a:pt x="3225" y="2234"/>
                    <a:pt x="3071" y="1977"/>
                  </a:cubicBezTo>
                  <a:cubicBezTo>
                    <a:pt x="3017" y="1887"/>
                    <a:pt x="2922" y="1858"/>
                    <a:pt x="2822" y="1858"/>
                  </a:cubicBezTo>
                  <a:cubicBezTo>
                    <a:pt x="2633" y="1858"/>
                    <a:pt x="2423" y="1963"/>
                    <a:pt x="2423" y="1963"/>
                  </a:cubicBezTo>
                  <a:cubicBezTo>
                    <a:pt x="2423" y="1963"/>
                    <a:pt x="3186" y="1220"/>
                    <a:pt x="2911" y="1140"/>
                  </a:cubicBezTo>
                  <a:cubicBezTo>
                    <a:pt x="2887" y="1134"/>
                    <a:pt x="2860" y="1131"/>
                    <a:pt x="2829" y="1131"/>
                  </a:cubicBezTo>
                  <a:cubicBezTo>
                    <a:pt x="2517" y="1131"/>
                    <a:pt x="1918" y="1461"/>
                    <a:pt x="1918" y="1461"/>
                  </a:cubicBezTo>
                  <a:cubicBezTo>
                    <a:pt x="1918" y="1461"/>
                    <a:pt x="3029" y="576"/>
                    <a:pt x="2702" y="425"/>
                  </a:cubicBezTo>
                  <a:cubicBezTo>
                    <a:pt x="2670" y="410"/>
                    <a:pt x="2630" y="404"/>
                    <a:pt x="2583" y="404"/>
                  </a:cubicBezTo>
                  <a:cubicBezTo>
                    <a:pt x="2154" y="404"/>
                    <a:pt x="1179" y="977"/>
                    <a:pt x="1179" y="977"/>
                  </a:cubicBezTo>
                  <a:cubicBezTo>
                    <a:pt x="1179" y="977"/>
                    <a:pt x="1092" y="788"/>
                    <a:pt x="1189" y="726"/>
                  </a:cubicBezTo>
                  <a:cubicBezTo>
                    <a:pt x="1290" y="663"/>
                    <a:pt x="1670" y="562"/>
                    <a:pt x="1813" y="293"/>
                  </a:cubicBezTo>
                  <a:cubicBezTo>
                    <a:pt x="1956" y="22"/>
                    <a:pt x="1684" y="1"/>
                    <a:pt x="1684" y="1"/>
                  </a:cubicBezTo>
                  <a:close/>
                </a:path>
              </a:pathLst>
            </a:custGeom>
            <a:solidFill>
              <a:srgbClr val="E77F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30"/>
            <p:cNvSpPr/>
            <p:nvPr/>
          </p:nvSpPr>
          <p:spPr>
            <a:xfrm>
              <a:off x="10956710" y="3284749"/>
              <a:ext cx="149473" cy="31792"/>
            </a:xfrm>
            <a:custGeom>
              <a:rect b="b" l="l" r="r" t="t"/>
              <a:pathLst>
                <a:path extrusionOk="0" h="650" w="3290">
                  <a:moveTo>
                    <a:pt x="534" y="1"/>
                  </a:moveTo>
                  <a:cubicBezTo>
                    <a:pt x="357" y="1"/>
                    <a:pt x="225" y="28"/>
                    <a:pt x="153" y="125"/>
                  </a:cubicBezTo>
                  <a:cubicBezTo>
                    <a:pt x="0" y="334"/>
                    <a:pt x="1076" y="623"/>
                    <a:pt x="1174" y="648"/>
                  </a:cubicBezTo>
                  <a:cubicBezTo>
                    <a:pt x="1177" y="649"/>
                    <a:pt x="1181" y="649"/>
                    <a:pt x="1187" y="649"/>
                  </a:cubicBezTo>
                  <a:cubicBezTo>
                    <a:pt x="1386" y="649"/>
                    <a:pt x="3289" y="209"/>
                    <a:pt x="3289" y="209"/>
                  </a:cubicBezTo>
                  <a:cubicBezTo>
                    <a:pt x="3289" y="209"/>
                    <a:pt x="2080" y="66"/>
                    <a:pt x="1290" y="45"/>
                  </a:cubicBezTo>
                  <a:cubicBezTo>
                    <a:pt x="998" y="37"/>
                    <a:pt x="737" y="1"/>
                    <a:pt x="534" y="1"/>
                  </a:cubicBezTo>
                  <a:close/>
                </a:path>
              </a:pathLst>
            </a:custGeom>
            <a:solidFill>
              <a:srgbClr val="E77F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30"/>
            <p:cNvSpPr/>
            <p:nvPr/>
          </p:nvSpPr>
          <p:spPr>
            <a:xfrm>
              <a:off x="10882610" y="3293895"/>
              <a:ext cx="273458" cy="192705"/>
            </a:xfrm>
            <a:custGeom>
              <a:rect b="b" l="l" r="r" t="t"/>
              <a:pathLst>
                <a:path extrusionOk="0" h="3940" w="6019">
                  <a:moveTo>
                    <a:pt x="4625" y="1"/>
                  </a:moveTo>
                  <a:cubicBezTo>
                    <a:pt x="4145" y="1"/>
                    <a:pt x="3712" y="182"/>
                    <a:pt x="3373" y="220"/>
                  </a:cubicBezTo>
                  <a:cubicBezTo>
                    <a:pt x="2993" y="262"/>
                    <a:pt x="2432" y="443"/>
                    <a:pt x="1850" y="649"/>
                  </a:cubicBezTo>
                  <a:cubicBezTo>
                    <a:pt x="1272" y="858"/>
                    <a:pt x="1039" y="1126"/>
                    <a:pt x="679" y="1447"/>
                  </a:cubicBezTo>
                  <a:cubicBezTo>
                    <a:pt x="321" y="1770"/>
                    <a:pt x="0" y="2502"/>
                    <a:pt x="332" y="2506"/>
                  </a:cubicBezTo>
                  <a:cubicBezTo>
                    <a:pt x="333" y="2506"/>
                    <a:pt x="334" y="2506"/>
                    <a:pt x="335" y="2506"/>
                  </a:cubicBezTo>
                  <a:cubicBezTo>
                    <a:pt x="657" y="2506"/>
                    <a:pt x="978" y="1909"/>
                    <a:pt x="1467" y="1680"/>
                  </a:cubicBezTo>
                  <a:cubicBezTo>
                    <a:pt x="1955" y="1447"/>
                    <a:pt x="2205" y="1321"/>
                    <a:pt x="2206" y="1321"/>
                  </a:cubicBezTo>
                  <a:lnTo>
                    <a:pt x="2206" y="1321"/>
                  </a:lnTo>
                  <a:cubicBezTo>
                    <a:pt x="1871" y="1555"/>
                    <a:pt x="1499" y="1899"/>
                    <a:pt x="1115" y="2638"/>
                  </a:cubicBezTo>
                  <a:cubicBezTo>
                    <a:pt x="792" y="3264"/>
                    <a:pt x="960" y="3573"/>
                    <a:pt x="1141" y="3573"/>
                  </a:cubicBezTo>
                  <a:cubicBezTo>
                    <a:pt x="1175" y="3573"/>
                    <a:pt x="1209" y="3562"/>
                    <a:pt x="1241" y="3541"/>
                  </a:cubicBezTo>
                  <a:cubicBezTo>
                    <a:pt x="1440" y="3405"/>
                    <a:pt x="1628" y="3119"/>
                    <a:pt x="1889" y="2579"/>
                  </a:cubicBezTo>
                  <a:cubicBezTo>
                    <a:pt x="2150" y="2042"/>
                    <a:pt x="2721" y="1809"/>
                    <a:pt x="2722" y="1809"/>
                  </a:cubicBezTo>
                  <a:lnTo>
                    <a:pt x="2722" y="1809"/>
                  </a:lnTo>
                  <a:cubicBezTo>
                    <a:pt x="2443" y="2039"/>
                    <a:pt x="1711" y="3067"/>
                    <a:pt x="1760" y="3537"/>
                  </a:cubicBezTo>
                  <a:cubicBezTo>
                    <a:pt x="1782" y="3754"/>
                    <a:pt x="1876" y="3850"/>
                    <a:pt x="1988" y="3850"/>
                  </a:cubicBezTo>
                  <a:cubicBezTo>
                    <a:pt x="2119" y="3850"/>
                    <a:pt x="2274" y="3720"/>
                    <a:pt x="2369" y="3502"/>
                  </a:cubicBezTo>
                  <a:cubicBezTo>
                    <a:pt x="2548" y="3098"/>
                    <a:pt x="3369" y="2338"/>
                    <a:pt x="3370" y="2338"/>
                  </a:cubicBezTo>
                  <a:lnTo>
                    <a:pt x="3370" y="2338"/>
                  </a:lnTo>
                  <a:cubicBezTo>
                    <a:pt x="3370" y="2338"/>
                    <a:pt x="2952" y="3046"/>
                    <a:pt x="2774" y="3446"/>
                  </a:cubicBezTo>
                  <a:cubicBezTo>
                    <a:pt x="2651" y="3721"/>
                    <a:pt x="2669" y="3940"/>
                    <a:pt x="2821" y="3940"/>
                  </a:cubicBezTo>
                  <a:cubicBezTo>
                    <a:pt x="2892" y="3940"/>
                    <a:pt x="2993" y="3891"/>
                    <a:pt x="3122" y="3777"/>
                  </a:cubicBezTo>
                  <a:cubicBezTo>
                    <a:pt x="3506" y="3440"/>
                    <a:pt x="3886" y="2792"/>
                    <a:pt x="4366" y="2342"/>
                  </a:cubicBezTo>
                  <a:cubicBezTo>
                    <a:pt x="4565" y="2150"/>
                    <a:pt x="4872" y="1997"/>
                    <a:pt x="5158" y="1878"/>
                  </a:cubicBezTo>
                  <a:cubicBezTo>
                    <a:pt x="5704" y="1653"/>
                    <a:pt x="6018" y="1471"/>
                    <a:pt x="5910" y="889"/>
                  </a:cubicBezTo>
                  <a:cubicBezTo>
                    <a:pt x="5827" y="450"/>
                    <a:pt x="5230" y="46"/>
                    <a:pt x="4785" y="8"/>
                  </a:cubicBezTo>
                  <a:cubicBezTo>
                    <a:pt x="4731" y="3"/>
                    <a:pt x="4678" y="1"/>
                    <a:pt x="4625" y="1"/>
                  </a:cubicBezTo>
                  <a:close/>
                </a:path>
              </a:pathLst>
            </a:custGeom>
            <a:solidFill>
              <a:srgbClr val="E77F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4" name="Google Shape;454;p30"/>
          <p:cNvGrpSpPr/>
          <p:nvPr/>
        </p:nvGrpSpPr>
        <p:grpSpPr>
          <a:xfrm>
            <a:off x="5258618" y="1055059"/>
            <a:ext cx="1220141" cy="2943239"/>
            <a:chOff x="1178500" y="339325"/>
            <a:chExt cx="715625" cy="1650075"/>
          </a:xfrm>
        </p:grpSpPr>
        <p:sp>
          <p:nvSpPr>
            <p:cNvPr id="455" name="Google Shape;455;p30"/>
            <p:cNvSpPr/>
            <p:nvPr/>
          </p:nvSpPr>
          <p:spPr>
            <a:xfrm>
              <a:off x="1730425" y="479575"/>
              <a:ext cx="163700" cy="162600"/>
            </a:xfrm>
            <a:custGeom>
              <a:rect b="b" l="l" r="r" t="t"/>
              <a:pathLst>
                <a:path extrusionOk="0" h="6504" w="6548">
                  <a:moveTo>
                    <a:pt x="3276" y="1"/>
                  </a:moveTo>
                  <a:cubicBezTo>
                    <a:pt x="3261" y="1"/>
                    <a:pt x="3246" y="1"/>
                    <a:pt x="3231" y="1"/>
                  </a:cubicBezTo>
                  <a:cubicBezTo>
                    <a:pt x="1437" y="25"/>
                    <a:pt x="1" y="1499"/>
                    <a:pt x="22" y="3294"/>
                  </a:cubicBezTo>
                  <a:cubicBezTo>
                    <a:pt x="46" y="5077"/>
                    <a:pt x="1496" y="6503"/>
                    <a:pt x="3273" y="6503"/>
                  </a:cubicBezTo>
                  <a:cubicBezTo>
                    <a:pt x="3288" y="6503"/>
                    <a:pt x="3303" y="6503"/>
                    <a:pt x="3318" y="6503"/>
                  </a:cubicBezTo>
                  <a:cubicBezTo>
                    <a:pt x="5113" y="6478"/>
                    <a:pt x="6548" y="5004"/>
                    <a:pt x="6524" y="3210"/>
                  </a:cubicBezTo>
                  <a:cubicBezTo>
                    <a:pt x="6503" y="1431"/>
                    <a:pt x="5054" y="1"/>
                    <a:pt x="3276" y="1"/>
                  </a:cubicBezTo>
                  <a:close/>
                </a:path>
              </a:pathLst>
            </a:custGeom>
            <a:solidFill>
              <a:srgbClr val="7577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30"/>
            <p:cNvSpPr/>
            <p:nvPr/>
          </p:nvSpPr>
          <p:spPr>
            <a:xfrm>
              <a:off x="1489325" y="640350"/>
              <a:ext cx="330425" cy="239250"/>
            </a:xfrm>
            <a:custGeom>
              <a:rect b="b" l="l" r="r" t="t"/>
              <a:pathLst>
                <a:path extrusionOk="0" h="9570" w="13217">
                  <a:moveTo>
                    <a:pt x="13156" y="1"/>
                  </a:moveTo>
                  <a:cubicBezTo>
                    <a:pt x="13090" y="1"/>
                    <a:pt x="13030" y="19"/>
                    <a:pt x="12976" y="51"/>
                  </a:cubicBezTo>
                  <a:cubicBezTo>
                    <a:pt x="12955" y="497"/>
                    <a:pt x="12920" y="926"/>
                    <a:pt x="12858" y="1410"/>
                  </a:cubicBezTo>
                  <a:cubicBezTo>
                    <a:pt x="12557" y="3796"/>
                    <a:pt x="11628" y="6995"/>
                    <a:pt x="8896" y="8671"/>
                  </a:cubicBezTo>
                  <a:cubicBezTo>
                    <a:pt x="8171" y="9116"/>
                    <a:pt x="7386" y="9338"/>
                    <a:pt x="6545" y="9338"/>
                  </a:cubicBezTo>
                  <a:cubicBezTo>
                    <a:pt x="5480" y="9338"/>
                    <a:pt x="4325" y="8982"/>
                    <a:pt x="3087" y="8274"/>
                  </a:cubicBezTo>
                  <a:cubicBezTo>
                    <a:pt x="1422" y="7316"/>
                    <a:pt x="234" y="6041"/>
                    <a:pt x="219" y="6027"/>
                  </a:cubicBezTo>
                  <a:cubicBezTo>
                    <a:pt x="195" y="6001"/>
                    <a:pt x="164" y="5988"/>
                    <a:pt x="132" y="5988"/>
                  </a:cubicBezTo>
                  <a:cubicBezTo>
                    <a:pt x="104" y="5988"/>
                    <a:pt x="75" y="5998"/>
                    <a:pt x="52" y="6020"/>
                  </a:cubicBezTo>
                  <a:cubicBezTo>
                    <a:pt x="4" y="6065"/>
                    <a:pt x="0" y="6141"/>
                    <a:pt x="45" y="6191"/>
                  </a:cubicBezTo>
                  <a:cubicBezTo>
                    <a:pt x="55" y="6204"/>
                    <a:pt x="1268" y="7500"/>
                    <a:pt x="2966" y="8476"/>
                  </a:cubicBezTo>
                  <a:cubicBezTo>
                    <a:pt x="3965" y="9051"/>
                    <a:pt x="4937" y="9403"/>
                    <a:pt x="5854" y="9525"/>
                  </a:cubicBezTo>
                  <a:cubicBezTo>
                    <a:pt x="6087" y="9557"/>
                    <a:pt x="6321" y="9570"/>
                    <a:pt x="6551" y="9570"/>
                  </a:cubicBezTo>
                  <a:cubicBezTo>
                    <a:pt x="7440" y="9570"/>
                    <a:pt x="8265" y="9337"/>
                    <a:pt x="9021" y="8873"/>
                  </a:cubicBezTo>
                  <a:cubicBezTo>
                    <a:pt x="10265" y="8111"/>
                    <a:pt x="11255" y="6985"/>
                    <a:pt x="11959" y="5522"/>
                  </a:cubicBezTo>
                  <a:cubicBezTo>
                    <a:pt x="12520" y="4358"/>
                    <a:pt x="12903" y="2984"/>
                    <a:pt x="13098" y="1431"/>
                  </a:cubicBezTo>
                  <a:cubicBezTo>
                    <a:pt x="13157" y="940"/>
                    <a:pt x="13196" y="459"/>
                    <a:pt x="13216" y="6"/>
                  </a:cubicBezTo>
                  <a:cubicBezTo>
                    <a:pt x="13196" y="2"/>
                    <a:pt x="13175" y="1"/>
                    <a:pt x="1315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30"/>
            <p:cNvSpPr/>
            <p:nvPr/>
          </p:nvSpPr>
          <p:spPr>
            <a:xfrm>
              <a:off x="1712650" y="479850"/>
              <a:ext cx="163800" cy="162575"/>
            </a:xfrm>
            <a:custGeom>
              <a:rect b="b" l="l" r="r" t="t"/>
              <a:pathLst>
                <a:path extrusionOk="0" h="6503" w="6552">
                  <a:moveTo>
                    <a:pt x="3281" y="0"/>
                  </a:moveTo>
                  <a:cubicBezTo>
                    <a:pt x="3266" y="0"/>
                    <a:pt x="3250" y="0"/>
                    <a:pt x="3235" y="1"/>
                  </a:cubicBezTo>
                  <a:cubicBezTo>
                    <a:pt x="1440" y="25"/>
                    <a:pt x="1" y="1498"/>
                    <a:pt x="25" y="3293"/>
                  </a:cubicBezTo>
                  <a:cubicBezTo>
                    <a:pt x="49" y="5075"/>
                    <a:pt x="1503" y="6503"/>
                    <a:pt x="3280" y="6503"/>
                  </a:cubicBezTo>
                  <a:cubicBezTo>
                    <a:pt x="3293" y="6503"/>
                    <a:pt x="3305" y="6503"/>
                    <a:pt x="3318" y="6503"/>
                  </a:cubicBezTo>
                  <a:cubicBezTo>
                    <a:pt x="5116" y="6478"/>
                    <a:pt x="6551" y="5004"/>
                    <a:pt x="6527" y="3209"/>
                  </a:cubicBezTo>
                  <a:cubicBezTo>
                    <a:pt x="6503" y="1427"/>
                    <a:pt x="5055" y="0"/>
                    <a:pt x="3281" y="0"/>
                  </a:cubicBezTo>
                  <a:close/>
                </a:path>
              </a:pathLst>
            </a:custGeom>
            <a:solidFill>
              <a:srgbClr val="A7B3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30"/>
            <p:cNvSpPr/>
            <p:nvPr/>
          </p:nvSpPr>
          <p:spPr>
            <a:xfrm>
              <a:off x="1760825" y="521825"/>
              <a:ext cx="78100" cy="78075"/>
            </a:xfrm>
            <a:custGeom>
              <a:rect b="b" l="l" r="r" t="t"/>
              <a:pathLst>
                <a:path extrusionOk="0" h="3123" w="3124">
                  <a:moveTo>
                    <a:pt x="1562" y="1"/>
                  </a:moveTo>
                  <a:cubicBezTo>
                    <a:pt x="701" y="1"/>
                    <a:pt x="1" y="701"/>
                    <a:pt x="1" y="1562"/>
                  </a:cubicBezTo>
                  <a:cubicBezTo>
                    <a:pt x="1" y="2423"/>
                    <a:pt x="701" y="3123"/>
                    <a:pt x="1562" y="3123"/>
                  </a:cubicBezTo>
                  <a:cubicBezTo>
                    <a:pt x="2426" y="3123"/>
                    <a:pt x="3123" y="2423"/>
                    <a:pt x="3123" y="1562"/>
                  </a:cubicBezTo>
                  <a:cubicBezTo>
                    <a:pt x="3123" y="701"/>
                    <a:pt x="2426" y="1"/>
                    <a:pt x="1562" y="1"/>
                  </a:cubicBezTo>
                  <a:close/>
                </a:path>
              </a:pathLst>
            </a:custGeom>
            <a:solidFill>
              <a:srgbClr val="7577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30"/>
            <p:cNvSpPr/>
            <p:nvPr/>
          </p:nvSpPr>
          <p:spPr>
            <a:xfrm>
              <a:off x="1785675" y="521825"/>
              <a:ext cx="14200" cy="78075"/>
            </a:xfrm>
            <a:custGeom>
              <a:rect b="b" l="l" r="r" t="t"/>
              <a:pathLst>
                <a:path extrusionOk="0" h="3123" w="568">
                  <a:moveTo>
                    <a:pt x="0" y="1"/>
                  </a:moveTo>
                  <a:lnTo>
                    <a:pt x="0" y="3123"/>
                  </a:lnTo>
                  <a:lnTo>
                    <a:pt x="568" y="3123"/>
                  </a:lnTo>
                  <a:lnTo>
                    <a:pt x="568" y="1"/>
                  </a:lnTo>
                  <a:close/>
                </a:path>
              </a:pathLst>
            </a:custGeom>
            <a:solidFill>
              <a:srgbClr val="7577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30"/>
            <p:cNvSpPr/>
            <p:nvPr/>
          </p:nvSpPr>
          <p:spPr>
            <a:xfrm>
              <a:off x="1745075" y="521825"/>
              <a:ext cx="78050" cy="78075"/>
            </a:xfrm>
            <a:custGeom>
              <a:rect b="b" l="l" r="r" t="t"/>
              <a:pathLst>
                <a:path extrusionOk="0" h="3123" w="3122">
                  <a:moveTo>
                    <a:pt x="1561" y="1"/>
                  </a:moveTo>
                  <a:cubicBezTo>
                    <a:pt x="701" y="1"/>
                    <a:pt x="0" y="701"/>
                    <a:pt x="0" y="1562"/>
                  </a:cubicBezTo>
                  <a:cubicBezTo>
                    <a:pt x="0" y="2423"/>
                    <a:pt x="701" y="3123"/>
                    <a:pt x="1561" y="3123"/>
                  </a:cubicBezTo>
                  <a:cubicBezTo>
                    <a:pt x="2422" y="3123"/>
                    <a:pt x="3122" y="2423"/>
                    <a:pt x="3122" y="1562"/>
                  </a:cubicBezTo>
                  <a:cubicBezTo>
                    <a:pt x="3122" y="701"/>
                    <a:pt x="2422" y="1"/>
                    <a:pt x="1561" y="1"/>
                  </a:cubicBezTo>
                  <a:close/>
                </a:path>
              </a:pathLst>
            </a:custGeom>
            <a:solidFill>
              <a:srgbClr val="C1CA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30"/>
            <p:cNvSpPr/>
            <p:nvPr/>
          </p:nvSpPr>
          <p:spPr>
            <a:xfrm>
              <a:off x="1431300" y="520250"/>
              <a:ext cx="213700" cy="200600"/>
            </a:xfrm>
            <a:custGeom>
              <a:rect b="b" l="l" r="r" t="t"/>
              <a:pathLst>
                <a:path extrusionOk="0" h="8024" w="8548">
                  <a:moveTo>
                    <a:pt x="2965" y="0"/>
                  </a:moveTo>
                  <a:cubicBezTo>
                    <a:pt x="2829" y="0"/>
                    <a:pt x="2708" y="82"/>
                    <a:pt x="2662" y="210"/>
                  </a:cubicBezTo>
                  <a:lnTo>
                    <a:pt x="77" y="7165"/>
                  </a:lnTo>
                  <a:cubicBezTo>
                    <a:pt x="1" y="7367"/>
                    <a:pt x="139" y="7584"/>
                    <a:pt x="353" y="7600"/>
                  </a:cubicBezTo>
                  <a:lnTo>
                    <a:pt x="5558" y="8023"/>
                  </a:lnTo>
                  <a:cubicBezTo>
                    <a:pt x="5566" y="8023"/>
                    <a:pt x="5574" y="8023"/>
                    <a:pt x="5581" y="8023"/>
                  </a:cubicBezTo>
                  <a:cubicBezTo>
                    <a:pt x="5718" y="8023"/>
                    <a:pt x="5840" y="7938"/>
                    <a:pt x="5889" y="7809"/>
                  </a:cubicBezTo>
                  <a:lnTo>
                    <a:pt x="8474" y="855"/>
                  </a:lnTo>
                  <a:cubicBezTo>
                    <a:pt x="8548" y="656"/>
                    <a:pt x="8408" y="437"/>
                    <a:pt x="8196" y="423"/>
                  </a:cubicBezTo>
                  <a:lnTo>
                    <a:pt x="2990" y="1"/>
                  </a:lnTo>
                  <a:cubicBezTo>
                    <a:pt x="2982" y="1"/>
                    <a:pt x="2973" y="0"/>
                    <a:pt x="2965" y="0"/>
                  </a:cubicBezTo>
                  <a:close/>
                </a:path>
              </a:pathLst>
            </a:custGeom>
            <a:solidFill>
              <a:srgbClr val="241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30"/>
            <p:cNvSpPr/>
            <p:nvPr/>
          </p:nvSpPr>
          <p:spPr>
            <a:xfrm>
              <a:off x="1578700" y="591800"/>
              <a:ext cx="58375" cy="70000"/>
            </a:xfrm>
            <a:custGeom>
              <a:rect b="b" l="l" r="r" t="t"/>
              <a:pathLst>
                <a:path extrusionOk="0" h="2800" w="2335">
                  <a:moveTo>
                    <a:pt x="1603" y="0"/>
                  </a:moveTo>
                  <a:cubicBezTo>
                    <a:pt x="1384" y="0"/>
                    <a:pt x="1109" y="308"/>
                    <a:pt x="780" y="383"/>
                  </a:cubicBezTo>
                  <a:cubicBezTo>
                    <a:pt x="780" y="383"/>
                    <a:pt x="586" y="502"/>
                    <a:pt x="795" y="648"/>
                  </a:cubicBezTo>
                  <a:cubicBezTo>
                    <a:pt x="905" y="725"/>
                    <a:pt x="1045" y="742"/>
                    <a:pt x="1168" y="742"/>
                  </a:cubicBezTo>
                  <a:cubicBezTo>
                    <a:pt x="1266" y="742"/>
                    <a:pt x="1353" y="731"/>
                    <a:pt x="1404" y="731"/>
                  </a:cubicBezTo>
                  <a:cubicBezTo>
                    <a:pt x="1411" y="731"/>
                    <a:pt x="1417" y="731"/>
                    <a:pt x="1422" y="732"/>
                  </a:cubicBezTo>
                  <a:cubicBezTo>
                    <a:pt x="1519" y="742"/>
                    <a:pt x="1526" y="912"/>
                    <a:pt x="1526" y="912"/>
                  </a:cubicBezTo>
                  <a:cubicBezTo>
                    <a:pt x="1526" y="912"/>
                    <a:pt x="1378" y="904"/>
                    <a:pt x="1179" y="904"/>
                  </a:cubicBezTo>
                  <a:cubicBezTo>
                    <a:pt x="821" y="904"/>
                    <a:pt x="300" y="931"/>
                    <a:pt x="181" y="1084"/>
                  </a:cubicBezTo>
                  <a:cubicBezTo>
                    <a:pt x="0" y="1324"/>
                    <a:pt x="1160" y="1554"/>
                    <a:pt x="1160" y="1554"/>
                  </a:cubicBezTo>
                  <a:cubicBezTo>
                    <a:pt x="1160" y="1554"/>
                    <a:pt x="1132" y="1553"/>
                    <a:pt x="1085" y="1553"/>
                  </a:cubicBezTo>
                  <a:cubicBezTo>
                    <a:pt x="902" y="1553"/>
                    <a:pt x="438" y="1566"/>
                    <a:pt x="300" y="1697"/>
                  </a:cubicBezTo>
                  <a:cubicBezTo>
                    <a:pt x="126" y="1861"/>
                    <a:pt x="979" y="2122"/>
                    <a:pt x="979" y="2122"/>
                  </a:cubicBezTo>
                  <a:cubicBezTo>
                    <a:pt x="979" y="2122"/>
                    <a:pt x="520" y="2129"/>
                    <a:pt x="502" y="2380"/>
                  </a:cubicBezTo>
                  <a:cubicBezTo>
                    <a:pt x="484" y="2631"/>
                    <a:pt x="658" y="2721"/>
                    <a:pt x="913" y="2781"/>
                  </a:cubicBezTo>
                  <a:cubicBezTo>
                    <a:pt x="967" y="2794"/>
                    <a:pt x="1022" y="2800"/>
                    <a:pt x="1075" y="2800"/>
                  </a:cubicBezTo>
                  <a:cubicBezTo>
                    <a:pt x="1270" y="2800"/>
                    <a:pt x="1443" y="2721"/>
                    <a:pt x="1519" y="2644"/>
                  </a:cubicBezTo>
                  <a:cubicBezTo>
                    <a:pt x="1620" y="2543"/>
                    <a:pt x="1536" y="2286"/>
                    <a:pt x="1536" y="2286"/>
                  </a:cubicBezTo>
                  <a:cubicBezTo>
                    <a:pt x="1536" y="2286"/>
                    <a:pt x="1972" y="2070"/>
                    <a:pt x="1990" y="1903"/>
                  </a:cubicBezTo>
                  <a:cubicBezTo>
                    <a:pt x="2004" y="1735"/>
                    <a:pt x="1885" y="1623"/>
                    <a:pt x="1885" y="1623"/>
                  </a:cubicBezTo>
                  <a:cubicBezTo>
                    <a:pt x="1885" y="1623"/>
                    <a:pt x="2091" y="1592"/>
                    <a:pt x="2164" y="1390"/>
                  </a:cubicBezTo>
                  <a:cubicBezTo>
                    <a:pt x="2241" y="1192"/>
                    <a:pt x="2143" y="1070"/>
                    <a:pt x="2143" y="1070"/>
                  </a:cubicBezTo>
                  <a:cubicBezTo>
                    <a:pt x="2143" y="1070"/>
                    <a:pt x="2223" y="766"/>
                    <a:pt x="2279" y="547"/>
                  </a:cubicBezTo>
                  <a:cubicBezTo>
                    <a:pt x="2334" y="331"/>
                    <a:pt x="1941" y="164"/>
                    <a:pt x="1707" y="28"/>
                  </a:cubicBezTo>
                  <a:cubicBezTo>
                    <a:pt x="1674" y="8"/>
                    <a:pt x="1639" y="0"/>
                    <a:pt x="1603" y="0"/>
                  </a:cubicBezTo>
                  <a:close/>
                </a:path>
              </a:pathLst>
            </a:custGeom>
            <a:solidFill>
              <a:srgbClr val="E77F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30"/>
            <p:cNvSpPr/>
            <p:nvPr/>
          </p:nvSpPr>
          <p:spPr>
            <a:xfrm>
              <a:off x="1207850" y="612950"/>
              <a:ext cx="167875" cy="262950"/>
            </a:xfrm>
            <a:custGeom>
              <a:rect b="b" l="l" r="r" t="t"/>
              <a:pathLst>
                <a:path extrusionOk="0" h="10518" w="6715">
                  <a:moveTo>
                    <a:pt x="1708" y="0"/>
                  </a:moveTo>
                  <a:cubicBezTo>
                    <a:pt x="1708" y="0"/>
                    <a:pt x="221" y="4805"/>
                    <a:pt x="29" y="8269"/>
                  </a:cubicBezTo>
                  <a:cubicBezTo>
                    <a:pt x="18" y="8426"/>
                    <a:pt x="12" y="8579"/>
                    <a:pt x="12" y="8729"/>
                  </a:cubicBezTo>
                  <a:cubicBezTo>
                    <a:pt x="12" y="8757"/>
                    <a:pt x="8" y="8781"/>
                    <a:pt x="8" y="8809"/>
                  </a:cubicBezTo>
                  <a:cubicBezTo>
                    <a:pt x="1" y="9760"/>
                    <a:pt x="506" y="10231"/>
                    <a:pt x="1245" y="10415"/>
                  </a:cubicBezTo>
                  <a:cubicBezTo>
                    <a:pt x="1304" y="10433"/>
                    <a:pt x="1363" y="10444"/>
                    <a:pt x="1422" y="10457"/>
                  </a:cubicBezTo>
                  <a:cubicBezTo>
                    <a:pt x="1649" y="10499"/>
                    <a:pt x="1893" y="10517"/>
                    <a:pt x="2148" y="10517"/>
                  </a:cubicBezTo>
                  <a:cubicBezTo>
                    <a:pt x="4111" y="10517"/>
                    <a:pt x="6715" y="9422"/>
                    <a:pt x="6715" y="9422"/>
                  </a:cubicBezTo>
                  <a:lnTo>
                    <a:pt x="1708" y="0"/>
                  </a:lnTo>
                  <a:close/>
                </a:path>
              </a:pathLst>
            </a:custGeom>
            <a:solidFill>
              <a:srgbClr val="A7B3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30"/>
            <p:cNvSpPr/>
            <p:nvPr/>
          </p:nvSpPr>
          <p:spPr>
            <a:xfrm>
              <a:off x="1207850" y="831175"/>
              <a:ext cx="31150" cy="42175"/>
            </a:xfrm>
            <a:custGeom>
              <a:rect b="b" l="l" r="r" t="t"/>
              <a:pathLst>
                <a:path extrusionOk="0" h="1687" w="1246">
                  <a:moveTo>
                    <a:pt x="12" y="0"/>
                  </a:moveTo>
                  <a:cubicBezTo>
                    <a:pt x="12" y="28"/>
                    <a:pt x="8" y="52"/>
                    <a:pt x="8" y="80"/>
                  </a:cubicBezTo>
                  <a:cubicBezTo>
                    <a:pt x="1" y="1031"/>
                    <a:pt x="506" y="1502"/>
                    <a:pt x="1245" y="1686"/>
                  </a:cubicBezTo>
                  <a:cubicBezTo>
                    <a:pt x="1203" y="896"/>
                    <a:pt x="541" y="327"/>
                    <a:pt x="12" y="0"/>
                  </a:cubicBezTo>
                  <a:close/>
                </a:path>
              </a:pathLst>
            </a:custGeom>
            <a:solidFill>
              <a:srgbClr val="7577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30"/>
            <p:cNvSpPr/>
            <p:nvPr/>
          </p:nvSpPr>
          <p:spPr>
            <a:xfrm>
              <a:off x="1415350" y="425300"/>
              <a:ext cx="45850" cy="25125"/>
            </a:xfrm>
            <a:custGeom>
              <a:rect b="b" l="l" r="r" t="t"/>
              <a:pathLst>
                <a:path extrusionOk="0" h="1005" w="1834">
                  <a:moveTo>
                    <a:pt x="1655" y="113"/>
                  </a:moveTo>
                  <a:cubicBezTo>
                    <a:pt x="1666" y="213"/>
                    <a:pt x="1670" y="468"/>
                    <a:pt x="1513" y="660"/>
                  </a:cubicBezTo>
                  <a:cubicBezTo>
                    <a:pt x="1384" y="813"/>
                    <a:pt x="1171" y="893"/>
                    <a:pt x="882" y="893"/>
                  </a:cubicBezTo>
                  <a:cubicBezTo>
                    <a:pt x="231" y="893"/>
                    <a:pt x="129" y="301"/>
                    <a:pt x="116" y="113"/>
                  </a:cubicBezTo>
                  <a:close/>
                  <a:moveTo>
                    <a:pt x="57" y="1"/>
                  </a:moveTo>
                  <a:cubicBezTo>
                    <a:pt x="29" y="1"/>
                    <a:pt x="1" y="25"/>
                    <a:pt x="1" y="57"/>
                  </a:cubicBezTo>
                  <a:cubicBezTo>
                    <a:pt x="1" y="67"/>
                    <a:pt x="11" y="1004"/>
                    <a:pt x="882" y="1004"/>
                  </a:cubicBezTo>
                  <a:cubicBezTo>
                    <a:pt x="1206" y="1004"/>
                    <a:pt x="1451" y="911"/>
                    <a:pt x="1600" y="729"/>
                  </a:cubicBezTo>
                  <a:cubicBezTo>
                    <a:pt x="1834" y="451"/>
                    <a:pt x="1764" y="64"/>
                    <a:pt x="1760" y="46"/>
                  </a:cubicBezTo>
                  <a:cubicBezTo>
                    <a:pt x="1757" y="22"/>
                    <a:pt x="1732" y="1"/>
                    <a:pt x="1705" y="1"/>
                  </a:cubicBezTo>
                  <a:close/>
                </a:path>
              </a:pathLst>
            </a:custGeom>
            <a:solidFill>
              <a:srgbClr val="241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30"/>
            <p:cNvSpPr/>
            <p:nvPr/>
          </p:nvSpPr>
          <p:spPr>
            <a:xfrm>
              <a:off x="1516050" y="1853650"/>
              <a:ext cx="59175" cy="74525"/>
            </a:xfrm>
            <a:custGeom>
              <a:rect b="b" l="l" r="r" t="t"/>
              <a:pathLst>
                <a:path extrusionOk="0" h="2981" w="2367">
                  <a:moveTo>
                    <a:pt x="1" y="1"/>
                  </a:moveTo>
                  <a:lnTo>
                    <a:pt x="324" y="2841"/>
                  </a:lnTo>
                  <a:lnTo>
                    <a:pt x="2074" y="2981"/>
                  </a:lnTo>
                  <a:lnTo>
                    <a:pt x="2367" y="81"/>
                  </a:lnTo>
                  <a:lnTo>
                    <a:pt x="1" y="1"/>
                  </a:lnTo>
                  <a:close/>
                </a:path>
              </a:pathLst>
            </a:custGeom>
            <a:solidFill>
              <a:srgbClr val="E77F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30"/>
            <p:cNvSpPr/>
            <p:nvPr/>
          </p:nvSpPr>
          <p:spPr>
            <a:xfrm>
              <a:off x="1302300" y="1861775"/>
              <a:ext cx="55250" cy="74325"/>
            </a:xfrm>
            <a:custGeom>
              <a:rect b="b" l="l" r="r" t="t"/>
              <a:pathLst>
                <a:path extrusionOk="0" h="2973" w="2210">
                  <a:moveTo>
                    <a:pt x="0" y="0"/>
                  </a:moveTo>
                  <a:lnTo>
                    <a:pt x="324" y="2840"/>
                  </a:lnTo>
                  <a:lnTo>
                    <a:pt x="1917" y="2973"/>
                  </a:lnTo>
                  <a:lnTo>
                    <a:pt x="2209" y="77"/>
                  </a:lnTo>
                  <a:lnTo>
                    <a:pt x="0" y="0"/>
                  </a:lnTo>
                  <a:close/>
                </a:path>
              </a:pathLst>
            </a:custGeom>
            <a:solidFill>
              <a:srgbClr val="E77F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30"/>
            <p:cNvSpPr/>
            <p:nvPr/>
          </p:nvSpPr>
          <p:spPr>
            <a:xfrm>
              <a:off x="1375700" y="1059475"/>
              <a:ext cx="246850" cy="826975"/>
            </a:xfrm>
            <a:custGeom>
              <a:rect b="b" l="l" r="r" t="t"/>
              <a:pathLst>
                <a:path extrusionOk="0" h="33079" w="9874">
                  <a:moveTo>
                    <a:pt x="5713" y="1"/>
                  </a:moveTo>
                  <a:lnTo>
                    <a:pt x="1" y="4945"/>
                  </a:lnTo>
                  <a:cubicBezTo>
                    <a:pt x="1" y="4945"/>
                    <a:pt x="2611" y="15332"/>
                    <a:pt x="4273" y="18134"/>
                  </a:cubicBezTo>
                  <a:cubicBezTo>
                    <a:pt x="4273" y="20861"/>
                    <a:pt x="4447" y="26855"/>
                    <a:pt x="5054" y="33078"/>
                  </a:cubicBezTo>
                  <a:lnTo>
                    <a:pt x="8305" y="32807"/>
                  </a:lnTo>
                  <a:cubicBezTo>
                    <a:pt x="8305" y="32807"/>
                    <a:pt x="9873" y="23217"/>
                    <a:pt x="9172" y="17820"/>
                  </a:cubicBezTo>
                  <a:cubicBezTo>
                    <a:pt x="8468" y="12426"/>
                    <a:pt x="5713" y="1"/>
                    <a:pt x="5713" y="1"/>
                  </a:cubicBezTo>
                  <a:close/>
                </a:path>
              </a:pathLst>
            </a:custGeom>
            <a:solidFill>
              <a:srgbClr val="241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30"/>
            <p:cNvSpPr/>
            <p:nvPr/>
          </p:nvSpPr>
          <p:spPr>
            <a:xfrm>
              <a:off x="1496125" y="1856625"/>
              <a:ext cx="94775" cy="34350"/>
            </a:xfrm>
            <a:custGeom>
              <a:rect b="b" l="l" r="r" t="t"/>
              <a:pathLst>
                <a:path extrusionOk="0" h="1374" w="3791">
                  <a:moveTo>
                    <a:pt x="3791" y="1"/>
                  </a:moveTo>
                  <a:lnTo>
                    <a:pt x="0" y="311"/>
                  </a:lnTo>
                  <a:lnTo>
                    <a:pt x="94" y="1373"/>
                  </a:lnTo>
                  <a:lnTo>
                    <a:pt x="3634" y="1192"/>
                  </a:lnTo>
                  <a:lnTo>
                    <a:pt x="3791" y="1"/>
                  </a:lnTo>
                  <a:close/>
                </a:path>
              </a:pathLst>
            </a:custGeom>
            <a:solidFill>
              <a:srgbClr val="8178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30"/>
            <p:cNvSpPr/>
            <p:nvPr/>
          </p:nvSpPr>
          <p:spPr>
            <a:xfrm>
              <a:off x="1490800" y="1502225"/>
              <a:ext cx="81325" cy="11225"/>
            </a:xfrm>
            <a:custGeom>
              <a:rect b="b" l="l" r="r" t="t"/>
              <a:pathLst>
                <a:path extrusionOk="0" h="449" w="3253">
                  <a:moveTo>
                    <a:pt x="3145" y="1"/>
                  </a:moveTo>
                  <a:cubicBezTo>
                    <a:pt x="3140" y="1"/>
                    <a:pt x="3134" y="1"/>
                    <a:pt x="3129" y="2"/>
                  </a:cubicBezTo>
                  <a:cubicBezTo>
                    <a:pt x="2191" y="201"/>
                    <a:pt x="1240" y="303"/>
                    <a:pt x="280" y="303"/>
                  </a:cubicBezTo>
                  <a:cubicBezTo>
                    <a:pt x="217" y="303"/>
                    <a:pt x="154" y="302"/>
                    <a:pt x="91" y="302"/>
                  </a:cubicBezTo>
                  <a:cubicBezTo>
                    <a:pt x="1" y="302"/>
                    <a:pt x="1" y="445"/>
                    <a:pt x="91" y="448"/>
                  </a:cubicBezTo>
                  <a:cubicBezTo>
                    <a:pt x="141" y="448"/>
                    <a:pt x="191" y="449"/>
                    <a:pt x="241" y="449"/>
                  </a:cubicBezTo>
                  <a:cubicBezTo>
                    <a:pt x="1225" y="449"/>
                    <a:pt x="2206" y="347"/>
                    <a:pt x="3168" y="141"/>
                  </a:cubicBezTo>
                  <a:cubicBezTo>
                    <a:pt x="3252" y="125"/>
                    <a:pt x="3224" y="1"/>
                    <a:pt x="3145" y="1"/>
                  </a:cubicBezTo>
                  <a:close/>
                </a:path>
              </a:pathLst>
            </a:custGeom>
            <a:solidFill>
              <a:srgbClr val="8178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30"/>
            <p:cNvSpPr/>
            <p:nvPr/>
          </p:nvSpPr>
          <p:spPr>
            <a:xfrm>
              <a:off x="1251675" y="1148275"/>
              <a:ext cx="166225" cy="738175"/>
            </a:xfrm>
            <a:custGeom>
              <a:rect b="b" l="l" r="r" t="t"/>
              <a:pathLst>
                <a:path extrusionOk="0" h="29527" w="6649">
                  <a:moveTo>
                    <a:pt x="3263" y="0"/>
                  </a:moveTo>
                  <a:cubicBezTo>
                    <a:pt x="1749" y="0"/>
                    <a:pt x="290" y="547"/>
                    <a:pt x="290" y="547"/>
                  </a:cubicBezTo>
                  <a:lnTo>
                    <a:pt x="722" y="14996"/>
                  </a:lnTo>
                  <a:cubicBezTo>
                    <a:pt x="722" y="14996"/>
                    <a:pt x="0" y="16759"/>
                    <a:pt x="49" y="19250"/>
                  </a:cubicBezTo>
                  <a:cubicBezTo>
                    <a:pt x="98" y="21742"/>
                    <a:pt x="1680" y="29255"/>
                    <a:pt x="1680" y="29255"/>
                  </a:cubicBezTo>
                  <a:lnTo>
                    <a:pt x="4530" y="29526"/>
                  </a:lnTo>
                  <a:cubicBezTo>
                    <a:pt x="4530" y="29526"/>
                    <a:pt x="6649" y="8233"/>
                    <a:pt x="6597" y="3219"/>
                  </a:cubicBezTo>
                  <a:cubicBezTo>
                    <a:pt x="6570" y="626"/>
                    <a:pt x="4885" y="0"/>
                    <a:pt x="3263" y="0"/>
                  </a:cubicBezTo>
                  <a:close/>
                </a:path>
              </a:pathLst>
            </a:custGeom>
            <a:solidFill>
              <a:srgbClr val="241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30"/>
            <p:cNvSpPr/>
            <p:nvPr/>
          </p:nvSpPr>
          <p:spPr>
            <a:xfrm>
              <a:off x="1281550" y="1854175"/>
              <a:ext cx="90975" cy="33850"/>
            </a:xfrm>
            <a:custGeom>
              <a:rect b="b" l="l" r="r" t="t"/>
              <a:pathLst>
                <a:path extrusionOk="0" h="1354" w="3639">
                  <a:moveTo>
                    <a:pt x="0" y="1"/>
                  </a:moveTo>
                  <a:lnTo>
                    <a:pt x="158" y="1193"/>
                  </a:lnTo>
                  <a:lnTo>
                    <a:pt x="3541" y="1353"/>
                  </a:lnTo>
                  <a:lnTo>
                    <a:pt x="3638" y="294"/>
                  </a:lnTo>
                  <a:lnTo>
                    <a:pt x="0" y="1"/>
                  </a:lnTo>
                  <a:close/>
                </a:path>
              </a:pathLst>
            </a:custGeom>
            <a:solidFill>
              <a:srgbClr val="8178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30"/>
            <p:cNvSpPr/>
            <p:nvPr/>
          </p:nvSpPr>
          <p:spPr>
            <a:xfrm>
              <a:off x="1273000" y="1522525"/>
              <a:ext cx="73300" cy="9450"/>
            </a:xfrm>
            <a:custGeom>
              <a:rect b="b" l="l" r="r" t="t"/>
              <a:pathLst>
                <a:path extrusionOk="0" h="378" w="2932">
                  <a:moveTo>
                    <a:pt x="1255" y="0"/>
                  </a:moveTo>
                  <a:cubicBezTo>
                    <a:pt x="864" y="0"/>
                    <a:pt x="472" y="41"/>
                    <a:pt x="85" y="123"/>
                  </a:cubicBezTo>
                  <a:cubicBezTo>
                    <a:pt x="1" y="143"/>
                    <a:pt x="28" y="265"/>
                    <a:pt x="105" y="265"/>
                  </a:cubicBezTo>
                  <a:cubicBezTo>
                    <a:pt x="111" y="265"/>
                    <a:pt x="117" y="264"/>
                    <a:pt x="123" y="263"/>
                  </a:cubicBezTo>
                  <a:cubicBezTo>
                    <a:pt x="498" y="183"/>
                    <a:pt x="876" y="143"/>
                    <a:pt x="1253" y="143"/>
                  </a:cubicBezTo>
                  <a:cubicBezTo>
                    <a:pt x="1778" y="143"/>
                    <a:pt x="2302" y="220"/>
                    <a:pt x="2813" y="374"/>
                  </a:cubicBezTo>
                  <a:cubicBezTo>
                    <a:pt x="2820" y="376"/>
                    <a:pt x="2827" y="377"/>
                    <a:pt x="2833" y="377"/>
                  </a:cubicBezTo>
                  <a:cubicBezTo>
                    <a:pt x="2906" y="377"/>
                    <a:pt x="2931" y="258"/>
                    <a:pt x="2851" y="235"/>
                  </a:cubicBezTo>
                  <a:cubicBezTo>
                    <a:pt x="2329" y="78"/>
                    <a:pt x="1792" y="0"/>
                    <a:pt x="1255" y="0"/>
                  </a:cubicBezTo>
                  <a:close/>
                </a:path>
              </a:pathLst>
            </a:custGeom>
            <a:solidFill>
              <a:srgbClr val="8178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30"/>
            <p:cNvSpPr/>
            <p:nvPr/>
          </p:nvSpPr>
          <p:spPr>
            <a:xfrm>
              <a:off x="1395725" y="1267775"/>
              <a:ext cx="16275" cy="49700"/>
            </a:xfrm>
            <a:custGeom>
              <a:rect b="b" l="l" r="r" t="t"/>
              <a:pathLst>
                <a:path extrusionOk="0" h="1988" w="651">
                  <a:moveTo>
                    <a:pt x="88" y="0"/>
                  </a:moveTo>
                  <a:cubicBezTo>
                    <a:pt x="46" y="0"/>
                    <a:pt x="0" y="36"/>
                    <a:pt x="9" y="90"/>
                  </a:cubicBezTo>
                  <a:cubicBezTo>
                    <a:pt x="120" y="721"/>
                    <a:pt x="280" y="1338"/>
                    <a:pt x="493" y="1937"/>
                  </a:cubicBezTo>
                  <a:cubicBezTo>
                    <a:pt x="506" y="1972"/>
                    <a:pt x="536" y="1988"/>
                    <a:pt x="565" y="1988"/>
                  </a:cubicBezTo>
                  <a:cubicBezTo>
                    <a:pt x="609" y="1988"/>
                    <a:pt x="651" y="1954"/>
                    <a:pt x="633" y="1902"/>
                  </a:cubicBezTo>
                  <a:cubicBezTo>
                    <a:pt x="420" y="1299"/>
                    <a:pt x="260" y="683"/>
                    <a:pt x="148" y="52"/>
                  </a:cubicBezTo>
                  <a:cubicBezTo>
                    <a:pt x="141" y="16"/>
                    <a:pt x="115" y="0"/>
                    <a:pt x="88" y="0"/>
                  </a:cubicBezTo>
                  <a:close/>
                </a:path>
              </a:pathLst>
            </a:custGeom>
            <a:solidFill>
              <a:srgbClr val="8178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30"/>
            <p:cNvSpPr/>
            <p:nvPr/>
          </p:nvSpPr>
          <p:spPr>
            <a:xfrm>
              <a:off x="1508900" y="1902325"/>
              <a:ext cx="141425" cy="87075"/>
            </a:xfrm>
            <a:custGeom>
              <a:rect b="b" l="l" r="r" t="t"/>
              <a:pathLst>
                <a:path extrusionOk="0" h="3483" w="5657">
                  <a:moveTo>
                    <a:pt x="1301" y="1"/>
                  </a:moveTo>
                  <a:cubicBezTo>
                    <a:pt x="942" y="1"/>
                    <a:pt x="587" y="196"/>
                    <a:pt x="234" y="524"/>
                  </a:cubicBezTo>
                  <a:cubicBezTo>
                    <a:pt x="15" y="1106"/>
                    <a:pt x="1" y="3475"/>
                    <a:pt x="1" y="3475"/>
                  </a:cubicBezTo>
                  <a:lnTo>
                    <a:pt x="5377" y="3483"/>
                  </a:lnTo>
                  <a:cubicBezTo>
                    <a:pt x="5656" y="2626"/>
                    <a:pt x="5074" y="2117"/>
                    <a:pt x="4531" y="2040"/>
                  </a:cubicBezTo>
                  <a:cubicBezTo>
                    <a:pt x="4294" y="2005"/>
                    <a:pt x="3475" y="1688"/>
                    <a:pt x="3273" y="1476"/>
                  </a:cubicBezTo>
                  <a:cubicBezTo>
                    <a:pt x="3270" y="1448"/>
                    <a:pt x="2984" y="135"/>
                    <a:pt x="2810" y="68"/>
                  </a:cubicBezTo>
                  <a:cubicBezTo>
                    <a:pt x="2810" y="68"/>
                    <a:pt x="2756" y="7"/>
                    <a:pt x="2688" y="7"/>
                  </a:cubicBezTo>
                  <a:cubicBezTo>
                    <a:pt x="2655" y="7"/>
                    <a:pt x="2618" y="23"/>
                    <a:pt x="2583" y="68"/>
                  </a:cubicBezTo>
                  <a:cubicBezTo>
                    <a:pt x="2479" y="207"/>
                    <a:pt x="2387" y="650"/>
                    <a:pt x="2387" y="650"/>
                  </a:cubicBezTo>
                  <a:cubicBezTo>
                    <a:pt x="2021" y="196"/>
                    <a:pt x="1659" y="1"/>
                    <a:pt x="1301" y="1"/>
                  </a:cubicBezTo>
                  <a:close/>
                </a:path>
              </a:pathLst>
            </a:custGeom>
            <a:solidFill>
              <a:srgbClr val="173E5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30"/>
            <p:cNvSpPr/>
            <p:nvPr/>
          </p:nvSpPr>
          <p:spPr>
            <a:xfrm>
              <a:off x="1510350" y="1926250"/>
              <a:ext cx="45325" cy="11725"/>
            </a:xfrm>
            <a:custGeom>
              <a:rect b="b" l="l" r="r" t="t"/>
              <a:pathLst>
                <a:path extrusionOk="0" h="469" w="1813">
                  <a:moveTo>
                    <a:pt x="706" y="1"/>
                  </a:moveTo>
                  <a:cubicBezTo>
                    <a:pt x="496" y="1"/>
                    <a:pt x="283" y="38"/>
                    <a:pt x="79" y="114"/>
                  </a:cubicBezTo>
                  <a:cubicBezTo>
                    <a:pt x="1" y="143"/>
                    <a:pt x="23" y="259"/>
                    <a:pt x="93" y="259"/>
                  </a:cubicBezTo>
                  <a:cubicBezTo>
                    <a:pt x="100" y="259"/>
                    <a:pt x="109" y="257"/>
                    <a:pt x="118" y="254"/>
                  </a:cubicBezTo>
                  <a:cubicBezTo>
                    <a:pt x="312" y="182"/>
                    <a:pt x="513" y="147"/>
                    <a:pt x="711" y="147"/>
                  </a:cubicBezTo>
                  <a:cubicBezTo>
                    <a:pt x="1052" y="147"/>
                    <a:pt x="1387" y="251"/>
                    <a:pt x="1678" y="456"/>
                  </a:cubicBezTo>
                  <a:cubicBezTo>
                    <a:pt x="1691" y="465"/>
                    <a:pt x="1704" y="469"/>
                    <a:pt x="1716" y="469"/>
                  </a:cubicBezTo>
                  <a:cubicBezTo>
                    <a:pt x="1774" y="469"/>
                    <a:pt x="1812" y="377"/>
                    <a:pt x="1752" y="334"/>
                  </a:cubicBezTo>
                  <a:cubicBezTo>
                    <a:pt x="1439" y="115"/>
                    <a:pt x="1075" y="1"/>
                    <a:pt x="706" y="1"/>
                  </a:cubicBezTo>
                  <a:close/>
                </a:path>
              </a:pathLst>
            </a:custGeom>
            <a:solidFill>
              <a:srgbClr val="5484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30"/>
            <p:cNvSpPr/>
            <p:nvPr/>
          </p:nvSpPr>
          <p:spPr>
            <a:xfrm>
              <a:off x="1508475" y="1976850"/>
              <a:ext cx="136700" cy="3750"/>
            </a:xfrm>
            <a:custGeom>
              <a:rect b="b" l="l" r="r" t="t"/>
              <a:pathLst>
                <a:path extrusionOk="0" h="150" w="5468">
                  <a:moveTo>
                    <a:pt x="74" y="0"/>
                  </a:moveTo>
                  <a:cubicBezTo>
                    <a:pt x="35" y="0"/>
                    <a:pt x="0" y="31"/>
                    <a:pt x="0" y="73"/>
                  </a:cubicBezTo>
                  <a:cubicBezTo>
                    <a:pt x="0" y="111"/>
                    <a:pt x="35" y="143"/>
                    <a:pt x="74" y="143"/>
                  </a:cubicBezTo>
                  <a:lnTo>
                    <a:pt x="5394" y="150"/>
                  </a:lnTo>
                  <a:cubicBezTo>
                    <a:pt x="5436" y="150"/>
                    <a:pt x="5468" y="118"/>
                    <a:pt x="5468" y="76"/>
                  </a:cubicBezTo>
                  <a:cubicBezTo>
                    <a:pt x="5468" y="39"/>
                    <a:pt x="5436" y="7"/>
                    <a:pt x="5394" y="7"/>
                  </a:cubicBezTo>
                  <a:lnTo>
                    <a:pt x="74" y="0"/>
                  </a:lnTo>
                  <a:close/>
                </a:path>
              </a:pathLst>
            </a:custGeom>
            <a:solidFill>
              <a:srgbClr val="5484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30"/>
            <p:cNvSpPr/>
            <p:nvPr/>
          </p:nvSpPr>
          <p:spPr>
            <a:xfrm>
              <a:off x="1293650" y="1902325"/>
              <a:ext cx="141325" cy="87075"/>
            </a:xfrm>
            <a:custGeom>
              <a:rect b="b" l="l" r="r" t="t"/>
              <a:pathLst>
                <a:path extrusionOk="0" h="3483" w="5653">
                  <a:moveTo>
                    <a:pt x="1299" y="1"/>
                  </a:moveTo>
                  <a:cubicBezTo>
                    <a:pt x="940" y="1"/>
                    <a:pt x="584" y="196"/>
                    <a:pt x="231" y="524"/>
                  </a:cubicBezTo>
                  <a:cubicBezTo>
                    <a:pt x="15" y="1106"/>
                    <a:pt x="1" y="3475"/>
                    <a:pt x="1" y="3475"/>
                  </a:cubicBezTo>
                  <a:lnTo>
                    <a:pt x="5378" y="3483"/>
                  </a:lnTo>
                  <a:cubicBezTo>
                    <a:pt x="5653" y="2626"/>
                    <a:pt x="5074" y="2117"/>
                    <a:pt x="4527" y="2040"/>
                  </a:cubicBezTo>
                  <a:cubicBezTo>
                    <a:pt x="4294" y="2005"/>
                    <a:pt x="3471" y="1688"/>
                    <a:pt x="3270" y="1476"/>
                  </a:cubicBezTo>
                  <a:cubicBezTo>
                    <a:pt x="3270" y="1448"/>
                    <a:pt x="2984" y="135"/>
                    <a:pt x="2806" y="68"/>
                  </a:cubicBezTo>
                  <a:cubicBezTo>
                    <a:pt x="2806" y="68"/>
                    <a:pt x="2752" y="7"/>
                    <a:pt x="2685" y="7"/>
                  </a:cubicBezTo>
                  <a:cubicBezTo>
                    <a:pt x="2651" y="7"/>
                    <a:pt x="2615" y="23"/>
                    <a:pt x="2580" y="68"/>
                  </a:cubicBezTo>
                  <a:cubicBezTo>
                    <a:pt x="2475" y="207"/>
                    <a:pt x="2384" y="650"/>
                    <a:pt x="2384" y="650"/>
                  </a:cubicBezTo>
                  <a:cubicBezTo>
                    <a:pt x="2020" y="196"/>
                    <a:pt x="1658" y="1"/>
                    <a:pt x="1299" y="1"/>
                  </a:cubicBezTo>
                  <a:close/>
                </a:path>
              </a:pathLst>
            </a:custGeom>
            <a:solidFill>
              <a:srgbClr val="173E5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30"/>
            <p:cNvSpPr/>
            <p:nvPr/>
          </p:nvSpPr>
          <p:spPr>
            <a:xfrm>
              <a:off x="1295100" y="1926250"/>
              <a:ext cx="45300" cy="11725"/>
            </a:xfrm>
            <a:custGeom>
              <a:rect b="b" l="l" r="r" t="t"/>
              <a:pathLst>
                <a:path extrusionOk="0" h="469" w="1812">
                  <a:moveTo>
                    <a:pt x="705" y="1"/>
                  </a:moveTo>
                  <a:cubicBezTo>
                    <a:pt x="494" y="1"/>
                    <a:pt x="281" y="38"/>
                    <a:pt x="76" y="114"/>
                  </a:cubicBezTo>
                  <a:cubicBezTo>
                    <a:pt x="0" y="143"/>
                    <a:pt x="21" y="259"/>
                    <a:pt x="89" y="259"/>
                  </a:cubicBezTo>
                  <a:cubicBezTo>
                    <a:pt x="97" y="259"/>
                    <a:pt x="105" y="257"/>
                    <a:pt x="114" y="254"/>
                  </a:cubicBezTo>
                  <a:cubicBezTo>
                    <a:pt x="309" y="182"/>
                    <a:pt x="509" y="147"/>
                    <a:pt x="708" y="147"/>
                  </a:cubicBezTo>
                  <a:cubicBezTo>
                    <a:pt x="1049" y="147"/>
                    <a:pt x="1384" y="251"/>
                    <a:pt x="1675" y="456"/>
                  </a:cubicBezTo>
                  <a:cubicBezTo>
                    <a:pt x="1688" y="465"/>
                    <a:pt x="1700" y="469"/>
                    <a:pt x="1713" y="469"/>
                  </a:cubicBezTo>
                  <a:cubicBezTo>
                    <a:pt x="1772" y="469"/>
                    <a:pt x="1811" y="377"/>
                    <a:pt x="1748" y="334"/>
                  </a:cubicBezTo>
                  <a:cubicBezTo>
                    <a:pt x="1438" y="115"/>
                    <a:pt x="1074" y="1"/>
                    <a:pt x="705" y="1"/>
                  </a:cubicBezTo>
                  <a:close/>
                </a:path>
              </a:pathLst>
            </a:custGeom>
            <a:solidFill>
              <a:srgbClr val="5484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30"/>
            <p:cNvSpPr/>
            <p:nvPr/>
          </p:nvSpPr>
          <p:spPr>
            <a:xfrm>
              <a:off x="1293225" y="1976850"/>
              <a:ext cx="136625" cy="3750"/>
            </a:xfrm>
            <a:custGeom>
              <a:rect b="b" l="l" r="r" t="t"/>
              <a:pathLst>
                <a:path extrusionOk="0" h="150" w="5465">
                  <a:moveTo>
                    <a:pt x="70" y="0"/>
                  </a:moveTo>
                  <a:cubicBezTo>
                    <a:pt x="32" y="0"/>
                    <a:pt x="1" y="31"/>
                    <a:pt x="1" y="73"/>
                  </a:cubicBezTo>
                  <a:cubicBezTo>
                    <a:pt x="1" y="111"/>
                    <a:pt x="32" y="143"/>
                    <a:pt x="70" y="143"/>
                  </a:cubicBezTo>
                  <a:lnTo>
                    <a:pt x="5395" y="150"/>
                  </a:lnTo>
                  <a:cubicBezTo>
                    <a:pt x="5432" y="150"/>
                    <a:pt x="5464" y="118"/>
                    <a:pt x="5464" y="76"/>
                  </a:cubicBezTo>
                  <a:cubicBezTo>
                    <a:pt x="5464" y="39"/>
                    <a:pt x="5432" y="7"/>
                    <a:pt x="5395" y="7"/>
                  </a:cubicBezTo>
                  <a:lnTo>
                    <a:pt x="70" y="0"/>
                  </a:lnTo>
                  <a:close/>
                </a:path>
              </a:pathLst>
            </a:custGeom>
            <a:solidFill>
              <a:srgbClr val="5484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30"/>
            <p:cNvSpPr/>
            <p:nvPr/>
          </p:nvSpPr>
          <p:spPr>
            <a:xfrm>
              <a:off x="1244275" y="525750"/>
              <a:ext cx="285125" cy="383700"/>
            </a:xfrm>
            <a:custGeom>
              <a:rect b="b" l="l" r="r" t="t"/>
              <a:pathLst>
                <a:path extrusionOk="0" h="15348" w="11405">
                  <a:moveTo>
                    <a:pt x="5547" y="0"/>
                  </a:moveTo>
                  <a:lnTo>
                    <a:pt x="3244" y="701"/>
                  </a:lnTo>
                  <a:cubicBezTo>
                    <a:pt x="3244" y="701"/>
                    <a:pt x="2656" y="1063"/>
                    <a:pt x="1997" y="1568"/>
                  </a:cubicBezTo>
                  <a:cubicBezTo>
                    <a:pt x="1213" y="2171"/>
                    <a:pt x="328" y="2977"/>
                    <a:pt x="224" y="3604"/>
                  </a:cubicBezTo>
                  <a:cubicBezTo>
                    <a:pt x="0" y="4952"/>
                    <a:pt x="1342" y="6771"/>
                    <a:pt x="1850" y="10035"/>
                  </a:cubicBezTo>
                  <a:cubicBezTo>
                    <a:pt x="1972" y="10820"/>
                    <a:pt x="2022" y="13109"/>
                    <a:pt x="2014" y="14070"/>
                  </a:cubicBezTo>
                  <a:cubicBezTo>
                    <a:pt x="2011" y="14539"/>
                    <a:pt x="4219" y="15348"/>
                    <a:pt x="6313" y="15348"/>
                  </a:cubicBezTo>
                  <a:cubicBezTo>
                    <a:pt x="6792" y="15348"/>
                    <a:pt x="7265" y="15305"/>
                    <a:pt x="7704" y="15207"/>
                  </a:cubicBezTo>
                  <a:cubicBezTo>
                    <a:pt x="9011" y="14911"/>
                    <a:pt x="10384" y="14304"/>
                    <a:pt x="10304" y="13795"/>
                  </a:cubicBezTo>
                  <a:cubicBezTo>
                    <a:pt x="10116" y="12579"/>
                    <a:pt x="10119" y="8297"/>
                    <a:pt x="10450" y="6541"/>
                  </a:cubicBezTo>
                  <a:cubicBezTo>
                    <a:pt x="10889" y="4182"/>
                    <a:pt x="11404" y="2673"/>
                    <a:pt x="10335" y="1698"/>
                  </a:cubicBezTo>
                  <a:cubicBezTo>
                    <a:pt x="9356" y="806"/>
                    <a:pt x="5547" y="0"/>
                    <a:pt x="5547" y="0"/>
                  </a:cubicBezTo>
                  <a:close/>
                </a:path>
              </a:pathLst>
            </a:custGeom>
            <a:solidFill>
              <a:srgbClr val="A7B3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30"/>
            <p:cNvSpPr/>
            <p:nvPr/>
          </p:nvSpPr>
          <p:spPr>
            <a:xfrm>
              <a:off x="1465975" y="577925"/>
              <a:ext cx="304375" cy="270575"/>
            </a:xfrm>
            <a:custGeom>
              <a:rect b="b" l="l" r="r" t="t"/>
              <a:pathLst>
                <a:path extrusionOk="0" h="10823" w="12175">
                  <a:moveTo>
                    <a:pt x="1798" y="1"/>
                  </a:moveTo>
                  <a:cubicBezTo>
                    <a:pt x="146" y="1332"/>
                    <a:pt x="0" y="3945"/>
                    <a:pt x="1066" y="7597"/>
                  </a:cubicBezTo>
                  <a:cubicBezTo>
                    <a:pt x="1066" y="7597"/>
                    <a:pt x="3025" y="9868"/>
                    <a:pt x="5084" y="10600"/>
                  </a:cubicBezTo>
                  <a:cubicBezTo>
                    <a:pt x="5477" y="10740"/>
                    <a:pt x="5874" y="10823"/>
                    <a:pt x="6262" y="10823"/>
                  </a:cubicBezTo>
                  <a:cubicBezTo>
                    <a:pt x="6728" y="10823"/>
                    <a:pt x="7182" y="10703"/>
                    <a:pt x="7600" y="10415"/>
                  </a:cubicBezTo>
                  <a:cubicBezTo>
                    <a:pt x="7638" y="10391"/>
                    <a:pt x="7676" y="10360"/>
                    <a:pt x="7718" y="10332"/>
                  </a:cubicBezTo>
                  <a:cubicBezTo>
                    <a:pt x="10241" y="8440"/>
                    <a:pt x="12174" y="1906"/>
                    <a:pt x="12174" y="1906"/>
                  </a:cubicBezTo>
                  <a:lnTo>
                    <a:pt x="11147" y="1088"/>
                  </a:lnTo>
                  <a:cubicBezTo>
                    <a:pt x="11147" y="1088"/>
                    <a:pt x="7988" y="6218"/>
                    <a:pt x="6451" y="6218"/>
                  </a:cubicBezTo>
                  <a:cubicBezTo>
                    <a:pt x="6301" y="6218"/>
                    <a:pt x="6167" y="6170"/>
                    <a:pt x="6053" y="6063"/>
                  </a:cubicBezTo>
                  <a:cubicBezTo>
                    <a:pt x="4763" y="4868"/>
                    <a:pt x="1798" y="1"/>
                    <a:pt x="1798" y="1"/>
                  </a:cubicBezTo>
                  <a:close/>
                </a:path>
              </a:pathLst>
            </a:custGeom>
            <a:solidFill>
              <a:srgbClr val="A7B3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30"/>
            <p:cNvSpPr/>
            <p:nvPr/>
          </p:nvSpPr>
          <p:spPr>
            <a:xfrm>
              <a:off x="1593050" y="826700"/>
              <a:ext cx="65875" cy="21800"/>
            </a:xfrm>
            <a:custGeom>
              <a:rect b="b" l="l" r="r" t="t"/>
              <a:pathLst>
                <a:path extrusionOk="0" h="872" w="2635">
                  <a:moveTo>
                    <a:pt x="1538" y="0"/>
                  </a:moveTo>
                  <a:cubicBezTo>
                    <a:pt x="1450" y="0"/>
                    <a:pt x="1356" y="6"/>
                    <a:pt x="1258" y="19"/>
                  </a:cubicBezTo>
                  <a:cubicBezTo>
                    <a:pt x="635" y="99"/>
                    <a:pt x="238" y="385"/>
                    <a:pt x="1" y="649"/>
                  </a:cubicBezTo>
                  <a:cubicBezTo>
                    <a:pt x="394" y="789"/>
                    <a:pt x="791" y="872"/>
                    <a:pt x="1179" y="872"/>
                  </a:cubicBezTo>
                  <a:cubicBezTo>
                    <a:pt x="1645" y="872"/>
                    <a:pt x="2099" y="752"/>
                    <a:pt x="2517" y="464"/>
                  </a:cubicBezTo>
                  <a:cubicBezTo>
                    <a:pt x="2555" y="440"/>
                    <a:pt x="2593" y="409"/>
                    <a:pt x="2635" y="381"/>
                  </a:cubicBezTo>
                  <a:cubicBezTo>
                    <a:pt x="2404" y="188"/>
                    <a:pt x="2046" y="0"/>
                    <a:pt x="1538" y="0"/>
                  </a:cubicBezTo>
                  <a:close/>
                </a:path>
              </a:pathLst>
            </a:custGeom>
            <a:solidFill>
              <a:srgbClr val="7577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30"/>
            <p:cNvSpPr/>
            <p:nvPr/>
          </p:nvSpPr>
          <p:spPr>
            <a:xfrm>
              <a:off x="1733175" y="629225"/>
              <a:ext cx="13725" cy="19275"/>
            </a:xfrm>
            <a:custGeom>
              <a:rect b="b" l="l" r="r" t="t"/>
              <a:pathLst>
                <a:path extrusionOk="0" h="771" w="549">
                  <a:moveTo>
                    <a:pt x="450" y="1"/>
                  </a:moveTo>
                  <a:cubicBezTo>
                    <a:pt x="434" y="1"/>
                    <a:pt x="418" y="8"/>
                    <a:pt x="403" y="26"/>
                  </a:cubicBezTo>
                  <a:cubicBezTo>
                    <a:pt x="236" y="221"/>
                    <a:pt x="107" y="440"/>
                    <a:pt x="20" y="684"/>
                  </a:cubicBezTo>
                  <a:cubicBezTo>
                    <a:pt x="1" y="736"/>
                    <a:pt x="43" y="770"/>
                    <a:pt x="87" y="770"/>
                  </a:cubicBezTo>
                  <a:cubicBezTo>
                    <a:pt x="116" y="770"/>
                    <a:pt x="145" y="756"/>
                    <a:pt x="159" y="722"/>
                  </a:cubicBezTo>
                  <a:cubicBezTo>
                    <a:pt x="240" y="503"/>
                    <a:pt x="354" y="304"/>
                    <a:pt x="504" y="126"/>
                  </a:cubicBezTo>
                  <a:cubicBezTo>
                    <a:pt x="549" y="74"/>
                    <a:pt x="501" y="1"/>
                    <a:pt x="450" y="1"/>
                  </a:cubicBezTo>
                  <a:close/>
                </a:path>
              </a:pathLst>
            </a:custGeom>
            <a:solidFill>
              <a:srgbClr val="7577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30"/>
            <p:cNvSpPr/>
            <p:nvPr/>
          </p:nvSpPr>
          <p:spPr>
            <a:xfrm>
              <a:off x="1751350" y="637350"/>
              <a:ext cx="6550" cy="6550"/>
            </a:xfrm>
            <a:custGeom>
              <a:rect b="b" l="l" r="r" t="t"/>
              <a:pathLst>
                <a:path extrusionOk="0" h="262" w="262">
                  <a:moveTo>
                    <a:pt x="132" y="0"/>
                  </a:moveTo>
                  <a:cubicBezTo>
                    <a:pt x="59" y="0"/>
                    <a:pt x="0" y="60"/>
                    <a:pt x="0" y="129"/>
                  </a:cubicBezTo>
                  <a:cubicBezTo>
                    <a:pt x="0" y="203"/>
                    <a:pt x="59" y="261"/>
                    <a:pt x="132" y="261"/>
                  </a:cubicBezTo>
                  <a:cubicBezTo>
                    <a:pt x="202" y="261"/>
                    <a:pt x="262" y="203"/>
                    <a:pt x="262" y="129"/>
                  </a:cubicBezTo>
                  <a:cubicBezTo>
                    <a:pt x="262" y="60"/>
                    <a:pt x="202" y="0"/>
                    <a:pt x="132" y="0"/>
                  </a:cubicBezTo>
                  <a:close/>
                </a:path>
              </a:pathLst>
            </a:custGeom>
            <a:solidFill>
              <a:srgbClr val="7577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30"/>
            <p:cNvSpPr/>
            <p:nvPr/>
          </p:nvSpPr>
          <p:spPr>
            <a:xfrm>
              <a:off x="1723250" y="634950"/>
              <a:ext cx="38775" cy="18475"/>
            </a:xfrm>
            <a:custGeom>
              <a:rect b="b" l="l" r="r" t="t"/>
              <a:pathLst>
                <a:path extrusionOk="0" h="739" w="1551">
                  <a:moveTo>
                    <a:pt x="100" y="0"/>
                  </a:moveTo>
                  <a:cubicBezTo>
                    <a:pt x="50" y="0"/>
                    <a:pt x="1" y="51"/>
                    <a:pt x="37" y="106"/>
                  </a:cubicBezTo>
                  <a:cubicBezTo>
                    <a:pt x="297" y="513"/>
                    <a:pt x="716" y="739"/>
                    <a:pt x="1178" y="739"/>
                  </a:cubicBezTo>
                  <a:cubicBezTo>
                    <a:pt x="1273" y="739"/>
                    <a:pt x="1371" y="729"/>
                    <a:pt x="1469" y="709"/>
                  </a:cubicBezTo>
                  <a:cubicBezTo>
                    <a:pt x="1550" y="693"/>
                    <a:pt x="1523" y="572"/>
                    <a:pt x="1448" y="572"/>
                  </a:cubicBezTo>
                  <a:cubicBezTo>
                    <a:pt x="1443" y="572"/>
                    <a:pt x="1437" y="572"/>
                    <a:pt x="1431" y="574"/>
                  </a:cubicBezTo>
                  <a:cubicBezTo>
                    <a:pt x="1345" y="591"/>
                    <a:pt x="1260" y="599"/>
                    <a:pt x="1177" y="599"/>
                  </a:cubicBezTo>
                  <a:cubicBezTo>
                    <a:pt x="764" y="599"/>
                    <a:pt x="391" y="396"/>
                    <a:pt x="159" y="34"/>
                  </a:cubicBezTo>
                  <a:cubicBezTo>
                    <a:pt x="144" y="10"/>
                    <a:pt x="122" y="0"/>
                    <a:pt x="100" y="0"/>
                  </a:cubicBezTo>
                  <a:close/>
                </a:path>
              </a:pathLst>
            </a:custGeom>
            <a:solidFill>
              <a:srgbClr val="7577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30"/>
            <p:cNvSpPr/>
            <p:nvPr/>
          </p:nvSpPr>
          <p:spPr>
            <a:xfrm>
              <a:off x="1725375" y="534700"/>
              <a:ext cx="90625" cy="98025"/>
            </a:xfrm>
            <a:custGeom>
              <a:rect b="b" l="l" r="r" t="t"/>
              <a:pathLst>
                <a:path extrusionOk="0" h="3921" w="3625">
                  <a:moveTo>
                    <a:pt x="1824" y="1"/>
                  </a:moveTo>
                  <a:cubicBezTo>
                    <a:pt x="1758" y="1"/>
                    <a:pt x="1691" y="10"/>
                    <a:pt x="1631" y="29"/>
                  </a:cubicBezTo>
                  <a:cubicBezTo>
                    <a:pt x="1401" y="106"/>
                    <a:pt x="179" y="489"/>
                    <a:pt x="88" y="754"/>
                  </a:cubicBezTo>
                  <a:cubicBezTo>
                    <a:pt x="0" y="1019"/>
                    <a:pt x="307" y="3538"/>
                    <a:pt x="307" y="3538"/>
                  </a:cubicBezTo>
                  <a:cubicBezTo>
                    <a:pt x="307" y="3538"/>
                    <a:pt x="650" y="3921"/>
                    <a:pt x="1154" y="3921"/>
                  </a:cubicBezTo>
                  <a:cubicBezTo>
                    <a:pt x="1317" y="3921"/>
                    <a:pt x="1497" y="3881"/>
                    <a:pt x="1687" y="3775"/>
                  </a:cubicBezTo>
                  <a:cubicBezTo>
                    <a:pt x="1991" y="3608"/>
                    <a:pt x="1987" y="2757"/>
                    <a:pt x="2255" y="2577"/>
                  </a:cubicBezTo>
                  <a:cubicBezTo>
                    <a:pt x="2530" y="2389"/>
                    <a:pt x="2673" y="2200"/>
                    <a:pt x="2673" y="2200"/>
                  </a:cubicBezTo>
                  <a:cubicBezTo>
                    <a:pt x="2673" y="2200"/>
                    <a:pt x="2741" y="2680"/>
                    <a:pt x="2861" y="2680"/>
                  </a:cubicBezTo>
                  <a:cubicBezTo>
                    <a:pt x="2874" y="2680"/>
                    <a:pt x="2888" y="2674"/>
                    <a:pt x="2903" y="2660"/>
                  </a:cubicBezTo>
                  <a:cubicBezTo>
                    <a:pt x="3053" y="2527"/>
                    <a:pt x="3625" y="2200"/>
                    <a:pt x="3509" y="1643"/>
                  </a:cubicBezTo>
                  <a:cubicBezTo>
                    <a:pt x="3405" y="1122"/>
                    <a:pt x="2481" y="446"/>
                    <a:pt x="2203" y="294"/>
                  </a:cubicBezTo>
                  <a:lnTo>
                    <a:pt x="2203" y="294"/>
                  </a:lnTo>
                  <a:cubicBezTo>
                    <a:pt x="2295" y="118"/>
                    <a:pt x="2061" y="1"/>
                    <a:pt x="1824" y="1"/>
                  </a:cubicBezTo>
                  <a:close/>
                </a:path>
              </a:pathLst>
            </a:custGeom>
            <a:solidFill>
              <a:srgbClr val="E77F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30"/>
            <p:cNvSpPr/>
            <p:nvPr/>
          </p:nvSpPr>
          <p:spPr>
            <a:xfrm>
              <a:off x="1763550" y="545425"/>
              <a:ext cx="21175" cy="12250"/>
            </a:xfrm>
            <a:custGeom>
              <a:rect b="b" l="l" r="r" t="t"/>
              <a:pathLst>
                <a:path extrusionOk="0" h="490" w="847">
                  <a:moveTo>
                    <a:pt x="779" y="0"/>
                  </a:moveTo>
                  <a:cubicBezTo>
                    <a:pt x="776" y="0"/>
                    <a:pt x="773" y="1"/>
                    <a:pt x="770" y="1"/>
                  </a:cubicBezTo>
                  <a:cubicBezTo>
                    <a:pt x="480" y="54"/>
                    <a:pt x="234" y="189"/>
                    <a:pt x="35" y="405"/>
                  </a:cubicBezTo>
                  <a:cubicBezTo>
                    <a:pt x="1" y="444"/>
                    <a:pt x="39" y="489"/>
                    <a:pt x="79" y="489"/>
                  </a:cubicBezTo>
                  <a:cubicBezTo>
                    <a:pt x="93" y="489"/>
                    <a:pt x="107" y="484"/>
                    <a:pt x="118" y="472"/>
                  </a:cubicBezTo>
                  <a:cubicBezTo>
                    <a:pt x="296" y="276"/>
                    <a:pt x="526" y="151"/>
                    <a:pt x="784" y="106"/>
                  </a:cubicBezTo>
                  <a:cubicBezTo>
                    <a:pt x="847" y="92"/>
                    <a:pt x="837" y="0"/>
                    <a:pt x="779" y="0"/>
                  </a:cubicBezTo>
                  <a:close/>
                </a:path>
              </a:pathLst>
            </a:custGeom>
            <a:solidFill>
              <a:srgbClr val="B145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30"/>
            <p:cNvSpPr/>
            <p:nvPr/>
          </p:nvSpPr>
          <p:spPr>
            <a:xfrm>
              <a:off x="1757800" y="539775"/>
              <a:ext cx="22225" cy="9975"/>
            </a:xfrm>
            <a:custGeom>
              <a:rect b="b" l="l" r="r" t="t"/>
              <a:pathLst>
                <a:path extrusionOk="0" h="399" w="889">
                  <a:moveTo>
                    <a:pt x="826" y="0"/>
                  </a:moveTo>
                  <a:cubicBezTo>
                    <a:pt x="825" y="0"/>
                    <a:pt x="824" y="0"/>
                    <a:pt x="822" y="0"/>
                  </a:cubicBezTo>
                  <a:cubicBezTo>
                    <a:pt x="530" y="15"/>
                    <a:pt x="265" y="122"/>
                    <a:pt x="41" y="311"/>
                  </a:cubicBezTo>
                  <a:cubicBezTo>
                    <a:pt x="1" y="346"/>
                    <a:pt x="39" y="398"/>
                    <a:pt x="81" y="398"/>
                  </a:cubicBezTo>
                  <a:cubicBezTo>
                    <a:pt x="92" y="398"/>
                    <a:pt x="104" y="394"/>
                    <a:pt x="115" y="384"/>
                  </a:cubicBezTo>
                  <a:cubicBezTo>
                    <a:pt x="317" y="213"/>
                    <a:pt x="557" y="119"/>
                    <a:pt x="822" y="105"/>
                  </a:cubicBezTo>
                  <a:cubicBezTo>
                    <a:pt x="888" y="102"/>
                    <a:pt x="889" y="0"/>
                    <a:pt x="826" y="0"/>
                  </a:cubicBezTo>
                  <a:close/>
                </a:path>
              </a:pathLst>
            </a:custGeom>
            <a:solidFill>
              <a:srgbClr val="B145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30"/>
            <p:cNvSpPr/>
            <p:nvPr/>
          </p:nvSpPr>
          <p:spPr>
            <a:xfrm>
              <a:off x="1768450" y="550925"/>
              <a:ext cx="25775" cy="15350"/>
            </a:xfrm>
            <a:custGeom>
              <a:rect b="b" l="l" r="r" t="t"/>
              <a:pathLst>
                <a:path extrusionOk="0" h="614" w="1031">
                  <a:moveTo>
                    <a:pt x="964" y="1"/>
                  </a:moveTo>
                  <a:cubicBezTo>
                    <a:pt x="570" y="1"/>
                    <a:pt x="292" y="262"/>
                    <a:pt x="38" y="530"/>
                  </a:cubicBezTo>
                  <a:cubicBezTo>
                    <a:pt x="1" y="567"/>
                    <a:pt x="39" y="613"/>
                    <a:pt x="81" y="613"/>
                  </a:cubicBezTo>
                  <a:cubicBezTo>
                    <a:pt x="95" y="613"/>
                    <a:pt x="109" y="608"/>
                    <a:pt x="121" y="596"/>
                  </a:cubicBezTo>
                  <a:cubicBezTo>
                    <a:pt x="342" y="362"/>
                    <a:pt x="594" y="105"/>
                    <a:pt x="942" y="105"/>
                  </a:cubicBezTo>
                  <a:cubicBezTo>
                    <a:pt x="944" y="105"/>
                    <a:pt x="947" y="105"/>
                    <a:pt x="950" y="105"/>
                  </a:cubicBezTo>
                  <a:cubicBezTo>
                    <a:pt x="1016" y="105"/>
                    <a:pt x="1030" y="1"/>
                    <a:pt x="964" y="1"/>
                  </a:cubicBezTo>
                  <a:close/>
                </a:path>
              </a:pathLst>
            </a:custGeom>
            <a:solidFill>
              <a:srgbClr val="B145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30"/>
            <p:cNvSpPr/>
            <p:nvPr/>
          </p:nvSpPr>
          <p:spPr>
            <a:xfrm>
              <a:off x="1779250" y="560050"/>
              <a:ext cx="24700" cy="12775"/>
            </a:xfrm>
            <a:custGeom>
              <a:rect b="b" l="l" r="r" t="t"/>
              <a:pathLst>
                <a:path extrusionOk="0" h="511" w="988">
                  <a:moveTo>
                    <a:pt x="878" y="0"/>
                  </a:moveTo>
                  <a:cubicBezTo>
                    <a:pt x="540" y="0"/>
                    <a:pt x="231" y="153"/>
                    <a:pt x="31" y="426"/>
                  </a:cubicBezTo>
                  <a:cubicBezTo>
                    <a:pt x="0" y="467"/>
                    <a:pt x="36" y="511"/>
                    <a:pt x="72" y="511"/>
                  </a:cubicBezTo>
                  <a:cubicBezTo>
                    <a:pt x="86" y="511"/>
                    <a:pt x="100" y="504"/>
                    <a:pt x="111" y="489"/>
                  </a:cubicBezTo>
                  <a:cubicBezTo>
                    <a:pt x="290" y="246"/>
                    <a:pt x="565" y="105"/>
                    <a:pt x="866" y="105"/>
                  </a:cubicBezTo>
                  <a:cubicBezTo>
                    <a:pt x="880" y="105"/>
                    <a:pt x="894" y="105"/>
                    <a:pt x="909" y="106"/>
                  </a:cubicBezTo>
                  <a:cubicBezTo>
                    <a:pt x="910" y="106"/>
                    <a:pt x="911" y="106"/>
                    <a:pt x="912" y="106"/>
                  </a:cubicBezTo>
                  <a:cubicBezTo>
                    <a:pt x="978" y="106"/>
                    <a:pt x="988" y="5"/>
                    <a:pt x="923" y="1"/>
                  </a:cubicBezTo>
                  <a:cubicBezTo>
                    <a:pt x="908" y="1"/>
                    <a:pt x="893" y="0"/>
                    <a:pt x="878" y="0"/>
                  </a:cubicBezTo>
                  <a:close/>
                </a:path>
              </a:pathLst>
            </a:custGeom>
            <a:solidFill>
              <a:srgbClr val="B145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30"/>
            <p:cNvSpPr/>
            <p:nvPr/>
          </p:nvSpPr>
          <p:spPr>
            <a:xfrm>
              <a:off x="1790075" y="573350"/>
              <a:ext cx="7025" cy="18300"/>
            </a:xfrm>
            <a:custGeom>
              <a:rect b="b" l="l" r="r" t="t"/>
              <a:pathLst>
                <a:path extrusionOk="0" h="732" w="281">
                  <a:moveTo>
                    <a:pt x="163" y="1"/>
                  </a:moveTo>
                  <a:cubicBezTo>
                    <a:pt x="134" y="1"/>
                    <a:pt x="107" y="21"/>
                    <a:pt x="117" y="55"/>
                  </a:cubicBezTo>
                  <a:cubicBezTo>
                    <a:pt x="169" y="261"/>
                    <a:pt x="141" y="466"/>
                    <a:pt x="26" y="644"/>
                  </a:cubicBezTo>
                  <a:cubicBezTo>
                    <a:pt x="1" y="687"/>
                    <a:pt x="38" y="731"/>
                    <a:pt x="73" y="731"/>
                  </a:cubicBezTo>
                  <a:cubicBezTo>
                    <a:pt x="87" y="731"/>
                    <a:pt x="100" y="725"/>
                    <a:pt x="109" y="710"/>
                  </a:cubicBezTo>
                  <a:cubicBezTo>
                    <a:pt x="239" y="508"/>
                    <a:pt x="281" y="275"/>
                    <a:pt x="221" y="45"/>
                  </a:cubicBezTo>
                  <a:cubicBezTo>
                    <a:pt x="213" y="14"/>
                    <a:pt x="188" y="1"/>
                    <a:pt x="163" y="1"/>
                  </a:cubicBezTo>
                  <a:close/>
                </a:path>
              </a:pathLst>
            </a:custGeom>
            <a:solidFill>
              <a:srgbClr val="B145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30"/>
            <p:cNvSpPr/>
            <p:nvPr/>
          </p:nvSpPr>
          <p:spPr>
            <a:xfrm>
              <a:off x="1793525" y="577200"/>
              <a:ext cx="13075" cy="5375"/>
            </a:xfrm>
            <a:custGeom>
              <a:rect b="b" l="l" r="r" t="t"/>
              <a:pathLst>
                <a:path extrusionOk="0" h="215" w="523">
                  <a:moveTo>
                    <a:pt x="328" y="0"/>
                  </a:moveTo>
                  <a:cubicBezTo>
                    <a:pt x="218" y="0"/>
                    <a:pt x="111" y="48"/>
                    <a:pt x="34" y="134"/>
                  </a:cubicBezTo>
                  <a:cubicBezTo>
                    <a:pt x="1" y="171"/>
                    <a:pt x="38" y="215"/>
                    <a:pt x="78" y="215"/>
                  </a:cubicBezTo>
                  <a:cubicBezTo>
                    <a:pt x="92" y="215"/>
                    <a:pt x="106" y="210"/>
                    <a:pt x="118" y="197"/>
                  </a:cubicBezTo>
                  <a:cubicBezTo>
                    <a:pt x="171" y="137"/>
                    <a:pt x="247" y="105"/>
                    <a:pt x="325" y="105"/>
                  </a:cubicBezTo>
                  <a:cubicBezTo>
                    <a:pt x="360" y="105"/>
                    <a:pt x="395" y="111"/>
                    <a:pt x="428" y="124"/>
                  </a:cubicBezTo>
                  <a:cubicBezTo>
                    <a:pt x="435" y="127"/>
                    <a:pt x="441" y="128"/>
                    <a:pt x="447" y="128"/>
                  </a:cubicBezTo>
                  <a:cubicBezTo>
                    <a:pt x="498" y="128"/>
                    <a:pt x="522" y="48"/>
                    <a:pt x="466" y="26"/>
                  </a:cubicBezTo>
                  <a:cubicBezTo>
                    <a:pt x="421" y="9"/>
                    <a:pt x="374" y="0"/>
                    <a:pt x="328" y="0"/>
                  </a:cubicBezTo>
                  <a:close/>
                </a:path>
              </a:pathLst>
            </a:custGeom>
            <a:solidFill>
              <a:srgbClr val="B145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30"/>
            <p:cNvSpPr/>
            <p:nvPr/>
          </p:nvSpPr>
          <p:spPr>
            <a:xfrm>
              <a:off x="1336350" y="455700"/>
              <a:ext cx="78775" cy="102750"/>
            </a:xfrm>
            <a:custGeom>
              <a:rect b="b" l="l" r="r" t="t"/>
              <a:pathLst>
                <a:path extrusionOk="0" h="4110" w="3151">
                  <a:moveTo>
                    <a:pt x="356" y="1"/>
                  </a:moveTo>
                  <a:lnTo>
                    <a:pt x="0" y="3848"/>
                  </a:lnTo>
                  <a:cubicBezTo>
                    <a:pt x="0" y="3848"/>
                    <a:pt x="626" y="4110"/>
                    <a:pt x="1505" y="4110"/>
                  </a:cubicBezTo>
                  <a:cubicBezTo>
                    <a:pt x="1996" y="4110"/>
                    <a:pt x="2567" y="4028"/>
                    <a:pt x="3151" y="3771"/>
                  </a:cubicBezTo>
                  <a:lnTo>
                    <a:pt x="2945" y="2852"/>
                  </a:lnTo>
                  <a:lnTo>
                    <a:pt x="2721" y="1848"/>
                  </a:lnTo>
                  <a:lnTo>
                    <a:pt x="2565" y="1144"/>
                  </a:lnTo>
                  <a:lnTo>
                    <a:pt x="356" y="1"/>
                  </a:lnTo>
                  <a:close/>
                </a:path>
              </a:pathLst>
            </a:custGeom>
            <a:solidFill>
              <a:srgbClr val="E77F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30"/>
            <p:cNvSpPr/>
            <p:nvPr/>
          </p:nvSpPr>
          <p:spPr>
            <a:xfrm>
              <a:off x="1306200" y="514150"/>
              <a:ext cx="133225" cy="50800"/>
            </a:xfrm>
            <a:custGeom>
              <a:rect b="b" l="l" r="r" t="t"/>
              <a:pathLst>
                <a:path extrusionOk="0" h="2032" w="5329">
                  <a:moveTo>
                    <a:pt x="4073" y="1"/>
                  </a:moveTo>
                  <a:cubicBezTo>
                    <a:pt x="3137" y="1"/>
                    <a:pt x="1018" y="464"/>
                    <a:pt x="1018" y="464"/>
                  </a:cubicBezTo>
                  <a:lnTo>
                    <a:pt x="513" y="1329"/>
                  </a:lnTo>
                  <a:cubicBezTo>
                    <a:pt x="513" y="1329"/>
                    <a:pt x="0" y="1903"/>
                    <a:pt x="1987" y="2022"/>
                  </a:cubicBezTo>
                  <a:cubicBezTo>
                    <a:pt x="2091" y="2029"/>
                    <a:pt x="2194" y="2032"/>
                    <a:pt x="2295" y="2032"/>
                  </a:cubicBezTo>
                  <a:cubicBezTo>
                    <a:pt x="4112" y="2032"/>
                    <a:pt x="5328" y="1046"/>
                    <a:pt x="5328" y="1046"/>
                  </a:cubicBezTo>
                  <a:cubicBezTo>
                    <a:pt x="5328" y="1046"/>
                    <a:pt x="4963" y="238"/>
                    <a:pt x="4416" y="39"/>
                  </a:cubicBezTo>
                  <a:cubicBezTo>
                    <a:pt x="4340" y="12"/>
                    <a:pt x="4221" y="1"/>
                    <a:pt x="4073" y="1"/>
                  </a:cubicBezTo>
                  <a:close/>
                </a:path>
              </a:pathLst>
            </a:custGeom>
            <a:solidFill>
              <a:srgbClr val="7577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30"/>
            <p:cNvSpPr/>
            <p:nvPr/>
          </p:nvSpPr>
          <p:spPr>
            <a:xfrm>
              <a:off x="1296800" y="361775"/>
              <a:ext cx="151925" cy="144425"/>
            </a:xfrm>
            <a:custGeom>
              <a:rect b="b" l="l" r="r" t="t"/>
              <a:pathLst>
                <a:path extrusionOk="0" h="5777" w="6077">
                  <a:moveTo>
                    <a:pt x="3688" y="1"/>
                  </a:moveTo>
                  <a:cubicBezTo>
                    <a:pt x="3660" y="1"/>
                    <a:pt x="3632" y="1"/>
                    <a:pt x="3604" y="2"/>
                  </a:cubicBezTo>
                  <a:cubicBezTo>
                    <a:pt x="0" y="110"/>
                    <a:pt x="903" y="2294"/>
                    <a:pt x="1238" y="3295"/>
                  </a:cubicBezTo>
                  <a:cubicBezTo>
                    <a:pt x="1471" y="3992"/>
                    <a:pt x="1680" y="4218"/>
                    <a:pt x="2227" y="4883"/>
                  </a:cubicBezTo>
                  <a:cubicBezTo>
                    <a:pt x="2718" y="5476"/>
                    <a:pt x="3527" y="5755"/>
                    <a:pt x="3935" y="5772"/>
                  </a:cubicBezTo>
                  <a:cubicBezTo>
                    <a:pt x="3998" y="5775"/>
                    <a:pt x="4059" y="5776"/>
                    <a:pt x="4119" y="5776"/>
                  </a:cubicBezTo>
                  <a:cubicBezTo>
                    <a:pt x="5477" y="5776"/>
                    <a:pt x="6077" y="5120"/>
                    <a:pt x="5826" y="3201"/>
                  </a:cubicBezTo>
                  <a:cubicBezTo>
                    <a:pt x="5662" y="1956"/>
                    <a:pt x="5979" y="1249"/>
                    <a:pt x="5645" y="779"/>
                  </a:cubicBezTo>
                  <a:cubicBezTo>
                    <a:pt x="5621" y="758"/>
                    <a:pt x="5600" y="737"/>
                    <a:pt x="5575" y="716"/>
                  </a:cubicBezTo>
                  <a:cubicBezTo>
                    <a:pt x="5060" y="248"/>
                    <a:pt x="4383" y="1"/>
                    <a:pt x="3688" y="1"/>
                  </a:cubicBezTo>
                  <a:close/>
                </a:path>
              </a:pathLst>
            </a:custGeom>
            <a:solidFill>
              <a:srgbClr val="E77F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30"/>
            <p:cNvSpPr/>
            <p:nvPr/>
          </p:nvSpPr>
          <p:spPr>
            <a:xfrm>
              <a:off x="1439400" y="423050"/>
              <a:ext cx="17625" cy="39400"/>
            </a:xfrm>
            <a:custGeom>
              <a:rect b="b" l="l" r="r" t="t"/>
              <a:pathLst>
                <a:path extrusionOk="0" h="1576" w="705">
                  <a:moveTo>
                    <a:pt x="21" y="1"/>
                  </a:moveTo>
                  <a:lnTo>
                    <a:pt x="0" y="1575"/>
                  </a:lnTo>
                  <a:cubicBezTo>
                    <a:pt x="0" y="1575"/>
                    <a:pt x="704" y="1467"/>
                    <a:pt x="401" y="1175"/>
                  </a:cubicBezTo>
                  <a:cubicBezTo>
                    <a:pt x="101" y="879"/>
                    <a:pt x="21" y="1"/>
                    <a:pt x="21" y="1"/>
                  </a:cubicBezTo>
                  <a:close/>
                </a:path>
              </a:pathLst>
            </a:custGeom>
            <a:solidFill>
              <a:srgbClr val="E77F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30"/>
            <p:cNvSpPr/>
            <p:nvPr/>
          </p:nvSpPr>
          <p:spPr>
            <a:xfrm>
              <a:off x="1265175" y="339325"/>
              <a:ext cx="194800" cy="207800"/>
            </a:xfrm>
            <a:custGeom>
              <a:rect b="b" l="l" r="r" t="t"/>
              <a:pathLst>
                <a:path extrusionOk="0" h="8312" w="7792">
                  <a:moveTo>
                    <a:pt x="4215" y="1"/>
                  </a:moveTo>
                  <a:cubicBezTo>
                    <a:pt x="3730" y="1"/>
                    <a:pt x="3192" y="91"/>
                    <a:pt x="2603" y="318"/>
                  </a:cubicBezTo>
                  <a:cubicBezTo>
                    <a:pt x="1" y="1325"/>
                    <a:pt x="1252" y="4189"/>
                    <a:pt x="374" y="7457"/>
                  </a:cubicBezTo>
                  <a:cubicBezTo>
                    <a:pt x="635" y="7687"/>
                    <a:pt x="941" y="7872"/>
                    <a:pt x="1290" y="8008"/>
                  </a:cubicBezTo>
                  <a:lnTo>
                    <a:pt x="1600" y="7050"/>
                  </a:lnTo>
                  <a:lnTo>
                    <a:pt x="1687" y="8137"/>
                  </a:lnTo>
                  <a:cubicBezTo>
                    <a:pt x="2117" y="8254"/>
                    <a:pt x="2601" y="8312"/>
                    <a:pt x="3138" y="8312"/>
                  </a:cubicBezTo>
                  <a:cubicBezTo>
                    <a:pt x="4183" y="8312"/>
                    <a:pt x="5430" y="8094"/>
                    <a:pt x="6868" y="7671"/>
                  </a:cubicBezTo>
                  <a:cubicBezTo>
                    <a:pt x="6157" y="6966"/>
                    <a:pt x="5827" y="5081"/>
                    <a:pt x="5555" y="4231"/>
                  </a:cubicBezTo>
                  <a:cubicBezTo>
                    <a:pt x="5334" y="3554"/>
                    <a:pt x="5660" y="3370"/>
                    <a:pt x="6266" y="3370"/>
                  </a:cubicBezTo>
                  <a:cubicBezTo>
                    <a:pt x="6340" y="3370"/>
                    <a:pt x="6418" y="3372"/>
                    <a:pt x="6499" y="3377"/>
                  </a:cubicBezTo>
                  <a:cubicBezTo>
                    <a:pt x="6515" y="3378"/>
                    <a:pt x="6530" y="3379"/>
                    <a:pt x="6545" y="3379"/>
                  </a:cubicBezTo>
                  <a:cubicBezTo>
                    <a:pt x="7274" y="3379"/>
                    <a:pt x="7791" y="2229"/>
                    <a:pt x="7112" y="1307"/>
                  </a:cubicBezTo>
                  <a:cubicBezTo>
                    <a:pt x="7112" y="1307"/>
                    <a:pt x="6059" y="1"/>
                    <a:pt x="4215" y="1"/>
                  </a:cubicBezTo>
                  <a:close/>
                </a:path>
              </a:pathLst>
            </a:custGeom>
            <a:solidFill>
              <a:srgbClr val="241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30"/>
            <p:cNvSpPr/>
            <p:nvPr/>
          </p:nvSpPr>
          <p:spPr>
            <a:xfrm>
              <a:off x="1398700" y="414500"/>
              <a:ext cx="42725" cy="48450"/>
            </a:xfrm>
            <a:custGeom>
              <a:rect b="b" l="l" r="r" t="t"/>
              <a:pathLst>
                <a:path extrusionOk="0" h="1938" w="1709">
                  <a:moveTo>
                    <a:pt x="609" y="1"/>
                  </a:moveTo>
                  <a:cubicBezTo>
                    <a:pt x="584" y="1"/>
                    <a:pt x="559" y="3"/>
                    <a:pt x="534" y="8"/>
                  </a:cubicBezTo>
                  <a:cubicBezTo>
                    <a:pt x="33" y="109"/>
                    <a:pt x="1" y="562"/>
                    <a:pt x="81" y="1018"/>
                  </a:cubicBezTo>
                  <a:cubicBezTo>
                    <a:pt x="150" y="1429"/>
                    <a:pt x="433" y="1938"/>
                    <a:pt x="942" y="1938"/>
                  </a:cubicBezTo>
                  <a:cubicBezTo>
                    <a:pt x="1000" y="1938"/>
                    <a:pt x="1060" y="1931"/>
                    <a:pt x="1123" y="1917"/>
                  </a:cubicBezTo>
                  <a:cubicBezTo>
                    <a:pt x="1437" y="1848"/>
                    <a:pt x="1580" y="1635"/>
                    <a:pt x="1639" y="1419"/>
                  </a:cubicBezTo>
                  <a:cubicBezTo>
                    <a:pt x="1709" y="1155"/>
                    <a:pt x="1642" y="872"/>
                    <a:pt x="1475" y="653"/>
                  </a:cubicBezTo>
                  <a:cubicBezTo>
                    <a:pt x="1278" y="391"/>
                    <a:pt x="928" y="1"/>
                    <a:pt x="609" y="1"/>
                  </a:cubicBezTo>
                  <a:close/>
                </a:path>
              </a:pathLst>
            </a:custGeom>
            <a:solidFill>
              <a:srgbClr val="E77F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30"/>
            <p:cNvSpPr/>
            <p:nvPr/>
          </p:nvSpPr>
          <p:spPr>
            <a:xfrm>
              <a:off x="1406750" y="455050"/>
              <a:ext cx="19825" cy="10150"/>
            </a:xfrm>
            <a:custGeom>
              <a:rect b="b" l="l" r="r" t="t"/>
              <a:pathLst>
                <a:path extrusionOk="0" h="406" w="793">
                  <a:moveTo>
                    <a:pt x="101" y="0"/>
                  </a:moveTo>
                  <a:cubicBezTo>
                    <a:pt x="48" y="0"/>
                    <a:pt x="1" y="72"/>
                    <a:pt x="49" y="125"/>
                  </a:cubicBezTo>
                  <a:cubicBezTo>
                    <a:pt x="192" y="286"/>
                    <a:pt x="374" y="406"/>
                    <a:pt x="586" y="406"/>
                  </a:cubicBezTo>
                  <a:cubicBezTo>
                    <a:pt x="625" y="406"/>
                    <a:pt x="666" y="402"/>
                    <a:pt x="707" y="393"/>
                  </a:cubicBezTo>
                  <a:cubicBezTo>
                    <a:pt x="792" y="373"/>
                    <a:pt x="763" y="252"/>
                    <a:pt x="685" y="252"/>
                  </a:cubicBezTo>
                  <a:cubicBezTo>
                    <a:pt x="680" y="252"/>
                    <a:pt x="674" y="252"/>
                    <a:pt x="669" y="253"/>
                  </a:cubicBezTo>
                  <a:cubicBezTo>
                    <a:pt x="639" y="260"/>
                    <a:pt x="610" y="263"/>
                    <a:pt x="581" y="263"/>
                  </a:cubicBezTo>
                  <a:cubicBezTo>
                    <a:pt x="408" y="263"/>
                    <a:pt x="263" y="152"/>
                    <a:pt x="150" y="23"/>
                  </a:cubicBezTo>
                  <a:cubicBezTo>
                    <a:pt x="135" y="7"/>
                    <a:pt x="118" y="0"/>
                    <a:pt x="101" y="0"/>
                  </a:cubicBezTo>
                  <a:close/>
                </a:path>
              </a:pathLst>
            </a:custGeom>
            <a:solidFill>
              <a:srgbClr val="B145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30"/>
            <p:cNvSpPr/>
            <p:nvPr/>
          </p:nvSpPr>
          <p:spPr>
            <a:xfrm>
              <a:off x="1412575" y="455875"/>
              <a:ext cx="25975" cy="24250"/>
            </a:xfrm>
            <a:custGeom>
              <a:rect b="b" l="l" r="r" t="t"/>
              <a:pathLst>
                <a:path extrusionOk="0" h="970" w="1039">
                  <a:moveTo>
                    <a:pt x="539" y="97"/>
                  </a:moveTo>
                  <a:cubicBezTo>
                    <a:pt x="713" y="97"/>
                    <a:pt x="869" y="214"/>
                    <a:pt x="914" y="391"/>
                  </a:cubicBezTo>
                  <a:cubicBezTo>
                    <a:pt x="938" y="492"/>
                    <a:pt x="924" y="597"/>
                    <a:pt x="868" y="688"/>
                  </a:cubicBezTo>
                  <a:cubicBezTo>
                    <a:pt x="816" y="775"/>
                    <a:pt x="729" y="838"/>
                    <a:pt x="628" y="862"/>
                  </a:cubicBezTo>
                  <a:cubicBezTo>
                    <a:pt x="596" y="869"/>
                    <a:pt x="564" y="873"/>
                    <a:pt x="532" y="873"/>
                  </a:cubicBezTo>
                  <a:cubicBezTo>
                    <a:pt x="463" y="873"/>
                    <a:pt x="395" y="855"/>
                    <a:pt x="335" y="817"/>
                  </a:cubicBezTo>
                  <a:cubicBezTo>
                    <a:pt x="245" y="764"/>
                    <a:pt x="182" y="680"/>
                    <a:pt x="157" y="579"/>
                  </a:cubicBezTo>
                  <a:cubicBezTo>
                    <a:pt x="108" y="370"/>
                    <a:pt x="234" y="158"/>
                    <a:pt x="443" y="109"/>
                  </a:cubicBezTo>
                  <a:cubicBezTo>
                    <a:pt x="475" y="101"/>
                    <a:pt x="507" y="97"/>
                    <a:pt x="539" y="97"/>
                  </a:cubicBezTo>
                  <a:close/>
                  <a:moveTo>
                    <a:pt x="534" y="1"/>
                  </a:moveTo>
                  <a:cubicBezTo>
                    <a:pt x="495" y="1"/>
                    <a:pt x="457" y="5"/>
                    <a:pt x="418" y="15"/>
                  </a:cubicBezTo>
                  <a:cubicBezTo>
                    <a:pt x="161" y="77"/>
                    <a:pt x="0" y="343"/>
                    <a:pt x="66" y="600"/>
                  </a:cubicBezTo>
                  <a:cubicBezTo>
                    <a:pt x="119" y="820"/>
                    <a:pt x="317" y="970"/>
                    <a:pt x="537" y="970"/>
                  </a:cubicBezTo>
                  <a:cubicBezTo>
                    <a:pt x="575" y="970"/>
                    <a:pt x="613" y="966"/>
                    <a:pt x="652" y="955"/>
                  </a:cubicBezTo>
                  <a:cubicBezTo>
                    <a:pt x="777" y="925"/>
                    <a:pt x="882" y="848"/>
                    <a:pt x="951" y="736"/>
                  </a:cubicBezTo>
                  <a:cubicBezTo>
                    <a:pt x="1018" y="625"/>
                    <a:pt x="1039" y="496"/>
                    <a:pt x="1007" y="370"/>
                  </a:cubicBezTo>
                  <a:cubicBezTo>
                    <a:pt x="976" y="245"/>
                    <a:pt x="896" y="137"/>
                    <a:pt x="788" y="71"/>
                  </a:cubicBezTo>
                  <a:cubicBezTo>
                    <a:pt x="710" y="25"/>
                    <a:pt x="622" y="1"/>
                    <a:pt x="53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30"/>
            <p:cNvSpPr/>
            <p:nvPr/>
          </p:nvSpPr>
          <p:spPr>
            <a:xfrm>
              <a:off x="1408650" y="421900"/>
              <a:ext cx="13050" cy="30250"/>
            </a:xfrm>
            <a:custGeom>
              <a:rect b="b" l="l" r="r" t="t"/>
              <a:pathLst>
                <a:path extrusionOk="0" h="1210" w="522">
                  <a:moveTo>
                    <a:pt x="293" y="0"/>
                  </a:moveTo>
                  <a:cubicBezTo>
                    <a:pt x="287" y="0"/>
                    <a:pt x="280" y="2"/>
                    <a:pt x="272" y="5"/>
                  </a:cubicBezTo>
                  <a:cubicBezTo>
                    <a:pt x="77" y="77"/>
                    <a:pt x="0" y="287"/>
                    <a:pt x="11" y="486"/>
                  </a:cubicBezTo>
                  <a:cubicBezTo>
                    <a:pt x="21" y="772"/>
                    <a:pt x="202" y="1002"/>
                    <a:pt x="402" y="1193"/>
                  </a:cubicBezTo>
                  <a:cubicBezTo>
                    <a:pt x="413" y="1205"/>
                    <a:pt x="427" y="1210"/>
                    <a:pt x="439" y="1210"/>
                  </a:cubicBezTo>
                  <a:cubicBezTo>
                    <a:pt x="483" y="1210"/>
                    <a:pt x="522" y="1153"/>
                    <a:pt x="481" y="1113"/>
                  </a:cubicBezTo>
                  <a:cubicBezTo>
                    <a:pt x="345" y="981"/>
                    <a:pt x="213" y="834"/>
                    <a:pt x="154" y="649"/>
                  </a:cubicBezTo>
                  <a:cubicBezTo>
                    <a:pt x="101" y="486"/>
                    <a:pt x="98" y="190"/>
                    <a:pt x="300" y="116"/>
                  </a:cubicBezTo>
                  <a:cubicBezTo>
                    <a:pt x="362" y="91"/>
                    <a:pt x="347" y="0"/>
                    <a:pt x="293" y="0"/>
                  </a:cubicBezTo>
                  <a:close/>
                </a:path>
              </a:pathLst>
            </a:custGeom>
            <a:solidFill>
              <a:srgbClr val="241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30"/>
            <p:cNvSpPr/>
            <p:nvPr/>
          </p:nvSpPr>
          <p:spPr>
            <a:xfrm>
              <a:off x="1178500" y="646675"/>
              <a:ext cx="486700" cy="795150"/>
            </a:xfrm>
            <a:custGeom>
              <a:rect b="b" l="l" r="r" t="t"/>
              <a:pathLst>
                <a:path extrusionOk="0" h="31806" w="19468">
                  <a:moveTo>
                    <a:pt x="2973" y="0"/>
                  </a:moveTo>
                  <a:cubicBezTo>
                    <a:pt x="2973" y="0"/>
                    <a:pt x="4356" y="8966"/>
                    <a:pt x="1966" y="17868"/>
                  </a:cubicBezTo>
                  <a:cubicBezTo>
                    <a:pt x="652" y="22771"/>
                    <a:pt x="562" y="30265"/>
                    <a:pt x="133" y="31339"/>
                  </a:cubicBezTo>
                  <a:cubicBezTo>
                    <a:pt x="0" y="31674"/>
                    <a:pt x="1680" y="31806"/>
                    <a:pt x="4103" y="31806"/>
                  </a:cubicBezTo>
                  <a:cubicBezTo>
                    <a:pt x="4982" y="31806"/>
                    <a:pt x="5959" y="31789"/>
                    <a:pt x="6983" y="31757"/>
                  </a:cubicBezTo>
                  <a:lnTo>
                    <a:pt x="7102" y="30984"/>
                  </a:lnTo>
                  <a:lnTo>
                    <a:pt x="7126" y="30820"/>
                  </a:lnTo>
                  <a:lnTo>
                    <a:pt x="7527" y="28182"/>
                  </a:lnTo>
                  <a:lnTo>
                    <a:pt x="8032" y="30795"/>
                  </a:lnTo>
                  <a:lnTo>
                    <a:pt x="8064" y="30955"/>
                  </a:lnTo>
                  <a:lnTo>
                    <a:pt x="8210" y="31715"/>
                  </a:lnTo>
                  <a:cubicBezTo>
                    <a:pt x="13220" y="31513"/>
                    <a:pt x="18823" y="31018"/>
                    <a:pt x="19468" y="30579"/>
                  </a:cubicBezTo>
                  <a:cubicBezTo>
                    <a:pt x="19468" y="30579"/>
                    <a:pt x="17851" y="23429"/>
                    <a:pt x="15942" y="19307"/>
                  </a:cubicBezTo>
                  <a:cubicBezTo>
                    <a:pt x="13601" y="14251"/>
                    <a:pt x="12823" y="4192"/>
                    <a:pt x="12823" y="4192"/>
                  </a:cubicBezTo>
                  <a:lnTo>
                    <a:pt x="2973" y="0"/>
                  </a:lnTo>
                  <a:close/>
                </a:path>
              </a:pathLst>
            </a:custGeom>
            <a:solidFill>
              <a:srgbClr val="A7B3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30"/>
            <p:cNvSpPr/>
            <p:nvPr/>
          </p:nvSpPr>
          <p:spPr>
            <a:xfrm>
              <a:off x="1254950" y="1091900"/>
              <a:ext cx="203400" cy="40975"/>
            </a:xfrm>
            <a:custGeom>
              <a:rect b="b" l="l" r="r" t="t"/>
              <a:pathLst>
                <a:path extrusionOk="0" h="1639" w="8136">
                  <a:moveTo>
                    <a:pt x="106" y="0"/>
                  </a:moveTo>
                  <a:cubicBezTo>
                    <a:pt x="42" y="0"/>
                    <a:pt x="0" y="94"/>
                    <a:pt x="68" y="132"/>
                  </a:cubicBezTo>
                  <a:cubicBezTo>
                    <a:pt x="1790" y="1125"/>
                    <a:pt x="3754" y="1638"/>
                    <a:pt x="5728" y="1638"/>
                  </a:cubicBezTo>
                  <a:cubicBezTo>
                    <a:pt x="6505" y="1638"/>
                    <a:pt x="7284" y="1558"/>
                    <a:pt x="8051" y="1397"/>
                  </a:cubicBezTo>
                  <a:cubicBezTo>
                    <a:pt x="8135" y="1381"/>
                    <a:pt x="8108" y="1259"/>
                    <a:pt x="8031" y="1259"/>
                  </a:cubicBezTo>
                  <a:cubicBezTo>
                    <a:pt x="8025" y="1259"/>
                    <a:pt x="8019" y="1260"/>
                    <a:pt x="8013" y="1261"/>
                  </a:cubicBezTo>
                  <a:cubicBezTo>
                    <a:pt x="7261" y="1419"/>
                    <a:pt x="6496" y="1497"/>
                    <a:pt x="5733" y="1497"/>
                  </a:cubicBezTo>
                  <a:cubicBezTo>
                    <a:pt x="3783" y="1497"/>
                    <a:pt x="1841" y="989"/>
                    <a:pt x="141" y="10"/>
                  </a:cubicBezTo>
                  <a:cubicBezTo>
                    <a:pt x="129" y="3"/>
                    <a:pt x="117" y="0"/>
                    <a:pt x="106" y="0"/>
                  </a:cubicBezTo>
                  <a:close/>
                </a:path>
              </a:pathLst>
            </a:custGeom>
            <a:solidFill>
              <a:srgbClr val="7577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30"/>
            <p:cNvSpPr/>
            <p:nvPr/>
          </p:nvSpPr>
          <p:spPr>
            <a:xfrm>
              <a:off x="1379275" y="1387275"/>
              <a:ext cx="281225" cy="33300"/>
            </a:xfrm>
            <a:custGeom>
              <a:rect b="b" l="l" r="r" t="t"/>
              <a:pathLst>
                <a:path extrusionOk="0" h="1332" w="11249">
                  <a:moveTo>
                    <a:pt x="11130" y="0"/>
                  </a:moveTo>
                  <a:cubicBezTo>
                    <a:pt x="11127" y="0"/>
                    <a:pt x="11123" y="0"/>
                    <a:pt x="11120" y="1"/>
                  </a:cubicBezTo>
                  <a:cubicBezTo>
                    <a:pt x="9716" y="196"/>
                    <a:pt x="8308" y="395"/>
                    <a:pt x="6900" y="572"/>
                  </a:cubicBezTo>
                  <a:cubicBezTo>
                    <a:pt x="4608" y="865"/>
                    <a:pt x="2304" y="1091"/>
                    <a:pt x="1" y="1171"/>
                  </a:cubicBezTo>
                  <a:lnTo>
                    <a:pt x="33" y="1331"/>
                  </a:lnTo>
                  <a:cubicBezTo>
                    <a:pt x="3761" y="1192"/>
                    <a:pt x="7468" y="649"/>
                    <a:pt x="11158" y="140"/>
                  </a:cubicBezTo>
                  <a:cubicBezTo>
                    <a:pt x="11248" y="127"/>
                    <a:pt x="11213" y="0"/>
                    <a:pt x="11130" y="0"/>
                  </a:cubicBezTo>
                  <a:close/>
                </a:path>
              </a:pathLst>
            </a:custGeom>
            <a:solidFill>
              <a:srgbClr val="7577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30"/>
            <p:cNvSpPr/>
            <p:nvPr/>
          </p:nvSpPr>
          <p:spPr>
            <a:xfrm>
              <a:off x="1185375" y="1407300"/>
              <a:ext cx="171300" cy="14150"/>
            </a:xfrm>
            <a:custGeom>
              <a:rect b="b" l="l" r="r" t="t"/>
              <a:pathLst>
                <a:path extrusionOk="0" h="566" w="6852">
                  <a:moveTo>
                    <a:pt x="120" y="0"/>
                  </a:moveTo>
                  <a:cubicBezTo>
                    <a:pt x="36" y="0"/>
                    <a:pt x="1" y="127"/>
                    <a:pt x="92" y="140"/>
                  </a:cubicBezTo>
                  <a:cubicBezTo>
                    <a:pt x="1472" y="342"/>
                    <a:pt x="2862" y="475"/>
                    <a:pt x="4256" y="530"/>
                  </a:cubicBezTo>
                  <a:cubicBezTo>
                    <a:pt x="4845" y="554"/>
                    <a:pt x="5433" y="565"/>
                    <a:pt x="6022" y="565"/>
                  </a:cubicBezTo>
                  <a:cubicBezTo>
                    <a:pt x="6291" y="565"/>
                    <a:pt x="6559" y="563"/>
                    <a:pt x="6827" y="559"/>
                  </a:cubicBezTo>
                  <a:lnTo>
                    <a:pt x="6851" y="395"/>
                  </a:lnTo>
                  <a:lnTo>
                    <a:pt x="6851" y="395"/>
                  </a:lnTo>
                  <a:cubicBezTo>
                    <a:pt x="6548" y="400"/>
                    <a:pt x="6245" y="403"/>
                    <a:pt x="5941" y="403"/>
                  </a:cubicBezTo>
                  <a:cubicBezTo>
                    <a:pt x="4003" y="403"/>
                    <a:pt x="2064" y="284"/>
                    <a:pt x="129" y="1"/>
                  </a:cubicBezTo>
                  <a:cubicBezTo>
                    <a:pt x="126" y="0"/>
                    <a:pt x="123" y="0"/>
                    <a:pt x="120" y="0"/>
                  </a:cubicBezTo>
                  <a:close/>
                </a:path>
              </a:pathLst>
            </a:custGeom>
            <a:solidFill>
              <a:srgbClr val="7577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30"/>
            <p:cNvSpPr/>
            <p:nvPr/>
          </p:nvSpPr>
          <p:spPr>
            <a:xfrm>
              <a:off x="1259200" y="703425"/>
              <a:ext cx="6775" cy="170825"/>
            </a:xfrm>
            <a:custGeom>
              <a:rect b="b" l="l" r="r" t="t"/>
              <a:pathLst>
                <a:path extrusionOk="0" h="6833" w="271">
                  <a:moveTo>
                    <a:pt x="71" y="1"/>
                  </a:moveTo>
                  <a:cubicBezTo>
                    <a:pt x="36" y="1"/>
                    <a:pt x="1" y="24"/>
                    <a:pt x="3" y="72"/>
                  </a:cubicBezTo>
                  <a:cubicBezTo>
                    <a:pt x="66" y="1082"/>
                    <a:pt x="121" y="2096"/>
                    <a:pt x="124" y="3110"/>
                  </a:cubicBezTo>
                  <a:cubicBezTo>
                    <a:pt x="128" y="4326"/>
                    <a:pt x="69" y="5546"/>
                    <a:pt x="3" y="6762"/>
                  </a:cubicBezTo>
                  <a:cubicBezTo>
                    <a:pt x="1" y="6809"/>
                    <a:pt x="36" y="6832"/>
                    <a:pt x="71" y="6832"/>
                  </a:cubicBezTo>
                  <a:cubicBezTo>
                    <a:pt x="107" y="6832"/>
                    <a:pt x="144" y="6809"/>
                    <a:pt x="145" y="6762"/>
                  </a:cubicBezTo>
                  <a:cubicBezTo>
                    <a:pt x="212" y="5546"/>
                    <a:pt x="271" y="4326"/>
                    <a:pt x="267" y="3110"/>
                  </a:cubicBezTo>
                  <a:cubicBezTo>
                    <a:pt x="264" y="2096"/>
                    <a:pt x="212" y="1082"/>
                    <a:pt x="145" y="72"/>
                  </a:cubicBezTo>
                  <a:cubicBezTo>
                    <a:pt x="144" y="24"/>
                    <a:pt x="107" y="1"/>
                    <a:pt x="71" y="1"/>
                  </a:cubicBezTo>
                  <a:close/>
                </a:path>
              </a:pathLst>
            </a:custGeom>
            <a:solidFill>
              <a:srgbClr val="7577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30"/>
            <p:cNvSpPr/>
            <p:nvPr/>
          </p:nvSpPr>
          <p:spPr>
            <a:xfrm>
              <a:off x="1452700" y="724075"/>
              <a:ext cx="137275" cy="676175"/>
            </a:xfrm>
            <a:custGeom>
              <a:rect b="b" l="l" r="r" t="t"/>
              <a:pathLst>
                <a:path extrusionOk="0" h="27047" w="5491">
                  <a:moveTo>
                    <a:pt x="72" y="1"/>
                  </a:moveTo>
                  <a:cubicBezTo>
                    <a:pt x="36" y="1"/>
                    <a:pt x="0" y="24"/>
                    <a:pt x="2" y="71"/>
                  </a:cubicBezTo>
                  <a:cubicBezTo>
                    <a:pt x="61" y="3629"/>
                    <a:pt x="371" y="7183"/>
                    <a:pt x="928" y="10699"/>
                  </a:cubicBezTo>
                  <a:cubicBezTo>
                    <a:pt x="1489" y="14246"/>
                    <a:pt x="2298" y="17751"/>
                    <a:pt x="3336" y="21190"/>
                  </a:cubicBezTo>
                  <a:cubicBezTo>
                    <a:pt x="3929" y="23149"/>
                    <a:pt x="4598" y="25086"/>
                    <a:pt x="5333" y="26999"/>
                  </a:cubicBezTo>
                  <a:cubicBezTo>
                    <a:pt x="5345" y="27032"/>
                    <a:pt x="5375" y="27047"/>
                    <a:pt x="5404" y="27047"/>
                  </a:cubicBezTo>
                  <a:cubicBezTo>
                    <a:pt x="5448" y="27047"/>
                    <a:pt x="5491" y="27013"/>
                    <a:pt x="5472" y="26960"/>
                  </a:cubicBezTo>
                  <a:cubicBezTo>
                    <a:pt x="4180" y="23608"/>
                    <a:pt x="3103" y="20176"/>
                    <a:pt x="2263" y="16682"/>
                  </a:cubicBezTo>
                  <a:cubicBezTo>
                    <a:pt x="1430" y="13204"/>
                    <a:pt x="830" y="9667"/>
                    <a:pt x="486" y="6106"/>
                  </a:cubicBezTo>
                  <a:cubicBezTo>
                    <a:pt x="291" y="4099"/>
                    <a:pt x="179" y="2086"/>
                    <a:pt x="145" y="71"/>
                  </a:cubicBezTo>
                  <a:cubicBezTo>
                    <a:pt x="145" y="24"/>
                    <a:pt x="108" y="1"/>
                    <a:pt x="72" y="1"/>
                  </a:cubicBezTo>
                  <a:close/>
                </a:path>
              </a:pathLst>
            </a:custGeom>
            <a:solidFill>
              <a:srgbClr val="7577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30"/>
            <p:cNvSpPr/>
            <p:nvPr/>
          </p:nvSpPr>
          <p:spPr>
            <a:xfrm>
              <a:off x="1528600" y="1097600"/>
              <a:ext cx="80875" cy="119125"/>
            </a:xfrm>
            <a:custGeom>
              <a:rect b="b" l="l" r="r" t="t"/>
              <a:pathLst>
                <a:path extrusionOk="0" h="4765" w="3235">
                  <a:moveTo>
                    <a:pt x="72" y="1"/>
                  </a:moveTo>
                  <a:cubicBezTo>
                    <a:pt x="36" y="1"/>
                    <a:pt x="1" y="24"/>
                    <a:pt x="1" y="72"/>
                  </a:cubicBezTo>
                  <a:cubicBezTo>
                    <a:pt x="36" y="1263"/>
                    <a:pt x="338" y="2441"/>
                    <a:pt x="910" y="3494"/>
                  </a:cubicBezTo>
                  <a:cubicBezTo>
                    <a:pt x="1144" y="3918"/>
                    <a:pt x="1436" y="4351"/>
                    <a:pt x="1871" y="4587"/>
                  </a:cubicBezTo>
                  <a:cubicBezTo>
                    <a:pt x="2080" y="4701"/>
                    <a:pt x="2313" y="4764"/>
                    <a:pt x="2543" y="4764"/>
                  </a:cubicBezTo>
                  <a:cubicBezTo>
                    <a:pt x="2763" y="4764"/>
                    <a:pt x="2981" y="4707"/>
                    <a:pt x="3172" y="4581"/>
                  </a:cubicBezTo>
                  <a:cubicBezTo>
                    <a:pt x="3235" y="4537"/>
                    <a:pt x="3198" y="4443"/>
                    <a:pt x="3139" y="4443"/>
                  </a:cubicBezTo>
                  <a:cubicBezTo>
                    <a:pt x="3127" y="4443"/>
                    <a:pt x="3114" y="4446"/>
                    <a:pt x="3101" y="4455"/>
                  </a:cubicBezTo>
                  <a:cubicBezTo>
                    <a:pt x="2927" y="4569"/>
                    <a:pt x="2737" y="4620"/>
                    <a:pt x="2547" y="4620"/>
                  </a:cubicBezTo>
                  <a:cubicBezTo>
                    <a:pt x="2239" y="4620"/>
                    <a:pt x="1929" y="4487"/>
                    <a:pt x="1683" y="4280"/>
                  </a:cubicBezTo>
                  <a:cubicBezTo>
                    <a:pt x="1321" y="3978"/>
                    <a:pt x="1081" y="3535"/>
                    <a:pt x="879" y="3113"/>
                  </a:cubicBezTo>
                  <a:cubicBezTo>
                    <a:pt x="419" y="2166"/>
                    <a:pt x="174" y="1124"/>
                    <a:pt x="144" y="72"/>
                  </a:cubicBezTo>
                  <a:cubicBezTo>
                    <a:pt x="144" y="24"/>
                    <a:pt x="108" y="1"/>
                    <a:pt x="72" y="1"/>
                  </a:cubicBezTo>
                  <a:close/>
                </a:path>
              </a:pathLst>
            </a:custGeom>
            <a:solidFill>
              <a:srgbClr val="7577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30"/>
            <p:cNvSpPr/>
            <p:nvPr/>
          </p:nvSpPr>
          <p:spPr>
            <a:xfrm>
              <a:off x="1527500" y="1096475"/>
              <a:ext cx="42750" cy="15050"/>
            </a:xfrm>
            <a:custGeom>
              <a:rect b="b" l="l" r="r" t="t"/>
              <a:pathLst>
                <a:path extrusionOk="0" h="602" w="1710">
                  <a:moveTo>
                    <a:pt x="113" y="0"/>
                  </a:moveTo>
                  <a:cubicBezTo>
                    <a:pt x="30" y="0"/>
                    <a:pt x="0" y="127"/>
                    <a:pt x="86" y="141"/>
                  </a:cubicBezTo>
                  <a:cubicBezTo>
                    <a:pt x="598" y="221"/>
                    <a:pt x="1093" y="371"/>
                    <a:pt x="1564" y="594"/>
                  </a:cubicBezTo>
                  <a:cubicBezTo>
                    <a:pt x="1575" y="599"/>
                    <a:pt x="1586" y="601"/>
                    <a:pt x="1597" y="601"/>
                  </a:cubicBezTo>
                  <a:cubicBezTo>
                    <a:pt x="1664" y="601"/>
                    <a:pt x="1709" y="505"/>
                    <a:pt x="1637" y="472"/>
                  </a:cubicBezTo>
                  <a:cubicBezTo>
                    <a:pt x="1153" y="242"/>
                    <a:pt x="651" y="85"/>
                    <a:pt x="125" y="1"/>
                  </a:cubicBezTo>
                  <a:cubicBezTo>
                    <a:pt x="121" y="1"/>
                    <a:pt x="117" y="0"/>
                    <a:pt x="113" y="0"/>
                  </a:cubicBezTo>
                  <a:close/>
                </a:path>
              </a:pathLst>
            </a:custGeom>
            <a:solidFill>
              <a:srgbClr val="7577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30"/>
            <p:cNvSpPr/>
            <p:nvPr/>
          </p:nvSpPr>
          <p:spPr>
            <a:xfrm>
              <a:off x="1621850" y="733100"/>
              <a:ext cx="48375" cy="27425"/>
            </a:xfrm>
            <a:custGeom>
              <a:rect b="b" l="l" r="r" t="t"/>
              <a:pathLst>
                <a:path extrusionOk="0" h="1097" w="1935">
                  <a:moveTo>
                    <a:pt x="106" y="0"/>
                  </a:moveTo>
                  <a:cubicBezTo>
                    <a:pt x="43" y="0"/>
                    <a:pt x="1" y="97"/>
                    <a:pt x="69" y="136"/>
                  </a:cubicBezTo>
                  <a:cubicBezTo>
                    <a:pt x="640" y="463"/>
                    <a:pt x="1225" y="759"/>
                    <a:pt x="1793" y="1087"/>
                  </a:cubicBezTo>
                  <a:cubicBezTo>
                    <a:pt x="1805" y="1093"/>
                    <a:pt x="1817" y="1096"/>
                    <a:pt x="1829" y="1096"/>
                  </a:cubicBezTo>
                  <a:cubicBezTo>
                    <a:pt x="1892" y="1096"/>
                    <a:pt x="1934" y="1002"/>
                    <a:pt x="1867" y="961"/>
                  </a:cubicBezTo>
                  <a:cubicBezTo>
                    <a:pt x="1298" y="638"/>
                    <a:pt x="713" y="337"/>
                    <a:pt x="142" y="10"/>
                  </a:cubicBezTo>
                  <a:cubicBezTo>
                    <a:pt x="129" y="3"/>
                    <a:pt x="118" y="0"/>
                    <a:pt x="106" y="0"/>
                  </a:cubicBezTo>
                  <a:close/>
                </a:path>
              </a:pathLst>
            </a:custGeom>
            <a:solidFill>
              <a:srgbClr val="7577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30"/>
            <p:cNvSpPr/>
            <p:nvPr/>
          </p:nvSpPr>
          <p:spPr>
            <a:xfrm>
              <a:off x="1630075" y="736725"/>
              <a:ext cx="23625" cy="4475"/>
            </a:xfrm>
            <a:custGeom>
              <a:rect b="b" l="l" r="r" t="t"/>
              <a:pathLst>
                <a:path extrusionOk="0" h="179" w="945">
                  <a:moveTo>
                    <a:pt x="855" y="1"/>
                  </a:moveTo>
                  <a:cubicBezTo>
                    <a:pt x="600" y="1"/>
                    <a:pt x="346" y="33"/>
                    <a:pt x="95" y="36"/>
                  </a:cubicBezTo>
                  <a:cubicBezTo>
                    <a:pt x="1" y="36"/>
                    <a:pt x="1" y="179"/>
                    <a:pt x="95" y="179"/>
                  </a:cubicBezTo>
                  <a:cubicBezTo>
                    <a:pt x="346" y="179"/>
                    <a:pt x="600" y="147"/>
                    <a:pt x="855" y="144"/>
                  </a:cubicBezTo>
                  <a:cubicBezTo>
                    <a:pt x="945" y="144"/>
                    <a:pt x="945" y="1"/>
                    <a:pt x="855" y="1"/>
                  </a:cubicBezTo>
                  <a:close/>
                </a:path>
              </a:pathLst>
            </a:custGeom>
            <a:solidFill>
              <a:srgbClr val="7577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30"/>
            <p:cNvSpPr/>
            <p:nvPr/>
          </p:nvSpPr>
          <p:spPr>
            <a:xfrm>
              <a:off x="1437875" y="703475"/>
              <a:ext cx="67025" cy="72400"/>
            </a:xfrm>
            <a:custGeom>
              <a:rect b="b" l="l" r="r" t="t"/>
              <a:pathLst>
                <a:path extrusionOk="0" h="2896" w="2681">
                  <a:moveTo>
                    <a:pt x="100" y="0"/>
                  </a:moveTo>
                  <a:cubicBezTo>
                    <a:pt x="49" y="0"/>
                    <a:pt x="1" y="51"/>
                    <a:pt x="37" y="104"/>
                  </a:cubicBezTo>
                  <a:cubicBezTo>
                    <a:pt x="751" y="1125"/>
                    <a:pt x="1584" y="2056"/>
                    <a:pt x="2525" y="2878"/>
                  </a:cubicBezTo>
                  <a:cubicBezTo>
                    <a:pt x="2539" y="2891"/>
                    <a:pt x="2555" y="2896"/>
                    <a:pt x="2570" y="2896"/>
                  </a:cubicBezTo>
                  <a:cubicBezTo>
                    <a:pt x="2628" y="2896"/>
                    <a:pt x="2681" y="2823"/>
                    <a:pt x="2626" y="2773"/>
                  </a:cubicBezTo>
                  <a:cubicBezTo>
                    <a:pt x="1695" y="1961"/>
                    <a:pt x="870" y="1041"/>
                    <a:pt x="159" y="31"/>
                  </a:cubicBezTo>
                  <a:cubicBezTo>
                    <a:pt x="143" y="9"/>
                    <a:pt x="122" y="0"/>
                    <a:pt x="100" y="0"/>
                  </a:cubicBezTo>
                  <a:close/>
                </a:path>
              </a:pathLst>
            </a:custGeom>
            <a:solidFill>
              <a:srgbClr val="7577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30"/>
            <p:cNvSpPr/>
            <p:nvPr/>
          </p:nvSpPr>
          <p:spPr>
            <a:xfrm>
              <a:off x="1433625" y="713350"/>
              <a:ext cx="18300" cy="9350"/>
            </a:xfrm>
            <a:custGeom>
              <a:rect b="b" l="l" r="r" t="t"/>
              <a:pathLst>
                <a:path extrusionOk="0" h="374" w="732">
                  <a:moveTo>
                    <a:pt x="90" y="0"/>
                  </a:moveTo>
                  <a:cubicBezTo>
                    <a:pt x="23" y="0"/>
                    <a:pt x="1" y="114"/>
                    <a:pt x="78" y="145"/>
                  </a:cubicBezTo>
                  <a:cubicBezTo>
                    <a:pt x="255" y="218"/>
                    <a:pt x="437" y="291"/>
                    <a:pt x="618" y="368"/>
                  </a:cubicBezTo>
                  <a:cubicBezTo>
                    <a:pt x="628" y="372"/>
                    <a:pt x="637" y="374"/>
                    <a:pt x="645" y="374"/>
                  </a:cubicBezTo>
                  <a:cubicBezTo>
                    <a:pt x="712" y="374"/>
                    <a:pt x="731" y="260"/>
                    <a:pt x="657" y="228"/>
                  </a:cubicBezTo>
                  <a:cubicBezTo>
                    <a:pt x="475" y="156"/>
                    <a:pt x="294" y="79"/>
                    <a:pt x="117" y="6"/>
                  </a:cubicBezTo>
                  <a:cubicBezTo>
                    <a:pt x="107" y="2"/>
                    <a:pt x="98" y="0"/>
                    <a:pt x="90" y="0"/>
                  </a:cubicBezTo>
                  <a:close/>
                </a:path>
              </a:pathLst>
            </a:custGeom>
            <a:solidFill>
              <a:srgbClr val="7577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30"/>
            <p:cNvSpPr/>
            <p:nvPr/>
          </p:nvSpPr>
          <p:spPr>
            <a:xfrm>
              <a:off x="1428600" y="564000"/>
              <a:ext cx="61500" cy="70775"/>
            </a:xfrm>
            <a:custGeom>
              <a:rect b="b" l="l" r="r" t="t"/>
              <a:pathLst>
                <a:path extrusionOk="0" h="2831" w="2460">
                  <a:moveTo>
                    <a:pt x="2376" y="0"/>
                  </a:moveTo>
                  <a:cubicBezTo>
                    <a:pt x="2373" y="0"/>
                    <a:pt x="2370" y="0"/>
                    <a:pt x="2366" y="1"/>
                  </a:cubicBezTo>
                  <a:cubicBezTo>
                    <a:pt x="997" y="178"/>
                    <a:pt x="1" y="1376"/>
                    <a:pt x="105" y="2760"/>
                  </a:cubicBezTo>
                  <a:cubicBezTo>
                    <a:pt x="109" y="2807"/>
                    <a:pt x="146" y="2831"/>
                    <a:pt x="182" y="2831"/>
                  </a:cubicBezTo>
                  <a:cubicBezTo>
                    <a:pt x="217" y="2831"/>
                    <a:pt x="251" y="2807"/>
                    <a:pt x="247" y="2760"/>
                  </a:cubicBezTo>
                  <a:cubicBezTo>
                    <a:pt x="150" y="1464"/>
                    <a:pt x="1070" y="310"/>
                    <a:pt x="2366" y="147"/>
                  </a:cubicBezTo>
                  <a:cubicBezTo>
                    <a:pt x="2454" y="133"/>
                    <a:pt x="2460" y="0"/>
                    <a:pt x="2376" y="0"/>
                  </a:cubicBezTo>
                  <a:close/>
                </a:path>
              </a:pathLst>
            </a:custGeom>
            <a:solidFill>
              <a:srgbClr val="7577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30"/>
            <p:cNvSpPr/>
            <p:nvPr/>
          </p:nvSpPr>
          <p:spPr>
            <a:xfrm>
              <a:off x="1426325" y="421900"/>
              <a:ext cx="32875" cy="7450"/>
            </a:xfrm>
            <a:custGeom>
              <a:rect b="b" l="l" r="r" t="t"/>
              <a:pathLst>
                <a:path extrusionOk="0" h="298" w="1315">
                  <a:moveTo>
                    <a:pt x="321" y="1"/>
                  </a:moveTo>
                  <a:cubicBezTo>
                    <a:pt x="229" y="1"/>
                    <a:pt x="137" y="8"/>
                    <a:pt x="50" y="26"/>
                  </a:cubicBezTo>
                  <a:cubicBezTo>
                    <a:pt x="21" y="32"/>
                    <a:pt x="1" y="61"/>
                    <a:pt x="8" y="92"/>
                  </a:cubicBezTo>
                  <a:cubicBezTo>
                    <a:pt x="11" y="116"/>
                    <a:pt x="32" y="130"/>
                    <a:pt x="53" y="134"/>
                  </a:cubicBezTo>
                  <a:cubicBezTo>
                    <a:pt x="57" y="135"/>
                    <a:pt x="60" y="136"/>
                    <a:pt x="63" y="136"/>
                  </a:cubicBezTo>
                  <a:cubicBezTo>
                    <a:pt x="67" y="136"/>
                    <a:pt x="70" y="135"/>
                    <a:pt x="74" y="134"/>
                  </a:cubicBezTo>
                  <a:cubicBezTo>
                    <a:pt x="152" y="118"/>
                    <a:pt x="235" y="111"/>
                    <a:pt x="318" y="111"/>
                  </a:cubicBezTo>
                  <a:cubicBezTo>
                    <a:pt x="755" y="111"/>
                    <a:pt x="1225" y="291"/>
                    <a:pt x="1231" y="294"/>
                  </a:cubicBezTo>
                  <a:cubicBezTo>
                    <a:pt x="1237" y="296"/>
                    <a:pt x="1243" y="297"/>
                    <a:pt x="1250" y="297"/>
                  </a:cubicBezTo>
                  <a:cubicBezTo>
                    <a:pt x="1272" y="297"/>
                    <a:pt x="1293" y="284"/>
                    <a:pt x="1304" y="262"/>
                  </a:cubicBezTo>
                  <a:cubicBezTo>
                    <a:pt x="1314" y="235"/>
                    <a:pt x="1300" y="203"/>
                    <a:pt x="1269" y="190"/>
                  </a:cubicBezTo>
                  <a:cubicBezTo>
                    <a:pt x="1246" y="181"/>
                    <a:pt x="776" y="1"/>
                    <a:pt x="321" y="1"/>
                  </a:cubicBezTo>
                  <a:close/>
                </a:path>
              </a:pathLst>
            </a:custGeom>
            <a:solidFill>
              <a:srgbClr val="241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17" name="Google Shape;517;p30"/>
          <p:cNvSpPr/>
          <p:nvPr/>
        </p:nvSpPr>
        <p:spPr>
          <a:xfrm>
            <a:off x="4133763" y="535002"/>
            <a:ext cx="316434" cy="276174"/>
          </a:xfrm>
          <a:custGeom>
            <a:rect b="b" l="l" r="r" t="t"/>
            <a:pathLst>
              <a:path extrusionOk="0" h="3078" w="3527">
                <a:moveTo>
                  <a:pt x="1764" y="380"/>
                </a:moveTo>
                <a:lnTo>
                  <a:pt x="3174" y="2823"/>
                </a:lnTo>
                <a:lnTo>
                  <a:pt x="352" y="2823"/>
                </a:lnTo>
                <a:lnTo>
                  <a:pt x="1764" y="380"/>
                </a:lnTo>
                <a:close/>
                <a:moveTo>
                  <a:pt x="1764" y="1"/>
                </a:moveTo>
                <a:cubicBezTo>
                  <a:pt x="1719" y="1"/>
                  <a:pt x="1677" y="25"/>
                  <a:pt x="1652" y="63"/>
                </a:cubicBezTo>
                <a:lnTo>
                  <a:pt x="22" y="2886"/>
                </a:lnTo>
                <a:cubicBezTo>
                  <a:pt x="1" y="2928"/>
                  <a:pt x="1" y="2976"/>
                  <a:pt x="22" y="3015"/>
                </a:cubicBezTo>
                <a:cubicBezTo>
                  <a:pt x="46" y="3053"/>
                  <a:pt x="88" y="3077"/>
                  <a:pt x="133" y="3077"/>
                </a:cubicBezTo>
                <a:lnTo>
                  <a:pt x="3394" y="3077"/>
                </a:lnTo>
                <a:cubicBezTo>
                  <a:pt x="3440" y="3077"/>
                  <a:pt x="3481" y="3053"/>
                  <a:pt x="3506" y="3015"/>
                </a:cubicBezTo>
                <a:cubicBezTo>
                  <a:pt x="3526" y="2976"/>
                  <a:pt x="3526" y="2928"/>
                  <a:pt x="3506" y="2886"/>
                </a:cubicBezTo>
                <a:lnTo>
                  <a:pt x="1875" y="63"/>
                </a:lnTo>
                <a:cubicBezTo>
                  <a:pt x="1851" y="25"/>
                  <a:pt x="1809" y="1"/>
                  <a:pt x="176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18" name="Google Shape;518;p30"/>
          <p:cNvGrpSpPr/>
          <p:nvPr/>
        </p:nvGrpSpPr>
        <p:grpSpPr>
          <a:xfrm rot="4386973">
            <a:off x="8128166" y="424272"/>
            <a:ext cx="237753" cy="307920"/>
            <a:chOff x="5402225" y="3028900"/>
            <a:chExt cx="135050" cy="174900"/>
          </a:xfrm>
        </p:grpSpPr>
        <p:sp>
          <p:nvSpPr>
            <p:cNvPr id="519" name="Google Shape;519;p30"/>
            <p:cNvSpPr/>
            <p:nvPr/>
          </p:nvSpPr>
          <p:spPr>
            <a:xfrm>
              <a:off x="5424000" y="3043600"/>
              <a:ext cx="91400" cy="5775"/>
            </a:xfrm>
            <a:custGeom>
              <a:rect b="b" l="l" r="r" t="t"/>
              <a:pathLst>
                <a:path extrusionOk="0" h="231" w="3656">
                  <a:moveTo>
                    <a:pt x="119" y="0"/>
                  </a:moveTo>
                  <a:cubicBezTo>
                    <a:pt x="52" y="0"/>
                    <a:pt x="0" y="49"/>
                    <a:pt x="0" y="115"/>
                  </a:cubicBezTo>
                  <a:cubicBezTo>
                    <a:pt x="0" y="178"/>
                    <a:pt x="52" y="230"/>
                    <a:pt x="119" y="230"/>
                  </a:cubicBezTo>
                  <a:lnTo>
                    <a:pt x="3540" y="230"/>
                  </a:lnTo>
                  <a:cubicBezTo>
                    <a:pt x="3603" y="230"/>
                    <a:pt x="3656" y="178"/>
                    <a:pt x="3656" y="115"/>
                  </a:cubicBezTo>
                  <a:cubicBezTo>
                    <a:pt x="3656" y="49"/>
                    <a:pt x="3603" y="0"/>
                    <a:pt x="35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30"/>
            <p:cNvSpPr/>
            <p:nvPr/>
          </p:nvSpPr>
          <p:spPr>
            <a:xfrm>
              <a:off x="5424000" y="3067900"/>
              <a:ext cx="91400" cy="5775"/>
            </a:xfrm>
            <a:custGeom>
              <a:rect b="b" l="l" r="r" t="t"/>
              <a:pathLst>
                <a:path extrusionOk="0" h="231" w="3656">
                  <a:moveTo>
                    <a:pt x="119" y="0"/>
                  </a:moveTo>
                  <a:cubicBezTo>
                    <a:pt x="52" y="0"/>
                    <a:pt x="0" y="53"/>
                    <a:pt x="0" y="116"/>
                  </a:cubicBezTo>
                  <a:cubicBezTo>
                    <a:pt x="0" y="182"/>
                    <a:pt x="52" y="230"/>
                    <a:pt x="119" y="230"/>
                  </a:cubicBezTo>
                  <a:lnTo>
                    <a:pt x="3540" y="230"/>
                  </a:lnTo>
                  <a:cubicBezTo>
                    <a:pt x="3603" y="230"/>
                    <a:pt x="3656" y="182"/>
                    <a:pt x="3656" y="116"/>
                  </a:cubicBezTo>
                  <a:cubicBezTo>
                    <a:pt x="3656" y="53"/>
                    <a:pt x="3603" y="0"/>
                    <a:pt x="35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30"/>
            <p:cNvSpPr/>
            <p:nvPr/>
          </p:nvSpPr>
          <p:spPr>
            <a:xfrm>
              <a:off x="5424000" y="3092200"/>
              <a:ext cx="91400" cy="5875"/>
            </a:xfrm>
            <a:custGeom>
              <a:rect b="b" l="l" r="r" t="t"/>
              <a:pathLst>
                <a:path extrusionOk="0" h="235" w="3656">
                  <a:moveTo>
                    <a:pt x="119" y="1"/>
                  </a:moveTo>
                  <a:cubicBezTo>
                    <a:pt x="52" y="1"/>
                    <a:pt x="0" y="53"/>
                    <a:pt x="0" y="119"/>
                  </a:cubicBezTo>
                  <a:cubicBezTo>
                    <a:pt x="0" y="181"/>
                    <a:pt x="52" y="234"/>
                    <a:pt x="119" y="234"/>
                  </a:cubicBezTo>
                  <a:lnTo>
                    <a:pt x="3540" y="234"/>
                  </a:lnTo>
                  <a:cubicBezTo>
                    <a:pt x="3603" y="234"/>
                    <a:pt x="3656" y="181"/>
                    <a:pt x="3656" y="119"/>
                  </a:cubicBezTo>
                  <a:cubicBezTo>
                    <a:pt x="3656" y="53"/>
                    <a:pt x="3603" y="1"/>
                    <a:pt x="35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30"/>
            <p:cNvSpPr/>
            <p:nvPr/>
          </p:nvSpPr>
          <p:spPr>
            <a:xfrm>
              <a:off x="5424000" y="3140900"/>
              <a:ext cx="91400" cy="5850"/>
            </a:xfrm>
            <a:custGeom>
              <a:rect b="b" l="l" r="r" t="t"/>
              <a:pathLst>
                <a:path extrusionOk="0" h="234" w="3656">
                  <a:moveTo>
                    <a:pt x="119" y="0"/>
                  </a:moveTo>
                  <a:cubicBezTo>
                    <a:pt x="52" y="0"/>
                    <a:pt x="0" y="52"/>
                    <a:pt x="0" y="115"/>
                  </a:cubicBezTo>
                  <a:cubicBezTo>
                    <a:pt x="0" y="182"/>
                    <a:pt x="52" y="234"/>
                    <a:pt x="119" y="234"/>
                  </a:cubicBezTo>
                  <a:lnTo>
                    <a:pt x="3540" y="234"/>
                  </a:lnTo>
                  <a:cubicBezTo>
                    <a:pt x="3603" y="234"/>
                    <a:pt x="3656" y="182"/>
                    <a:pt x="3656" y="115"/>
                  </a:cubicBezTo>
                  <a:cubicBezTo>
                    <a:pt x="3656" y="52"/>
                    <a:pt x="3603" y="0"/>
                    <a:pt x="35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30"/>
            <p:cNvSpPr/>
            <p:nvPr/>
          </p:nvSpPr>
          <p:spPr>
            <a:xfrm>
              <a:off x="5424000" y="3165300"/>
              <a:ext cx="91400" cy="5775"/>
            </a:xfrm>
            <a:custGeom>
              <a:rect b="b" l="l" r="r" t="t"/>
              <a:pathLst>
                <a:path extrusionOk="0" h="231" w="3656">
                  <a:moveTo>
                    <a:pt x="119" y="0"/>
                  </a:moveTo>
                  <a:cubicBezTo>
                    <a:pt x="52" y="0"/>
                    <a:pt x="0" y="52"/>
                    <a:pt x="0" y="115"/>
                  </a:cubicBezTo>
                  <a:cubicBezTo>
                    <a:pt x="0" y="178"/>
                    <a:pt x="52" y="230"/>
                    <a:pt x="119" y="230"/>
                  </a:cubicBezTo>
                  <a:lnTo>
                    <a:pt x="3540" y="230"/>
                  </a:lnTo>
                  <a:cubicBezTo>
                    <a:pt x="3603" y="230"/>
                    <a:pt x="3656" y="178"/>
                    <a:pt x="3656" y="115"/>
                  </a:cubicBezTo>
                  <a:cubicBezTo>
                    <a:pt x="3656" y="52"/>
                    <a:pt x="3603" y="0"/>
                    <a:pt x="35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30"/>
            <p:cNvSpPr/>
            <p:nvPr/>
          </p:nvSpPr>
          <p:spPr>
            <a:xfrm>
              <a:off x="5424000" y="3189575"/>
              <a:ext cx="91400" cy="5775"/>
            </a:xfrm>
            <a:custGeom>
              <a:rect b="b" l="l" r="r" t="t"/>
              <a:pathLst>
                <a:path extrusionOk="0" h="231" w="3656">
                  <a:moveTo>
                    <a:pt x="119" y="1"/>
                  </a:moveTo>
                  <a:cubicBezTo>
                    <a:pt x="52" y="1"/>
                    <a:pt x="0" y="54"/>
                    <a:pt x="0" y="116"/>
                  </a:cubicBezTo>
                  <a:cubicBezTo>
                    <a:pt x="0" y="182"/>
                    <a:pt x="52" y="231"/>
                    <a:pt x="119" y="231"/>
                  </a:cubicBezTo>
                  <a:lnTo>
                    <a:pt x="3540" y="231"/>
                  </a:lnTo>
                  <a:cubicBezTo>
                    <a:pt x="3603" y="231"/>
                    <a:pt x="3656" y="182"/>
                    <a:pt x="3656" y="116"/>
                  </a:cubicBezTo>
                  <a:cubicBezTo>
                    <a:pt x="3656" y="54"/>
                    <a:pt x="3603" y="1"/>
                    <a:pt x="35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30"/>
            <p:cNvSpPr/>
            <p:nvPr/>
          </p:nvSpPr>
          <p:spPr>
            <a:xfrm>
              <a:off x="5402225" y="3028900"/>
              <a:ext cx="42175" cy="80300"/>
            </a:xfrm>
            <a:custGeom>
              <a:rect b="b" l="l" r="r" t="t"/>
              <a:pathLst>
                <a:path extrusionOk="0" h="3212" w="1687">
                  <a:moveTo>
                    <a:pt x="508" y="0"/>
                  </a:moveTo>
                  <a:cubicBezTo>
                    <a:pt x="385" y="0"/>
                    <a:pt x="277" y="89"/>
                    <a:pt x="258" y="212"/>
                  </a:cubicBezTo>
                  <a:cubicBezTo>
                    <a:pt x="248" y="281"/>
                    <a:pt x="0" y="1919"/>
                    <a:pt x="857" y="2922"/>
                  </a:cubicBezTo>
                  <a:cubicBezTo>
                    <a:pt x="948" y="3031"/>
                    <a:pt x="1053" y="3128"/>
                    <a:pt x="1161" y="3212"/>
                  </a:cubicBezTo>
                  <a:cubicBezTo>
                    <a:pt x="1293" y="3128"/>
                    <a:pt x="1471" y="3034"/>
                    <a:pt x="1687" y="2954"/>
                  </a:cubicBezTo>
                  <a:cubicBezTo>
                    <a:pt x="1513" y="2864"/>
                    <a:pt x="1366" y="2745"/>
                    <a:pt x="1241" y="2599"/>
                  </a:cubicBezTo>
                  <a:cubicBezTo>
                    <a:pt x="805" y="2090"/>
                    <a:pt x="722" y="1338"/>
                    <a:pt x="722" y="832"/>
                  </a:cubicBezTo>
                  <a:cubicBezTo>
                    <a:pt x="722" y="518"/>
                    <a:pt x="753" y="296"/>
                    <a:pt x="753" y="292"/>
                  </a:cubicBezTo>
                  <a:cubicBezTo>
                    <a:pt x="777" y="156"/>
                    <a:pt x="683" y="27"/>
                    <a:pt x="547" y="3"/>
                  </a:cubicBezTo>
                  <a:cubicBezTo>
                    <a:pt x="534" y="1"/>
                    <a:pt x="521" y="0"/>
                    <a:pt x="50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30"/>
            <p:cNvSpPr/>
            <p:nvPr/>
          </p:nvSpPr>
          <p:spPr>
            <a:xfrm>
              <a:off x="5494550" y="3121025"/>
              <a:ext cx="42100" cy="82775"/>
            </a:xfrm>
            <a:custGeom>
              <a:rect b="b" l="l" r="r" t="t"/>
              <a:pathLst>
                <a:path extrusionOk="0" h="3311" w="1684">
                  <a:moveTo>
                    <a:pt x="541" y="1"/>
                  </a:moveTo>
                  <a:cubicBezTo>
                    <a:pt x="363" y="102"/>
                    <a:pt x="178" y="175"/>
                    <a:pt x="1" y="231"/>
                  </a:cubicBezTo>
                  <a:cubicBezTo>
                    <a:pt x="147" y="314"/>
                    <a:pt x="276" y="422"/>
                    <a:pt x="387" y="551"/>
                  </a:cubicBezTo>
                  <a:cubicBezTo>
                    <a:pt x="1157" y="1423"/>
                    <a:pt x="966" y="3015"/>
                    <a:pt x="966" y="3029"/>
                  </a:cubicBezTo>
                  <a:cubicBezTo>
                    <a:pt x="948" y="3168"/>
                    <a:pt x="1046" y="3293"/>
                    <a:pt x="1182" y="3311"/>
                  </a:cubicBezTo>
                  <a:lnTo>
                    <a:pt x="1213" y="3311"/>
                  </a:lnTo>
                  <a:cubicBezTo>
                    <a:pt x="1339" y="3311"/>
                    <a:pt x="1447" y="3220"/>
                    <a:pt x="1464" y="3092"/>
                  </a:cubicBezTo>
                  <a:cubicBezTo>
                    <a:pt x="1471" y="3018"/>
                    <a:pt x="1683" y="1262"/>
                    <a:pt x="768" y="220"/>
                  </a:cubicBezTo>
                  <a:cubicBezTo>
                    <a:pt x="694" y="141"/>
                    <a:pt x="621" y="67"/>
                    <a:pt x="5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30"/>
            <p:cNvSpPr/>
            <p:nvPr/>
          </p:nvSpPr>
          <p:spPr>
            <a:xfrm>
              <a:off x="5402825" y="3028900"/>
              <a:ext cx="134450" cy="174900"/>
            </a:xfrm>
            <a:custGeom>
              <a:rect b="b" l="l" r="r" t="t"/>
              <a:pathLst>
                <a:path extrusionOk="0" h="6996" w="5378">
                  <a:moveTo>
                    <a:pt x="4868" y="0"/>
                  </a:moveTo>
                  <a:cubicBezTo>
                    <a:pt x="4855" y="0"/>
                    <a:pt x="4842" y="1"/>
                    <a:pt x="4830" y="3"/>
                  </a:cubicBezTo>
                  <a:cubicBezTo>
                    <a:pt x="4694" y="27"/>
                    <a:pt x="4600" y="156"/>
                    <a:pt x="4621" y="292"/>
                  </a:cubicBezTo>
                  <a:cubicBezTo>
                    <a:pt x="4625" y="306"/>
                    <a:pt x="4847" y="1766"/>
                    <a:pt x="4136" y="2595"/>
                  </a:cubicBezTo>
                  <a:cubicBezTo>
                    <a:pt x="3816" y="2975"/>
                    <a:pt x="3335" y="3167"/>
                    <a:pt x="2708" y="3167"/>
                  </a:cubicBezTo>
                  <a:cubicBezTo>
                    <a:pt x="1952" y="3167"/>
                    <a:pt x="1349" y="3414"/>
                    <a:pt x="917" y="3905"/>
                  </a:cubicBezTo>
                  <a:cubicBezTo>
                    <a:pt x="0" y="4947"/>
                    <a:pt x="209" y="6703"/>
                    <a:pt x="220" y="6777"/>
                  </a:cubicBezTo>
                  <a:cubicBezTo>
                    <a:pt x="238" y="6905"/>
                    <a:pt x="346" y="6996"/>
                    <a:pt x="468" y="6996"/>
                  </a:cubicBezTo>
                  <a:lnTo>
                    <a:pt x="502" y="6996"/>
                  </a:lnTo>
                  <a:cubicBezTo>
                    <a:pt x="638" y="6978"/>
                    <a:pt x="736" y="6853"/>
                    <a:pt x="719" y="6714"/>
                  </a:cubicBezTo>
                  <a:cubicBezTo>
                    <a:pt x="715" y="6700"/>
                    <a:pt x="527" y="5108"/>
                    <a:pt x="1293" y="4236"/>
                  </a:cubicBezTo>
                  <a:cubicBezTo>
                    <a:pt x="1628" y="3860"/>
                    <a:pt x="2102" y="3668"/>
                    <a:pt x="2708" y="3668"/>
                  </a:cubicBezTo>
                  <a:cubicBezTo>
                    <a:pt x="3488" y="3668"/>
                    <a:pt x="4095" y="3417"/>
                    <a:pt x="4520" y="2922"/>
                  </a:cubicBezTo>
                  <a:cubicBezTo>
                    <a:pt x="5377" y="1919"/>
                    <a:pt x="5130" y="281"/>
                    <a:pt x="5119" y="212"/>
                  </a:cubicBezTo>
                  <a:cubicBezTo>
                    <a:pt x="5097" y="89"/>
                    <a:pt x="4989" y="0"/>
                    <a:pt x="486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8" name="Google Shape;528;p30"/>
          <p:cNvSpPr/>
          <p:nvPr/>
        </p:nvSpPr>
        <p:spPr>
          <a:xfrm>
            <a:off x="8674773" y="2540824"/>
            <a:ext cx="363704" cy="317403"/>
          </a:xfrm>
          <a:custGeom>
            <a:rect b="b" l="l" r="r" t="t"/>
            <a:pathLst>
              <a:path extrusionOk="0" h="3078" w="3527">
                <a:moveTo>
                  <a:pt x="1764" y="380"/>
                </a:moveTo>
                <a:lnTo>
                  <a:pt x="3174" y="2823"/>
                </a:lnTo>
                <a:lnTo>
                  <a:pt x="352" y="2823"/>
                </a:lnTo>
                <a:lnTo>
                  <a:pt x="1764" y="380"/>
                </a:lnTo>
                <a:close/>
                <a:moveTo>
                  <a:pt x="1764" y="1"/>
                </a:moveTo>
                <a:cubicBezTo>
                  <a:pt x="1719" y="1"/>
                  <a:pt x="1677" y="25"/>
                  <a:pt x="1652" y="63"/>
                </a:cubicBezTo>
                <a:lnTo>
                  <a:pt x="22" y="2886"/>
                </a:lnTo>
                <a:cubicBezTo>
                  <a:pt x="1" y="2928"/>
                  <a:pt x="1" y="2976"/>
                  <a:pt x="22" y="3015"/>
                </a:cubicBezTo>
                <a:cubicBezTo>
                  <a:pt x="46" y="3053"/>
                  <a:pt x="88" y="3077"/>
                  <a:pt x="133" y="3077"/>
                </a:cubicBezTo>
                <a:lnTo>
                  <a:pt x="3394" y="3077"/>
                </a:lnTo>
                <a:cubicBezTo>
                  <a:pt x="3440" y="3077"/>
                  <a:pt x="3481" y="3053"/>
                  <a:pt x="3506" y="3015"/>
                </a:cubicBezTo>
                <a:cubicBezTo>
                  <a:pt x="3526" y="2976"/>
                  <a:pt x="3526" y="2928"/>
                  <a:pt x="3506" y="2886"/>
                </a:cubicBezTo>
                <a:lnTo>
                  <a:pt x="1875" y="63"/>
                </a:lnTo>
                <a:cubicBezTo>
                  <a:pt x="1851" y="25"/>
                  <a:pt x="1809" y="1"/>
                  <a:pt x="17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29" name="Google Shape;529;p30"/>
          <p:cNvGrpSpPr/>
          <p:nvPr/>
        </p:nvGrpSpPr>
        <p:grpSpPr>
          <a:xfrm rot="1999401">
            <a:off x="7206046" y="4341698"/>
            <a:ext cx="388253" cy="409506"/>
            <a:chOff x="1369189" y="306367"/>
            <a:chExt cx="340667" cy="359315"/>
          </a:xfrm>
        </p:grpSpPr>
        <p:sp>
          <p:nvSpPr>
            <p:cNvPr id="530" name="Google Shape;530;p30"/>
            <p:cNvSpPr/>
            <p:nvPr/>
          </p:nvSpPr>
          <p:spPr>
            <a:xfrm>
              <a:off x="1369189" y="306367"/>
              <a:ext cx="340667" cy="359315"/>
            </a:xfrm>
            <a:custGeom>
              <a:rect b="b" l="l" r="r" t="t"/>
              <a:pathLst>
                <a:path extrusionOk="0" h="8767" w="8312">
                  <a:moveTo>
                    <a:pt x="4155" y="0"/>
                  </a:moveTo>
                  <a:lnTo>
                    <a:pt x="4134" y="10"/>
                  </a:lnTo>
                  <a:lnTo>
                    <a:pt x="1" y="1728"/>
                  </a:lnTo>
                  <a:cubicBezTo>
                    <a:pt x="1" y="6345"/>
                    <a:pt x="3688" y="8512"/>
                    <a:pt x="4134" y="8756"/>
                  </a:cubicBezTo>
                  <a:cubicBezTo>
                    <a:pt x="4140" y="8760"/>
                    <a:pt x="4148" y="8767"/>
                    <a:pt x="4155" y="8767"/>
                  </a:cubicBezTo>
                  <a:cubicBezTo>
                    <a:pt x="4161" y="8767"/>
                    <a:pt x="4169" y="8760"/>
                    <a:pt x="4176" y="8756"/>
                  </a:cubicBezTo>
                  <a:cubicBezTo>
                    <a:pt x="4621" y="8512"/>
                    <a:pt x="8312" y="6345"/>
                    <a:pt x="8312" y="1728"/>
                  </a:cubicBezTo>
                  <a:lnTo>
                    <a:pt x="4176" y="10"/>
                  </a:lnTo>
                  <a:lnTo>
                    <a:pt x="415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30"/>
            <p:cNvSpPr/>
            <p:nvPr/>
          </p:nvSpPr>
          <p:spPr>
            <a:xfrm>
              <a:off x="1394354" y="331614"/>
              <a:ext cx="290379" cy="306773"/>
            </a:xfrm>
            <a:custGeom>
              <a:rect b="b" l="l" r="r" t="t"/>
              <a:pathLst>
                <a:path extrusionOk="0" h="7485" w="7085">
                  <a:moveTo>
                    <a:pt x="3541" y="0"/>
                  </a:moveTo>
                  <a:lnTo>
                    <a:pt x="1" y="1475"/>
                  </a:lnTo>
                  <a:cubicBezTo>
                    <a:pt x="161" y="5000"/>
                    <a:pt x="2642" y="6906"/>
                    <a:pt x="3541" y="7485"/>
                  </a:cubicBezTo>
                  <a:cubicBezTo>
                    <a:pt x="4440" y="6906"/>
                    <a:pt x="6924" y="5000"/>
                    <a:pt x="7085" y="1475"/>
                  </a:cubicBezTo>
                  <a:lnTo>
                    <a:pt x="3541"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30"/>
            <p:cNvSpPr/>
            <p:nvPr/>
          </p:nvSpPr>
          <p:spPr>
            <a:xfrm>
              <a:off x="1459356" y="398174"/>
              <a:ext cx="158571" cy="147300"/>
            </a:xfrm>
            <a:custGeom>
              <a:rect b="b" l="l" r="r" t="t"/>
              <a:pathLst>
                <a:path extrusionOk="0" h="3594" w="3869">
                  <a:moveTo>
                    <a:pt x="1342" y="0"/>
                  </a:moveTo>
                  <a:lnTo>
                    <a:pt x="1342" y="1247"/>
                  </a:lnTo>
                  <a:lnTo>
                    <a:pt x="0" y="1247"/>
                  </a:lnTo>
                  <a:lnTo>
                    <a:pt x="0" y="2345"/>
                  </a:lnTo>
                  <a:lnTo>
                    <a:pt x="1342" y="2345"/>
                  </a:lnTo>
                  <a:lnTo>
                    <a:pt x="1342" y="3593"/>
                  </a:lnTo>
                  <a:lnTo>
                    <a:pt x="2522" y="3593"/>
                  </a:lnTo>
                  <a:lnTo>
                    <a:pt x="2522" y="2345"/>
                  </a:lnTo>
                  <a:lnTo>
                    <a:pt x="3868" y="2345"/>
                  </a:lnTo>
                  <a:lnTo>
                    <a:pt x="3868" y="1247"/>
                  </a:lnTo>
                  <a:lnTo>
                    <a:pt x="2522" y="1247"/>
                  </a:lnTo>
                  <a:lnTo>
                    <a:pt x="252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33" name="Google Shape;533;p30"/>
          <p:cNvSpPr/>
          <p:nvPr/>
        </p:nvSpPr>
        <p:spPr>
          <a:xfrm>
            <a:off x="8314332" y="2562961"/>
            <a:ext cx="39971" cy="35894"/>
          </a:xfrm>
          <a:custGeom>
            <a:rect b="b" l="l" r="r" t="t"/>
            <a:pathLst>
              <a:path extrusionOk="0" h="722" w="804">
                <a:moveTo>
                  <a:pt x="711" y="0"/>
                </a:moveTo>
                <a:cubicBezTo>
                  <a:pt x="703" y="0"/>
                  <a:pt x="695" y="2"/>
                  <a:pt x="686" y="5"/>
                </a:cubicBezTo>
                <a:cubicBezTo>
                  <a:pt x="394" y="113"/>
                  <a:pt x="157" y="326"/>
                  <a:pt x="24" y="611"/>
                </a:cubicBezTo>
                <a:cubicBezTo>
                  <a:pt x="0" y="669"/>
                  <a:pt x="51" y="722"/>
                  <a:pt x="97" y="722"/>
                </a:cubicBezTo>
                <a:cubicBezTo>
                  <a:pt x="118" y="722"/>
                  <a:pt x="138" y="711"/>
                  <a:pt x="150" y="685"/>
                </a:cubicBezTo>
                <a:cubicBezTo>
                  <a:pt x="265" y="430"/>
                  <a:pt x="467" y="238"/>
                  <a:pt x="725" y="144"/>
                </a:cubicBezTo>
                <a:cubicBezTo>
                  <a:pt x="803" y="116"/>
                  <a:pt x="780" y="0"/>
                  <a:pt x="71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30"/>
          <p:cNvSpPr txBox="1"/>
          <p:nvPr>
            <p:ph type="ctrTitle"/>
          </p:nvPr>
        </p:nvSpPr>
        <p:spPr>
          <a:xfrm>
            <a:off x="715100" y="1200750"/>
            <a:ext cx="4122000" cy="2484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2"/>
                </a:solidFill>
              </a:rPr>
              <a:t>Health Insurance </a:t>
            </a:r>
            <a:r>
              <a:rPr lang="en"/>
              <a:t>Claims</a:t>
            </a:r>
            <a:endParaRPr>
              <a:solidFill>
                <a:schemeClr val="accent2"/>
              </a:solidFill>
            </a:endParaRPr>
          </a:p>
        </p:txBody>
      </p:sp>
      <p:sp>
        <p:nvSpPr>
          <p:cNvPr id="535" name="Google Shape;535;p30"/>
          <p:cNvSpPr txBox="1"/>
          <p:nvPr>
            <p:ph idx="1" type="subTitle"/>
          </p:nvPr>
        </p:nvSpPr>
        <p:spPr>
          <a:xfrm>
            <a:off x="715100" y="3685650"/>
            <a:ext cx="4122000" cy="409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By: Sebastian Davalos &amp; Drexana Rolle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9" name="Shape 539"/>
        <p:cNvGrpSpPr/>
        <p:nvPr/>
      </p:nvGrpSpPr>
      <p:grpSpPr>
        <a:xfrm>
          <a:off x="0" y="0"/>
          <a:ext cx="0" cy="0"/>
          <a:chOff x="0" y="0"/>
          <a:chExt cx="0" cy="0"/>
        </a:xfrm>
      </p:grpSpPr>
      <p:sp>
        <p:nvSpPr>
          <p:cNvPr id="540" name="Google Shape;540;p31"/>
          <p:cNvSpPr/>
          <p:nvPr/>
        </p:nvSpPr>
        <p:spPr>
          <a:xfrm>
            <a:off x="6189491" y="3062471"/>
            <a:ext cx="1041768" cy="515532"/>
          </a:xfrm>
          <a:custGeom>
            <a:rect b="b" l="l" r="r" t="t"/>
            <a:pathLst>
              <a:path extrusionOk="0" h="31882" w="64426">
                <a:moveTo>
                  <a:pt x="42385" y="2987"/>
                </a:moveTo>
                <a:cubicBezTo>
                  <a:pt x="37964" y="2270"/>
                  <a:pt x="31154" y="359"/>
                  <a:pt x="25897" y="120"/>
                </a:cubicBezTo>
                <a:cubicBezTo>
                  <a:pt x="20640" y="-119"/>
                  <a:pt x="14786" y="657"/>
                  <a:pt x="10843" y="1553"/>
                </a:cubicBezTo>
                <a:cubicBezTo>
                  <a:pt x="6900" y="2449"/>
                  <a:pt x="4032" y="3704"/>
                  <a:pt x="2240" y="5496"/>
                </a:cubicBezTo>
                <a:cubicBezTo>
                  <a:pt x="448" y="7288"/>
                  <a:pt x="-89" y="9678"/>
                  <a:pt x="90" y="12306"/>
                </a:cubicBezTo>
                <a:cubicBezTo>
                  <a:pt x="269" y="14935"/>
                  <a:pt x="90" y="18459"/>
                  <a:pt x="3316" y="21267"/>
                </a:cubicBezTo>
                <a:cubicBezTo>
                  <a:pt x="6542" y="24075"/>
                  <a:pt x="12754" y="27421"/>
                  <a:pt x="19445" y="29153"/>
                </a:cubicBezTo>
                <a:cubicBezTo>
                  <a:pt x="26136" y="30886"/>
                  <a:pt x="36471" y="32379"/>
                  <a:pt x="43460" y="31662"/>
                </a:cubicBezTo>
                <a:cubicBezTo>
                  <a:pt x="50450" y="30945"/>
                  <a:pt x="58037" y="28017"/>
                  <a:pt x="61382" y="24851"/>
                </a:cubicBezTo>
                <a:cubicBezTo>
                  <a:pt x="64727" y="21685"/>
                  <a:pt x="65026" y="16070"/>
                  <a:pt x="63532" y="12665"/>
                </a:cubicBezTo>
                <a:cubicBezTo>
                  <a:pt x="62039" y="9260"/>
                  <a:pt x="55946" y="6034"/>
                  <a:pt x="52421" y="4421"/>
                </a:cubicBezTo>
                <a:cubicBezTo>
                  <a:pt x="48897" y="2808"/>
                  <a:pt x="46806" y="3704"/>
                  <a:pt x="42385" y="2987"/>
                </a:cubicBezTo>
                <a:close/>
              </a:path>
            </a:pathLst>
          </a:custGeom>
          <a:noFill/>
          <a:ln cap="flat" cmpd="sng" w="9525">
            <a:solidFill>
              <a:schemeClr val="dk2"/>
            </a:solidFill>
            <a:prstDash val="solid"/>
            <a:round/>
            <a:headEnd len="med" w="med" type="none"/>
            <a:tailEnd len="med" w="med" type="none"/>
          </a:ln>
        </p:spPr>
      </p:sp>
      <p:sp>
        <p:nvSpPr>
          <p:cNvPr id="541" name="Google Shape;541;p31"/>
          <p:cNvSpPr/>
          <p:nvPr/>
        </p:nvSpPr>
        <p:spPr>
          <a:xfrm>
            <a:off x="6177116" y="1174813"/>
            <a:ext cx="1041768" cy="515532"/>
          </a:xfrm>
          <a:custGeom>
            <a:rect b="b" l="l" r="r" t="t"/>
            <a:pathLst>
              <a:path extrusionOk="0" h="31882" w="64426">
                <a:moveTo>
                  <a:pt x="42385" y="2987"/>
                </a:moveTo>
                <a:cubicBezTo>
                  <a:pt x="37964" y="2270"/>
                  <a:pt x="31154" y="359"/>
                  <a:pt x="25897" y="120"/>
                </a:cubicBezTo>
                <a:cubicBezTo>
                  <a:pt x="20640" y="-119"/>
                  <a:pt x="14786" y="657"/>
                  <a:pt x="10843" y="1553"/>
                </a:cubicBezTo>
                <a:cubicBezTo>
                  <a:pt x="6900" y="2449"/>
                  <a:pt x="4032" y="3704"/>
                  <a:pt x="2240" y="5496"/>
                </a:cubicBezTo>
                <a:cubicBezTo>
                  <a:pt x="448" y="7288"/>
                  <a:pt x="-89" y="9678"/>
                  <a:pt x="90" y="12306"/>
                </a:cubicBezTo>
                <a:cubicBezTo>
                  <a:pt x="269" y="14935"/>
                  <a:pt x="90" y="18459"/>
                  <a:pt x="3316" y="21267"/>
                </a:cubicBezTo>
                <a:cubicBezTo>
                  <a:pt x="6542" y="24075"/>
                  <a:pt x="12754" y="27421"/>
                  <a:pt x="19445" y="29153"/>
                </a:cubicBezTo>
                <a:cubicBezTo>
                  <a:pt x="26136" y="30886"/>
                  <a:pt x="36471" y="32379"/>
                  <a:pt x="43460" y="31662"/>
                </a:cubicBezTo>
                <a:cubicBezTo>
                  <a:pt x="50450" y="30945"/>
                  <a:pt x="58037" y="28017"/>
                  <a:pt x="61382" y="24851"/>
                </a:cubicBezTo>
                <a:cubicBezTo>
                  <a:pt x="64727" y="21685"/>
                  <a:pt x="65026" y="16070"/>
                  <a:pt x="63532" y="12665"/>
                </a:cubicBezTo>
                <a:cubicBezTo>
                  <a:pt x="62039" y="9260"/>
                  <a:pt x="55946" y="6034"/>
                  <a:pt x="52421" y="4421"/>
                </a:cubicBezTo>
                <a:cubicBezTo>
                  <a:pt x="48897" y="2808"/>
                  <a:pt x="46806" y="3704"/>
                  <a:pt x="42385" y="2987"/>
                </a:cubicBezTo>
                <a:close/>
              </a:path>
            </a:pathLst>
          </a:custGeom>
          <a:noFill/>
          <a:ln cap="flat" cmpd="sng" w="9525">
            <a:solidFill>
              <a:schemeClr val="dk2"/>
            </a:solidFill>
            <a:prstDash val="solid"/>
            <a:round/>
            <a:headEnd len="med" w="med" type="none"/>
            <a:tailEnd len="med" w="med" type="none"/>
          </a:ln>
        </p:spPr>
      </p:sp>
      <p:sp>
        <p:nvSpPr>
          <p:cNvPr id="542" name="Google Shape;542;p31"/>
          <p:cNvSpPr/>
          <p:nvPr/>
        </p:nvSpPr>
        <p:spPr>
          <a:xfrm>
            <a:off x="3451186" y="3062469"/>
            <a:ext cx="1041768" cy="515532"/>
          </a:xfrm>
          <a:custGeom>
            <a:rect b="b" l="l" r="r" t="t"/>
            <a:pathLst>
              <a:path extrusionOk="0" h="31882" w="64426">
                <a:moveTo>
                  <a:pt x="42385" y="2987"/>
                </a:moveTo>
                <a:cubicBezTo>
                  <a:pt x="37964" y="2270"/>
                  <a:pt x="31154" y="359"/>
                  <a:pt x="25897" y="120"/>
                </a:cubicBezTo>
                <a:cubicBezTo>
                  <a:pt x="20640" y="-119"/>
                  <a:pt x="14786" y="657"/>
                  <a:pt x="10843" y="1553"/>
                </a:cubicBezTo>
                <a:cubicBezTo>
                  <a:pt x="6900" y="2449"/>
                  <a:pt x="4032" y="3704"/>
                  <a:pt x="2240" y="5496"/>
                </a:cubicBezTo>
                <a:cubicBezTo>
                  <a:pt x="448" y="7288"/>
                  <a:pt x="-89" y="9678"/>
                  <a:pt x="90" y="12306"/>
                </a:cubicBezTo>
                <a:cubicBezTo>
                  <a:pt x="269" y="14935"/>
                  <a:pt x="90" y="18459"/>
                  <a:pt x="3316" y="21267"/>
                </a:cubicBezTo>
                <a:cubicBezTo>
                  <a:pt x="6542" y="24075"/>
                  <a:pt x="12754" y="27421"/>
                  <a:pt x="19445" y="29153"/>
                </a:cubicBezTo>
                <a:cubicBezTo>
                  <a:pt x="26136" y="30886"/>
                  <a:pt x="36471" y="32379"/>
                  <a:pt x="43460" y="31662"/>
                </a:cubicBezTo>
                <a:cubicBezTo>
                  <a:pt x="50450" y="30945"/>
                  <a:pt x="58037" y="28017"/>
                  <a:pt x="61382" y="24851"/>
                </a:cubicBezTo>
                <a:cubicBezTo>
                  <a:pt x="64727" y="21685"/>
                  <a:pt x="65026" y="16070"/>
                  <a:pt x="63532" y="12665"/>
                </a:cubicBezTo>
                <a:cubicBezTo>
                  <a:pt x="62039" y="9260"/>
                  <a:pt x="55946" y="6034"/>
                  <a:pt x="52421" y="4421"/>
                </a:cubicBezTo>
                <a:cubicBezTo>
                  <a:pt x="48897" y="2808"/>
                  <a:pt x="46806" y="3704"/>
                  <a:pt x="42385" y="2987"/>
                </a:cubicBezTo>
                <a:close/>
              </a:path>
            </a:pathLst>
          </a:custGeom>
          <a:noFill/>
          <a:ln cap="flat" cmpd="sng" w="9525">
            <a:solidFill>
              <a:schemeClr val="dk2"/>
            </a:solidFill>
            <a:prstDash val="solid"/>
            <a:round/>
            <a:headEnd len="med" w="med" type="none"/>
            <a:tailEnd len="med" w="med" type="none"/>
          </a:ln>
        </p:spPr>
      </p:sp>
      <p:sp>
        <p:nvSpPr>
          <p:cNvPr id="543" name="Google Shape;543;p31"/>
          <p:cNvSpPr/>
          <p:nvPr/>
        </p:nvSpPr>
        <p:spPr>
          <a:xfrm>
            <a:off x="3438811" y="1174811"/>
            <a:ext cx="1041768" cy="515532"/>
          </a:xfrm>
          <a:custGeom>
            <a:rect b="b" l="l" r="r" t="t"/>
            <a:pathLst>
              <a:path extrusionOk="0" h="31882" w="64426">
                <a:moveTo>
                  <a:pt x="42385" y="2987"/>
                </a:moveTo>
                <a:cubicBezTo>
                  <a:pt x="37964" y="2270"/>
                  <a:pt x="31154" y="359"/>
                  <a:pt x="25897" y="120"/>
                </a:cubicBezTo>
                <a:cubicBezTo>
                  <a:pt x="20640" y="-119"/>
                  <a:pt x="14786" y="657"/>
                  <a:pt x="10843" y="1553"/>
                </a:cubicBezTo>
                <a:cubicBezTo>
                  <a:pt x="6900" y="2449"/>
                  <a:pt x="4032" y="3704"/>
                  <a:pt x="2240" y="5496"/>
                </a:cubicBezTo>
                <a:cubicBezTo>
                  <a:pt x="448" y="7288"/>
                  <a:pt x="-89" y="9678"/>
                  <a:pt x="90" y="12306"/>
                </a:cubicBezTo>
                <a:cubicBezTo>
                  <a:pt x="269" y="14935"/>
                  <a:pt x="90" y="18459"/>
                  <a:pt x="3316" y="21267"/>
                </a:cubicBezTo>
                <a:cubicBezTo>
                  <a:pt x="6542" y="24075"/>
                  <a:pt x="12754" y="27421"/>
                  <a:pt x="19445" y="29153"/>
                </a:cubicBezTo>
                <a:cubicBezTo>
                  <a:pt x="26136" y="30886"/>
                  <a:pt x="36471" y="32379"/>
                  <a:pt x="43460" y="31662"/>
                </a:cubicBezTo>
                <a:cubicBezTo>
                  <a:pt x="50450" y="30945"/>
                  <a:pt x="58037" y="28017"/>
                  <a:pt x="61382" y="24851"/>
                </a:cubicBezTo>
                <a:cubicBezTo>
                  <a:pt x="64727" y="21685"/>
                  <a:pt x="65026" y="16070"/>
                  <a:pt x="63532" y="12665"/>
                </a:cubicBezTo>
                <a:cubicBezTo>
                  <a:pt x="62039" y="9260"/>
                  <a:pt x="55946" y="6034"/>
                  <a:pt x="52421" y="4421"/>
                </a:cubicBezTo>
                <a:cubicBezTo>
                  <a:pt x="48897" y="2808"/>
                  <a:pt x="46806" y="3704"/>
                  <a:pt x="42385" y="2987"/>
                </a:cubicBezTo>
                <a:close/>
              </a:path>
            </a:pathLst>
          </a:custGeom>
          <a:noFill/>
          <a:ln cap="flat" cmpd="sng" w="9525">
            <a:solidFill>
              <a:schemeClr val="dk2"/>
            </a:solidFill>
            <a:prstDash val="solid"/>
            <a:round/>
            <a:headEnd len="med" w="med" type="none"/>
            <a:tailEnd len="med" w="med" type="none"/>
          </a:ln>
        </p:spPr>
      </p:sp>
      <p:sp>
        <p:nvSpPr>
          <p:cNvPr id="544" name="Google Shape;544;p31"/>
          <p:cNvSpPr/>
          <p:nvPr/>
        </p:nvSpPr>
        <p:spPr>
          <a:xfrm>
            <a:off x="735050" y="3062469"/>
            <a:ext cx="1041768" cy="515532"/>
          </a:xfrm>
          <a:custGeom>
            <a:rect b="b" l="l" r="r" t="t"/>
            <a:pathLst>
              <a:path extrusionOk="0" h="31882" w="64426">
                <a:moveTo>
                  <a:pt x="42385" y="2987"/>
                </a:moveTo>
                <a:cubicBezTo>
                  <a:pt x="37964" y="2270"/>
                  <a:pt x="31154" y="359"/>
                  <a:pt x="25897" y="120"/>
                </a:cubicBezTo>
                <a:cubicBezTo>
                  <a:pt x="20640" y="-119"/>
                  <a:pt x="14786" y="657"/>
                  <a:pt x="10843" y="1553"/>
                </a:cubicBezTo>
                <a:cubicBezTo>
                  <a:pt x="6900" y="2449"/>
                  <a:pt x="4032" y="3704"/>
                  <a:pt x="2240" y="5496"/>
                </a:cubicBezTo>
                <a:cubicBezTo>
                  <a:pt x="448" y="7288"/>
                  <a:pt x="-89" y="9678"/>
                  <a:pt x="90" y="12306"/>
                </a:cubicBezTo>
                <a:cubicBezTo>
                  <a:pt x="269" y="14935"/>
                  <a:pt x="90" y="18459"/>
                  <a:pt x="3316" y="21267"/>
                </a:cubicBezTo>
                <a:cubicBezTo>
                  <a:pt x="6542" y="24075"/>
                  <a:pt x="12754" y="27421"/>
                  <a:pt x="19445" y="29153"/>
                </a:cubicBezTo>
                <a:cubicBezTo>
                  <a:pt x="26136" y="30886"/>
                  <a:pt x="36471" y="32379"/>
                  <a:pt x="43460" y="31662"/>
                </a:cubicBezTo>
                <a:cubicBezTo>
                  <a:pt x="50450" y="30945"/>
                  <a:pt x="58037" y="28017"/>
                  <a:pt x="61382" y="24851"/>
                </a:cubicBezTo>
                <a:cubicBezTo>
                  <a:pt x="64727" y="21685"/>
                  <a:pt x="65026" y="16070"/>
                  <a:pt x="63532" y="12665"/>
                </a:cubicBezTo>
                <a:cubicBezTo>
                  <a:pt x="62039" y="9260"/>
                  <a:pt x="55946" y="6034"/>
                  <a:pt x="52421" y="4421"/>
                </a:cubicBezTo>
                <a:cubicBezTo>
                  <a:pt x="48897" y="2808"/>
                  <a:pt x="46806" y="3704"/>
                  <a:pt x="42385" y="2987"/>
                </a:cubicBezTo>
                <a:close/>
              </a:path>
            </a:pathLst>
          </a:custGeom>
          <a:noFill/>
          <a:ln cap="flat" cmpd="sng" w="9525">
            <a:solidFill>
              <a:schemeClr val="dk2"/>
            </a:solidFill>
            <a:prstDash val="solid"/>
            <a:round/>
            <a:headEnd len="med" w="med" type="none"/>
            <a:tailEnd len="med" w="med" type="none"/>
          </a:ln>
        </p:spPr>
      </p:sp>
      <p:sp>
        <p:nvSpPr>
          <p:cNvPr id="545" name="Google Shape;545;p31"/>
          <p:cNvSpPr/>
          <p:nvPr/>
        </p:nvSpPr>
        <p:spPr>
          <a:xfrm>
            <a:off x="737121" y="1219422"/>
            <a:ext cx="1041768" cy="515532"/>
          </a:xfrm>
          <a:custGeom>
            <a:rect b="b" l="l" r="r" t="t"/>
            <a:pathLst>
              <a:path extrusionOk="0" h="31882" w="64426">
                <a:moveTo>
                  <a:pt x="42385" y="2987"/>
                </a:moveTo>
                <a:cubicBezTo>
                  <a:pt x="37964" y="2270"/>
                  <a:pt x="31154" y="359"/>
                  <a:pt x="25897" y="120"/>
                </a:cubicBezTo>
                <a:cubicBezTo>
                  <a:pt x="20640" y="-119"/>
                  <a:pt x="14786" y="657"/>
                  <a:pt x="10843" y="1553"/>
                </a:cubicBezTo>
                <a:cubicBezTo>
                  <a:pt x="6900" y="2449"/>
                  <a:pt x="4032" y="3704"/>
                  <a:pt x="2240" y="5496"/>
                </a:cubicBezTo>
                <a:cubicBezTo>
                  <a:pt x="448" y="7288"/>
                  <a:pt x="-89" y="9678"/>
                  <a:pt x="90" y="12306"/>
                </a:cubicBezTo>
                <a:cubicBezTo>
                  <a:pt x="269" y="14935"/>
                  <a:pt x="90" y="18459"/>
                  <a:pt x="3316" y="21267"/>
                </a:cubicBezTo>
                <a:cubicBezTo>
                  <a:pt x="6542" y="24075"/>
                  <a:pt x="12754" y="27421"/>
                  <a:pt x="19445" y="29153"/>
                </a:cubicBezTo>
                <a:cubicBezTo>
                  <a:pt x="26136" y="30886"/>
                  <a:pt x="36471" y="32379"/>
                  <a:pt x="43460" y="31662"/>
                </a:cubicBezTo>
                <a:cubicBezTo>
                  <a:pt x="50450" y="30945"/>
                  <a:pt x="58037" y="28017"/>
                  <a:pt x="61382" y="24851"/>
                </a:cubicBezTo>
                <a:cubicBezTo>
                  <a:pt x="64727" y="21685"/>
                  <a:pt x="65026" y="16070"/>
                  <a:pt x="63532" y="12665"/>
                </a:cubicBezTo>
                <a:cubicBezTo>
                  <a:pt x="62039" y="9260"/>
                  <a:pt x="55946" y="6034"/>
                  <a:pt x="52421" y="4421"/>
                </a:cubicBezTo>
                <a:cubicBezTo>
                  <a:pt x="48897" y="2808"/>
                  <a:pt x="46806" y="3704"/>
                  <a:pt x="42385" y="2987"/>
                </a:cubicBezTo>
                <a:close/>
              </a:path>
            </a:pathLst>
          </a:custGeom>
          <a:noFill/>
          <a:ln cap="flat" cmpd="sng" w="9525">
            <a:solidFill>
              <a:schemeClr val="dk2"/>
            </a:solidFill>
            <a:prstDash val="solid"/>
            <a:round/>
            <a:headEnd len="med" w="med" type="none"/>
            <a:tailEnd len="med" w="med" type="none"/>
          </a:ln>
        </p:spPr>
      </p:sp>
      <p:sp>
        <p:nvSpPr>
          <p:cNvPr id="546" name="Google Shape;546;p31"/>
          <p:cNvSpPr/>
          <p:nvPr/>
        </p:nvSpPr>
        <p:spPr>
          <a:xfrm>
            <a:off x="6154491" y="3130958"/>
            <a:ext cx="1041768" cy="515532"/>
          </a:xfrm>
          <a:custGeom>
            <a:rect b="b" l="l" r="r" t="t"/>
            <a:pathLst>
              <a:path extrusionOk="0" h="31882" w="64426">
                <a:moveTo>
                  <a:pt x="42385" y="2987"/>
                </a:moveTo>
                <a:cubicBezTo>
                  <a:pt x="37964" y="2270"/>
                  <a:pt x="31154" y="359"/>
                  <a:pt x="25897" y="120"/>
                </a:cubicBezTo>
                <a:cubicBezTo>
                  <a:pt x="20640" y="-119"/>
                  <a:pt x="14786" y="657"/>
                  <a:pt x="10843" y="1553"/>
                </a:cubicBezTo>
                <a:cubicBezTo>
                  <a:pt x="6900" y="2449"/>
                  <a:pt x="4032" y="3704"/>
                  <a:pt x="2240" y="5496"/>
                </a:cubicBezTo>
                <a:cubicBezTo>
                  <a:pt x="448" y="7288"/>
                  <a:pt x="-89" y="9678"/>
                  <a:pt x="90" y="12306"/>
                </a:cubicBezTo>
                <a:cubicBezTo>
                  <a:pt x="269" y="14935"/>
                  <a:pt x="90" y="18459"/>
                  <a:pt x="3316" y="21267"/>
                </a:cubicBezTo>
                <a:cubicBezTo>
                  <a:pt x="6542" y="24075"/>
                  <a:pt x="12754" y="27421"/>
                  <a:pt x="19445" y="29153"/>
                </a:cubicBezTo>
                <a:cubicBezTo>
                  <a:pt x="26136" y="30886"/>
                  <a:pt x="36471" y="32379"/>
                  <a:pt x="43460" y="31662"/>
                </a:cubicBezTo>
                <a:cubicBezTo>
                  <a:pt x="50450" y="30945"/>
                  <a:pt x="58037" y="28017"/>
                  <a:pt x="61382" y="24851"/>
                </a:cubicBezTo>
                <a:cubicBezTo>
                  <a:pt x="64727" y="21685"/>
                  <a:pt x="65026" y="16070"/>
                  <a:pt x="63532" y="12665"/>
                </a:cubicBezTo>
                <a:cubicBezTo>
                  <a:pt x="62039" y="9260"/>
                  <a:pt x="55946" y="6034"/>
                  <a:pt x="52421" y="4421"/>
                </a:cubicBezTo>
                <a:cubicBezTo>
                  <a:pt x="48897" y="2808"/>
                  <a:pt x="46806" y="3704"/>
                  <a:pt x="42385" y="2987"/>
                </a:cubicBezTo>
                <a:close/>
              </a:path>
            </a:pathLst>
          </a:custGeom>
          <a:solidFill>
            <a:srgbClr val="C7CAEA">
              <a:alpha val="52090"/>
            </a:srgbClr>
          </a:solidFill>
          <a:ln>
            <a:noFill/>
          </a:ln>
        </p:spPr>
      </p:sp>
      <p:sp>
        <p:nvSpPr>
          <p:cNvPr id="547" name="Google Shape;547;p31"/>
          <p:cNvSpPr/>
          <p:nvPr/>
        </p:nvSpPr>
        <p:spPr>
          <a:xfrm>
            <a:off x="6142116" y="1243300"/>
            <a:ext cx="1041768" cy="515532"/>
          </a:xfrm>
          <a:custGeom>
            <a:rect b="b" l="l" r="r" t="t"/>
            <a:pathLst>
              <a:path extrusionOk="0" h="31882" w="64426">
                <a:moveTo>
                  <a:pt x="42385" y="2987"/>
                </a:moveTo>
                <a:cubicBezTo>
                  <a:pt x="37964" y="2270"/>
                  <a:pt x="31154" y="359"/>
                  <a:pt x="25897" y="120"/>
                </a:cubicBezTo>
                <a:cubicBezTo>
                  <a:pt x="20640" y="-119"/>
                  <a:pt x="14786" y="657"/>
                  <a:pt x="10843" y="1553"/>
                </a:cubicBezTo>
                <a:cubicBezTo>
                  <a:pt x="6900" y="2449"/>
                  <a:pt x="4032" y="3704"/>
                  <a:pt x="2240" y="5496"/>
                </a:cubicBezTo>
                <a:cubicBezTo>
                  <a:pt x="448" y="7288"/>
                  <a:pt x="-89" y="9678"/>
                  <a:pt x="90" y="12306"/>
                </a:cubicBezTo>
                <a:cubicBezTo>
                  <a:pt x="269" y="14935"/>
                  <a:pt x="90" y="18459"/>
                  <a:pt x="3316" y="21267"/>
                </a:cubicBezTo>
                <a:cubicBezTo>
                  <a:pt x="6542" y="24075"/>
                  <a:pt x="12754" y="27421"/>
                  <a:pt x="19445" y="29153"/>
                </a:cubicBezTo>
                <a:cubicBezTo>
                  <a:pt x="26136" y="30886"/>
                  <a:pt x="36471" y="32379"/>
                  <a:pt x="43460" y="31662"/>
                </a:cubicBezTo>
                <a:cubicBezTo>
                  <a:pt x="50450" y="30945"/>
                  <a:pt x="58037" y="28017"/>
                  <a:pt x="61382" y="24851"/>
                </a:cubicBezTo>
                <a:cubicBezTo>
                  <a:pt x="64727" y="21685"/>
                  <a:pt x="65026" y="16070"/>
                  <a:pt x="63532" y="12665"/>
                </a:cubicBezTo>
                <a:cubicBezTo>
                  <a:pt x="62039" y="9260"/>
                  <a:pt x="55946" y="6034"/>
                  <a:pt x="52421" y="4421"/>
                </a:cubicBezTo>
                <a:cubicBezTo>
                  <a:pt x="48897" y="2808"/>
                  <a:pt x="46806" y="3704"/>
                  <a:pt x="42385" y="2987"/>
                </a:cubicBezTo>
                <a:close/>
              </a:path>
            </a:pathLst>
          </a:custGeom>
          <a:solidFill>
            <a:srgbClr val="C7CAEA">
              <a:alpha val="52090"/>
            </a:srgbClr>
          </a:solidFill>
          <a:ln>
            <a:noFill/>
          </a:ln>
        </p:spPr>
      </p:sp>
      <p:sp>
        <p:nvSpPr>
          <p:cNvPr id="548" name="Google Shape;548;p31"/>
          <p:cNvSpPr/>
          <p:nvPr/>
        </p:nvSpPr>
        <p:spPr>
          <a:xfrm>
            <a:off x="3416186" y="3130957"/>
            <a:ext cx="1041768" cy="515532"/>
          </a:xfrm>
          <a:custGeom>
            <a:rect b="b" l="l" r="r" t="t"/>
            <a:pathLst>
              <a:path extrusionOk="0" h="31882" w="64426">
                <a:moveTo>
                  <a:pt x="42385" y="2987"/>
                </a:moveTo>
                <a:cubicBezTo>
                  <a:pt x="37964" y="2270"/>
                  <a:pt x="31154" y="359"/>
                  <a:pt x="25897" y="120"/>
                </a:cubicBezTo>
                <a:cubicBezTo>
                  <a:pt x="20640" y="-119"/>
                  <a:pt x="14786" y="657"/>
                  <a:pt x="10843" y="1553"/>
                </a:cubicBezTo>
                <a:cubicBezTo>
                  <a:pt x="6900" y="2449"/>
                  <a:pt x="4032" y="3704"/>
                  <a:pt x="2240" y="5496"/>
                </a:cubicBezTo>
                <a:cubicBezTo>
                  <a:pt x="448" y="7288"/>
                  <a:pt x="-89" y="9678"/>
                  <a:pt x="90" y="12306"/>
                </a:cubicBezTo>
                <a:cubicBezTo>
                  <a:pt x="269" y="14935"/>
                  <a:pt x="90" y="18459"/>
                  <a:pt x="3316" y="21267"/>
                </a:cubicBezTo>
                <a:cubicBezTo>
                  <a:pt x="6542" y="24075"/>
                  <a:pt x="12754" y="27421"/>
                  <a:pt x="19445" y="29153"/>
                </a:cubicBezTo>
                <a:cubicBezTo>
                  <a:pt x="26136" y="30886"/>
                  <a:pt x="36471" y="32379"/>
                  <a:pt x="43460" y="31662"/>
                </a:cubicBezTo>
                <a:cubicBezTo>
                  <a:pt x="50450" y="30945"/>
                  <a:pt x="58037" y="28017"/>
                  <a:pt x="61382" y="24851"/>
                </a:cubicBezTo>
                <a:cubicBezTo>
                  <a:pt x="64727" y="21685"/>
                  <a:pt x="65026" y="16070"/>
                  <a:pt x="63532" y="12665"/>
                </a:cubicBezTo>
                <a:cubicBezTo>
                  <a:pt x="62039" y="9260"/>
                  <a:pt x="55946" y="6034"/>
                  <a:pt x="52421" y="4421"/>
                </a:cubicBezTo>
                <a:cubicBezTo>
                  <a:pt x="48897" y="2808"/>
                  <a:pt x="46806" y="3704"/>
                  <a:pt x="42385" y="2987"/>
                </a:cubicBezTo>
                <a:close/>
              </a:path>
            </a:pathLst>
          </a:custGeom>
          <a:solidFill>
            <a:srgbClr val="C7CAEA">
              <a:alpha val="52090"/>
            </a:srgbClr>
          </a:solidFill>
          <a:ln>
            <a:noFill/>
          </a:ln>
        </p:spPr>
      </p:sp>
      <p:sp>
        <p:nvSpPr>
          <p:cNvPr id="549" name="Google Shape;549;p31"/>
          <p:cNvSpPr/>
          <p:nvPr/>
        </p:nvSpPr>
        <p:spPr>
          <a:xfrm>
            <a:off x="3403811" y="1243299"/>
            <a:ext cx="1041768" cy="515532"/>
          </a:xfrm>
          <a:custGeom>
            <a:rect b="b" l="l" r="r" t="t"/>
            <a:pathLst>
              <a:path extrusionOk="0" h="31882" w="64426">
                <a:moveTo>
                  <a:pt x="42385" y="2987"/>
                </a:moveTo>
                <a:cubicBezTo>
                  <a:pt x="37964" y="2270"/>
                  <a:pt x="31154" y="359"/>
                  <a:pt x="25897" y="120"/>
                </a:cubicBezTo>
                <a:cubicBezTo>
                  <a:pt x="20640" y="-119"/>
                  <a:pt x="14786" y="657"/>
                  <a:pt x="10843" y="1553"/>
                </a:cubicBezTo>
                <a:cubicBezTo>
                  <a:pt x="6900" y="2449"/>
                  <a:pt x="4032" y="3704"/>
                  <a:pt x="2240" y="5496"/>
                </a:cubicBezTo>
                <a:cubicBezTo>
                  <a:pt x="448" y="7288"/>
                  <a:pt x="-89" y="9678"/>
                  <a:pt x="90" y="12306"/>
                </a:cubicBezTo>
                <a:cubicBezTo>
                  <a:pt x="269" y="14935"/>
                  <a:pt x="90" y="18459"/>
                  <a:pt x="3316" y="21267"/>
                </a:cubicBezTo>
                <a:cubicBezTo>
                  <a:pt x="6542" y="24075"/>
                  <a:pt x="12754" y="27421"/>
                  <a:pt x="19445" y="29153"/>
                </a:cubicBezTo>
                <a:cubicBezTo>
                  <a:pt x="26136" y="30886"/>
                  <a:pt x="36471" y="32379"/>
                  <a:pt x="43460" y="31662"/>
                </a:cubicBezTo>
                <a:cubicBezTo>
                  <a:pt x="50450" y="30945"/>
                  <a:pt x="58037" y="28017"/>
                  <a:pt x="61382" y="24851"/>
                </a:cubicBezTo>
                <a:cubicBezTo>
                  <a:pt x="64727" y="21685"/>
                  <a:pt x="65026" y="16070"/>
                  <a:pt x="63532" y="12665"/>
                </a:cubicBezTo>
                <a:cubicBezTo>
                  <a:pt x="62039" y="9260"/>
                  <a:pt x="55946" y="6034"/>
                  <a:pt x="52421" y="4421"/>
                </a:cubicBezTo>
                <a:cubicBezTo>
                  <a:pt x="48897" y="2808"/>
                  <a:pt x="46806" y="3704"/>
                  <a:pt x="42385" y="2987"/>
                </a:cubicBezTo>
                <a:close/>
              </a:path>
            </a:pathLst>
          </a:custGeom>
          <a:solidFill>
            <a:srgbClr val="C7CAEA">
              <a:alpha val="52090"/>
            </a:srgbClr>
          </a:solidFill>
          <a:ln>
            <a:noFill/>
          </a:ln>
        </p:spPr>
      </p:sp>
      <p:sp>
        <p:nvSpPr>
          <p:cNvPr id="550" name="Google Shape;550;p31"/>
          <p:cNvSpPr/>
          <p:nvPr/>
        </p:nvSpPr>
        <p:spPr>
          <a:xfrm>
            <a:off x="700050" y="3130957"/>
            <a:ext cx="1041768" cy="515532"/>
          </a:xfrm>
          <a:custGeom>
            <a:rect b="b" l="l" r="r" t="t"/>
            <a:pathLst>
              <a:path extrusionOk="0" h="31882" w="64426">
                <a:moveTo>
                  <a:pt x="42385" y="2987"/>
                </a:moveTo>
                <a:cubicBezTo>
                  <a:pt x="37964" y="2270"/>
                  <a:pt x="31154" y="359"/>
                  <a:pt x="25897" y="120"/>
                </a:cubicBezTo>
                <a:cubicBezTo>
                  <a:pt x="20640" y="-119"/>
                  <a:pt x="14786" y="657"/>
                  <a:pt x="10843" y="1553"/>
                </a:cubicBezTo>
                <a:cubicBezTo>
                  <a:pt x="6900" y="2449"/>
                  <a:pt x="4032" y="3704"/>
                  <a:pt x="2240" y="5496"/>
                </a:cubicBezTo>
                <a:cubicBezTo>
                  <a:pt x="448" y="7288"/>
                  <a:pt x="-89" y="9678"/>
                  <a:pt x="90" y="12306"/>
                </a:cubicBezTo>
                <a:cubicBezTo>
                  <a:pt x="269" y="14935"/>
                  <a:pt x="90" y="18459"/>
                  <a:pt x="3316" y="21267"/>
                </a:cubicBezTo>
                <a:cubicBezTo>
                  <a:pt x="6542" y="24075"/>
                  <a:pt x="12754" y="27421"/>
                  <a:pt x="19445" y="29153"/>
                </a:cubicBezTo>
                <a:cubicBezTo>
                  <a:pt x="26136" y="30886"/>
                  <a:pt x="36471" y="32379"/>
                  <a:pt x="43460" y="31662"/>
                </a:cubicBezTo>
                <a:cubicBezTo>
                  <a:pt x="50450" y="30945"/>
                  <a:pt x="58037" y="28017"/>
                  <a:pt x="61382" y="24851"/>
                </a:cubicBezTo>
                <a:cubicBezTo>
                  <a:pt x="64727" y="21685"/>
                  <a:pt x="65026" y="16070"/>
                  <a:pt x="63532" y="12665"/>
                </a:cubicBezTo>
                <a:cubicBezTo>
                  <a:pt x="62039" y="9260"/>
                  <a:pt x="55946" y="6034"/>
                  <a:pt x="52421" y="4421"/>
                </a:cubicBezTo>
                <a:cubicBezTo>
                  <a:pt x="48897" y="2808"/>
                  <a:pt x="46806" y="3704"/>
                  <a:pt x="42385" y="2987"/>
                </a:cubicBezTo>
                <a:close/>
              </a:path>
            </a:pathLst>
          </a:custGeom>
          <a:solidFill>
            <a:srgbClr val="C7CAEA">
              <a:alpha val="52090"/>
            </a:srgbClr>
          </a:solidFill>
          <a:ln>
            <a:noFill/>
          </a:ln>
        </p:spPr>
      </p:sp>
      <p:sp>
        <p:nvSpPr>
          <p:cNvPr id="551" name="Google Shape;551;p31"/>
          <p:cNvSpPr/>
          <p:nvPr/>
        </p:nvSpPr>
        <p:spPr>
          <a:xfrm>
            <a:off x="702121" y="1287909"/>
            <a:ext cx="1041768" cy="515532"/>
          </a:xfrm>
          <a:custGeom>
            <a:rect b="b" l="l" r="r" t="t"/>
            <a:pathLst>
              <a:path extrusionOk="0" h="31882" w="64426">
                <a:moveTo>
                  <a:pt x="42385" y="2987"/>
                </a:moveTo>
                <a:cubicBezTo>
                  <a:pt x="37964" y="2270"/>
                  <a:pt x="31154" y="359"/>
                  <a:pt x="25897" y="120"/>
                </a:cubicBezTo>
                <a:cubicBezTo>
                  <a:pt x="20640" y="-119"/>
                  <a:pt x="14786" y="657"/>
                  <a:pt x="10843" y="1553"/>
                </a:cubicBezTo>
                <a:cubicBezTo>
                  <a:pt x="6900" y="2449"/>
                  <a:pt x="4032" y="3704"/>
                  <a:pt x="2240" y="5496"/>
                </a:cubicBezTo>
                <a:cubicBezTo>
                  <a:pt x="448" y="7288"/>
                  <a:pt x="-89" y="9678"/>
                  <a:pt x="90" y="12306"/>
                </a:cubicBezTo>
                <a:cubicBezTo>
                  <a:pt x="269" y="14935"/>
                  <a:pt x="90" y="18459"/>
                  <a:pt x="3316" y="21267"/>
                </a:cubicBezTo>
                <a:cubicBezTo>
                  <a:pt x="6542" y="24075"/>
                  <a:pt x="12754" y="27421"/>
                  <a:pt x="19445" y="29153"/>
                </a:cubicBezTo>
                <a:cubicBezTo>
                  <a:pt x="26136" y="30886"/>
                  <a:pt x="36471" y="32379"/>
                  <a:pt x="43460" y="31662"/>
                </a:cubicBezTo>
                <a:cubicBezTo>
                  <a:pt x="50450" y="30945"/>
                  <a:pt x="58037" y="28017"/>
                  <a:pt x="61382" y="24851"/>
                </a:cubicBezTo>
                <a:cubicBezTo>
                  <a:pt x="64727" y="21685"/>
                  <a:pt x="65026" y="16070"/>
                  <a:pt x="63532" y="12665"/>
                </a:cubicBezTo>
                <a:cubicBezTo>
                  <a:pt x="62039" y="9260"/>
                  <a:pt x="55946" y="6034"/>
                  <a:pt x="52421" y="4421"/>
                </a:cubicBezTo>
                <a:cubicBezTo>
                  <a:pt x="48897" y="2808"/>
                  <a:pt x="46806" y="3704"/>
                  <a:pt x="42385" y="2987"/>
                </a:cubicBezTo>
                <a:close/>
              </a:path>
            </a:pathLst>
          </a:custGeom>
          <a:solidFill>
            <a:srgbClr val="C7CAEA">
              <a:alpha val="52090"/>
            </a:srgbClr>
          </a:solidFill>
          <a:ln>
            <a:noFill/>
          </a:ln>
        </p:spPr>
      </p:sp>
      <p:sp>
        <p:nvSpPr>
          <p:cNvPr id="552" name="Google Shape;552;p31"/>
          <p:cNvSpPr txBox="1"/>
          <p:nvPr>
            <p:ph idx="16" type="subTitle"/>
          </p:nvPr>
        </p:nvSpPr>
        <p:spPr>
          <a:xfrm>
            <a:off x="715100" y="1820250"/>
            <a:ext cx="2356500" cy="34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Research Question</a:t>
            </a:r>
            <a:endParaRPr/>
          </a:p>
        </p:txBody>
      </p:sp>
      <p:sp>
        <p:nvSpPr>
          <p:cNvPr id="553" name="Google Shape;553;p31"/>
          <p:cNvSpPr txBox="1"/>
          <p:nvPr>
            <p:ph idx="17" type="subTitle"/>
          </p:nvPr>
        </p:nvSpPr>
        <p:spPr>
          <a:xfrm>
            <a:off x="3403800" y="1896450"/>
            <a:ext cx="1389900" cy="34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Overview</a:t>
            </a:r>
            <a:endParaRPr/>
          </a:p>
        </p:txBody>
      </p:sp>
      <p:sp>
        <p:nvSpPr>
          <p:cNvPr id="554" name="Google Shape;554;p31"/>
          <p:cNvSpPr txBox="1"/>
          <p:nvPr>
            <p:ph idx="18" type="subTitle"/>
          </p:nvPr>
        </p:nvSpPr>
        <p:spPr>
          <a:xfrm>
            <a:off x="6092500" y="1896450"/>
            <a:ext cx="2336400" cy="34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Algorithms</a:t>
            </a:r>
            <a:r>
              <a:rPr lang="en"/>
              <a:t> </a:t>
            </a:r>
            <a:endParaRPr/>
          </a:p>
        </p:txBody>
      </p:sp>
      <p:sp>
        <p:nvSpPr>
          <p:cNvPr id="555" name="Google Shape;555;p31"/>
          <p:cNvSpPr txBox="1"/>
          <p:nvPr>
            <p:ph idx="19" type="subTitle"/>
          </p:nvPr>
        </p:nvSpPr>
        <p:spPr>
          <a:xfrm>
            <a:off x="730150" y="3654200"/>
            <a:ext cx="2336400" cy="34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Demo &amp; Evaluation</a:t>
            </a:r>
            <a:endParaRPr/>
          </a:p>
        </p:txBody>
      </p:sp>
      <p:sp>
        <p:nvSpPr>
          <p:cNvPr id="556" name="Google Shape;556;p31"/>
          <p:cNvSpPr txBox="1"/>
          <p:nvPr>
            <p:ph idx="20" type="subTitle"/>
          </p:nvPr>
        </p:nvSpPr>
        <p:spPr>
          <a:xfrm>
            <a:off x="3418850" y="3654200"/>
            <a:ext cx="2723400" cy="59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Impact &amp; Essential Question</a:t>
            </a:r>
            <a:endParaRPr/>
          </a:p>
        </p:txBody>
      </p:sp>
      <p:sp>
        <p:nvSpPr>
          <p:cNvPr id="557" name="Google Shape;557;p31"/>
          <p:cNvSpPr txBox="1"/>
          <p:nvPr>
            <p:ph idx="21" type="subTitle"/>
          </p:nvPr>
        </p:nvSpPr>
        <p:spPr>
          <a:xfrm>
            <a:off x="6107550" y="3654199"/>
            <a:ext cx="2336400" cy="34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Conclusion</a:t>
            </a:r>
            <a:endParaRPr/>
          </a:p>
        </p:txBody>
      </p:sp>
      <p:sp>
        <p:nvSpPr>
          <p:cNvPr id="558" name="Google Shape;558;p31"/>
          <p:cNvSpPr txBox="1"/>
          <p:nvPr>
            <p:ph type="title"/>
          </p:nvPr>
        </p:nvSpPr>
        <p:spPr>
          <a:xfrm>
            <a:off x="828075" y="1230775"/>
            <a:ext cx="711300" cy="593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01</a:t>
            </a:r>
            <a:endParaRPr/>
          </a:p>
        </p:txBody>
      </p:sp>
      <p:sp>
        <p:nvSpPr>
          <p:cNvPr id="559" name="Google Shape;559;p31"/>
          <p:cNvSpPr txBox="1"/>
          <p:nvPr>
            <p:ph idx="1" type="subTitle"/>
          </p:nvPr>
        </p:nvSpPr>
        <p:spPr>
          <a:xfrm>
            <a:off x="720000" y="2483698"/>
            <a:ext cx="2336400" cy="48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Re-introduce research question.</a:t>
            </a:r>
            <a:endParaRPr/>
          </a:p>
        </p:txBody>
      </p:sp>
      <p:sp>
        <p:nvSpPr>
          <p:cNvPr id="560" name="Google Shape;560;p31"/>
          <p:cNvSpPr txBox="1"/>
          <p:nvPr>
            <p:ph idx="2" type="title"/>
          </p:nvPr>
        </p:nvSpPr>
        <p:spPr>
          <a:xfrm>
            <a:off x="3569053" y="1186163"/>
            <a:ext cx="711300" cy="593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02</a:t>
            </a:r>
            <a:endParaRPr/>
          </a:p>
        </p:txBody>
      </p:sp>
      <p:sp>
        <p:nvSpPr>
          <p:cNvPr id="561" name="Google Shape;561;p31"/>
          <p:cNvSpPr txBox="1"/>
          <p:nvPr>
            <p:ph idx="3" type="subTitle"/>
          </p:nvPr>
        </p:nvSpPr>
        <p:spPr>
          <a:xfrm>
            <a:off x="3403800" y="2397560"/>
            <a:ext cx="2336400" cy="48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Give a brief project overview.</a:t>
            </a:r>
            <a:endParaRPr/>
          </a:p>
        </p:txBody>
      </p:sp>
      <p:sp>
        <p:nvSpPr>
          <p:cNvPr id="562" name="Google Shape;562;p31"/>
          <p:cNvSpPr txBox="1"/>
          <p:nvPr>
            <p:ph idx="4" type="title"/>
          </p:nvPr>
        </p:nvSpPr>
        <p:spPr>
          <a:xfrm>
            <a:off x="6307355" y="1186163"/>
            <a:ext cx="711300" cy="593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03</a:t>
            </a:r>
            <a:endParaRPr/>
          </a:p>
        </p:txBody>
      </p:sp>
      <p:sp>
        <p:nvSpPr>
          <p:cNvPr id="563" name="Google Shape;563;p31"/>
          <p:cNvSpPr txBox="1"/>
          <p:nvPr>
            <p:ph idx="5" type="subTitle"/>
          </p:nvPr>
        </p:nvSpPr>
        <p:spPr>
          <a:xfrm>
            <a:off x="6087600" y="2321360"/>
            <a:ext cx="2336400" cy="48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Discuss algorithms used and project progression.</a:t>
            </a:r>
            <a:endParaRPr/>
          </a:p>
        </p:txBody>
      </p:sp>
      <p:sp>
        <p:nvSpPr>
          <p:cNvPr id="564" name="Google Shape;564;p31"/>
          <p:cNvSpPr txBox="1"/>
          <p:nvPr>
            <p:ph idx="6" type="title"/>
          </p:nvPr>
        </p:nvSpPr>
        <p:spPr>
          <a:xfrm>
            <a:off x="843125" y="3073150"/>
            <a:ext cx="711300" cy="593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04</a:t>
            </a:r>
            <a:endParaRPr/>
          </a:p>
        </p:txBody>
      </p:sp>
      <p:sp>
        <p:nvSpPr>
          <p:cNvPr id="565" name="Google Shape;565;p31"/>
          <p:cNvSpPr txBox="1"/>
          <p:nvPr>
            <p:ph idx="7" type="subTitle"/>
          </p:nvPr>
        </p:nvSpPr>
        <p:spPr>
          <a:xfrm>
            <a:off x="735050" y="4276112"/>
            <a:ext cx="2336400" cy="48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Demo the model and review some model evaluations.</a:t>
            </a:r>
            <a:endParaRPr/>
          </a:p>
        </p:txBody>
      </p:sp>
      <p:sp>
        <p:nvSpPr>
          <p:cNvPr id="566" name="Google Shape;566;p31"/>
          <p:cNvSpPr txBox="1"/>
          <p:nvPr>
            <p:ph idx="8" type="title"/>
          </p:nvPr>
        </p:nvSpPr>
        <p:spPr>
          <a:xfrm>
            <a:off x="3581428" y="3073150"/>
            <a:ext cx="711300" cy="593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05</a:t>
            </a:r>
            <a:endParaRPr/>
          </a:p>
        </p:txBody>
      </p:sp>
      <p:sp>
        <p:nvSpPr>
          <p:cNvPr id="567" name="Google Shape;567;p31"/>
          <p:cNvSpPr txBox="1"/>
          <p:nvPr>
            <p:ph idx="9" type="subTitle"/>
          </p:nvPr>
        </p:nvSpPr>
        <p:spPr>
          <a:xfrm>
            <a:off x="3418850" y="4276112"/>
            <a:ext cx="2336400" cy="48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Discuss the impact of the model. </a:t>
            </a:r>
            <a:endParaRPr/>
          </a:p>
        </p:txBody>
      </p:sp>
      <p:sp>
        <p:nvSpPr>
          <p:cNvPr id="568" name="Google Shape;568;p31"/>
          <p:cNvSpPr txBox="1"/>
          <p:nvPr>
            <p:ph idx="13" type="title"/>
          </p:nvPr>
        </p:nvSpPr>
        <p:spPr>
          <a:xfrm>
            <a:off x="6319730" y="3073150"/>
            <a:ext cx="711300" cy="593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06</a:t>
            </a:r>
            <a:endParaRPr/>
          </a:p>
        </p:txBody>
      </p:sp>
      <p:sp>
        <p:nvSpPr>
          <p:cNvPr id="569" name="Google Shape;569;p31"/>
          <p:cNvSpPr txBox="1"/>
          <p:nvPr>
            <p:ph idx="14" type="subTitle"/>
          </p:nvPr>
        </p:nvSpPr>
        <p:spPr>
          <a:xfrm>
            <a:off x="6102650" y="4047512"/>
            <a:ext cx="2336400" cy="48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Discuss next steps and wrap up </a:t>
            </a:r>
            <a:r>
              <a:rPr lang="en"/>
              <a:t>presentation</a:t>
            </a:r>
            <a:r>
              <a:rPr lang="en"/>
              <a:t>.</a:t>
            </a:r>
            <a:endParaRPr/>
          </a:p>
        </p:txBody>
      </p:sp>
      <p:sp>
        <p:nvSpPr>
          <p:cNvPr id="570" name="Google Shape;570;p31"/>
          <p:cNvSpPr txBox="1"/>
          <p:nvPr>
            <p:ph idx="15" type="title"/>
          </p:nvPr>
        </p:nvSpPr>
        <p:spPr>
          <a:xfrm>
            <a:off x="720000" y="382600"/>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Table of contents</a:t>
            </a:r>
            <a:endParaRPr/>
          </a:p>
        </p:txBody>
      </p:sp>
      <p:grpSp>
        <p:nvGrpSpPr>
          <p:cNvPr id="571" name="Google Shape;571;p31"/>
          <p:cNvGrpSpPr/>
          <p:nvPr/>
        </p:nvGrpSpPr>
        <p:grpSpPr>
          <a:xfrm rot="4387107">
            <a:off x="4363654" y="-264793"/>
            <a:ext cx="416692" cy="539630"/>
            <a:chOff x="5402225" y="3028900"/>
            <a:chExt cx="135050" cy="174900"/>
          </a:xfrm>
        </p:grpSpPr>
        <p:sp>
          <p:nvSpPr>
            <p:cNvPr id="572" name="Google Shape;572;p31"/>
            <p:cNvSpPr/>
            <p:nvPr/>
          </p:nvSpPr>
          <p:spPr>
            <a:xfrm>
              <a:off x="5424000" y="3043600"/>
              <a:ext cx="91400" cy="5775"/>
            </a:xfrm>
            <a:custGeom>
              <a:rect b="b" l="l" r="r" t="t"/>
              <a:pathLst>
                <a:path extrusionOk="0" h="231" w="3656">
                  <a:moveTo>
                    <a:pt x="119" y="0"/>
                  </a:moveTo>
                  <a:cubicBezTo>
                    <a:pt x="52" y="0"/>
                    <a:pt x="0" y="49"/>
                    <a:pt x="0" y="115"/>
                  </a:cubicBezTo>
                  <a:cubicBezTo>
                    <a:pt x="0" y="178"/>
                    <a:pt x="52" y="230"/>
                    <a:pt x="119" y="230"/>
                  </a:cubicBezTo>
                  <a:lnTo>
                    <a:pt x="3540" y="230"/>
                  </a:lnTo>
                  <a:cubicBezTo>
                    <a:pt x="3603" y="230"/>
                    <a:pt x="3656" y="178"/>
                    <a:pt x="3656" y="115"/>
                  </a:cubicBezTo>
                  <a:cubicBezTo>
                    <a:pt x="3656" y="49"/>
                    <a:pt x="3603" y="0"/>
                    <a:pt x="35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31"/>
            <p:cNvSpPr/>
            <p:nvPr/>
          </p:nvSpPr>
          <p:spPr>
            <a:xfrm>
              <a:off x="5424000" y="3067900"/>
              <a:ext cx="91400" cy="5775"/>
            </a:xfrm>
            <a:custGeom>
              <a:rect b="b" l="l" r="r" t="t"/>
              <a:pathLst>
                <a:path extrusionOk="0" h="231" w="3656">
                  <a:moveTo>
                    <a:pt x="119" y="0"/>
                  </a:moveTo>
                  <a:cubicBezTo>
                    <a:pt x="52" y="0"/>
                    <a:pt x="0" y="53"/>
                    <a:pt x="0" y="116"/>
                  </a:cubicBezTo>
                  <a:cubicBezTo>
                    <a:pt x="0" y="182"/>
                    <a:pt x="52" y="230"/>
                    <a:pt x="119" y="230"/>
                  </a:cubicBezTo>
                  <a:lnTo>
                    <a:pt x="3540" y="230"/>
                  </a:lnTo>
                  <a:cubicBezTo>
                    <a:pt x="3603" y="230"/>
                    <a:pt x="3656" y="182"/>
                    <a:pt x="3656" y="116"/>
                  </a:cubicBezTo>
                  <a:cubicBezTo>
                    <a:pt x="3656" y="53"/>
                    <a:pt x="3603" y="0"/>
                    <a:pt x="35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31"/>
            <p:cNvSpPr/>
            <p:nvPr/>
          </p:nvSpPr>
          <p:spPr>
            <a:xfrm>
              <a:off x="5424000" y="3092200"/>
              <a:ext cx="91400" cy="5875"/>
            </a:xfrm>
            <a:custGeom>
              <a:rect b="b" l="l" r="r" t="t"/>
              <a:pathLst>
                <a:path extrusionOk="0" h="235" w="3656">
                  <a:moveTo>
                    <a:pt x="119" y="1"/>
                  </a:moveTo>
                  <a:cubicBezTo>
                    <a:pt x="52" y="1"/>
                    <a:pt x="0" y="53"/>
                    <a:pt x="0" y="119"/>
                  </a:cubicBezTo>
                  <a:cubicBezTo>
                    <a:pt x="0" y="181"/>
                    <a:pt x="52" y="234"/>
                    <a:pt x="119" y="234"/>
                  </a:cubicBezTo>
                  <a:lnTo>
                    <a:pt x="3540" y="234"/>
                  </a:lnTo>
                  <a:cubicBezTo>
                    <a:pt x="3603" y="234"/>
                    <a:pt x="3656" y="181"/>
                    <a:pt x="3656" y="119"/>
                  </a:cubicBezTo>
                  <a:cubicBezTo>
                    <a:pt x="3656" y="53"/>
                    <a:pt x="3603" y="1"/>
                    <a:pt x="35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31"/>
            <p:cNvSpPr/>
            <p:nvPr/>
          </p:nvSpPr>
          <p:spPr>
            <a:xfrm>
              <a:off x="5424000" y="3140900"/>
              <a:ext cx="91400" cy="5850"/>
            </a:xfrm>
            <a:custGeom>
              <a:rect b="b" l="l" r="r" t="t"/>
              <a:pathLst>
                <a:path extrusionOk="0" h="234" w="3656">
                  <a:moveTo>
                    <a:pt x="119" y="0"/>
                  </a:moveTo>
                  <a:cubicBezTo>
                    <a:pt x="52" y="0"/>
                    <a:pt x="0" y="52"/>
                    <a:pt x="0" y="115"/>
                  </a:cubicBezTo>
                  <a:cubicBezTo>
                    <a:pt x="0" y="182"/>
                    <a:pt x="52" y="234"/>
                    <a:pt x="119" y="234"/>
                  </a:cubicBezTo>
                  <a:lnTo>
                    <a:pt x="3540" y="234"/>
                  </a:lnTo>
                  <a:cubicBezTo>
                    <a:pt x="3603" y="234"/>
                    <a:pt x="3656" y="182"/>
                    <a:pt x="3656" y="115"/>
                  </a:cubicBezTo>
                  <a:cubicBezTo>
                    <a:pt x="3656" y="52"/>
                    <a:pt x="3603" y="0"/>
                    <a:pt x="35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31"/>
            <p:cNvSpPr/>
            <p:nvPr/>
          </p:nvSpPr>
          <p:spPr>
            <a:xfrm>
              <a:off x="5424000" y="3165300"/>
              <a:ext cx="91400" cy="5775"/>
            </a:xfrm>
            <a:custGeom>
              <a:rect b="b" l="l" r="r" t="t"/>
              <a:pathLst>
                <a:path extrusionOk="0" h="231" w="3656">
                  <a:moveTo>
                    <a:pt x="119" y="0"/>
                  </a:moveTo>
                  <a:cubicBezTo>
                    <a:pt x="52" y="0"/>
                    <a:pt x="0" y="52"/>
                    <a:pt x="0" y="115"/>
                  </a:cubicBezTo>
                  <a:cubicBezTo>
                    <a:pt x="0" y="178"/>
                    <a:pt x="52" y="230"/>
                    <a:pt x="119" y="230"/>
                  </a:cubicBezTo>
                  <a:lnTo>
                    <a:pt x="3540" y="230"/>
                  </a:lnTo>
                  <a:cubicBezTo>
                    <a:pt x="3603" y="230"/>
                    <a:pt x="3656" y="178"/>
                    <a:pt x="3656" y="115"/>
                  </a:cubicBezTo>
                  <a:cubicBezTo>
                    <a:pt x="3656" y="52"/>
                    <a:pt x="3603" y="0"/>
                    <a:pt x="35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31"/>
            <p:cNvSpPr/>
            <p:nvPr/>
          </p:nvSpPr>
          <p:spPr>
            <a:xfrm>
              <a:off x="5424000" y="3189575"/>
              <a:ext cx="91400" cy="5775"/>
            </a:xfrm>
            <a:custGeom>
              <a:rect b="b" l="l" r="r" t="t"/>
              <a:pathLst>
                <a:path extrusionOk="0" h="231" w="3656">
                  <a:moveTo>
                    <a:pt x="119" y="1"/>
                  </a:moveTo>
                  <a:cubicBezTo>
                    <a:pt x="52" y="1"/>
                    <a:pt x="0" y="54"/>
                    <a:pt x="0" y="116"/>
                  </a:cubicBezTo>
                  <a:cubicBezTo>
                    <a:pt x="0" y="182"/>
                    <a:pt x="52" y="231"/>
                    <a:pt x="119" y="231"/>
                  </a:cubicBezTo>
                  <a:lnTo>
                    <a:pt x="3540" y="231"/>
                  </a:lnTo>
                  <a:cubicBezTo>
                    <a:pt x="3603" y="231"/>
                    <a:pt x="3656" y="182"/>
                    <a:pt x="3656" y="116"/>
                  </a:cubicBezTo>
                  <a:cubicBezTo>
                    <a:pt x="3656" y="54"/>
                    <a:pt x="3603" y="1"/>
                    <a:pt x="35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31"/>
            <p:cNvSpPr/>
            <p:nvPr/>
          </p:nvSpPr>
          <p:spPr>
            <a:xfrm>
              <a:off x="5402225" y="3028900"/>
              <a:ext cx="42175" cy="80300"/>
            </a:xfrm>
            <a:custGeom>
              <a:rect b="b" l="l" r="r" t="t"/>
              <a:pathLst>
                <a:path extrusionOk="0" h="3212" w="1687">
                  <a:moveTo>
                    <a:pt x="508" y="0"/>
                  </a:moveTo>
                  <a:cubicBezTo>
                    <a:pt x="385" y="0"/>
                    <a:pt x="277" y="89"/>
                    <a:pt x="258" y="212"/>
                  </a:cubicBezTo>
                  <a:cubicBezTo>
                    <a:pt x="248" y="281"/>
                    <a:pt x="0" y="1919"/>
                    <a:pt x="857" y="2922"/>
                  </a:cubicBezTo>
                  <a:cubicBezTo>
                    <a:pt x="948" y="3031"/>
                    <a:pt x="1053" y="3128"/>
                    <a:pt x="1161" y="3212"/>
                  </a:cubicBezTo>
                  <a:cubicBezTo>
                    <a:pt x="1293" y="3128"/>
                    <a:pt x="1471" y="3034"/>
                    <a:pt x="1687" y="2954"/>
                  </a:cubicBezTo>
                  <a:cubicBezTo>
                    <a:pt x="1513" y="2864"/>
                    <a:pt x="1366" y="2745"/>
                    <a:pt x="1241" y="2599"/>
                  </a:cubicBezTo>
                  <a:cubicBezTo>
                    <a:pt x="805" y="2090"/>
                    <a:pt x="722" y="1338"/>
                    <a:pt x="722" y="832"/>
                  </a:cubicBezTo>
                  <a:cubicBezTo>
                    <a:pt x="722" y="518"/>
                    <a:pt x="753" y="296"/>
                    <a:pt x="753" y="292"/>
                  </a:cubicBezTo>
                  <a:cubicBezTo>
                    <a:pt x="777" y="156"/>
                    <a:pt x="683" y="27"/>
                    <a:pt x="547" y="3"/>
                  </a:cubicBezTo>
                  <a:cubicBezTo>
                    <a:pt x="534" y="1"/>
                    <a:pt x="521" y="0"/>
                    <a:pt x="50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31"/>
            <p:cNvSpPr/>
            <p:nvPr/>
          </p:nvSpPr>
          <p:spPr>
            <a:xfrm>
              <a:off x="5494550" y="3121025"/>
              <a:ext cx="42100" cy="82775"/>
            </a:xfrm>
            <a:custGeom>
              <a:rect b="b" l="l" r="r" t="t"/>
              <a:pathLst>
                <a:path extrusionOk="0" h="3311" w="1684">
                  <a:moveTo>
                    <a:pt x="541" y="1"/>
                  </a:moveTo>
                  <a:cubicBezTo>
                    <a:pt x="363" y="102"/>
                    <a:pt x="178" y="175"/>
                    <a:pt x="1" y="231"/>
                  </a:cubicBezTo>
                  <a:cubicBezTo>
                    <a:pt x="147" y="314"/>
                    <a:pt x="276" y="422"/>
                    <a:pt x="387" y="551"/>
                  </a:cubicBezTo>
                  <a:cubicBezTo>
                    <a:pt x="1157" y="1423"/>
                    <a:pt x="966" y="3015"/>
                    <a:pt x="966" y="3029"/>
                  </a:cubicBezTo>
                  <a:cubicBezTo>
                    <a:pt x="948" y="3168"/>
                    <a:pt x="1046" y="3293"/>
                    <a:pt x="1182" y="3311"/>
                  </a:cubicBezTo>
                  <a:lnTo>
                    <a:pt x="1213" y="3311"/>
                  </a:lnTo>
                  <a:cubicBezTo>
                    <a:pt x="1339" y="3311"/>
                    <a:pt x="1447" y="3220"/>
                    <a:pt x="1464" y="3092"/>
                  </a:cubicBezTo>
                  <a:cubicBezTo>
                    <a:pt x="1471" y="3018"/>
                    <a:pt x="1683" y="1262"/>
                    <a:pt x="768" y="220"/>
                  </a:cubicBezTo>
                  <a:cubicBezTo>
                    <a:pt x="694" y="141"/>
                    <a:pt x="621" y="67"/>
                    <a:pt x="5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31"/>
            <p:cNvSpPr/>
            <p:nvPr/>
          </p:nvSpPr>
          <p:spPr>
            <a:xfrm>
              <a:off x="5402825" y="3028900"/>
              <a:ext cx="134450" cy="174900"/>
            </a:xfrm>
            <a:custGeom>
              <a:rect b="b" l="l" r="r" t="t"/>
              <a:pathLst>
                <a:path extrusionOk="0" h="6996" w="5378">
                  <a:moveTo>
                    <a:pt x="4868" y="0"/>
                  </a:moveTo>
                  <a:cubicBezTo>
                    <a:pt x="4855" y="0"/>
                    <a:pt x="4842" y="1"/>
                    <a:pt x="4830" y="3"/>
                  </a:cubicBezTo>
                  <a:cubicBezTo>
                    <a:pt x="4694" y="27"/>
                    <a:pt x="4600" y="156"/>
                    <a:pt x="4621" y="292"/>
                  </a:cubicBezTo>
                  <a:cubicBezTo>
                    <a:pt x="4625" y="306"/>
                    <a:pt x="4847" y="1766"/>
                    <a:pt x="4136" y="2595"/>
                  </a:cubicBezTo>
                  <a:cubicBezTo>
                    <a:pt x="3816" y="2975"/>
                    <a:pt x="3335" y="3167"/>
                    <a:pt x="2708" y="3167"/>
                  </a:cubicBezTo>
                  <a:cubicBezTo>
                    <a:pt x="1952" y="3167"/>
                    <a:pt x="1349" y="3414"/>
                    <a:pt x="917" y="3905"/>
                  </a:cubicBezTo>
                  <a:cubicBezTo>
                    <a:pt x="0" y="4947"/>
                    <a:pt x="209" y="6703"/>
                    <a:pt x="220" y="6777"/>
                  </a:cubicBezTo>
                  <a:cubicBezTo>
                    <a:pt x="238" y="6905"/>
                    <a:pt x="346" y="6996"/>
                    <a:pt x="468" y="6996"/>
                  </a:cubicBezTo>
                  <a:lnTo>
                    <a:pt x="502" y="6996"/>
                  </a:lnTo>
                  <a:cubicBezTo>
                    <a:pt x="638" y="6978"/>
                    <a:pt x="736" y="6853"/>
                    <a:pt x="719" y="6714"/>
                  </a:cubicBezTo>
                  <a:cubicBezTo>
                    <a:pt x="715" y="6700"/>
                    <a:pt x="527" y="5108"/>
                    <a:pt x="1293" y="4236"/>
                  </a:cubicBezTo>
                  <a:cubicBezTo>
                    <a:pt x="1628" y="3860"/>
                    <a:pt x="2102" y="3668"/>
                    <a:pt x="2708" y="3668"/>
                  </a:cubicBezTo>
                  <a:cubicBezTo>
                    <a:pt x="3488" y="3668"/>
                    <a:pt x="4095" y="3417"/>
                    <a:pt x="4520" y="2922"/>
                  </a:cubicBezTo>
                  <a:cubicBezTo>
                    <a:pt x="5377" y="1919"/>
                    <a:pt x="5130" y="281"/>
                    <a:pt x="5119" y="212"/>
                  </a:cubicBezTo>
                  <a:cubicBezTo>
                    <a:pt x="5097" y="89"/>
                    <a:pt x="4989" y="0"/>
                    <a:pt x="486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81" name="Google Shape;581;p31"/>
          <p:cNvSpPr/>
          <p:nvPr/>
        </p:nvSpPr>
        <p:spPr>
          <a:xfrm rot="-1070388">
            <a:off x="250777" y="4553672"/>
            <a:ext cx="469230" cy="409495"/>
          </a:xfrm>
          <a:custGeom>
            <a:rect b="b" l="l" r="r" t="t"/>
            <a:pathLst>
              <a:path extrusionOk="0" h="3078" w="3527">
                <a:moveTo>
                  <a:pt x="1764" y="380"/>
                </a:moveTo>
                <a:lnTo>
                  <a:pt x="3174" y="2823"/>
                </a:lnTo>
                <a:lnTo>
                  <a:pt x="352" y="2823"/>
                </a:lnTo>
                <a:lnTo>
                  <a:pt x="1764" y="380"/>
                </a:lnTo>
                <a:close/>
                <a:moveTo>
                  <a:pt x="1764" y="1"/>
                </a:moveTo>
                <a:cubicBezTo>
                  <a:pt x="1719" y="1"/>
                  <a:pt x="1677" y="25"/>
                  <a:pt x="1652" y="63"/>
                </a:cubicBezTo>
                <a:lnTo>
                  <a:pt x="22" y="2886"/>
                </a:lnTo>
                <a:cubicBezTo>
                  <a:pt x="1" y="2928"/>
                  <a:pt x="1" y="2976"/>
                  <a:pt x="22" y="3015"/>
                </a:cubicBezTo>
                <a:cubicBezTo>
                  <a:pt x="46" y="3053"/>
                  <a:pt x="88" y="3077"/>
                  <a:pt x="133" y="3077"/>
                </a:cubicBezTo>
                <a:lnTo>
                  <a:pt x="3394" y="3077"/>
                </a:lnTo>
                <a:cubicBezTo>
                  <a:pt x="3440" y="3077"/>
                  <a:pt x="3481" y="3053"/>
                  <a:pt x="3506" y="3015"/>
                </a:cubicBezTo>
                <a:cubicBezTo>
                  <a:pt x="3526" y="2976"/>
                  <a:pt x="3526" y="2928"/>
                  <a:pt x="3506" y="2886"/>
                </a:cubicBezTo>
                <a:lnTo>
                  <a:pt x="1875" y="63"/>
                </a:lnTo>
                <a:cubicBezTo>
                  <a:pt x="1851" y="25"/>
                  <a:pt x="1809" y="1"/>
                  <a:pt x="176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82" name="Google Shape;582;p31"/>
          <p:cNvGrpSpPr/>
          <p:nvPr/>
        </p:nvGrpSpPr>
        <p:grpSpPr>
          <a:xfrm rot="1999392">
            <a:off x="8456459" y="4545193"/>
            <a:ext cx="404315" cy="426448"/>
            <a:chOff x="1369189" y="306367"/>
            <a:chExt cx="340667" cy="359315"/>
          </a:xfrm>
        </p:grpSpPr>
        <p:sp>
          <p:nvSpPr>
            <p:cNvPr id="583" name="Google Shape;583;p31"/>
            <p:cNvSpPr/>
            <p:nvPr/>
          </p:nvSpPr>
          <p:spPr>
            <a:xfrm>
              <a:off x="1369189" y="306367"/>
              <a:ext cx="340667" cy="359315"/>
            </a:xfrm>
            <a:custGeom>
              <a:rect b="b" l="l" r="r" t="t"/>
              <a:pathLst>
                <a:path extrusionOk="0" h="8767" w="8312">
                  <a:moveTo>
                    <a:pt x="4155" y="0"/>
                  </a:moveTo>
                  <a:lnTo>
                    <a:pt x="4134" y="10"/>
                  </a:lnTo>
                  <a:lnTo>
                    <a:pt x="1" y="1728"/>
                  </a:lnTo>
                  <a:cubicBezTo>
                    <a:pt x="1" y="6345"/>
                    <a:pt x="3688" y="8512"/>
                    <a:pt x="4134" y="8756"/>
                  </a:cubicBezTo>
                  <a:cubicBezTo>
                    <a:pt x="4140" y="8760"/>
                    <a:pt x="4148" y="8767"/>
                    <a:pt x="4155" y="8767"/>
                  </a:cubicBezTo>
                  <a:cubicBezTo>
                    <a:pt x="4161" y="8767"/>
                    <a:pt x="4169" y="8760"/>
                    <a:pt x="4176" y="8756"/>
                  </a:cubicBezTo>
                  <a:cubicBezTo>
                    <a:pt x="4621" y="8512"/>
                    <a:pt x="8312" y="6345"/>
                    <a:pt x="8312" y="1728"/>
                  </a:cubicBezTo>
                  <a:lnTo>
                    <a:pt x="4176" y="10"/>
                  </a:lnTo>
                  <a:lnTo>
                    <a:pt x="415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31"/>
            <p:cNvSpPr/>
            <p:nvPr/>
          </p:nvSpPr>
          <p:spPr>
            <a:xfrm>
              <a:off x="1394354" y="331614"/>
              <a:ext cx="290379" cy="306773"/>
            </a:xfrm>
            <a:custGeom>
              <a:rect b="b" l="l" r="r" t="t"/>
              <a:pathLst>
                <a:path extrusionOk="0" h="7485" w="7085">
                  <a:moveTo>
                    <a:pt x="3541" y="0"/>
                  </a:moveTo>
                  <a:lnTo>
                    <a:pt x="1" y="1475"/>
                  </a:lnTo>
                  <a:cubicBezTo>
                    <a:pt x="161" y="5000"/>
                    <a:pt x="2642" y="6906"/>
                    <a:pt x="3541" y="7485"/>
                  </a:cubicBezTo>
                  <a:cubicBezTo>
                    <a:pt x="4440" y="6906"/>
                    <a:pt x="6924" y="5000"/>
                    <a:pt x="7085" y="1475"/>
                  </a:cubicBezTo>
                  <a:lnTo>
                    <a:pt x="3541"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31"/>
            <p:cNvSpPr/>
            <p:nvPr/>
          </p:nvSpPr>
          <p:spPr>
            <a:xfrm>
              <a:off x="1459356" y="398174"/>
              <a:ext cx="158571" cy="147300"/>
            </a:xfrm>
            <a:custGeom>
              <a:rect b="b" l="l" r="r" t="t"/>
              <a:pathLst>
                <a:path extrusionOk="0" h="3594" w="3869">
                  <a:moveTo>
                    <a:pt x="1342" y="0"/>
                  </a:moveTo>
                  <a:lnTo>
                    <a:pt x="1342" y="1247"/>
                  </a:lnTo>
                  <a:lnTo>
                    <a:pt x="0" y="1247"/>
                  </a:lnTo>
                  <a:lnTo>
                    <a:pt x="0" y="2345"/>
                  </a:lnTo>
                  <a:lnTo>
                    <a:pt x="1342" y="2345"/>
                  </a:lnTo>
                  <a:lnTo>
                    <a:pt x="1342" y="3593"/>
                  </a:lnTo>
                  <a:lnTo>
                    <a:pt x="2522" y="3593"/>
                  </a:lnTo>
                  <a:lnTo>
                    <a:pt x="2522" y="2345"/>
                  </a:lnTo>
                  <a:lnTo>
                    <a:pt x="3868" y="2345"/>
                  </a:lnTo>
                  <a:lnTo>
                    <a:pt x="3868" y="1247"/>
                  </a:lnTo>
                  <a:lnTo>
                    <a:pt x="2522" y="1247"/>
                  </a:lnTo>
                  <a:lnTo>
                    <a:pt x="252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6" name="Google Shape;586;p31"/>
          <p:cNvGrpSpPr/>
          <p:nvPr/>
        </p:nvGrpSpPr>
        <p:grpSpPr>
          <a:xfrm flipH="1" rot="826566">
            <a:off x="-109721" y="344792"/>
            <a:ext cx="697827" cy="599300"/>
            <a:chOff x="8250910" y="1349595"/>
            <a:chExt cx="537600" cy="461696"/>
          </a:xfrm>
        </p:grpSpPr>
        <p:sp>
          <p:nvSpPr>
            <p:cNvPr id="587" name="Google Shape;587;p31"/>
            <p:cNvSpPr/>
            <p:nvPr/>
          </p:nvSpPr>
          <p:spPr>
            <a:xfrm>
              <a:off x="8250910" y="1446525"/>
              <a:ext cx="489156" cy="364767"/>
            </a:xfrm>
            <a:custGeom>
              <a:rect b="b" l="l" r="r" t="t"/>
              <a:pathLst>
                <a:path extrusionOk="0" h="8900" w="11935">
                  <a:moveTo>
                    <a:pt x="1" y="1"/>
                  </a:moveTo>
                  <a:lnTo>
                    <a:pt x="1" y="8900"/>
                  </a:lnTo>
                  <a:lnTo>
                    <a:pt x="11935" y="8900"/>
                  </a:lnTo>
                  <a:lnTo>
                    <a:pt x="1193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31"/>
            <p:cNvSpPr/>
            <p:nvPr/>
          </p:nvSpPr>
          <p:spPr>
            <a:xfrm>
              <a:off x="8299477" y="1446525"/>
              <a:ext cx="489033" cy="364767"/>
            </a:xfrm>
            <a:custGeom>
              <a:rect b="b" l="l" r="r" t="t"/>
              <a:pathLst>
                <a:path extrusionOk="0" h="8900" w="11932">
                  <a:moveTo>
                    <a:pt x="1" y="1"/>
                  </a:moveTo>
                  <a:lnTo>
                    <a:pt x="1" y="8900"/>
                  </a:lnTo>
                  <a:lnTo>
                    <a:pt x="11932" y="8900"/>
                  </a:lnTo>
                  <a:lnTo>
                    <a:pt x="11932"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31"/>
            <p:cNvSpPr/>
            <p:nvPr/>
          </p:nvSpPr>
          <p:spPr>
            <a:xfrm>
              <a:off x="8299477" y="1626039"/>
              <a:ext cx="489033" cy="13894"/>
            </a:xfrm>
            <a:custGeom>
              <a:rect b="b" l="l" r="r" t="t"/>
              <a:pathLst>
                <a:path extrusionOk="0" h="339" w="11932">
                  <a:moveTo>
                    <a:pt x="1" y="0"/>
                  </a:moveTo>
                  <a:lnTo>
                    <a:pt x="1" y="338"/>
                  </a:lnTo>
                  <a:lnTo>
                    <a:pt x="11932" y="338"/>
                  </a:lnTo>
                  <a:lnTo>
                    <a:pt x="11932"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31"/>
            <p:cNvSpPr/>
            <p:nvPr/>
          </p:nvSpPr>
          <p:spPr>
            <a:xfrm>
              <a:off x="8466983" y="1554356"/>
              <a:ext cx="162547" cy="162547"/>
            </a:xfrm>
            <a:custGeom>
              <a:rect b="b" l="l" r="r" t="t"/>
              <a:pathLst>
                <a:path extrusionOk="0" h="3966" w="3966">
                  <a:moveTo>
                    <a:pt x="1245" y="1"/>
                  </a:moveTo>
                  <a:lnTo>
                    <a:pt x="1245" y="1241"/>
                  </a:lnTo>
                  <a:lnTo>
                    <a:pt x="5" y="1238"/>
                  </a:lnTo>
                  <a:lnTo>
                    <a:pt x="0" y="2722"/>
                  </a:lnTo>
                  <a:lnTo>
                    <a:pt x="1241" y="2725"/>
                  </a:lnTo>
                  <a:lnTo>
                    <a:pt x="1238" y="3962"/>
                  </a:lnTo>
                  <a:lnTo>
                    <a:pt x="2722" y="3966"/>
                  </a:lnTo>
                  <a:lnTo>
                    <a:pt x="2726" y="2725"/>
                  </a:lnTo>
                  <a:lnTo>
                    <a:pt x="3966" y="2729"/>
                  </a:lnTo>
                  <a:lnTo>
                    <a:pt x="3966" y="1244"/>
                  </a:lnTo>
                  <a:lnTo>
                    <a:pt x="2729" y="1241"/>
                  </a:lnTo>
                  <a:lnTo>
                    <a:pt x="2729" y="4"/>
                  </a:lnTo>
                  <a:lnTo>
                    <a:pt x="124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p31"/>
            <p:cNvSpPr/>
            <p:nvPr/>
          </p:nvSpPr>
          <p:spPr>
            <a:xfrm>
              <a:off x="8361037" y="1597022"/>
              <a:ext cx="37747" cy="77052"/>
            </a:xfrm>
            <a:custGeom>
              <a:rect b="b" l="l" r="r" t="t"/>
              <a:pathLst>
                <a:path extrusionOk="0" h="1880" w="921">
                  <a:moveTo>
                    <a:pt x="1" y="1"/>
                  </a:moveTo>
                  <a:lnTo>
                    <a:pt x="1" y="1879"/>
                  </a:lnTo>
                  <a:lnTo>
                    <a:pt x="920" y="1879"/>
                  </a:lnTo>
                  <a:lnTo>
                    <a:pt x="920"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31"/>
            <p:cNvSpPr/>
            <p:nvPr/>
          </p:nvSpPr>
          <p:spPr>
            <a:xfrm>
              <a:off x="8689081" y="1597022"/>
              <a:ext cx="37747" cy="77052"/>
            </a:xfrm>
            <a:custGeom>
              <a:rect b="b" l="l" r="r" t="t"/>
              <a:pathLst>
                <a:path extrusionOk="0" h="1880" w="921">
                  <a:moveTo>
                    <a:pt x="0" y="1"/>
                  </a:moveTo>
                  <a:lnTo>
                    <a:pt x="0" y="1879"/>
                  </a:lnTo>
                  <a:lnTo>
                    <a:pt x="920" y="1879"/>
                  </a:lnTo>
                  <a:lnTo>
                    <a:pt x="920"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31"/>
            <p:cNvSpPr/>
            <p:nvPr/>
          </p:nvSpPr>
          <p:spPr>
            <a:xfrm>
              <a:off x="8403005" y="1349595"/>
              <a:ext cx="249558" cy="96971"/>
            </a:xfrm>
            <a:custGeom>
              <a:rect b="b" l="l" r="r" t="t"/>
              <a:pathLst>
                <a:path extrusionOk="0" h="2366" w="6089">
                  <a:moveTo>
                    <a:pt x="1015" y="0"/>
                  </a:moveTo>
                  <a:cubicBezTo>
                    <a:pt x="453" y="0"/>
                    <a:pt x="1" y="453"/>
                    <a:pt x="1" y="1014"/>
                  </a:cubicBezTo>
                  <a:lnTo>
                    <a:pt x="1" y="2366"/>
                  </a:lnTo>
                  <a:lnTo>
                    <a:pt x="464" y="2366"/>
                  </a:lnTo>
                  <a:lnTo>
                    <a:pt x="464" y="1014"/>
                  </a:lnTo>
                  <a:cubicBezTo>
                    <a:pt x="464" y="711"/>
                    <a:pt x="712" y="463"/>
                    <a:pt x="1015" y="463"/>
                  </a:cubicBezTo>
                  <a:lnTo>
                    <a:pt x="5070" y="463"/>
                  </a:lnTo>
                  <a:cubicBezTo>
                    <a:pt x="5374" y="463"/>
                    <a:pt x="5621" y="711"/>
                    <a:pt x="5621" y="1014"/>
                  </a:cubicBezTo>
                  <a:lnTo>
                    <a:pt x="5621" y="2366"/>
                  </a:lnTo>
                  <a:lnTo>
                    <a:pt x="6088" y="2366"/>
                  </a:lnTo>
                  <a:lnTo>
                    <a:pt x="6088" y="1014"/>
                  </a:lnTo>
                  <a:cubicBezTo>
                    <a:pt x="6088" y="453"/>
                    <a:pt x="5632" y="0"/>
                    <a:pt x="507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p31"/>
            <p:cNvSpPr/>
            <p:nvPr/>
          </p:nvSpPr>
          <p:spPr>
            <a:xfrm>
              <a:off x="8390054" y="1402835"/>
              <a:ext cx="43731" cy="43731"/>
            </a:xfrm>
            <a:custGeom>
              <a:rect b="b" l="l" r="r" t="t"/>
              <a:pathLst>
                <a:path extrusionOk="0" h="1067" w="1067">
                  <a:moveTo>
                    <a:pt x="0" y="1"/>
                  </a:moveTo>
                  <a:lnTo>
                    <a:pt x="0" y="1067"/>
                  </a:lnTo>
                  <a:lnTo>
                    <a:pt x="1066" y="1067"/>
                  </a:lnTo>
                  <a:lnTo>
                    <a:pt x="106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31"/>
            <p:cNvSpPr/>
            <p:nvPr/>
          </p:nvSpPr>
          <p:spPr>
            <a:xfrm>
              <a:off x="8621086" y="1402835"/>
              <a:ext cx="43731" cy="43731"/>
            </a:xfrm>
            <a:custGeom>
              <a:rect b="b" l="l" r="r" t="t"/>
              <a:pathLst>
                <a:path extrusionOk="0" h="1067" w="1067">
                  <a:moveTo>
                    <a:pt x="0" y="1"/>
                  </a:moveTo>
                  <a:lnTo>
                    <a:pt x="0" y="1067"/>
                  </a:lnTo>
                  <a:lnTo>
                    <a:pt x="1066" y="1067"/>
                  </a:lnTo>
                  <a:lnTo>
                    <a:pt x="106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96" name="Google Shape;596;p31"/>
          <p:cNvGrpSpPr/>
          <p:nvPr/>
        </p:nvGrpSpPr>
        <p:grpSpPr>
          <a:xfrm flipH="1" rot="-2441020">
            <a:off x="8721438" y="340596"/>
            <a:ext cx="572123" cy="961520"/>
            <a:chOff x="7181190" y="176967"/>
            <a:chExt cx="285092" cy="479115"/>
          </a:xfrm>
        </p:grpSpPr>
        <p:sp>
          <p:nvSpPr>
            <p:cNvPr id="597" name="Google Shape;597;p31"/>
            <p:cNvSpPr/>
            <p:nvPr/>
          </p:nvSpPr>
          <p:spPr>
            <a:xfrm>
              <a:off x="7181190" y="258486"/>
              <a:ext cx="285092" cy="397595"/>
            </a:xfrm>
            <a:custGeom>
              <a:rect b="b" l="l" r="r" t="t"/>
              <a:pathLst>
                <a:path extrusionOk="0" h="9701" w="6956">
                  <a:moveTo>
                    <a:pt x="726" y="0"/>
                  </a:moveTo>
                  <a:cubicBezTo>
                    <a:pt x="335" y="0"/>
                    <a:pt x="15" y="317"/>
                    <a:pt x="15" y="711"/>
                  </a:cubicBezTo>
                  <a:lnTo>
                    <a:pt x="1" y="9684"/>
                  </a:lnTo>
                  <a:cubicBezTo>
                    <a:pt x="1239" y="9697"/>
                    <a:pt x="2476" y="9701"/>
                    <a:pt x="3713" y="9701"/>
                  </a:cubicBezTo>
                  <a:cubicBezTo>
                    <a:pt x="4788" y="9701"/>
                    <a:pt x="5864" y="9698"/>
                    <a:pt x="6942" y="9694"/>
                  </a:cubicBezTo>
                  <a:lnTo>
                    <a:pt x="6956" y="721"/>
                  </a:lnTo>
                  <a:cubicBezTo>
                    <a:pt x="6956" y="332"/>
                    <a:pt x="6639" y="11"/>
                    <a:pt x="6249" y="11"/>
                  </a:cubicBezTo>
                  <a:lnTo>
                    <a:pt x="72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31"/>
            <p:cNvSpPr/>
            <p:nvPr/>
          </p:nvSpPr>
          <p:spPr>
            <a:xfrm>
              <a:off x="7215330" y="300208"/>
              <a:ext cx="215704" cy="331938"/>
            </a:xfrm>
            <a:custGeom>
              <a:rect b="b" l="l" r="r" t="t"/>
              <a:pathLst>
                <a:path extrusionOk="0" h="8099" w="5263">
                  <a:moveTo>
                    <a:pt x="387" y="0"/>
                  </a:moveTo>
                  <a:cubicBezTo>
                    <a:pt x="181" y="0"/>
                    <a:pt x="12" y="170"/>
                    <a:pt x="12" y="380"/>
                  </a:cubicBezTo>
                  <a:lnTo>
                    <a:pt x="1" y="8000"/>
                  </a:lnTo>
                  <a:cubicBezTo>
                    <a:pt x="910" y="8065"/>
                    <a:pt x="1818" y="8098"/>
                    <a:pt x="2725" y="8098"/>
                  </a:cubicBezTo>
                  <a:cubicBezTo>
                    <a:pt x="3567" y="8098"/>
                    <a:pt x="4408" y="8070"/>
                    <a:pt x="5248" y="8011"/>
                  </a:cubicBezTo>
                  <a:lnTo>
                    <a:pt x="5259" y="387"/>
                  </a:lnTo>
                  <a:cubicBezTo>
                    <a:pt x="5262" y="177"/>
                    <a:pt x="5092" y="7"/>
                    <a:pt x="4879" y="7"/>
                  </a:cubicBezTo>
                  <a:lnTo>
                    <a:pt x="395" y="0"/>
                  </a:lnTo>
                  <a:cubicBezTo>
                    <a:pt x="392" y="0"/>
                    <a:pt x="390" y="0"/>
                    <a:pt x="38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31"/>
            <p:cNvSpPr/>
            <p:nvPr/>
          </p:nvSpPr>
          <p:spPr>
            <a:xfrm>
              <a:off x="7207215" y="176967"/>
              <a:ext cx="233983" cy="67707"/>
            </a:xfrm>
            <a:custGeom>
              <a:rect b="b" l="l" r="r" t="t"/>
              <a:pathLst>
                <a:path extrusionOk="0" h="1652" w="5709">
                  <a:moveTo>
                    <a:pt x="310" y="0"/>
                  </a:moveTo>
                  <a:cubicBezTo>
                    <a:pt x="293" y="0"/>
                    <a:pt x="279" y="0"/>
                    <a:pt x="261" y="3"/>
                  </a:cubicBezTo>
                  <a:cubicBezTo>
                    <a:pt x="115" y="24"/>
                    <a:pt x="1" y="153"/>
                    <a:pt x="1" y="306"/>
                  </a:cubicBezTo>
                  <a:lnTo>
                    <a:pt x="1" y="1641"/>
                  </a:lnTo>
                  <a:lnTo>
                    <a:pt x="5708" y="1652"/>
                  </a:lnTo>
                  <a:lnTo>
                    <a:pt x="5708" y="317"/>
                  </a:lnTo>
                  <a:cubicBezTo>
                    <a:pt x="5708" y="167"/>
                    <a:pt x="5603" y="45"/>
                    <a:pt x="5464" y="13"/>
                  </a:cubicBezTo>
                  <a:cubicBezTo>
                    <a:pt x="5443" y="10"/>
                    <a:pt x="5422" y="7"/>
                    <a:pt x="5401" y="7"/>
                  </a:cubicBezTo>
                  <a:lnTo>
                    <a:pt x="31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31"/>
            <p:cNvSpPr/>
            <p:nvPr/>
          </p:nvSpPr>
          <p:spPr>
            <a:xfrm>
              <a:off x="7244061" y="244182"/>
              <a:ext cx="160087" cy="14755"/>
            </a:xfrm>
            <a:custGeom>
              <a:rect b="b" l="l" r="r" t="t"/>
              <a:pathLst>
                <a:path extrusionOk="0" h="360" w="3906">
                  <a:moveTo>
                    <a:pt x="1" y="1"/>
                  </a:moveTo>
                  <a:lnTo>
                    <a:pt x="1" y="353"/>
                  </a:lnTo>
                  <a:lnTo>
                    <a:pt x="3906" y="360"/>
                  </a:lnTo>
                  <a:lnTo>
                    <a:pt x="3906" y="8"/>
                  </a:ln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31"/>
            <p:cNvSpPr/>
            <p:nvPr/>
          </p:nvSpPr>
          <p:spPr>
            <a:xfrm>
              <a:off x="7244061" y="244182"/>
              <a:ext cx="160087" cy="2910"/>
            </a:xfrm>
            <a:custGeom>
              <a:rect b="b" l="l" r="r" t="t"/>
              <a:pathLst>
                <a:path extrusionOk="0" h="71" w="3906">
                  <a:moveTo>
                    <a:pt x="4" y="1"/>
                  </a:moveTo>
                  <a:cubicBezTo>
                    <a:pt x="1" y="1"/>
                    <a:pt x="1" y="4"/>
                    <a:pt x="1" y="4"/>
                  </a:cubicBezTo>
                  <a:lnTo>
                    <a:pt x="1" y="67"/>
                  </a:lnTo>
                  <a:cubicBezTo>
                    <a:pt x="1" y="71"/>
                    <a:pt x="1" y="71"/>
                    <a:pt x="4" y="71"/>
                  </a:cubicBezTo>
                  <a:lnTo>
                    <a:pt x="3903" y="71"/>
                  </a:lnTo>
                  <a:cubicBezTo>
                    <a:pt x="3906" y="71"/>
                    <a:pt x="3906" y="71"/>
                    <a:pt x="3906" y="67"/>
                  </a:cubicBezTo>
                  <a:lnTo>
                    <a:pt x="3906" y="4"/>
                  </a:lnTo>
                  <a:cubicBezTo>
                    <a:pt x="3906" y="4"/>
                    <a:pt x="3906" y="1"/>
                    <a:pt x="390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31"/>
            <p:cNvSpPr/>
            <p:nvPr/>
          </p:nvSpPr>
          <p:spPr>
            <a:xfrm>
              <a:off x="7181354" y="395294"/>
              <a:ext cx="284805" cy="142136"/>
            </a:xfrm>
            <a:custGeom>
              <a:rect b="b" l="l" r="r" t="t"/>
              <a:pathLst>
                <a:path extrusionOk="0" h="3468" w="6949">
                  <a:moveTo>
                    <a:pt x="8" y="1"/>
                  </a:moveTo>
                  <a:lnTo>
                    <a:pt x="0" y="3457"/>
                  </a:lnTo>
                  <a:lnTo>
                    <a:pt x="6941" y="3467"/>
                  </a:lnTo>
                  <a:lnTo>
                    <a:pt x="6949" y="11"/>
                  </a:lnTo>
                  <a:lnTo>
                    <a:pt x="8"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31"/>
            <p:cNvSpPr/>
            <p:nvPr/>
          </p:nvSpPr>
          <p:spPr>
            <a:xfrm>
              <a:off x="7270455" y="413122"/>
              <a:ext cx="106602" cy="106479"/>
            </a:xfrm>
            <a:custGeom>
              <a:rect b="b" l="l" r="r" t="t"/>
              <a:pathLst>
                <a:path extrusionOk="0" h="2598" w="2601">
                  <a:moveTo>
                    <a:pt x="816" y="1"/>
                  </a:moveTo>
                  <a:lnTo>
                    <a:pt x="816" y="813"/>
                  </a:lnTo>
                  <a:lnTo>
                    <a:pt x="5" y="809"/>
                  </a:lnTo>
                  <a:lnTo>
                    <a:pt x="0" y="1782"/>
                  </a:lnTo>
                  <a:lnTo>
                    <a:pt x="812" y="1785"/>
                  </a:lnTo>
                  <a:lnTo>
                    <a:pt x="812" y="2597"/>
                  </a:lnTo>
                  <a:lnTo>
                    <a:pt x="1785" y="2597"/>
                  </a:lnTo>
                  <a:lnTo>
                    <a:pt x="1785" y="1785"/>
                  </a:lnTo>
                  <a:lnTo>
                    <a:pt x="2597" y="1789"/>
                  </a:lnTo>
                  <a:lnTo>
                    <a:pt x="2600" y="816"/>
                  </a:lnTo>
                  <a:lnTo>
                    <a:pt x="1788" y="813"/>
                  </a:lnTo>
                  <a:lnTo>
                    <a:pt x="1788"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7" name="Shape 607"/>
        <p:cNvGrpSpPr/>
        <p:nvPr/>
      </p:nvGrpSpPr>
      <p:grpSpPr>
        <a:xfrm>
          <a:off x="0" y="0"/>
          <a:ext cx="0" cy="0"/>
          <a:chOff x="0" y="0"/>
          <a:chExt cx="0" cy="0"/>
        </a:xfrm>
      </p:grpSpPr>
      <p:sp>
        <p:nvSpPr>
          <p:cNvPr id="608" name="Google Shape;608;p32"/>
          <p:cNvSpPr/>
          <p:nvPr/>
        </p:nvSpPr>
        <p:spPr>
          <a:xfrm>
            <a:off x="3871337" y="92719"/>
            <a:ext cx="3251258" cy="1608925"/>
          </a:xfrm>
          <a:custGeom>
            <a:rect b="b" l="l" r="r" t="t"/>
            <a:pathLst>
              <a:path extrusionOk="0" h="31882" w="64426">
                <a:moveTo>
                  <a:pt x="42385" y="2987"/>
                </a:moveTo>
                <a:cubicBezTo>
                  <a:pt x="37964" y="2270"/>
                  <a:pt x="31154" y="359"/>
                  <a:pt x="25897" y="120"/>
                </a:cubicBezTo>
                <a:cubicBezTo>
                  <a:pt x="20640" y="-119"/>
                  <a:pt x="14786" y="657"/>
                  <a:pt x="10843" y="1553"/>
                </a:cubicBezTo>
                <a:cubicBezTo>
                  <a:pt x="6900" y="2449"/>
                  <a:pt x="4032" y="3704"/>
                  <a:pt x="2240" y="5496"/>
                </a:cubicBezTo>
                <a:cubicBezTo>
                  <a:pt x="448" y="7288"/>
                  <a:pt x="-89" y="9678"/>
                  <a:pt x="90" y="12306"/>
                </a:cubicBezTo>
                <a:cubicBezTo>
                  <a:pt x="269" y="14935"/>
                  <a:pt x="90" y="18459"/>
                  <a:pt x="3316" y="21267"/>
                </a:cubicBezTo>
                <a:cubicBezTo>
                  <a:pt x="6542" y="24075"/>
                  <a:pt x="12754" y="27421"/>
                  <a:pt x="19445" y="29153"/>
                </a:cubicBezTo>
                <a:cubicBezTo>
                  <a:pt x="26136" y="30886"/>
                  <a:pt x="36471" y="32379"/>
                  <a:pt x="43460" y="31662"/>
                </a:cubicBezTo>
                <a:cubicBezTo>
                  <a:pt x="50450" y="30945"/>
                  <a:pt x="58037" y="28017"/>
                  <a:pt x="61382" y="24851"/>
                </a:cubicBezTo>
                <a:cubicBezTo>
                  <a:pt x="64727" y="21685"/>
                  <a:pt x="65026" y="16070"/>
                  <a:pt x="63532" y="12665"/>
                </a:cubicBezTo>
                <a:cubicBezTo>
                  <a:pt x="62039" y="9260"/>
                  <a:pt x="55946" y="6034"/>
                  <a:pt x="52421" y="4421"/>
                </a:cubicBezTo>
                <a:cubicBezTo>
                  <a:pt x="48897" y="2808"/>
                  <a:pt x="46806" y="3704"/>
                  <a:pt x="42385" y="2987"/>
                </a:cubicBezTo>
                <a:close/>
              </a:path>
            </a:pathLst>
          </a:custGeom>
          <a:noFill/>
          <a:ln cap="flat" cmpd="sng" w="9525">
            <a:solidFill>
              <a:schemeClr val="dk2"/>
            </a:solidFill>
            <a:prstDash val="solid"/>
            <a:round/>
            <a:headEnd len="med" w="med" type="none"/>
            <a:tailEnd len="med" w="med" type="none"/>
          </a:ln>
        </p:spPr>
      </p:sp>
      <p:sp>
        <p:nvSpPr>
          <p:cNvPr id="609" name="Google Shape;609;p32"/>
          <p:cNvSpPr/>
          <p:nvPr/>
        </p:nvSpPr>
        <p:spPr>
          <a:xfrm>
            <a:off x="3762108" y="306460"/>
            <a:ext cx="3251258" cy="1608925"/>
          </a:xfrm>
          <a:custGeom>
            <a:rect b="b" l="l" r="r" t="t"/>
            <a:pathLst>
              <a:path extrusionOk="0" h="31882" w="64426">
                <a:moveTo>
                  <a:pt x="42385" y="2987"/>
                </a:moveTo>
                <a:cubicBezTo>
                  <a:pt x="37964" y="2270"/>
                  <a:pt x="31154" y="359"/>
                  <a:pt x="25897" y="120"/>
                </a:cubicBezTo>
                <a:cubicBezTo>
                  <a:pt x="20640" y="-119"/>
                  <a:pt x="14786" y="657"/>
                  <a:pt x="10843" y="1553"/>
                </a:cubicBezTo>
                <a:cubicBezTo>
                  <a:pt x="6900" y="2449"/>
                  <a:pt x="4032" y="3704"/>
                  <a:pt x="2240" y="5496"/>
                </a:cubicBezTo>
                <a:cubicBezTo>
                  <a:pt x="448" y="7288"/>
                  <a:pt x="-89" y="9678"/>
                  <a:pt x="90" y="12306"/>
                </a:cubicBezTo>
                <a:cubicBezTo>
                  <a:pt x="269" y="14935"/>
                  <a:pt x="90" y="18459"/>
                  <a:pt x="3316" y="21267"/>
                </a:cubicBezTo>
                <a:cubicBezTo>
                  <a:pt x="6542" y="24075"/>
                  <a:pt x="12754" y="27421"/>
                  <a:pt x="19445" y="29153"/>
                </a:cubicBezTo>
                <a:cubicBezTo>
                  <a:pt x="26136" y="30886"/>
                  <a:pt x="36471" y="32379"/>
                  <a:pt x="43460" y="31662"/>
                </a:cubicBezTo>
                <a:cubicBezTo>
                  <a:pt x="50450" y="30945"/>
                  <a:pt x="58037" y="28017"/>
                  <a:pt x="61382" y="24851"/>
                </a:cubicBezTo>
                <a:cubicBezTo>
                  <a:pt x="64727" y="21685"/>
                  <a:pt x="65026" y="16070"/>
                  <a:pt x="63532" y="12665"/>
                </a:cubicBezTo>
                <a:cubicBezTo>
                  <a:pt x="62039" y="9260"/>
                  <a:pt x="55946" y="6034"/>
                  <a:pt x="52421" y="4421"/>
                </a:cubicBezTo>
                <a:cubicBezTo>
                  <a:pt x="48897" y="2808"/>
                  <a:pt x="46806" y="3704"/>
                  <a:pt x="42385" y="2987"/>
                </a:cubicBezTo>
                <a:close/>
              </a:path>
            </a:pathLst>
          </a:custGeom>
          <a:solidFill>
            <a:srgbClr val="C7CAEA">
              <a:alpha val="52090"/>
            </a:srgbClr>
          </a:solidFill>
          <a:ln>
            <a:noFill/>
          </a:ln>
        </p:spPr>
      </p:sp>
      <p:sp>
        <p:nvSpPr>
          <p:cNvPr id="610" name="Google Shape;610;p32"/>
          <p:cNvSpPr txBox="1"/>
          <p:nvPr>
            <p:ph idx="2" type="title"/>
          </p:nvPr>
        </p:nvSpPr>
        <p:spPr>
          <a:xfrm>
            <a:off x="3797000" y="650925"/>
            <a:ext cx="31509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01</a:t>
            </a:r>
            <a:endParaRPr/>
          </a:p>
        </p:txBody>
      </p:sp>
      <p:sp>
        <p:nvSpPr>
          <p:cNvPr id="611" name="Google Shape;611;p32"/>
          <p:cNvSpPr txBox="1"/>
          <p:nvPr>
            <p:ph idx="1" type="subTitle"/>
          </p:nvPr>
        </p:nvSpPr>
        <p:spPr>
          <a:xfrm>
            <a:off x="2542850" y="3577145"/>
            <a:ext cx="5881500" cy="448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Introduce research question.</a:t>
            </a:r>
            <a:endParaRPr/>
          </a:p>
        </p:txBody>
      </p:sp>
      <p:sp>
        <p:nvSpPr>
          <p:cNvPr id="612" name="Google Shape;612;p32"/>
          <p:cNvSpPr txBox="1"/>
          <p:nvPr>
            <p:ph type="title"/>
          </p:nvPr>
        </p:nvSpPr>
        <p:spPr>
          <a:xfrm>
            <a:off x="2542850" y="1645675"/>
            <a:ext cx="5881500" cy="1912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Research Question</a:t>
            </a:r>
            <a:endParaRPr/>
          </a:p>
        </p:txBody>
      </p:sp>
      <p:grpSp>
        <p:nvGrpSpPr>
          <p:cNvPr id="613" name="Google Shape;613;p32"/>
          <p:cNvGrpSpPr/>
          <p:nvPr/>
        </p:nvGrpSpPr>
        <p:grpSpPr>
          <a:xfrm rot="-1593415">
            <a:off x="6306900" y="3559626"/>
            <a:ext cx="4794549" cy="3353795"/>
            <a:chOff x="5767094" y="3647662"/>
            <a:chExt cx="5077163" cy="3551484"/>
          </a:xfrm>
        </p:grpSpPr>
        <p:sp>
          <p:nvSpPr>
            <p:cNvPr id="614" name="Google Shape;614;p32"/>
            <p:cNvSpPr/>
            <p:nvPr/>
          </p:nvSpPr>
          <p:spPr>
            <a:xfrm flipH="1" rot="-949102">
              <a:off x="7746095" y="4236914"/>
              <a:ext cx="669140" cy="301521"/>
            </a:xfrm>
            <a:prstGeom prst="ellipse">
              <a:avLst/>
            </a:prstGeom>
            <a:solidFill>
              <a:srgbClr val="C7CAEA">
                <a:alpha val="520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32"/>
            <p:cNvSpPr/>
            <p:nvPr/>
          </p:nvSpPr>
          <p:spPr>
            <a:xfrm flipH="1" rot="-949102">
              <a:off x="7646812" y="4194803"/>
              <a:ext cx="669140" cy="301521"/>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32"/>
            <p:cNvSpPr/>
            <p:nvPr/>
          </p:nvSpPr>
          <p:spPr>
            <a:xfrm flipH="1" rot="-10413949">
              <a:off x="6011671" y="4037811"/>
              <a:ext cx="4684551" cy="2907998"/>
            </a:xfrm>
            <a:custGeom>
              <a:rect b="b" l="l" r="r" t="t"/>
              <a:pathLst>
                <a:path extrusionOk="0" h="140790" w="244167">
                  <a:moveTo>
                    <a:pt x="134823" y="24269"/>
                  </a:moveTo>
                  <a:cubicBezTo>
                    <a:pt x="122338" y="19609"/>
                    <a:pt x="100115" y="3779"/>
                    <a:pt x="85001" y="971"/>
                  </a:cubicBezTo>
                  <a:cubicBezTo>
                    <a:pt x="69887" y="-1837"/>
                    <a:pt x="56864" y="1927"/>
                    <a:pt x="44140" y="7423"/>
                  </a:cubicBezTo>
                  <a:cubicBezTo>
                    <a:pt x="31416" y="12919"/>
                    <a:pt x="15943" y="24927"/>
                    <a:pt x="8655" y="33947"/>
                  </a:cubicBezTo>
                  <a:cubicBezTo>
                    <a:pt x="1367" y="42968"/>
                    <a:pt x="-843" y="52167"/>
                    <a:pt x="411" y="61546"/>
                  </a:cubicBezTo>
                  <a:cubicBezTo>
                    <a:pt x="1666" y="70925"/>
                    <a:pt x="3936" y="83710"/>
                    <a:pt x="16182" y="90221"/>
                  </a:cubicBezTo>
                  <a:cubicBezTo>
                    <a:pt x="28429" y="96733"/>
                    <a:pt x="57641" y="99002"/>
                    <a:pt x="73890" y="100615"/>
                  </a:cubicBezTo>
                  <a:cubicBezTo>
                    <a:pt x="90139" y="102228"/>
                    <a:pt x="100712" y="94641"/>
                    <a:pt x="113675" y="99898"/>
                  </a:cubicBezTo>
                  <a:cubicBezTo>
                    <a:pt x="126638" y="105155"/>
                    <a:pt x="140498" y="125347"/>
                    <a:pt x="151669" y="132157"/>
                  </a:cubicBezTo>
                  <a:cubicBezTo>
                    <a:pt x="162840" y="138967"/>
                    <a:pt x="169591" y="140880"/>
                    <a:pt x="180702" y="140760"/>
                  </a:cubicBezTo>
                  <a:cubicBezTo>
                    <a:pt x="191814" y="140641"/>
                    <a:pt x="208242" y="137593"/>
                    <a:pt x="218338" y="131440"/>
                  </a:cubicBezTo>
                  <a:cubicBezTo>
                    <a:pt x="228434" y="125287"/>
                    <a:pt x="237275" y="113997"/>
                    <a:pt x="241277" y="103841"/>
                  </a:cubicBezTo>
                  <a:cubicBezTo>
                    <a:pt x="245280" y="93686"/>
                    <a:pt x="244563" y="80961"/>
                    <a:pt x="242353" y="70507"/>
                  </a:cubicBezTo>
                  <a:cubicBezTo>
                    <a:pt x="240143" y="60053"/>
                    <a:pt x="234407" y="48582"/>
                    <a:pt x="228015" y="41115"/>
                  </a:cubicBezTo>
                  <a:cubicBezTo>
                    <a:pt x="221623" y="33648"/>
                    <a:pt x="215350" y="27734"/>
                    <a:pt x="204000" y="25703"/>
                  </a:cubicBezTo>
                  <a:cubicBezTo>
                    <a:pt x="192650" y="23672"/>
                    <a:pt x="171443" y="29168"/>
                    <a:pt x="159913" y="28929"/>
                  </a:cubicBezTo>
                  <a:cubicBezTo>
                    <a:pt x="148384" y="28690"/>
                    <a:pt x="147308" y="28929"/>
                    <a:pt x="134823" y="24269"/>
                  </a:cubicBezTo>
                  <a:close/>
                </a:path>
              </a:pathLst>
            </a:custGeom>
            <a:solidFill>
              <a:srgbClr val="C7CAEA">
                <a:alpha val="52090"/>
              </a:srgbClr>
            </a:solidFill>
            <a:ln>
              <a:noFill/>
            </a:ln>
          </p:spPr>
        </p:sp>
        <p:sp>
          <p:nvSpPr>
            <p:cNvPr id="617" name="Google Shape;617;p32"/>
            <p:cNvSpPr/>
            <p:nvPr/>
          </p:nvSpPr>
          <p:spPr>
            <a:xfrm flipH="1" rot="-10413949">
              <a:off x="5915129" y="3901000"/>
              <a:ext cx="4684551" cy="2907998"/>
            </a:xfrm>
            <a:custGeom>
              <a:rect b="b" l="l" r="r" t="t"/>
              <a:pathLst>
                <a:path extrusionOk="0" h="140790" w="244167">
                  <a:moveTo>
                    <a:pt x="134823" y="24269"/>
                  </a:moveTo>
                  <a:cubicBezTo>
                    <a:pt x="122338" y="19609"/>
                    <a:pt x="100115" y="3779"/>
                    <a:pt x="85001" y="971"/>
                  </a:cubicBezTo>
                  <a:cubicBezTo>
                    <a:pt x="69887" y="-1837"/>
                    <a:pt x="56864" y="1927"/>
                    <a:pt x="44140" y="7423"/>
                  </a:cubicBezTo>
                  <a:cubicBezTo>
                    <a:pt x="31416" y="12919"/>
                    <a:pt x="15943" y="24927"/>
                    <a:pt x="8655" y="33947"/>
                  </a:cubicBezTo>
                  <a:cubicBezTo>
                    <a:pt x="1367" y="42968"/>
                    <a:pt x="-843" y="52167"/>
                    <a:pt x="411" y="61546"/>
                  </a:cubicBezTo>
                  <a:cubicBezTo>
                    <a:pt x="1666" y="70925"/>
                    <a:pt x="3936" y="83710"/>
                    <a:pt x="16182" y="90221"/>
                  </a:cubicBezTo>
                  <a:cubicBezTo>
                    <a:pt x="28429" y="96733"/>
                    <a:pt x="57641" y="99002"/>
                    <a:pt x="73890" y="100615"/>
                  </a:cubicBezTo>
                  <a:cubicBezTo>
                    <a:pt x="90139" y="102228"/>
                    <a:pt x="100712" y="94641"/>
                    <a:pt x="113675" y="99898"/>
                  </a:cubicBezTo>
                  <a:cubicBezTo>
                    <a:pt x="126638" y="105155"/>
                    <a:pt x="140498" y="125347"/>
                    <a:pt x="151669" y="132157"/>
                  </a:cubicBezTo>
                  <a:cubicBezTo>
                    <a:pt x="162840" y="138967"/>
                    <a:pt x="169591" y="140880"/>
                    <a:pt x="180702" y="140760"/>
                  </a:cubicBezTo>
                  <a:cubicBezTo>
                    <a:pt x="191814" y="140641"/>
                    <a:pt x="208242" y="137593"/>
                    <a:pt x="218338" y="131440"/>
                  </a:cubicBezTo>
                  <a:cubicBezTo>
                    <a:pt x="228434" y="125287"/>
                    <a:pt x="237275" y="113997"/>
                    <a:pt x="241277" y="103841"/>
                  </a:cubicBezTo>
                  <a:cubicBezTo>
                    <a:pt x="245280" y="93686"/>
                    <a:pt x="244563" y="80961"/>
                    <a:pt x="242353" y="70507"/>
                  </a:cubicBezTo>
                  <a:cubicBezTo>
                    <a:pt x="240143" y="60053"/>
                    <a:pt x="234407" y="48582"/>
                    <a:pt x="228015" y="41115"/>
                  </a:cubicBezTo>
                  <a:cubicBezTo>
                    <a:pt x="221623" y="33648"/>
                    <a:pt x="215350" y="27734"/>
                    <a:pt x="204000" y="25703"/>
                  </a:cubicBezTo>
                  <a:cubicBezTo>
                    <a:pt x="192650" y="23672"/>
                    <a:pt x="171443" y="29168"/>
                    <a:pt x="159913" y="28929"/>
                  </a:cubicBezTo>
                  <a:cubicBezTo>
                    <a:pt x="148384" y="28690"/>
                    <a:pt x="147308" y="28929"/>
                    <a:pt x="134823" y="24269"/>
                  </a:cubicBezTo>
                  <a:close/>
                </a:path>
              </a:pathLst>
            </a:custGeom>
            <a:noFill/>
            <a:ln cap="flat" cmpd="sng" w="9525">
              <a:solidFill>
                <a:schemeClr val="dk2"/>
              </a:solidFill>
              <a:prstDash val="solid"/>
              <a:round/>
              <a:headEnd len="med" w="med" type="none"/>
              <a:tailEnd len="med" w="med" type="none"/>
            </a:ln>
          </p:spPr>
        </p:sp>
      </p:grpSp>
      <p:grpSp>
        <p:nvGrpSpPr>
          <p:cNvPr id="618" name="Google Shape;618;p32"/>
          <p:cNvGrpSpPr/>
          <p:nvPr/>
        </p:nvGrpSpPr>
        <p:grpSpPr>
          <a:xfrm>
            <a:off x="-1415153" y="-2067352"/>
            <a:ext cx="4807566" cy="3362900"/>
            <a:chOff x="-1415194" y="-2067413"/>
            <a:chExt cx="5077163" cy="3551484"/>
          </a:xfrm>
        </p:grpSpPr>
        <p:sp>
          <p:nvSpPr>
            <p:cNvPr id="619" name="Google Shape;619;p32"/>
            <p:cNvSpPr/>
            <p:nvPr/>
          </p:nvSpPr>
          <p:spPr>
            <a:xfrm flipH="1" rot="386051">
              <a:off x="-1267159" y="-1814075"/>
              <a:ext cx="4684551" cy="2907998"/>
            </a:xfrm>
            <a:custGeom>
              <a:rect b="b" l="l" r="r" t="t"/>
              <a:pathLst>
                <a:path extrusionOk="0" h="140790" w="244167">
                  <a:moveTo>
                    <a:pt x="134823" y="24269"/>
                  </a:moveTo>
                  <a:cubicBezTo>
                    <a:pt x="122338" y="19609"/>
                    <a:pt x="100115" y="3779"/>
                    <a:pt x="85001" y="971"/>
                  </a:cubicBezTo>
                  <a:cubicBezTo>
                    <a:pt x="69887" y="-1837"/>
                    <a:pt x="56864" y="1927"/>
                    <a:pt x="44140" y="7423"/>
                  </a:cubicBezTo>
                  <a:cubicBezTo>
                    <a:pt x="31416" y="12919"/>
                    <a:pt x="15943" y="24927"/>
                    <a:pt x="8655" y="33947"/>
                  </a:cubicBezTo>
                  <a:cubicBezTo>
                    <a:pt x="1367" y="42968"/>
                    <a:pt x="-843" y="52167"/>
                    <a:pt x="411" y="61546"/>
                  </a:cubicBezTo>
                  <a:cubicBezTo>
                    <a:pt x="1666" y="70925"/>
                    <a:pt x="3936" y="83710"/>
                    <a:pt x="16182" y="90221"/>
                  </a:cubicBezTo>
                  <a:cubicBezTo>
                    <a:pt x="28429" y="96733"/>
                    <a:pt x="57641" y="99002"/>
                    <a:pt x="73890" y="100615"/>
                  </a:cubicBezTo>
                  <a:cubicBezTo>
                    <a:pt x="90139" y="102228"/>
                    <a:pt x="100712" y="94641"/>
                    <a:pt x="113675" y="99898"/>
                  </a:cubicBezTo>
                  <a:cubicBezTo>
                    <a:pt x="126638" y="105155"/>
                    <a:pt x="140498" y="125347"/>
                    <a:pt x="151669" y="132157"/>
                  </a:cubicBezTo>
                  <a:cubicBezTo>
                    <a:pt x="162840" y="138967"/>
                    <a:pt x="169591" y="140880"/>
                    <a:pt x="180702" y="140760"/>
                  </a:cubicBezTo>
                  <a:cubicBezTo>
                    <a:pt x="191814" y="140641"/>
                    <a:pt x="208242" y="137593"/>
                    <a:pt x="218338" y="131440"/>
                  </a:cubicBezTo>
                  <a:cubicBezTo>
                    <a:pt x="228434" y="125287"/>
                    <a:pt x="237275" y="113997"/>
                    <a:pt x="241277" y="103841"/>
                  </a:cubicBezTo>
                  <a:cubicBezTo>
                    <a:pt x="245280" y="93686"/>
                    <a:pt x="244563" y="80961"/>
                    <a:pt x="242353" y="70507"/>
                  </a:cubicBezTo>
                  <a:cubicBezTo>
                    <a:pt x="240143" y="60053"/>
                    <a:pt x="234407" y="48582"/>
                    <a:pt x="228015" y="41115"/>
                  </a:cubicBezTo>
                  <a:cubicBezTo>
                    <a:pt x="221623" y="33648"/>
                    <a:pt x="215350" y="27734"/>
                    <a:pt x="204000" y="25703"/>
                  </a:cubicBezTo>
                  <a:cubicBezTo>
                    <a:pt x="192650" y="23672"/>
                    <a:pt x="171443" y="29168"/>
                    <a:pt x="159913" y="28929"/>
                  </a:cubicBezTo>
                  <a:cubicBezTo>
                    <a:pt x="148384" y="28690"/>
                    <a:pt x="147308" y="28929"/>
                    <a:pt x="134823" y="24269"/>
                  </a:cubicBezTo>
                  <a:close/>
                </a:path>
              </a:pathLst>
            </a:custGeom>
            <a:solidFill>
              <a:srgbClr val="C7CAEA">
                <a:alpha val="52090"/>
              </a:srgbClr>
            </a:solidFill>
            <a:ln>
              <a:noFill/>
            </a:ln>
          </p:spPr>
        </p:sp>
        <p:sp>
          <p:nvSpPr>
            <p:cNvPr id="620" name="Google Shape;620;p32"/>
            <p:cNvSpPr/>
            <p:nvPr/>
          </p:nvSpPr>
          <p:spPr>
            <a:xfrm flipH="1" rot="386051">
              <a:off x="-1170616" y="-1677264"/>
              <a:ext cx="4684551" cy="2907998"/>
            </a:xfrm>
            <a:custGeom>
              <a:rect b="b" l="l" r="r" t="t"/>
              <a:pathLst>
                <a:path extrusionOk="0" h="140790" w="244167">
                  <a:moveTo>
                    <a:pt x="134823" y="24269"/>
                  </a:moveTo>
                  <a:cubicBezTo>
                    <a:pt x="122338" y="19609"/>
                    <a:pt x="100115" y="3779"/>
                    <a:pt x="85001" y="971"/>
                  </a:cubicBezTo>
                  <a:cubicBezTo>
                    <a:pt x="69887" y="-1837"/>
                    <a:pt x="56864" y="1927"/>
                    <a:pt x="44140" y="7423"/>
                  </a:cubicBezTo>
                  <a:cubicBezTo>
                    <a:pt x="31416" y="12919"/>
                    <a:pt x="15943" y="24927"/>
                    <a:pt x="8655" y="33947"/>
                  </a:cubicBezTo>
                  <a:cubicBezTo>
                    <a:pt x="1367" y="42968"/>
                    <a:pt x="-843" y="52167"/>
                    <a:pt x="411" y="61546"/>
                  </a:cubicBezTo>
                  <a:cubicBezTo>
                    <a:pt x="1666" y="70925"/>
                    <a:pt x="3936" y="83710"/>
                    <a:pt x="16182" y="90221"/>
                  </a:cubicBezTo>
                  <a:cubicBezTo>
                    <a:pt x="28429" y="96733"/>
                    <a:pt x="57641" y="99002"/>
                    <a:pt x="73890" y="100615"/>
                  </a:cubicBezTo>
                  <a:cubicBezTo>
                    <a:pt x="90139" y="102228"/>
                    <a:pt x="100712" y="94641"/>
                    <a:pt x="113675" y="99898"/>
                  </a:cubicBezTo>
                  <a:cubicBezTo>
                    <a:pt x="126638" y="105155"/>
                    <a:pt x="140498" y="125347"/>
                    <a:pt x="151669" y="132157"/>
                  </a:cubicBezTo>
                  <a:cubicBezTo>
                    <a:pt x="162840" y="138967"/>
                    <a:pt x="169591" y="140880"/>
                    <a:pt x="180702" y="140760"/>
                  </a:cubicBezTo>
                  <a:cubicBezTo>
                    <a:pt x="191814" y="140641"/>
                    <a:pt x="208242" y="137593"/>
                    <a:pt x="218338" y="131440"/>
                  </a:cubicBezTo>
                  <a:cubicBezTo>
                    <a:pt x="228434" y="125287"/>
                    <a:pt x="237275" y="113997"/>
                    <a:pt x="241277" y="103841"/>
                  </a:cubicBezTo>
                  <a:cubicBezTo>
                    <a:pt x="245280" y="93686"/>
                    <a:pt x="244563" y="80961"/>
                    <a:pt x="242353" y="70507"/>
                  </a:cubicBezTo>
                  <a:cubicBezTo>
                    <a:pt x="240143" y="60053"/>
                    <a:pt x="234407" y="48582"/>
                    <a:pt x="228015" y="41115"/>
                  </a:cubicBezTo>
                  <a:cubicBezTo>
                    <a:pt x="221623" y="33648"/>
                    <a:pt x="215350" y="27734"/>
                    <a:pt x="204000" y="25703"/>
                  </a:cubicBezTo>
                  <a:cubicBezTo>
                    <a:pt x="192650" y="23672"/>
                    <a:pt x="171443" y="29168"/>
                    <a:pt x="159913" y="28929"/>
                  </a:cubicBezTo>
                  <a:cubicBezTo>
                    <a:pt x="148384" y="28690"/>
                    <a:pt x="147308" y="28929"/>
                    <a:pt x="134823" y="24269"/>
                  </a:cubicBezTo>
                  <a:close/>
                </a:path>
              </a:pathLst>
            </a:custGeom>
            <a:noFill/>
            <a:ln cap="flat" cmpd="sng" w="9525">
              <a:solidFill>
                <a:schemeClr val="dk2"/>
              </a:solidFill>
              <a:prstDash val="solid"/>
              <a:round/>
              <a:headEnd len="med" w="med" type="none"/>
              <a:tailEnd len="med" w="med" type="none"/>
            </a:ln>
          </p:spPr>
        </p:sp>
      </p:grpSp>
      <p:grpSp>
        <p:nvGrpSpPr>
          <p:cNvPr id="621" name="Google Shape;621;p32"/>
          <p:cNvGrpSpPr/>
          <p:nvPr/>
        </p:nvGrpSpPr>
        <p:grpSpPr>
          <a:xfrm>
            <a:off x="679524" y="1245473"/>
            <a:ext cx="1863320" cy="4706054"/>
            <a:chOff x="679524" y="1245473"/>
            <a:chExt cx="1863320" cy="4706054"/>
          </a:xfrm>
        </p:grpSpPr>
        <p:sp>
          <p:nvSpPr>
            <p:cNvPr id="622" name="Google Shape;622;p32"/>
            <p:cNvSpPr/>
            <p:nvPr/>
          </p:nvSpPr>
          <p:spPr>
            <a:xfrm flipH="1">
              <a:off x="1324044" y="5307359"/>
              <a:ext cx="497358" cy="45966"/>
            </a:xfrm>
            <a:custGeom>
              <a:rect b="b" l="l" r="r" t="t"/>
              <a:pathLst>
                <a:path extrusionOk="0" h="784" w="8483">
                  <a:moveTo>
                    <a:pt x="1" y="0"/>
                  </a:moveTo>
                  <a:lnTo>
                    <a:pt x="144" y="784"/>
                  </a:lnTo>
                  <a:lnTo>
                    <a:pt x="8482" y="784"/>
                  </a:lnTo>
                  <a:lnTo>
                    <a:pt x="833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32"/>
            <p:cNvSpPr/>
            <p:nvPr/>
          </p:nvSpPr>
          <p:spPr>
            <a:xfrm flipH="1">
              <a:off x="1698338" y="2834053"/>
              <a:ext cx="618077" cy="3117474"/>
            </a:xfrm>
            <a:custGeom>
              <a:rect b="b" l="l" r="r" t="t"/>
              <a:pathLst>
                <a:path extrusionOk="0" h="53172" w="10542">
                  <a:moveTo>
                    <a:pt x="407" y="1"/>
                  </a:moveTo>
                  <a:cubicBezTo>
                    <a:pt x="386" y="1"/>
                    <a:pt x="364" y="2"/>
                    <a:pt x="343" y="6"/>
                  </a:cubicBezTo>
                  <a:cubicBezTo>
                    <a:pt x="137" y="44"/>
                    <a:pt x="1" y="243"/>
                    <a:pt x="39" y="445"/>
                  </a:cubicBezTo>
                  <a:lnTo>
                    <a:pt x="9764" y="52862"/>
                  </a:lnTo>
                  <a:cubicBezTo>
                    <a:pt x="9796" y="53042"/>
                    <a:pt x="9957" y="53171"/>
                    <a:pt x="10134" y="53171"/>
                  </a:cubicBezTo>
                  <a:cubicBezTo>
                    <a:pt x="10155" y="53171"/>
                    <a:pt x="10179" y="53168"/>
                    <a:pt x="10200" y="53165"/>
                  </a:cubicBezTo>
                  <a:cubicBezTo>
                    <a:pt x="10406" y="53126"/>
                    <a:pt x="10542" y="52931"/>
                    <a:pt x="10504" y="52725"/>
                  </a:cubicBezTo>
                  <a:lnTo>
                    <a:pt x="779" y="310"/>
                  </a:lnTo>
                  <a:cubicBezTo>
                    <a:pt x="744" y="126"/>
                    <a:pt x="584" y="1"/>
                    <a:pt x="4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32"/>
            <p:cNvSpPr/>
            <p:nvPr/>
          </p:nvSpPr>
          <p:spPr>
            <a:xfrm flipH="1">
              <a:off x="1187201" y="2834053"/>
              <a:ext cx="617784" cy="3117474"/>
            </a:xfrm>
            <a:custGeom>
              <a:rect b="b" l="l" r="r" t="t"/>
              <a:pathLst>
                <a:path extrusionOk="0" h="53172" w="10537">
                  <a:moveTo>
                    <a:pt x="403" y="1"/>
                  </a:moveTo>
                  <a:cubicBezTo>
                    <a:pt x="382" y="1"/>
                    <a:pt x="360" y="2"/>
                    <a:pt x="338" y="6"/>
                  </a:cubicBezTo>
                  <a:cubicBezTo>
                    <a:pt x="132" y="44"/>
                    <a:pt x="0" y="243"/>
                    <a:pt x="38" y="445"/>
                  </a:cubicBezTo>
                  <a:lnTo>
                    <a:pt x="9759" y="52862"/>
                  </a:lnTo>
                  <a:cubicBezTo>
                    <a:pt x="9794" y="53042"/>
                    <a:pt x="9952" y="53171"/>
                    <a:pt x="10129" y="53171"/>
                  </a:cubicBezTo>
                  <a:cubicBezTo>
                    <a:pt x="10153" y="53171"/>
                    <a:pt x="10174" y="53168"/>
                    <a:pt x="10198" y="53165"/>
                  </a:cubicBezTo>
                  <a:cubicBezTo>
                    <a:pt x="10404" y="53126"/>
                    <a:pt x="10537" y="52931"/>
                    <a:pt x="10499" y="52725"/>
                  </a:cubicBezTo>
                  <a:lnTo>
                    <a:pt x="777" y="310"/>
                  </a:lnTo>
                  <a:cubicBezTo>
                    <a:pt x="743" y="126"/>
                    <a:pt x="583" y="1"/>
                    <a:pt x="40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p32"/>
            <p:cNvSpPr/>
            <p:nvPr/>
          </p:nvSpPr>
          <p:spPr>
            <a:xfrm flipH="1">
              <a:off x="1751281" y="3005194"/>
              <a:ext cx="497241" cy="45790"/>
            </a:xfrm>
            <a:custGeom>
              <a:rect b="b" l="l" r="r" t="t"/>
              <a:pathLst>
                <a:path extrusionOk="0" h="781" w="8481">
                  <a:moveTo>
                    <a:pt x="0" y="1"/>
                  </a:moveTo>
                  <a:lnTo>
                    <a:pt x="147" y="781"/>
                  </a:lnTo>
                  <a:lnTo>
                    <a:pt x="8481" y="781"/>
                  </a:lnTo>
                  <a:lnTo>
                    <a:pt x="833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32"/>
            <p:cNvSpPr/>
            <p:nvPr/>
          </p:nvSpPr>
          <p:spPr>
            <a:xfrm flipH="1">
              <a:off x="1697927" y="3293067"/>
              <a:ext cx="497300" cy="45790"/>
            </a:xfrm>
            <a:custGeom>
              <a:rect b="b" l="l" r="r" t="t"/>
              <a:pathLst>
                <a:path extrusionOk="0" h="781" w="8482">
                  <a:moveTo>
                    <a:pt x="0" y="0"/>
                  </a:moveTo>
                  <a:lnTo>
                    <a:pt x="147" y="780"/>
                  </a:lnTo>
                  <a:lnTo>
                    <a:pt x="8482" y="780"/>
                  </a:lnTo>
                  <a:lnTo>
                    <a:pt x="833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32"/>
            <p:cNvSpPr/>
            <p:nvPr/>
          </p:nvSpPr>
          <p:spPr>
            <a:xfrm flipH="1">
              <a:off x="1644398" y="3580647"/>
              <a:ext cx="497300" cy="46083"/>
            </a:xfrm>
            <a:custGeom>
              <a:rect b="b" l="l" r="r" t="t"/>
              <a:pathLst>
                <a:path extrusionOk="0" h="786" w="8482">
                  <a:moveTo>
                    <a:pt x="1" y="1"/>
                  </a:moveTo>
                  <a:lnTo>
                    <a:pt x="144" y="785"/>
                  </a:lnTo>
                  <a:lnTo>
                    <a:pt x="8482" y="785"/>
                  </a:lnTo>
                  <a:lnTo>
                    <a:pt x="833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32"/>
            <p:cNvSpPr/>
            <p:nvPr/>
          </p:nvSpPr>
          <p:spPr>
            <a:xfrm flipH="1">
              <a:off x="1591104" y="3868521"/>
              <a:ext cx="497300" cy="45790"/>
            </a:xfrm>
            <a:custGeom>
              <a:rect b="b" l="l" r="r" t="t"/>
              <a:pathLst>
                <a:path extrusionOk="0" h="781" w="8482">
                  <a:moveTo>
                    <a:pt x="1" y="0"/>
                  </a:moveTo>
                  <a:lnTo>
                    <a:pt x="147" y="781"/>
                  </a:lnTo>
                  <a:lnTo>
                    <a:pt x="8482" y="781"/>
                  </a:lnTo>
                  <a:lnTo>
                    <a:pt x="833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32"/>
            <p:cNvSpPr/>
            <p:nvPr/>
          </p:nvSpPr>
          <p:spPr>
            <a:xfrm flipH="1">
              <a:off x="1537750" y="4156394"/>
              <a:ext cx="497300" cy="45790"/>
            </a:xfrm>
            <a:custGeom>
              <a:rect b="b" l="l" r="r" t="t"/>
              <a:pathLst>
                <a:path extrusionOk="0" h="781" w="8482">
                  <a:moveTo>
                    <a:pt x="0" y="0"/>
                  </a:moveTo>
                  <a:lnTo>
                    <a:pt x="147" y="780"/>
                  </a:lnTo>
                  <a:lnTo>
                    <a:pt x="8482" y="780"/>
                  </a:lnTo>
                  <a:lnTo>
                    <a:pt x="833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p32"/>
            <p:cNvSpPr/>
            <p:nvPr/>
          </p:nvSpPr>
          <p:spPr>
            <a:xfrm flipH="1">
              <a:off x="1484221" y="4444033"/>
              <a:ext cx="497300" cy="45966"/>
            </a:xfrm>
            <a:custGeom>
              <a:rect b="b" l="l" r="r" t="t"/>
              <a:pathLst>
                <a:path extrusionOk="0" h="784" w="8482">
                  <a:moveTo>
                    <a:pt x="1" y="0"/>
                  </a:moveTo>
                  <a:lnTo>
                    <a:pt x="143" y="784"/>
                  </a:lnTo>
                  <a:lnTo>
                    <a:pt x="8481" y="784"/>
                  </a:lnTo>
                  <a:lnTo>
                    <a:pt x="833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32"/>
            <p:cNvSpPr/>
            <p:nvPr/>
          </p:nvSpPr>
          <p:spPr>
            <a:xfrm flipH="1">
              <a:off x="1430926" y="4731847"/>
              <a:ext cx="497300" cy="45849"/>
            </a:xfrm>
            <a:custGeom>
              <a:rect b="b" l="l" r="r" t="t"/>
              <a:pathLst>
                <a:path extrusionOk="0" h="782" w="8482">
                  <a:moveTo>
                    <a:pt x="1" y="0"/>
                  </a:moveTo>
                  <a:lnTo>
                    <a:pt x="147" y="781"/>
                  </a:lnTo>
                  <a:lnTo>
                    <a:pt x="8482" y="781"/>
                  </a:lnTo>
                  <a:lnTo>
                    <a:pt x="833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32"/>
            <p:cNvSpPr/>
            <p:nvPr/>
          </p:nvSpPr>
          <p:spPr>
            <a:xfrm flipH="1">
              <a:off x="1377632" y="5019662"/>
              <a:ext cx="497241" cy="45849"/>
            </a:xfrm>
            <a:custGeom>
              <a:rect b="b" l="l" r="r" t="t"/>
              <a:pathLst>
                <a:path extrusionOk="0" h="782" w="8481">
                  <a:moveTo>
                    <a:pt x="0" y="1"/>
                  </a:moveTo>
                  <a:lnTo>
                    <a:pt x="147" y="782"/>
                  </a:lnTo>
                  <a:lnTo>
                    <a:pt x="8481" y="782"/>
                  </a:lnTo>
                  <a:lnTo>
                    <a:pt x="83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32"/>
            <p:cNvSpPr/>
            <p:nvPr/>
          </p:nvSpPr>
          <p:spPr>
            <a:xfrm flipH="1">
              <a:off x="1547541" y="2002914"/>
              <a:ext cx="573929" cy="588059"/>
            </a:xfrm>
            <a:custGeom>
              <a:rect b="b" l="l" r="r" t="t"/>
              <a:pathLst>
                <a:path extrusionOk="0" h="10030" w="9789">
                  <a:moveTo>
                    <a:pt x="7656" y="1"/>
                  </a:moveTo>
                  <a:lnTo>
                    <a:pt x="7656" y="1"/>
                  </a:lnTo>
                  <a:cubicBezTo>
                    <a:pt x="7656" y="1"/>
                    <a:pt x="7711" y="3137"/>
                    <a:pt x="6220" y="4645"/>
                  </a:cubicBezTo>
                  <a:cubicBezTo>
                    <a:pt x="6213" y="4653"/>
                    <a:pt x="6199" y="4656"/>
                    <a:pt x="6179" y="4656"/>
                  </a:cubicBezTo>
                  <a:cubicBezTo>
                    <a:pt x="5690" y="4656"/>
                    <a:pt x="1534" y="2642"/>
                    <a:pt x="1534" y="2642"/>
                  </a:cubicBezTo>
                  <a:lnTo>
                    <a:pt x="0" y="2332"/>
                  </a:lnTo>
                  <a:lnTo>
                    <a:pt x="0" y="2332"/>
                  </a:lnTo>
                  <a:cubicBezTo>
                    <a:pt x="0" y="2332"/>
                    <a:pt x="3906" y="7534"/>
                    <a:pt x="6081" y="9384"/>
                  </a:cubicBezTo>
                  <a:cubicBezTo>
                    <a:pt x="6548" y="9782"/>
                    <a:pt x="6931" y="10026"/>
                    <a:pt x="7185" y="10029"/>
                  </a:cubicBezTo>
                  <a:cubicBezTo>
                    <a:pt x="7198" y="10030"/>
                    <a:pt x="7212" y="10030"/>
                    <a:pt x="7225" y="10030"/>
                  </a:cubicBezTo>
                  <a:cubicBezTo>
                    <a:pt x="7510" y="10030"/>
                    <a:pt x="7789" y="9927"/>
                    <a:pt x="8046" y="9764"/>
                  </a:cubicBezTo>
                  <a:cubicBezTo>
                    <a:pt x="9057" y="9130"/>
                    <a:pt x="9788" y="7583"/>
                    <a:pt x="9788" y="7583"/>
                  </a:cubicBezTo>
                  <a:cubicBezTo>
                    <a:pt x="9311" y="4565"/>
                    <a:pt x="8726" y="1882"/>
                    <a:pt x="765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32"/>
            <p:cNvSpPr/>
            <p:nvPr/>
          </p:nvSpPr>
          <p:spPr>
            <a:xfrm flipH="1">
              <a:off x="1649734" y="2542896"/>
              <a:ext cx="115267" cy="48077"/>
            </a:xfrm>
            <a:custGeom>
              <a:rect b="b" l="l" r="r" t="t"/>
              <a:pathLst>
                <a:path extrusionOk="0" h="820" w="1966">
                  <a:moveTo>
                    <a:pt x="773" y="0"/>
                  </a:moveTo>
                  <a:cubicBezTo>
                    <a:pt x="442" y="0"/>
                    <a:pt x="169" y="97"/>
                    <a:pt x="1" y="174"/>
                  </a:cubicBezTo>
                  <a:cubicBezTo>
                    <a:pt x="468" y="572"/>
                    <a:pt x="851" y="816"/>
                    <a:pt x="1105" y="819"/>
                  </a:cubicBezTo>
                  <a:cubicBezTo>
                    <a:pt x="1118" y="820"/>
                    <a:pt x="1132" y="820"/>
                    <a:pt x="1145" y="820"/>
                  </a:cubicBezTo>
                  <a:cubicBezTo>
                    <a:pt x="1430" y="820"/>
                    <a:pt x="1709" y="717"/>
                    <a:pt x="1966" y="554"/>
                  </a:cubicBezTo>
                  <a:cubicBezTo>
                    <a:pt x="1875" y="398"/>
                    <a:pt x="1694" y="226"/>
                    <a:pt x="1346" y="101"/>
                  </a:cubicBezTo>
                  <a:cubicBezTo>
                    <a:pt x="1143" y="28"/>
                    <a:pt x="950" y="0"/>
                    <a:pt x="77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32"/>
            <p:cNvSpPr/>
            <p:nvPr/>
          </p:nvSpPr>
          <p:spPr>
            <a:xfrm flipH="1">
              <a:off x="991319" y="2506135"/>
              <a:ext cx="662519" cy="428351"/>
            </a:xfrm>
            <a:custGeom>
              <a:rect b="b" l="l" r="r" t="t"/>
              <a:pathLst>
                <a:path extrusionOk="0" h="7306" w="11300">
                  <a:moveTo>
                    <a:pt x="3021" y="0"/>
                  </a:moveTo>
                  <a:cubicBezTo>
                    <a:pt x="3021" y="0"/>
                    <a:pt x="0" y="4164"/>
                    <a:pt x="673" y="5223"/>
                  </a:cubicBezTo>
                  <a:cubicBezTo>
                    <a:pt x="1399" y="6367"/>
                    <a:pt x="5339" y="7306"/>
                    <a:pt x="8165" y="7306"/>
                  </a:cubicBezTo>
                  <a:cubicBezTo>
                    <a:pt x="9789" y="7306"/>
                    <a:pt x="11045" y="6996"/>
                    <a:pt x="11112" y="6237"/>
                  </a:cubicBezTo>
                  <a:cubicBezTo>
                    <a:pt x="11300" y="4153"/>
                    <a:pt x="10053" y="819"/>
                    <a:pt x="10053" y="819"/>
                  </a:cubicBezTo>
                  <a:cubicBezTo>
                    <a:pt x="9180" y="1091"/>
                    <a:pt x="8338" y="1196"/>
                    <a:pt x="7560" y="1196"/>
                  </a:cubicBezTo>
                  <a:cubicBezTo>
                    <a:pt x="4933" y="1196"/>
                    <a:pt x="3021" y="0"/>
                    <a:pt x="302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32"/>
            <p:cNvSpPr/>
            <p:nvPr/>
          </p:nvSpPr>
          <p:spPr>
            <a:xfrm flipH="1">
              <a:off x="1507321" y="4365586"/>
              <a:ext cx="233934" cy="232527"/>
            </a:xfrm>
            <a:custGeom>
              <a:rect b="b" l="l" r="r" t="t"/>
              <a:pathLst>
                <a:path extrusionOk="0" h="3966" w="3990">
                  <a:moveTo>
                    <a:pt x="3090" y="0"/>
                  </a:moveTo>
                  <a:lnTo>
                    <a:pt x="0" y="474"/>
                  </a:lnTo>
                  <a:lnTo>
                    <a:pt x="1924" y="3965"/>
                  </a:lnTo>
                  <a:lnTo>
                    <a:pt x="3989" y="3843"/>
                  </a:lnTo>
                  <a:lnTo>
                    <a:pt x="3090" y="0"/>
                  </a:lnTo>
                  <a:close/>
                </a:path>
              </a:pathLst>
            </a:custGeom>
            <a:solidFill>
              <a:srgbClr val="B5544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32"/>
            <p:cNvSpPr/>
            <p:nvPr/>
          </p:nvSpPr>
          <p:spPr>
            <a:xfrm flipH="1">
              <a:off x="1500579" y="4568973"/>
              <a:ext cx="393114" cy="167623"/>
            </a:xfrm>
            <a:custGeom>
              <a:rect b="b" l="l" r="r" t="t"/>
              <a:pathLst>
                <a:path extrusionOk="0" h="2859" w="6705">
                  <a:moveTo>
                    <a:pt x="6593" y="1"/>
                  </a:moveTo>
                  <a:cubicBezTo>
                    <a:pt x="6424" y="1"/>
                    <a:pt x="6105" y="253"/>
                    <a:pt x="6105" y="253"/>
                  </a:cubicBezTo>
                  <a:lnTo>
                    <a:pt x="5147" y="367"/>
                  </a:lnTo>
                  <a:cubicBezTo>
                    <a:pt x="5147" y="367"/>
                    <a:pt x="4941" y="113"/>
                    <a:pt x="4655" y="113"/>
                  </a:cubicBezTo>
                  <a:cubicBezTo>
                    <a:pt x="4606" y="113"/>
                    <a:pt x="4555" y="120"/>
                    <a:pt x="4503" y="137"/>
                  </a:cubicBezTo>
                  <a:cubicBezTo>
                    <a:pt x="4143" y="256"/>
                    <a:pt x="3673" y="848"/>
                    <a:pt x="3673" y="848"/>
                  </a:cubicBezTo>
                  <a:cubicBezTo>
                    <a:pt x="3673" y="848"/>
                    <a:pt x="1718" y="1475"/>
                    <a:pt x="1189" y="1507"/>
                  </a:cubicBezTo>
                  <a:cubicBezTo>
                    <a:pt x="663" y="1541"/>
                    <a:pt x="199" y="1837"/>
                    <a:pt x="0" y="2859"/>
                  </a:cubicBezTo>
                  <a:lnTo>
                    <a:pt x="6401" y="2859"/>
                  </a:lnTo>
                  <a:cubicBezTo>
                    <a:pt x="6401" y="2859"/>
                    <a:pt x="6652" y="552"/>
                    <a:pt x="6694" y="155"/>
                  </a:cubicBezTo>
                  <a:cubicBezTo>
                    <a:pt x="6705" y="41"/>
                    <a:pt x="6661" y="1"/>
                    <a:pt x="659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32"/>
            <p:cNvSpPr/>
            <p:nvPr/>
          </p:nvSpPr>
          <p:spPr>
            <a:xfrm flipH="1">
              <a:off x="1695993" y="4654456"/>
              <a:ext cx="114328" cy="54760"/>
            </a:xfrm>
            <a:custGeom>
              <a:rect b="b" l="l" r="r" t="t"/>
              <a:pathLst>
                <a:path extrusionOk="0" h="934" w="1950">
                  <a:moveTo>
                    <a:pt x="312" y="1"/>
                  </a:moveTo>
                  <a:cubicBezTo>
                    <a:pt x="238" y="1"/>
                    <a:pt x="162" y="5"/>
                    <a:pt x="87" y="14"/>
                  </a:cubicBezTo>
                  <a:cubicBezTo>
                    <a:pt x="2" y="24"/>
                    <a:pt x="0" y="154"/>
                    <a:pt x="81" y="154"/>
                  </a:cubicBezTo>
                  <a:cubicBezTo>
                    <a:pt x="83" y="154"/>
                    <a:pt x="85" y="154"/>
                    <a:pt x="87" y="154"/>
                  </a:cubicBezTo>
                  <a:cubicBezTo>
                    <a:pt x="161" y="145"/>
                    <a:pt x="235" y="140"/>
                    <a:pt x="308" y="140"/>
                  </a:cubicBezTo>
                  <a:cubicBezTo>
                    <a:pt x="893" y="140"/>
                    <a:pt x="1451" y="419"/>
                    <a:pt x="1795" y="902"/>
                  </a:cubicBezTo>
                  <a:cubicBezTo>
                    <a:pt x="1810" y="924"/>
                    <a:pt x="1832" y="933"/>
                    <a:pt x="1854" y="933"/>
                  </a:cubicBezTo>
                  <a:cubicBezTo>
                    <a:pt x="1903" y="933"/>
                    <a:pt x="1950" y="884"/>
                    <a:pt x="1913" y="833"/>
                  </a:cubicBezTo>
                  <a:cubicBezTo>
                    <a:pt x="1542" y="312"/>
                    <a:pt x="946" y="1"/>
                    <a:pt x="31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32"/>
            <p:cNvSpPr/>
            <p:nvPr/>
          </p:nvSpPr>
          <p:spPr>
            <a:xfrm flipH="1">
              <a:off x="1505973" y="4623968"/>
              <a:ext cx="53881" cy="89176"/>
            </a:xfrm>
            <a:custGeom>
              <a:rect b="b" l="l" r="r" t="t"/>
              <a:pathLst>
                <a:path extrusionOk="0" h="1521" w="919">
                  <a:moveTo>
                    <a:pt x="844" y="1"/>
                  </a:moveTo>
                  <a:cubicBezTo>
                    <a:pt x="836" y="1"/>
                    <a:pt x="828" y="3"/>
                    <a:pt x="819" y="8"/>
                  </a:cubicBezTo>
                  <a:cubicBezTo>
                    <a:pt x="286" y="311"/>
                    <a:pt x="0" y="910"/>
                    <a:pt x="265" y="1496"/>
                  </a:cubicBezTo>
                  <a:cubicBezTo>
                    <a:pt x="272" y="1513"/>
                    <a:pt x="286" y="1520"/>
                    <a:pt x="300" y="1520"/>
                  </a:cubicBezTo>
                  <a:cubicBezTo>
                    <a:pt x="332" y="1520"/>
                    <a:pt x="368" y="1484"/>
                    <a:pt x="348" y="1443"/>
                  </a:cubicBezTo>
                  <a:cubicBezTo>
                    <a:pt x="108" y="910"/>
                    <a:pt x="387" y="367"/>
                    <a:pt x="871" y="92"/>
                  </a:cubicBezTo>
                  <a:cubicBezTo>
                    <a:pt x="918" y="65"/>
                    <a:pt x="888" y="1"/>
                    <a:pt x="84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p32"/>
            <p:cNvSpPr/>
            <p:nvPr/>
          </p:nvSpPr>
          <p:spPr>
            <a:xfrm flipH="1">
              <a:off x="1515471" y="4709158"/>
              <a:ext cx="370659" cy="9674"/>
            </a:xfrm>
            <a:custGeom>
              <a:rect b="b" l="l" r="r" t="t"/>
              <a:pathLst>
                <a:path extrusionOk="0" h="165" w="6322">
                  <a:moveTo>
                    <a:pt x="6259" y="1"/>
                  </a:moveTo>
                  <a:cubicBezTo>
                    <a:pt x="5875" y="4"/>
                    <a:pt x="5488" y="8"/>
                    <a:pt x="5105" y="11"/>
                  </a:cubicBezTo>
                  <a:cubicBezTo>
                    <a:pt x="3425" y="28"/>
                    <a:pt x="1743" y="46"/>
                    <a:pt x="63" y="67"/>
                  </a:cubicBezTo>
                  <a:cubicBezTo>
                    <a:pt x="0" y="67"/>
                    <a:pt x="0" y="165"/>
                    <a:pt x="63" y="165"/>
                  </a:cubicBezTo>
                  <a:cubicBezTo>
                    <a:pt x="447" y="161"/>
                    <a:pt x="833" y="157"/>
                    <a:pt x="1217" y="151"/>
                  </a:cubicBezTo>
                  <a:cubicBezTo>
                    <a:pt x="2896" y="133"/>
                    <a:pt x="4579" y="115"/>
                    <a:pt x="6259" y="99"/>
                  </a:cubicBezTo>
                  <a:cubicBezTo>
                    <a:pt x="6321" y="99"/>
                    <a:pt x="6321" y="1"/>
                    <a:pt x="625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32"/>
            <p:cNvSpPr/>
            <p:nvPr/>
          </p:nvSpPr>
          <p:spPr>
            <a:xfrm flipH="1">
              <a:off x="1310559" y="2682612"/>
              <a:ext cx="861216" cy="1745122"/>
            </a:xfrm>
            <a:custGeom>
              <a:rect b="b" l="l" r="r" t="t"/>
              <a:pathLst>
                <a:path extrusionOk="0" h="29765" w="14689">
                  <a:moveTo>
                    <a:pt x="9998" y="1"/>
                  </a:moveTo>
                  <a:cubicBezTo>
                    <a:pt x="9998" y="1"/>
                    <a:pt x="2493" y="10768"/>
                    <a:pt x="1245" y="14568"/>
                  </a:cubicBezTo>
                  <a:cubicBezTo>
                    <a:pt x="1" y="18373"/>
                    <a:pt x="6427" y="29764"/>
                    <a:pt x="6427" y="29764"/>
                  </a:cubicBezTo>
                  <a:lnTo>
                    <a:pt x="12015" y="29433"/>
                  </a:lnTo>
                  <a:cubicBezTo>
                    <a:pt x="12015" y="29433"/>
                    <a:pt x="6294" y="17119"/>
                    <a:pt x="6779" y="15464"/>
                  </a:cubicBezTo>
                  <a:cubicBezTo>
                    <a:pt x="7263" y="13809"/>
                    <a:pt x="14688" y="5007"/>
                    <a:pt x="14688" y="5007"/>
                  </a:cubicBezTo>
                  <a:cubicBezTo>
                    <a:pt x="14124" y="2819"/>
                    <a:pt x="12496" y="1286"/>
                    <a:pt x="999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p32"/>
            <p:cNvSpPr/>
            <p:nvPr/>
          </p:nvSpPr>
          <p:spPr>
            <a:xfrm flipH="1">
              <a:off x="1984042" y="3568569"/>
              <a:ext cx="118960" cy="19055"/>
            </a:xfrm>
            <a:custGeom>
              <a:rect b="b" l="l" r="r" t="t"/>
              <a:pathLst>
                <a:path extrusionOk="0" h="325" w="2029">
                  <a:moveTo>
                    <a:pt x="89" y="0"/>
                  </a:moveTo>
                  <a:cubicBezTo>
                    <a:pt x="21" y="0"/>
                    <a:pt x="1" y="113"/>
                    <a:pt x="76" y="144"/>
                  </a:cubicBezTo>
                  <a:cubicBezTo>
                    <a:pt x="387" y="264"/>
                    <a:pt x="712" y="324"/>
                    <a:pt x="1038" y="324"/>
                  </a:cubicBezTo>
                  <a:cubicBezTo>
                    <a:pt x="1346" y="324"/>
                    <a:pt x="1654" y="270"/>
                    <a:pt x="1951" y="162"/>
                  </a:cubicBezTo>
                  <a:cubicBezTo>
                    <a:pt x="2029" y="134"/>
                    <a:pt x="2005" y="17"/>
                    <a:pt x="1936" y="17"/>
                  </a:cubicBezTo>
                  <a:cubicBezTo>
                    <a:pt x="1929" y="17"/>
                    <a:pt x="1921" y="19"/>
                    <a:pt x="1912" y="22"/>
                  </a:cubicBezTo>
                  <a:cubicBezTo>
                    <a:pt x="1626" y="127"/>
                    <a:pt x="1331" y="180"/>
                    <a:pt x="1037" y="180"/>
                  </a:cubicBezTo>
                  <a:cubicBezTo>
                    <a:pt x="726" y="180"/>
                    <a:pt x="415" y="121"/>
                    <a:pt x="114" y="5"/>
                  </a:cubicBezTo>
                  <a:cubicBezTo>
                    <a:pt x="105" y="2"/>
                    <a:pt x="97" y="0"/>
                    <a:pt x="8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32"/>
            <p:cNvSpPr/>
            <p:nvPr/>
          </p:nvSpPr>
          <p:spPr>
            <a:xfrm flipH="1">
              <a:off x="1386602" y="2975996"/>
              <a:ext cx="461535" cy="1406358"/>
            </a:xfrm>
            <a:custGeom>
              <a:rect b="b" l="l" r="r" t="t"/>
              <a:pathLst>
                <a:path extrusionOk="0" h="23987" w="7872">
                  <a:moveTo>
                    <a:pt x="7763" y="1"/>
                  </a:moveTo>
                  <a:cubicBezTo>
                    <a:pt x="7736" y="1"/>
                    <a:pt x="7710" y="12"/>
                    <a:pt x="7690" y="35"/>
                  </a:cubicBezTo>
                  <a:cubicBezTo>
                    <a:pt x="7391" y="386"/>
                    <a:pt x="328" y="8665"/>
                    <a:pt x="161" y="10418"/>
                  </a:cubicBezTo>
                  <a:cubicBezTo>
                    <a:pt x="0" y="12070"/>
                    <a:pt x="1373" y="15645"/>
                    <a:pt x="2551" y="18353"/>
                  </a:cubicBezTo>
                  <a:cubicBezTo>
                    <a:pt x="3241" y="19942"/>
                    <a:pt x="3914" y="21349"/>
                    <a:pt x="4356" y="22248"/>
                  </a:cubicBezTo>
                  <a:cubicBezTo>
                    <a:pt x="5178" y="23924"/>
                    <a:pt x="5238" y="23962"/>
                    <a:pt x="5259" y="23973"/>
                  </a:cubicBezTo>
                  <a:cubicBezTo>
                    <a:pt x="5276" y="23983"/>
                    <a:pt x="5294" y="23987"/>
                    <a:pt x="5310" y="23987"/>
                  </a:cubicBezTo>
                  <a:cubicBezTo>
                    <a:pt x="5328" y="23987"/>
                    <a:pt x="5346" y="23983"/>
                    <a:pt x="5363" y="23973"/>
                  </a:cubicBezTo>
                  <a:cubicBezTo>
                    <a:pt x="5394" y="23952"/>
                    <a:pt x="5408" y="23914"/>
                    <a:pt x="5405" y="23879"/>
                  </a:cubicBezTo>
                  <a:cubicBezTo>
                    <a:pt x="5402" y="23854"/>
                    <a:pt x="5391" y="23834"/>
                    <a:pt x="5377" y="23819"/>
                  </a:cubicBezTo>
                  <a:cubicBezTo>
                    <a:pt x="5244" y="23607"/>
                    <a:pt x="3942" y="21088"/>
                    <a:pt x="2684" y="18182"/>
                  </a:cubicBezTo>
                  <a:cubicBezTo>
                    <a:pt x="1036" y="14377"/>
                    <a:pt x="227" y="11701"/>
                    <a:pt x="349" y="10436"/>
                  </a:cubicBezTo>
                  <a:cubicBezTo>
                    <a:pt x="513" y="8742"/>
                    <a:pt x="7764" y="244"/>
                    <a:pt x="7837" y="161"/>
                  </a:cubicBezTo>
                  <a:cubicBezTo>
                    <a:pt x="7872" y="119"/>
                    <a:pt x="7865" y="59"/>
                    <a:pt x="7827" y="24"/>
                  </a:cubicBezTo>
                  <a:cubicBezTo>
                    <a:pt x="7808" y="9"/>
                    <a:pt x="7785" y="1"/>
                    <a:pt x="776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32"/>
            <p:cNvSpPr/>
            <p:nvPr/>
          </p:nvSpPr>
          <p:spPr>
            <a:xfrm flipH="1">
              <a:off x="1440718" y="4363710"/>
              <a:ext cx="410293" cy="81965"/>
            </a:xfrm>
            <a:custGeom>
              <a:rect b="b" l="l" r="r" t="t"/>
              <a:pathLst>
                <a:path extrusionOk="0" h="1398" w="6998">
                  <a:moveTo>
                    <a:pt x="1" y="1"/>
                  </a:moveTo>
                  <a:lnTo>
                    <a:pt x="649" y="1398"/>
                  </a:lnTo>
                  <a:lnTo>
                    <a:pt x="6998" y="1308"/>
                  </a:lnTo>
                  <a:lnTo>
                    <a:pt x="6530" y="28"/>
                  </a:lnTo>
                  <a:lnTo>
                    <a:pt x="1"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32"/>
            <p:cNvSpPr/>
            <p:nvPr/>
          </p:nvSpPr>
          <p:spPr>
            <a:xfrm flipH="1">
              <a:off x="1045375" y="2551691"/>
              <a:ext cx="457079" cy="95215"/>
            </a:xfrm>
            <a:custGeom>
              <a:rect b="b" l="l" r="r" t="t"/>
              <a:pathLst>
                <a:path extrusionOk="0" h="1624" w="7796">
                  <a:moveTo>
                    <a:pt x="89" y="1"/>
                  </a:moveTo>
                  <a:cubicBezTo>
                    <a:pt x="39" y="1"/>
                    <a:pt x="0" y="66"/>
                    <a:pt x="49" y="97"/>
                  </a:cubicBezTo>
                  <a:cubicBezTo>
                    <a:pt x="543" y="432"/>
                    <a:pt x="1070" y="714"/>
                    <a:pt x="1621" y="941"/>
                  </a:cubicBezTo>
                  <a:cubicBezTo>
                    <a:pt x="2724" y="1393"/>
                    <a:pt x="3912" y="1623"/>
                    <a:pt x="5099" y="1623"/>
                  </a:cubicBezTo>
                  <a:cubicBezTo>
                    <a:pt x="5988" y="1623"/>
                    <a:pt x="6877" y="1495"/>
                    <a:pt x="7732" y="1234"/>
                  </a:cubicBezTo>
                  <a:cubicBezTo>
                    <a:pt x="7796" y="1215"/>
                    <a:pt x="7767" y="1126"/>
                    <a:pt x="7708" y="1126"/>
                  </a:cubicBezTo>
                  <a:cubicBezTo>
                    <a:pt x="7703" y="1126"/>
                    <a:pt x="7696" y="1127"/>
                    <a:pt x="7690" y="1129"/>
                  </a:cubicBezTo>
                  <a:cubicBezTo>
                    <a:pt x="6853" y="1385"/>
                    <a:pt x="5983" y="1510"/>
                    <a:pt x="5112" y="1510"/>
                  </a:cubicBezTo>
                  <a:cubicBezTo>
                    <a:pt x="3352" y="1510"/>
                    <a:pt x="1593" y="997"/>
                    <a:pt x="122" y="10"/>
                  </a:cubicBezTo>
                  <a:cubicBezTo>
                    <a:pt x="111" y="3"/>
                    <a:pt x="100" y="1"/>
                    <a:pt x="8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32"/>
            <p:cNvSpPr/>
            <p:nvPr/>
          </p:nvSpPr>
          <p:spPr>
            <a:xfrm flipH="1">
              <a:off x="1439721" y="2525542"/>
              <a:ext cx="27263" cy="50656"/>
            </a:xfrm>
            <a:custGeom>
              <a:rect b="b" l="l" r="r" t="t"/>
              <a:pathLst>
                <a:path extrusionOk="0" h="864" w="465">
                  <a:moveTo>
                    <a:pt x="387" y="1"/>
                  </a:moveTo>
                  <a:cubicBezTo>
                    <a:pt x="373" y="1"/>
                    <a:pt x="358" y="8"/>
                    <a:pt x="347" y="25"/>
                  </a:cubicBezTo>
                  <a:cubicBezTo>
                    <a:pt x="183" y="261"/>
                    <a:pt x="71" y="519"/>
                    <a:pt x="9" y="802"/>
                  </a:cubicBezTo>
                  <a:cubicBezTo>
                    <a:pt x="1" y="841"/>
                    <a:pt x="32" y="863"/>
                    <a:pt x="64" y="863"/>
                  </a:cubicBezTo>
                  <a:cubicBezTo>
                    <a:pt x="89" y="863"/>
                    <a:pt x="114" y="849"/>
                    <a:pt x="120" y="819"/>
                  </a:cubicBezTo>
                  <a:cubicBezTo>
                    <a:pt x="176" y="557"/>
                    <a:pt x="280" y="313"/>
                    <a:pt x="437" y="94"/>
                  </a:cubicBezTo>
                  <a:cubicBezTo>
                    <a:pt x="465" y="51"/>
                    <a:pt x="426" y="1"/>
                    <a:pt x="387" y="1"/>
                  </a:cubicBezTo>
                  <a:close/>
                </a:path>
              </a:pathLst>
            </a:custGeom>
            <a:solidFill>
              <a:srgbClr val="5484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32"/>
            <p:cNvSpPr/>
            <p:nvPr/>
          </p:nvSpPr>
          <p:spPr>
            <a:xfrm flipH="1">
              <a:off x="1117139" y="2570804"/>
              <a:ext cx="15127" cy="65372"/>
            </a:xfrm>
            <a:custGeom>
              <a:rect b="b" l="l" r="r" t="t"/>
              <a:pathLst>
                <a:path extrusionOk="0" h="1115" w="258">
                  <a:moveTo>
                    <a:pt x="73" y="1"/>
                  </a:moveTo>
                  <a:cubicBezTo>
                    <a:pt x="38" y="1"/>
                    <a:pt x="0" y="34"/>
                    <a:pt x="14" y="78"/>
                  </a:cubicBezTo>
                  <a:cubicBezTo>
                    <a:pt x="104" y="395"/>
                    <a:pt x="143" y="719"/>
                    <a:pt x="133" y="1054"/>
                  </a:cubicBezTo>
                  <a:cubicBezTo>
                    <a:pt x="131" y="1092"/>
                    <a:pt x="164" y="1115"/>
                    <a:pt x="195" y="1115"/>
                  </a:cubicBezTo>
                  <a:cubicBezTo>
                    <a:pt x="219" y="1115"/>
                    <a:pt x="242" y="1100"/>
                    <a:pt x="244" y="1067"/>
                  </a:cubicBezTo>
                  <a:cubicBezTo>
                    <a:pt x="258" y="716"/>
                    <a:pt x="216" y="374"/>
                    <a:pt x="118" y="36"/>
                  </a:cubicBezTo>
                  <a:cubicBezTo>
                    <a:pt x="111" y="11"/>
                    <a:pt x="92" y="1"/>
                    <a:pt x="73" y="1"/>
                  </a:cubicBezTo>
                  <a:close/>
                </a:path>
              </a:pathLst>
            </a:custGeom>
            <a:solidFill>
              <a:srgbClr val="5484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32"/>
            <p:cNvSpPr/>
            <p:nvPr/>
          </p:nvSpPr>
          <p:spPr>
            <a:xfrm flipH="1">
              <a:off x="1243779" y="2577429"/>
              <a:ext cx="10729" cy="61444"/>
            </a:xfrm>
            <a:custGeom>
              <a:rect b="b" l="l" r="r" t="t"/>
              <a:pathLst>
                <a:path extrusionOk="0" h="1048" w="183">
                  <a:moveTo>
                    <a:pt x="68" y="0"/>
                  </a:moveTo>
                  <a:cubicBezTo>
                    <a:pt x="37" y="0"/>
                    <a:pt x="6" y="23"/>
                    <a:pt x="12" y="63"/>
                  </a:cubicBezTo>
                  <a:cubicBezTo>
                    <a:pt x="71" y="369"/>
                    <a:pt x="68" y="676"/>
                    <a:pt x="8" y="986"/>
                  </a:cubicBezTo>
                  <a:cubicBezTo>
                    <a:pt x="0" y="1025"/>
                    <a:pt x="32" y="1048"/>
                    <a:pt x="64" y="1048"/>
                  </a:cubicBezTo>
                  <a:cubicBezTo>
                    <a:pt x="89" y="1048"/>
                    <a:pt x="114" y="1034"/>
                    <a:pt x="119" y="1004"/>
                  </a:cubicBezTo>
                  <a:cubicBezTo>
                    <a:pt x="182" y="683"/>
                    <a:pt x="182" y="366"/>
                    <a:pt x="127" y="49"/>
                  </a:cubicBezTo>
                  <a:cubicBezTo>
                    <a:pt x="120" y="16"/>
                    <a:pt x="94" y="0"/>
                    <a:pt x="68" y="0"/>
                  </a:cubicBezTo>
                  <a:close/>
                </a:path>
              </a:pathLst>
            </a:custGeom>
            <a:solidFill>
              <a:srgbClr val="5484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32"/>
            <p:cNvSpPr/>
            <p:nvPr/>
          </p:nvSpPr>
          <p:spPr>
            <a:xfrm flipH="1">
              <a:off x="1314429" y="2576198"/>
              <a:ext cx="35237" cy="32891"/>
            </a:xfrm>
            <a:custGeom>
              <a:rect b="b" l="l" r="r" t="t"/>
              <a:pathLst>
                <a:path extrusionOk="0" h="561" w="601">
                  <a:moveTo>
                    <a:pt x="298" y="0"/>
                  </a:moveTo>
                  <a:cubicBezTo>
                    <a:pt x="165" y="0"/>
                    <a:pt x="47" y="99"/>
                    <a:pt x="25" y="237"/>
                  </a:cubicBezTo>
                  <a:cubicBezTo>
                    <a:pt x="0" y="390"/>
                    <a:pt x="105" y="533"/>
                    <a:pt x="258" y="557"/>
                  </a:cubicBezTo>
                  <a:cubicBezTo>
                    <a:pt x="273" y="560"/>
                    <a:pt x="288" y="561"/>
                    <a:pt x="303" y="561"/>
                  </a:cubicBezTo>
                  <a:cubicBezTo>
                    <a:pt x="436" y="561"/>
                    <a:pt x="553" y="462"/>
                    <a:pt x="576" y="324"/>
                  </a:cubicBezTo>
                  <a:cubicBezTo>
                    <a:pt x="600" y="171"/>
                    <a:pt x="496" y="28"/>
                    <a:pt x="342" y="4"/>
                  </a:cubicBezTo>
                  <a:cubicBezTo>
                    <a:pt x="327" y="1"/>
                    <a:pt x="313" y="0"/>
                    <a:pt x="298" y="0"/>
                  </a:cubicBezTo>
                  <a:close/>
                </a:path>
              </a:pathLst>
            </a:custGeom>
            <a:solidFill>
              <a:srgbClr val="5484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p32"/>
            <p:cNvSpPr/>
            <p:nvPr/>
          </p:nvSpPr>
          <p:spPr>
            <a:xfrm flipH="1">
              <a:off x="1035232" y="2633890"/>
              <a:ext cx="81144" cy="162171"/>
            </a:xfrm>
            <a:custGeom>
              <a:rect b="b" l="l" r="r" t="t"/>
              <a:pathLst>
                <a:path extrusionOk="0" h="2766" w="1384">
                  <a:moveTo>
                    <a:pt x="50" y="1"/>
                  </a:moveTo>
                  <a:cubicBezTo>
                    <a:pt x="25" y="1"/>
                    <a:pt x="0" y="17"/>
                    <a:pt x="0" y="51"/>
                  </a:cubicBezTo>
                  <a:cubicBezTo>
                    <a:pt x="15" y="1065"/>
                    <a:pt x="161" y="2371"/>
                    <a:pt x="1283" y="2762"/>
                  </a:cubicBezTo>
                  <a:cubicBezTo>
                    <a:pt x="1290" y="2764"/>
                    <a:pt x="1297" y="2765"/>
                    <a:pt x="1303" y="2765"/>
                  </a:cubicBezTo>
                  <a:cubicBezTo>
                    <a:pt x="1357" y="2765"/>
                    <a:pt x="1384" y="2679"/>
                    <a:pt x="1322" y="2657"/>
                  </a:cubicBezTo>
                  <a:cubicBezTo>
                    <a:pt x="255" y="2284"/>
                    <a:pt x="126" y="1027"/>
                    <a:pt x="112" y="62"/>
                  </a:cubicBezTo>
                  <a:cubicBezTo>
                    <a:pt x="112" y="22"/>
                    <a:pt x="80" y="1"/>
                    <a:pt x="50" y="1"/>
                  </a:cubicBezTo>
                  <a:close/>
                </a:path>
              </a:pathLst>
            </a:custGeom>
            <a:solidFill>
              <a:srgbClr val="5484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32"/>
            <p:cNvSpPr/>
            <p:nvPr/>
          </p:nvSpPr>
          <p:spPr>
            <a:xfrm flipH="1">
              <a:off x="1437610" y="2601702"/>
              <a:ext cx="141885" cy="146516"/>
            </a:xfrm>
            <a:custGeom>
              <a:rect b="b" l="l" r="r" t="t"/>
              <a:pathLst>
                <a:path extrusionOk="0" h="2499" w="2420">
                  <a:moveTo>
                    <a:pt x="2345" y="0"/>
                  </a:moveTo>
                  <a:cubicBezTo>
                    <a:pt x="2319" y="0"/>
                    <a:pt x="2291" y="14"/>
                    <a:pt x="2280" y="46"/>
                  </a:cubicBezTo>
                  <a:cubicBezTo>
                    <a:pt x="1928" y="1067"/>
                    <a:pt x="1346" y="2356"/>
                    <a:pt x="80" y="2373"/>
                  </a:cubicBezTo>
                  <a:cubicBezTo>
                    <a:pt x="1" y="2373"/>
                    <a:pt x="4" y="2499"/>
                    <a:pt x="88" y="2499"/>
                  </a:cubicBezTo>
                  <a:cubicBezTo>
                    <a:pt x="1412" y="2481"/>
                    <a:pt x="2032" y="1147"/>
                    <a:pt x="2405" y="74"/>
                  </a:cubicBezTo>
                  <a:cubicBezTo>
                    <a:pt x="2419" y="29"/>
                    <a:pt x="2383" y="0"/>
                    <a:pt x="234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32"/>
            <p:cNvSpPr/>
            <p:nvPr/>
          </p:nvSpPr>
          <p:spPr>
            <a:xfrm flipH="1">
              <a:off x="1373586" y="2671530"/>
              <a:ext cx="45966" cy="409648"/>
            </a:xfrm>
            <a:custGeom>
              <a:rect b="b" l="l" r="r" t="t"/>
              <a:pathLst>
                <a:path extrusionOk="0" h="6987" w="784">
                  <a:moveTo>
                    <a:pt x="700" y="1"/>
                  </a:moveTo>
                  <a:cubicBezTo>
                    <a:pt x="673" y="1"/>
                    <a:pt x="647" y="16"/>
                    <a:pt x="639" y="50"/>
                  </a:cubicBezTo>
                  <a:cubicBezTo>
                    <a:pt x="123" y="2301"/>
                    <a:pt x="1" y="4629"/>
                    <a:pt x="279" y="6922"/>
                  </a:cubicBezTo>
                  <a:cubicBezTo>
                    <a:pt x="285" y="6965"/>
                    <a:pt x="322" y="6987"/>
                    <a:pt x="357" y="6987"/>
                  </a:cubicBezTo>
                  <a:cubicBezTo>
                    <a:pt x="392" y="6987"/>
                    <a:pt x="424" y="6965"/>
                    <a:pt x="419" y="6922"/>
                  </a:cubicBezTo>
                  <a:cubicBezTo>
                    <a:pt x="140" y="4639"/>
                    <a:pt x="258" y="2326"/>
                    <a:pt x="771" y="85"/>
                  </a:cubicBezTo>
                  <a:cubicBezTo>
                    <a:pt x="784" y="35"/>
                    <a:pt x="741" y="1"/>
                    <a:pt x="70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32"/>
            <p:cNvSpPr/>
            <p:nvPr/>
          </p:nvSpPr>
          <p:spPr>
            <a:xfrm flipH="1">
              <a:off x="1335477" y="2692813"/>
              <a:ext cx="68949" cy="158887"/>
            </a:xfrm>
            <a:custGeom>
              <a:rect b="b" l="l" r="r" t="t"/>
              <a:pathLst>
                <a:path extrusionOk="0" h="2710" w="1176">
                  <a:moveTo>
                    <a:pt x="1090" y="0"/>
                  </a:moveTo>
                  <a:cubicBezTo>
                    <a:pt x="1064" y="0"/>
                    <a:pt x="1039" y="15"/>
                    <a:pt x="1032" y="49"/>
                  </a:cubicBezTo>
                  <a:cubicBezTo>
                    <a:pt x="941" y="523"/>
                    <a:pt x="854" y="1001"/>
                    <a:pt x="764" y="1474"/>
                  </a:cubicBezTo>
                  <a:cubicBezTo>
                    <a:pt x="697" y="1834"/>
                    <a:pt x="653" y="2570"/>
                    <a:pt x="162" y="2570"/>
                  </a:cubicBezTo>
                  <a:cubicBezTo>
                    <a:pt x="139" y="2570"/>
                    <a:pt x="116" y="2569"/>
                    <a:pt x="92" y="2566"/>
                  </a:cubicBezTo>
                  <a:cubicBezTo>
                    <a:pt x="88" y="2565"/>
                    <a:pt x="85" y="2565"/>
                    <a:pt x="82" y="2565"/>
                  </a:cubicBezTo>
                  <a:cubicBezTo>
                    <a:pt x="1" y="2565"/>
                    <a:pt x="8" y="2695"/>
                    <a:pt x="92" y="2704"/>
                  </a:cubicBezTo>
                  <a:cubicBezTo>
                    <a:pt x="118" y="2708"/>
                    <a:pt x="145" y="2710"/>
                    <a:pt x="170" y="2710"/>
                  </a:cubicBezTo>
                  <a:cubicBezTo>
                    <a:pt x="567" y="2710"/>
                    <a:pt x="747" y="2285"/>
                    <a:pt x="816" y="1938"/>
                  </a:cubicBezTo>
                  <a:cubicBezTo>
                    <a:pt x="941" y="1324"/>
                    <a:pt x="1050" y="705"/>
                    <a:pt x="1164" y="88"/>
                  </a:cubicBezTo>
                  <a:cubicBezTo>
                    <a:pt x="1175" y="35"/>
                    <a:pt x="1131" y="0"/>
                    <a:pt x="109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32"/>
            <p:cNvSpPr/>
            <p:nvPr/>
          </p:nvSpPr>
          <p:spPr>
            <a:xfrm flipH="1">
              <a:off x="1341398" y="2071218"/>
              <a:ext cx="28553" cy="110811"/>
            </a:xfrm>
            <a:custGeom>
              <a:rect b="b" l="l" r="r" t="t"/>
              <a:pathLst>
                <a:path extrusionOk="0" h="1890" w="487">
                  <a:moveTo>
                    <a:pt x="74" y="1"/>
                  </a:moveTo>
                  <a:cubicBezTo>
                    <a:pt x="38" y="1"/>
                    <a:pt x="1" y="33"/>
                    <a:pt x="19" y="76"/>
                  </a:cubicBezTo>
                  <a:cubicBezTo>
                    <a:pt x="274" y="627"/>
                    <a:pt x="374" y="1222"/>
                    <a:pt x="311" y="1825"/>
                  </a:cubicBezTo>
                  <a:cubicBezTo>
                    <a:pt x="308" y="1866"/>
                    <a:pt x="341" y="1890"/>
                    <a:pt x="372" y="1890"/>
                  </a:cubicBezTo>
                  <a:cubicBezTo>
                    <a:pt x="396" y="1890"/>
                    <a:pt x="420" y="1875"/>
                    <a:pt x="423" y="1843"/>
                  </a:cubicBezTo>
                  <a:cubicBezTo>
                    <a:pt x="486" y="1219"/>
                    <a:pt x="385" y="603"/>
                    <a:pt x="123" y="34"/>
                  </a:cubicBezTo>
                  <a:cubicBezTo>
                    <a:pt x="113" y="11"/>
                    <a:pt x="94" y="1"/>
                    <a:pt x="74" y="1"/>
                  </a:cubicBezTo>
                  <a:close/>
                </a:path>
              </a:pathLst>
            </a:custGeom>
            <a:solidFill>
              <a:srgbClr val="241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32"/>
            <p:cNvSpPr/>
            <p:nvPr/>
          </p:nvSpPr>
          <p:spPr>
            <a:xfrm flipH="1">
              <a:off x="1017233" y="1790849"/>
              <a:ext cx="588587" cy="780483"/>
            </a:xfrm>
            <a:custGeom>
              <a:rect b="b" l="l" r="r" t="t"/>
              <a:pathLst>
                <a:path extrusionOk="0" h="13312" w="10039">
                  <a:moveTo>
                    <a:pt x="4226" y="1"/>
                  </a:moveTo>
                  <a:lnTo>
                    <a:pt x="2345" y="691"/>
                  </a:lnTo>
                  <a:cubicBezTo>
                    <a:pt x="2345" y="691"/>
                    <a:pt x="1770" y="1175"/>
                    <a:pt x="1105" y="1722"/>
                  </a:cubicBezTo>
                  <a:cubicBezTo>
                    <a:pt x="735" y="2025"/>
                    <a:pt x="341" y="2349"/>
                    <a:pt x="0" y="2618"/>
                  </a:cubicBezTo>
                  <a:cubicBezTo>
                    <a:pt x="0" y="2618"/>
                    <a:pt x="42" y="3823"/>
                    <a:pt x="693" y="5457"/>
                  </a:cubicBezTo>
                  <a:cubicBezTo>
                    <a:pt x="1349" y="7088"/>
                    <a:pt x="1816" y="11224"/>
                    <a:pt x="830" y="12653"/>
                  </a:cubicBezTo>
                  <a:cubicBezTo>
                    <a:pt x="830" y="12653"/>
                    <a:pt x="2082" y="13312"/>
                    <a:pt x="4104" y="13312"/>
                  </a:cubicBezTo>
                  <a:cubicBezTo>
                    <a:pt x="5687" y="13312"/>
                    <a:pt x="7742" y="12908"/>
                    <a:pt x="10038" y="11468"/>
                  </a:cubicBezTo>
                  <a:cubicBezTo>
                    <a:pt x="10038" y="11468"/>
                    <a:pt x="8565" y="9967"/>
                    <a:pt x="8408" y="7371"/>
                  </a:cubicBezTo>
                  <a:cubicBezTo>
                    <a:pt x="8248" y="4774"/>
                    <a:pt x="8959" y="1789"/>
                    <a:pt x="8572" y="1109"/>
                  </a:cubicBezTo>
                  <a:cubicBezTo>
                    <a:pt x="8258" y="562"/>
                    <a:pt x="6582" y="263"/>
                    <a:pt x="5405" y="116"/>
                  </a:cubicBezTo>
                  <a:cubicBezTo>
                    <a:pt x="4732" y="33"/>
                    <a:pt x="4226" y="1"/>
                    <a:pt x="422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 name="Google Shape;656;p32"/>
            <p:cNvSpPr/>
            <p:nvPr/>
          </p:nvSpPr>
          <p:spPr>
            <a:xfrm flipH="1">
              <a:off x="1272801" y="1798002"/>
              <a:ext cx="331611" cy="188320"/>
            </a:xfrm>
            <a:custGeom>
              <a:rect b="b" l="l" r="r" t="t"/>
              <a:pathLst>
                <a:path extrusionOk="0" h="3212" w="5656">
                  <a:moveTo>
                    <a:pt x="5423" y="1"/>
                  </a:moveTo>
                  <a:lnTo>
                    <a:pt x="5423" y="1"/>
                  </a:lnTo>
                  <a:cubicBezTo>
                    <a:pt x="5534" y="1074"/>
                    <a:pt x="4851" y="2106"/>
                    <a:pt x="3892" y="2618"/>
                  </a:cubicBezTo>
                  <a:cubicBezTo>
                    <a:pt x="3277" y="2947"/>
                    <a:pt x="2607" y="3076"/>
                    <a:pt x="1930" y="3076"/>
                  </a:cubicBezTo>
                  <a:cubicBezTo>
                    <a:pt x="1280" y="3076"/>
                    <a:pt x="623" y="2957"/>
                    <a:pt x="0" y="2782"/>
                  </a:cubicBezTo>
                  <a:lnTo>
                    <a:pt x="0" y="2782"/>
                  </a:lnTo>
                  <a:cubicBezTo>
                    <a:pt x="4" y="2823"/>
                    <a:pt x="11" y="2875"/>
                    <a:pt x="18" y="2928"/>
                  </a:cubicBezTo>
                  <a:cubicBezTo>
                    <a:pt x="637" y="3099"/>
                    <a:pt x="1286" y="3211"/>
                    <a:pt x="1928" y="3211"/>
                  </a:cubicBezTo>
                  <a:cubicBezTo>
                    <a:pt x="2684" y="3211"/>
                    <a:pt x="3431" y="3055"/>
                    <a:pt x="4105" y="2656"/>
                  </a:cubicBezTo>
                  <a:cubicBezTo>
                    <a:pt x="5029" y="2113"/>
                    <a:pt x="5656" y="1074"/>
                    <a:pt x="5561" y="19"/>
                  </a:cubicBezTo>
                  <a:cubicBezTo>
                    <a:pt x="5516" y="11"/>
                    <a:pt x="5468" y="4"/>
                    <a:pt x="542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32"/>
            <p:cNvSpPr/>
            <p:nvPr/>
          </p:nvSpPr>
          <p:spPr>
            <a:xfrm flipH="1">
              <a:off x="1423539" y="2034691"/>
              <a:ext cx="132093" cy="299248"/>
            </a:xfrm>
            <a:custGeom>
              <a:rect b="b" l="l" r="r" t="t"/>
              <a:pathLst>
                <a:path extrusionOk="0" h="5104" w="2253">
                  <a:moveTo>
                    <a:pt x="88" y="0"/>
                  </a:moveTo>
                  <a:cubicBezTo>
                    <a:pt x="16" y="0"/>
                    <a:pt x="1" y="119"/>
                    <a:pt x="81" y="139"/>
                  </a:cubicBezTo>
                  <a:cubicBezTo>
                    <a:pt x="1172" y="393"/>
                    <a:pt x="2032" y="1403"/>
                    <a:pt x="2074" y="2532"/>
                  </a:cubicBezTo>
                  <a:cubicBezTo>
                    <a:pt x="2113" y="3567"/>
                    <a:pt x="1447" y="4542"/>
                    <a:pt x="520" y="4957"/>
                  </a:cubicBezTo>
                  <a:cubicBezTo>
                    <a:pt x="520" y="5006"/>
                    <a:pt x="524" y="5055"/>
                    <a:pt x="527" y="5103"/>
                  </a:cubicBezTo>
                  <a:cubicBezTo>
                    <a:pt x="1534" y="4679"/>
                    <a:pt x="2252" y="3630"/>
                    <a:pt x="2214" y="2522"/>
                  </a:cubicBezTo>
                  <a:cubicBezTo>
                    <a:pt x="2169" y="1330"/>
                    <a:pt x="1256" y="271"/>
                    <a:pt x="106" y="2"/>
                  </a:cubicBezTo>
                  <a:cubicBezTo>
                    <a:pt x="100" y="1"/>
                    <a:pt x="94" y="0"/>
                    <a:pt x="8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32"/>
            <p:cNvSpPr/>
            <p:nvPr/>
          </p:nvSpPr>
          <p:spPr>
            <a:xfrm flipH="1">
              <a:off x="1140649" y="1964335"/>
              <a:ext cx="396515" cy="556047"/>
            </a:xfrm>
            <a:custGeom>
              <a:rect b="b" l="l" r="r" t="t"/>
              <a:pathLst>
                <a:path extrusionOk="0" h="9484" w="6763">
                  <a:moveTo>
                    <a:pt x="5520" y="0"/>
                  </a:moveTo>
                  <a:cubicBezTo>
                    <a:pt x="5254" y="0"/>
                    <a:pt x="4986" y="64"/>
                    <a:pt x="4756" y="189"/>
                  </a:cubicBezTo>
                  <a:cubicBezTo>
                    <a:pt x="4014" y="586"/>
                    <a:pt x="3644" y="1422"/>
                    <a:pt x="3456" y="2202"/>
                  </a:cubicBezTo>
                  <a:cubicBezTo>
                    <a:pt x="3219" y="3195"/>
                    <a:pt x="3234" y="4224"/>
                    <a:pt x="3153" y="5237"/>
                  </a:cubicBezTo>
                  <a:cubicBezTo>
                    <a:pt x="3080" y="6175"/>
                    <a:pt x="2927" y="7151"/>
                    <a:pt x="2425" y="7969"/>
                  </a:cubicBezTo>
                  <a:cubicBezTo>
                    <a:pt x="1948" y="8744"/>
                    <a:pt x="1127" y="9344"/>
                    <a:pt x="196" y="9344"/>
                  </a:cubicBezTo>
                  <a:cubicBezTo>
                    <a:pt x="160" y="9344"/>
                    <a:pt x="123" y="9343"/>
                    <a:pt x="87" y="9342"/>
                  </a:cubicBezTo>
                  <a:cubicBezTo>
                    <a:pt x="86" y="9342"/>
                    <a:pt x="85" y="9342"/>
                    <a:pt x="84" y="9342"/>
                  </a:cubicBezTo>
                  <a:cubicBezTo>
                    <a:pt x="0" y="9342"/>
                    <a:pt x="12" y="9478"/>
                    <a:pt x="98" y="9481"/>
                  </a:cubicBezTo>
                  <a:cubicBezTo>
                    <a:pt x="134" y="9483"/>
                    <a:pt x="171" y="9484"/>
                    <a:pt x="207" y="9484"/>
                  </a:cubicBezTo>
                  <a:cubicBezTo>
                    <a:pt x="1081" y="9484"/>
                    <a:pt x="1872" y="8972"/>
                    <a:pt x="2383" y="8280"/>
                  </a:cubicBezTo>
                  <a:cubicBezTo>
                    <a:pt x="3481" y="6791"/>
                    <a:pt x="3234" y="4802"/>
                    <a:pt x="3446" y="3074"/>
                  </a:cubicBezTo>
                  <a:cubicBezTo>
                    <a:pt x="3554" y="2178"/>
                    <a:pt x="3780" y="1154"/>
                    <a:pt x="4491" y="537"/>
                  </a:cubicBezTo>
                  <a:cubicBezTo>
                    <a:pt x="4778" y="288"/>
                    <a:pt x="5174" y="143"/>
                    <a:pt x="5557" y="143"/>
                  </a:cubicBezTo>
                  <a:cubicBezTo>
                    <a:pt x="5987" y="143"/>
                    <a:pt x="6401" y="327"/>
                    <a:pt x="6620" y="753"/>
                  </a:cubicBezTo>
                  <a:cubicBezTo>
                    <a:pt x="6633" y="775"/>
                    <a:pt x="6651" y="785"/>
                    <a:pt x="6669" y="785"/>
                  </a:cubicBezTo>
                  <a:cubicBezTo>
                    <a:pt x="6714" y="785"/>
                    <a:pt x="6762" y="730"/>
                    <a:pt x="6735" y="673"/>
                  </a:cubicBezTo>
                  <a:cubicBezTo>
                    <a:pt x="6500" y="218"/>
                    <a:pt x="6013" y="0"/>
                    <a:pt x="552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32"/>
            <p:cNvSpPr/>
            <p:nvPr/>
          </p:nvSpPr>
          <p:spPr>
            <a:xfrm flipH="1">
              <a:off x="1146336" y="2209878"/>
              <a:ext cx="189844" cy="326686"/>
            </a:xfrm>
            <a:custGeom>
              <a:rect b="b" l="l" r="r" t="t"/>
              <a:pathLst>
                <a:path extrusionOk="0" h="5572" w="3238">
                  <a:moveTo>
                    <a:pt x="2979" y="0"/>
                  </a:moveTo>
                  <a:cubicBezTo>
                    <a:pt x="2978" y="0"/>
                    <a:pt x="2977" y="1"/>
                    <a:pt x="2976" y="1"/>
                  </a:cubicBezTo>
                  <a:cubicBezTo>
                    <a:pt x="2311" y="21"/>
                    <a:pt x="1666" y="282"/>
                    <a:pt x="1168" y="726"/>
                  </a:cubicBezTo>
                  <a:cubicBezTo>
                    <a:pt x="258" y="1533"/>
                    <a:pt x="0" y="2886"/>
                    <a:pt x="513" y="3987"/>
                  </a:cubicBezTo>
                  <a:cubicBezTo>
                    <a:pt x="941" y="4903"/>
                    <a:pt x="1875" y="5502"/>
                    <a:pt x="2871" y="5572"/>
                  </a:cubicBezTo>
                  <a:cubicBezTo>
                    <a:pt x="2993" y="5530"/>
                    <a:pt x="3115" y="5485"/>
                    <a:pt x="3238" y="5436"/>
                  </a:cubicBezTo>
                  <a:lnTo>
                    <a:pt x="3238" y="5436"/>
                  </a:lnTo>
                  <a:cubicBezTo>
                    <a:pt x="3180" y="5440"/>
                    <a:pt x="3122" y="5442"/>
                    <a:pt x="3064" y="5442"/>
                  </a:cubicBezTo>
                  <a:cubicBezTo>
                    <a:pt x="1693" y="5442"/>
                    <a:pt x="501" y="4384"/>
                    <a:pt x="398" y="2994"/>
                  </a:cubicBezTo>
                  <a:cubicBezTo>
                    <a:pt x="283" y="1485"/>
                    <a:pt x="1481" y="189"/>
                    <a:pt x="2987" y="140"/>
                  </a:cubicBezTo>
                  <a:cubicBezTo>
                    <a:pt x="3076" y="136"/>
                    <a:pt x="3067" y="0"/>
                    <a:pt x="29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32"/>
            <p:cNvSpPr/>
            <p:nvPr/>
          </p:nvSpPr>
          <p:spPr>
            <a:xfrm flipH="1">
              <a:off x="1238913" y="2494644"/>
              <a:ext cx="227074" cy="64434"/>
            </a:xfrm>
            <a:custGeom>
              <a:rect b="b" l="l" r="r" t="t"/>
              <a:pathLst>
                <a:path extrusionOk="0" h="1099" w="3873">
                  <a:moveTo>
                    <a:pt x="1593" y="1"/>
                  </a:moveTo>
                  <a:cubicBezTo>
                    <a:pt x="907" y="1"/>
                    <a:pt x="244" y="284"/>
                    <a:pt x="16" y="1015"/>
                  </a:cubicBezTo>
                  <a:cubicBezTo>
                    <a:pt x="0" y="1063"/>
                    <a:pt x="38" y="1091"/>
                    <a:pt x="78" y="1091"/>
                  </a:cubicBezTo>
                  <a:cubicBezTo>
                    <a:pt x="108" y="1091"/>
                    <a:pt x="140" y="1075"/>
                    <a:pt x="151" y="1039"/>
                  </a:cubicBezTo>
                  <a:cubicBezTo>
                    <a:pt x="358" y="380"/>
                    <a:pt x="958" y="137"/>
                    <a:pt x="1578" y="137"/>
                  </a:cubicBezTo>
                  <a:cubicBezTo>
                    <a:pt x="1899" y="137"/>
                    <a:pt x="2226" y="202"/>
                    <a:pt x="2507" y="307"/>
                  </a:cubicBezTo>
                  <a:cubicBezTo>
                    <a:pt x="2898" y="454"/>
                    <a:pt x="3256" y="673"/>
                    <a:pt x="3567" y="956"/>
                  </a:cubicBezTo>
                  <a:cubicBezTo>
                    <a:pt x="3612" y="997"/>
                    <a:pt x="3664" y="1046"/>
                    <a:pt x="3720" y="1099"/>
                  </a:cubicBezTo>
                  <a:cubicBezTo>
                    <a:pt x="3768" y="1088"/>
                    <a:pt x="3821" y="1078"/>
                    <a:pt x="3873" y="1063"/>
                  </a:cubicBezTo>
                  <a:cubicBezTo>
                    <a:pt x="3863" y="1049"/>
                    <a:pt x="3848" y="1039"/>
                    <a:pt x="3835" y="1025"/>
                  </a:cubicBezTo>
                  <a:cubicBezTo>
                    <a:pt x="3465" y="639"/>
                    <a:pt x="3002" y="335"/>
                    <a:pt x="2497" y="158"/>
                  </a:cubicBezTo>
                  <a:cubicBezTo>
                    <a:pt x="2216" y="58"/>
                    <a:pt x="1902" y="1"/>
                    <a:pt x="1593" y="1"/>
                  </a:cubicBezTo>
                  <a:close/>
                </a:path>
              </a:pathLst>
            </a:custGeom>
            <a:solidFill>
              <a:srgbClr val="D1CB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32"/>
            <p:cNvSpPr/>
            <p:nvPr/>
          </p:nvSpPr>
          <p:spPr>
            <a:xfrm flipH="1">
              <a:off x="1487622" y="2045655"/>
              <a:ext cx="149037" cy="251699"/>
            </a:xfrm>
            <a:custGeom>
              <a:rect b="b" l="l" r="r" t="t"/>
              <a:pathLst>
                <a:path extrusionOk="0" h="4293" w="2542">
                  <a:moveTo>
                    <a:pt x="833" y="0"/>
                  </a:moveTo>
                  <a:lnTo>
                    <a:pt x="833" y="0"/>
                  </a:lnTo>
                  <a:cubicBezTo>
                    <a:pt x="833" y="0"/>
                    <a:pt x="838" y="12"/>
                    <a:pt x="847" y="34"/>
                  </a:cubicBezTo>
                  <a:lnTo>
                    <a:pt x="847" y="34"/>
                  </a:lnTo>
                  <a:cubicBezTo>
                    <a:pt x="838" y="12"/>
                    <a:pt x="833" y="0"/>
                    <a:pt x="833" y="0"/>
                  </a:cubicBezTo>
                  <a:close/>
                  <a:moveTo>
                    <a:pt x="847" y="34"/>
                  </a:moveTo>
                  <a:cubicBezTo>
                    <a:pt x="901" y="183"/>
                    <a:pt x="1074" y="811"/>
                    <a:pt x="624" y="1829"/>
                  </a:cubicBezTo>
                  <a:cubicBezTo>
                    <a:pt x="0" y="3244"/>
                    <a:pt x="1816" y="4024"/>
                    <a:pt x="2234" y="4283"/>
                  </a:cubicBezTo>
                  <a:cubicBezTo>
                    <a:pt x="2245" y="4289"/>
                    <a:pt x="2255" y="4293"/>
                    <a:pt x="2263" y="4293"/>
                  </a:cubicBezTo>
                  <a:cubicBezTo>
                    <a:pt x="2542" y="4293"/>
                    <a:pt x="1009" y="440"/>
                    <a:pt x="847" y="34"/>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 name="Google Shape;662;p32"/>
            <p:cNvSpPr/>
            <p:nvPr/>
          </p:nvSpPr>
          <p:spPr>
            <a:xfrm flipH="1">
              <a:off x="1276436" y="1369475"/>
              <a:ext cx="423602" cy="369604"/>
            </a:xfrm>
            <a:custGeom>
              <a:rect b="b" l="l" r="r" t="t"/>
              <a:pathLst>
                <a:path extrusionOk="0" h="6304" w="7225">
                  <a:moveTo>
                    <a:pt x="2983" y="0"/>
                  </a:moveTo>
                  <a:cubicBezTo>
                    <a:pt x="1745" y="0"/>
                    <a:pt x="856" y="1242"/>
                    <a:pt x="499" y="2003"/>
                  </a:cubicBezTo>
                  <a:cubicBezTo>
                    <a:pt x="1" y="3066"/>
                    <a:pt x="833" y="3606"/>
                    <a:pt x="1269" y="4261"/>
                  </a:cubicBezTo>
                  <a:cubicBezTo>
                    <a:pt x="1702" y="4916"/>
                    <a:pt x="5635" y="6303"/>
                    <a:pt x="5635" y="6303"/>
                  </a:cubicBezTo>
                  <a:cubicBezTo>
                    <a:pt x="5635" y="6303"/>
                    <a:pt x="5478" y="5296"/>
                    <a:pt x="6349" y="4073"/>
                  </a:cubicBezTo>
                  <a:cubicBezTo>
                    <a:pt x="7224" y="2850"/>
                    <a:pt x="6517" y="602"/>
                    <a:pt x="4781" y="208"/>
                  </a:cubicBezTo>
                  <a:cubicBezTo>
                    <a:pt x="4625" y="174"/>
                    <a:pt x="4474" y="166"/>
                    <a:pt x="4333" y="166"/>
                  </a:cubicBezTo>
                  <a:cubicBezTo>
                    <a:pt x="4211" y="166"/>
                    <a:pt x="4097" y="172"/>
                    <a:pt x="3994" y="172"/>
                  </a:cubicBezTo>
                  <a:cubicBezTo>
                    <a:pt x="3876" y="172"/>
                    <a:pt x="3773" y="165"/>
                    <a:pt x="3688" y="132"/>
                  </a:cubicBezTo>
                  <a:cubicBezTo>
                    <a:pt x="3442" y="41"/>
                    <a:pt x="3207" y="0"/>
                    <a:pt x="298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32"/>
            <p:cNvSpPr/>
            <p:nvPr/>
          </p:nvSpPr>
          <p:spPr>
            <a:xfrm flipH="1">
              <a:off x="1124057" y="1245473"/>
              <a:ext cx="347969" cy="319240"/>
            </a:xfrm>
            <a:custGeom>
              <a:rect b="b" l="l" r="r" t="t"/>
              <a:pathLst>
                <a:path extrusionOk="0" h="5445" w="5935">
                  <a:moveTo>
                    <a:pt x="2322" y="1"/>
                  </a:moveTo>
                  <a:cubicBezTo>
                    <a:pt x="0" y="1"/>
                    <a:pt x="523" y="2603"/>
                    <a:pt x="523" y="2603"/>
                  </a:cubicBezTo>
                  <a:lnTo>
                    <a:pt x="1711" y="3819"/>
                  </a:lnTo>
                  <a:cubicBezTo>
                    <a:pt x="1711" y="3819"/>
                    <a:pt x="2432" y="5444"/>
                    <a:pt x="3983" y="5444"/>
                  </a:cubicBezTo>
                  <a:cubicBezTo>
                    <a:pt x="4060" y="5444"/>
                    <a:pt x="4139" y="5440"/>
                    <a:pt x="4220" y="5432"/>
                  </a:cubicBezTo>
                  <a:cubicBezTo>
                    <a:pt x="5934" y="5250"/>
                    <a:pt x="5606" y="3669"/>
                    <a:pt x="5606" y="3669"/>
                  </a:cubicBezTo>
                  <a:lnTo>
                    <a:pt x="5606" y="3669"/>
                  </a:lnTo>
                  <a:cubicBezTo>
                    <a:pt x="5606" y="3669"/>
                    <a:pt x="5106" y="4158"/>
                    <a:pt x="4596" y="4158"/>
                  </a:cubicBezTo>
                  <a:cubicBezTo>
                    <a:pt x="4386" y="4158"/>
                    <a:pt x="4175" y="4075"/>
                    <a:pt x="3997" y="3840"/>
                  </a:cubicBezTo>
                  <a:cubicBezTo>
                    <a:pt x="3384" y="3034"/>
                    <a:pt x="5122" y="254"/>
                    <a:pt x="2655" y="17"/>
                  </a:cubicBezTo>
                  <a:cubicBezTo>
                    <a:pt x="2538" y="6"/>
                    <a:pt x="2427" y="1"/>
                    <a:pt x="232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32"/>
            <p:cNvSpPr/>
            <p:nvPr/>
          </p:nvSpPr>
          <p:spPr>
            <a:xfrm flipH="1">
              <a:off x="1319822" y="1623578"/>
              <a:ext cx="175304" cy="267236"/>
            </a:xfrm>
            <a:custGeom>
              <a:rect b="b" l="l" r="r" t="t"/>
              <a:pathLst>
                <a:path extrusionOk="0" h="4558" w="2990">
                  <a:moveTo>
                    <a:pt x="1631" y="1"/>
                  </a:moveTo>
                  <a:lnTo>
                    <a:pt x="0" y="1606"/>
                  </a:lnTo>
                  <a:lnTo>
                    <a:pt x="53" y="2265"/>
                  </a:lnTo>
                  <a:lnTo>
                    <a:pt x="130" y="3209"/>
                  </a:lnTo>
                  <a:lnTo>
                    <a:pt x="199" y="4077"/>
                  </a:lnTo>
                  <a:cubicBezTo>
                    <a:pt x="456" y="4422"/>
                    <a:pt x="773" y="4557"/>
                    <a:pt x="1104" y="4557"/>
                  </a:cubicBezTo>
                  <a:cubicBezTo>
                    <a:pt x="1869" y="4557"/>
                    <a:pt x="2701" y="3830"/>
                    <a:pt x="2990" y="3290"/>
                  </a:cubicBezTo>
                  <a:lnTo>
                    <a:pt x="1631" y="1"/>
                  </a:lnTo>
                  <a:close/>
                </a:path>
              </a:pathLst>
            </a:custGeom>
            <a:solidFill>
              <a:srgbClr val="B5544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p32"/>
            <p:cNvSpPr/>
            <p:nvPr/>
          </p:nvSpPr>
          <p:spPr>
            <a:xfrm flipH="1">
              <a:off x="1408061" y="1690533"/>
              <a:ext cx="84017" cy="150445"/>
            </a:xfrm>
            <a:custGeom>
              <a:rect b="b" l="l" r="r" t="t"/>
              <a:pathLst>
                <a:path extrusionOk="0" h="2566" w="1433">
                  <a:moveTo>
                    <a:pt x="1433" y="1"/>
                  </a:moveTo>
                  <a:lnTo>
                    <a:pt x="1" y="1123"/>
                  </a:lnTo>
                  <a:lnTo>
                    <a:pt x="116" y="2566"/>
                  </a:lnTo>
                  <a:cubicBezTo>
                    <a:pt x="384" y="2534"/>
                    <a:pt x="1025" y="1775"/>
                    <a:pt x="1433" y="1"/>
                  </a:cubicBezTo>
                  <a:close/>
                </a:path>
              </a:pathLst>
            </a:custGeom>
            <a:solidFill>
              <a:srgbClr val="241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 name="Google Shape;666;p32"/>
            <p:cNvSpPr/>
            <p:nvPr/>
          </p:nvSpPr>
          <p:spPr>
            <a:xfrm flipH="1">
              <a:off x="1360981" y="1444053"/>
              <a:ext cx="286935" cy="325631"/>
            </a:xfrm>
            <a:custGeom>
              <a:rect b="b" l="l" r="r" t="t"/>
              <a:pathLst>
                <a:path extrusionOk="0" h="5554" w="4894">
                  <a:moveTo>
                    <a:pt x="3069" y="1"/>
                  </a:moveTo>
                  <a:cubicBezTo>
                    <a:pt x="2712" y="1"/>
                    <a:pt x="2280" y="64"/>
                    <a:pt x="1757" y="208"/>
                  </a:cubicBezTo>
                  <a:cubicBezTo>
                    <a:pt x="1112" y="387"/>
                    <a:pt x="551" y="797"/>
                    <a:pt x="210" y="1372"/>
                  </a:cubicBezTo>
                  <a:cubicBezTo>
                    <a:pt x="195" y="1397"/>
                    <a:pt x="181" y="1421"/>
                    <a:pt x="168" y="1445"/>
                  </a:cubicBezTo>
                  <a:cubicBezTo>
                    <a:pt x="0" y="1950"/>
                    <a:pt x="470" y="2487"/>
                    <a:pt x="666" y="3627"/>
                  </a:cubicBezTo>
                  <a:cubicBezTo>
                    <a:pt x="901" y="5000"/>
                    <a:pt x="1383" y="5553"/>
                    <a:pt x="2153" y="5553"/>
                  </a:cubicBezTo>
                  <a:cubicBezTo>
                    <a:pt x="2412" y="5553"/>
                    <a:pt x="2703" y="5491"/>
                    <a:pt x="3029" y="5376"/>
                  </a:cubicBezTo>
                  <a:cubicBezTo>
                    <a:pt x="3384" y="5250"/>
                    <a:pt x="4021" y="4787"/>
                    <a:pt x="4290" y="4129"/>
                  </a:cubicBezTo>
                  <a:cubicBezTo>
                    <a:pt x="4592" y="3397"/>
                    <a:pt x="4714" y="3139"/>
                    <a:pt x="4729" y="2463"/>
                  </a:cubicBezTo>
                  <a:cubicBezTo>
                    <a:pt x="4749" y="1649"/>
                    <a:pt x="4894" y="1"/>
                    <a:pt x="3069" y="1"/>
                  </a:cubicBezTo>
                  <a:close/>
                </a:path>
              </a:pathLst>
            </a:custGeom>
            <a:solidFill>
              <a:srgbClr val="B5544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32"/>
            <p:cNvSpPr/>
            <p:nvPr/>
          </p:nvSpPr>
          <p:spPr>
            <a:xfrm flipH="1">
              <a:off x="1547366" y="1616835"/>
              <a:ext cx="21693" cy="40631"/>
            </a:xfrm>
            <a:custGeom>
              <a:rect b="b" l="l" r="r" t="t"/>
              <a:pathLst>
                <a:path extrusionOk="0" h="693" w="370">
                  <a:moveTo>
                    <a:pt x="262" y="0"/>
                  </a:moveTo>
                  <a:cubicBezTo>
                    <a:pt x="234" y="0"/>
                    <a:pt x="213" y="18"/>
                    <a:pt x="209" y="42"/>
                  </a:cubicBezTo>
                  <a:lnTo>
                    <a:pt x="192" y="251"/>
                  </a:lnTo>
                  <a:cubicBezTo>
                    <a:pt x="108" y="293"/>
                    <a:pt x="0" y="387"/>
                    <a:pt x="39" y="534"/>
                  </a:cubicBezTo>
                  <a:cubicBezTo>
                    <a:pt x="74" y="662"/>
                    <a:pt x="195" y="693"/>
                    <a:pt x="281" y="693"/>
                  </a:cubicBezTo>
                  <a:cubicBezTo>
                    <a:pt x="297" y="693"/>
                    <a:pt x="312" y="692"/>
                    <a:pt x="325" y="690"/>
                  </a:cubicBezTo>
                  <a:lnTo>
                    <a:pt x="328" y="690"/>
                  </a:lnTo>
                  <a:cubicBezTo>
                    <a:pt x="352" y="687"/>
                    <a:pt x="370" y="662"/>
                    <a:pt x="362" y="638"/>
                  </a:cubicBezTo>
                  <a:cubicBezTo>
                    <a:pt x="359" y="615"/>
                    <a:pt x="341" y="599"/>
                    <a:pt x="317" y="599"/>
                  </a:cubicBezTo>
                  <a:cubicBezTo>
                    <a:pt x="315" y="599"/>
                    <a:pt x="313" y="599"/>
                    <a:pt x="310" y="600"/>
                  </a:cubicBezTo>
                  <a:cubicBezTo>
                    <a:pt x="310" y="600"/>
                    <a:pt x="298" y="601"/>
                    <a:pt x="281" y="601"/>
                  </a:cubicBezTo>
                  <a:cubicBezTo>
                    <a:pt x="236" y="601"/>
                    <a:pt x="152" y="590"/>
                    <a:pt x="129" y="509"/>
                  </a:cubicBezTo>
                  <a:cubicBezTo>
                    <a:pt x="95" y="387"/>
                    <a:pt x="244" y="328"/>
                    <a:pt x="251" y="325"/>
                  </a:cubicBezTo>
                  <a:cubicBezTo>
                    <a:pt x="265" y="320"/>
                    <a:pt x="279" y="304"/>
                    <a:pt x="279" y="286"/>
                  </a:cubicBezTo>
                  <a:lnTo>
                    <a:pt x="304" y="53"/>
                  </a:lnTo>
                  <a:cubicBezTo>
                    <a:pt x="304" y="28"/>
                    <a:pt x="286" y="3"/>
                    <a:pt x="262" y="0"/>
                  </a:cubicBezTo>
                  <a:close/>
                </a:path>
              </a:pathLst>
            </a:custGeom>
            <a:solidFill>
              <a:srgbClr val="241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32"/>
            <p:cNvSpPr/>
            <p:nvPr/>
          </p:nvSpPr>
          <p:spPr>
            <a:xfrm flipH="1">
              <a:off x="1352479" y="1424412"/>
              <a:ext cx="321175" cy="151559"/>
            </a:xfrm>
            <a:custGeom>
              <a:rect b="b" l="l" r="r" t="t"/>
              <a:pathLst>
                <a:path extrusionOk="0" h="2585" w="5478">
                  <a:moveTo>
                    <a:pt x="3151" y="1"/>
                  </a:moveTo>
                  <a:cubicBezTo>
                    <a:pt x="2932" y="1"/>
                    <a:pt x="2702" y="30"/>
                    <a:pt x="2464" y="94"/>
                  </a:cubicBezTo>
                  <a:cubicBezTo>
                    <a:pt x="808" y="547"/>
                    <a:pt x="659" y="1140"/>
                    <a:pt x="659" y="1140"/>
                  </a:cubicBezTo>
                  <a:cubicBezTo>
                    <a:pt x="659" y="1140"/>
                    <a:pt x="0" y="2028"/>
                    <a:pt x="380" y="2143"/>
                  </a:cubicBezTo>
                  <a:cubicBezTo>
                    <a:pt x="391" y="2146"/>
                    <a:pt x="403" y="2148"/>
                    <a:pt x="415" y="2148"/>
                  </a:cubicBezTo>
                  <a:cubicBezTo>
                    <a:pt x="706" y="2148"/>
                    <a:pt x="1253" y="1231"/>
                    <a:pt x="2162" y="1231"/>
                  </a:cubicBezTo>
                  <a:cubicBezTo>
                    <a:pt x="2503" y="1231"/>
                    <a:pt x="2896" y="1361"/>
                    <a:pt x="3345" y="1717"/>
                  </a:cubicBezTo>
                  <a:cubicBezTo>
                    <a:pt x="3751" y="2043"/>
                    <a:pt x="3653" y="2585"/>
                    <a:pt x="4404" y="2585"/>
                  </a:cubicBezTo>
                  <a:cubicBezTo>
                    <a:pt x="4433" y="2585"/>
                    <a:pt x="4463" y="2584"/>
                    <a:pt x="4495" y="2582"/>
                  </a:cubicBezTo>
                  <a:cubicBezTo>
                    <a:pt x="5345" y="2536"/>
                    <a:pt x="5478" y="2404"/>
                    <a:pt x="5429" y="1662"/>
                  </a:cubicBezTo>
                  <a:cubicBezTo>
                    <a:pt x="5390" y="1029"/>
                    <a:pt x="4457" y="1"/>
                    <a:pt x="31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p32"/>
            <p:cNvSpPr/>
            <p:nvPr/>
          </p:nvSpPr>
          <p:spPr>
            <a:xfrm flipH="1">
              <a:off x="1362153" y="1465218"/>
              <a:ext cx="211830" cy="94863"/>
            </a:xfrm>
            <a:custGeom>
              <a:rect b="b" l="l" r="r" t="t"/>
              <a:pathLst>
                <a:path extrusionOk="0" h="1618" w="3613">
                  <a:moveTo>
                    <a:pt x="1393" y="0"/>
                  </a:moveTo>
                  <a:cubicBezTo>
                    <a:pt x="962" y="0"/>
                    <a:pt x="480" y="120"/>
                    <a:pt x="1" y="426"/>
                  </a:cubicBezTo>
                  <a:cubicBezTo>
                    <a:pt x="1" y="426"/>
                    <a:pt x="475" y="1618"/>
                    <a:pt x="1732" y="1618"/>
                  </a:cubicBezTo>
                  <a:cubicBezTo>
                    <a:pt x="1912" y="1618"/>
                    <a:pt x="2108" y="1593"/>
                    <a:pt x="2321" y="1537"/>
                  </a:cubicBezTo>
                  <a:cubicBezTo>
                    <a:pt x="3613" y="1201"/>
                    <a:pt x="2755" y="0"/>
                    <a:pt x="139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 name="Google Shape;670;p32"/>
            <p:cNvSpPr/>
            <p:nvPr/>
          </p:nvSpPr>
          <p:spPr>
            <a:xfrm flipH="1">
              <a:off x="1355352" y="1462990"/>
              <a:ext cx="100140" cy="151090"/>
            </a:xfrm>
            <a:custGeom>
              <a:rect b="b" l="l" r="r" t="t"/>
              <a:pathLst>
                <a:path extrusionOk="0" h="2577" w="1708">
                  <a:moveTo>
                    <a:pt x="1116" y="1"/>
                  </a:moveTo>
                  <a:cubicBezTo>
                    <a:pt x="948" y="59"/>
                    <a:pt x="781" y="122"/>
                    <a:pt x="614" y="196"/>
                  </a:cubicBezTo>
                  <a:cubicBezTo>
                    <a:pt x="432" y="273"/>
                    <a:pt x="112" y="495"/>
                    <a:pt x="1" y="683"/>
                  </a:cubicBezTo>
                  <a:cubicBezTo>
                    <a:pt x="107" y="1166"/>
                    <a:pt x="129" y="2506"/>
                    <a:pt x="681" y="2506"/>
                  </a:cubicBezTo>
                  <a:cubicBezTo>
                    <a:pt x="688" y="2506"/>
                    <a:pt x="694" y="2506"/>
                    <a:pt x="701" y="2505"/>
                  </a:cubicBezTo>
                  <a:cubicBezTo>
                    <a:pt x="735" y="2504"/>
                    <a:pt x="768" y="2503"/>
                    <a:pt x="800" y="2503"/>
                  </a:cubicBezTo>
                  <a:cubicBezTo>
                    <a:pt x="1104" y="2503"/>
                    <a:pt x="1310" y="2577"/>
                    <a:pt x="1448" y="2577"/>
                  </a:cubicBezTo>
                  <a:cubicBezTo>
                    <a:pt x="1655" y="2577"/>
                    <a:pt x="1708" y="2408"/>
                    <a:pt x="1708" y="1561"/>
                  </a:cubicBezTo>
                  <a:cubicBezTo>
                    <a:pt x="1708" y="1004"/>
                    <a:pt x="1474" y="324"/>
                    <a:pt x="111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32"/>
            <p:cNvSpPr/>
            <p:nvPr/>
          </p:nvSpPr>
          <p:spPr>
            <a:xfrm flipH="1">
              <a:off x="1507849" y="1590452"/>
              <a:ext cx="27849" cy="23687"/>
            </a:xfrm>
            <a:custGeom>
              <a:rect b="b" l="l" r="r" t="t"/>
              <a:pathLst>
                <a:path extrusionOk="0" h="404" w="475">
                  <a:moveTo>
                    <a:pt x="393" y="1"/>
                  </a:moveTo>
                  <a:cubicBezTo>
                    <a:pt x="391" y="1"/>
                    <a:pt x="389" y="1"/>
                    <a:pt x="386" y="1"/>
                  </a:cubicBezTo>
                  <a:cubicBezTo>
                    <a:pt x="205" y="14"/>
                    <a:pt x="55" y="140"/>
                    <a:pt x="13" y="318"/>
                  </a:cubicBezTo>
                  <a:cubicBezTo>
                    <a:pt x="1" y="370"/>
                    <a:pt x="44" y="403"/>
                    <a:pt x="84" y="403"/>
                  </a:cubicBezTo>
                  <a:cubicBezTo>
                    <a:pt x="112" y="403"/>
                    <a:pt x="138" y="388"/>
                    <a:pt x="145" y="352"/>
                  </a:cubicBezTo>
                  <a:cubicBezTo>
                    <a:pt x="174" y="238"/>
                    <a:pt x="267" y="147"/>
                    <a:pt x="386" y="140"/>
                  </a:cubicBezTo>
                  <a:cubicBezTo>
                    <a:pt x="474" y="130"/>
                    <a:pt x="473" y="1"/>
                    <a:pt x="393" y="1"/>
                  </a:cubicBezTo>
                  <a:close/>
                </a:path>
              </a:pathLst>
            </a:custGeom>
            <a:solidFill>
              <a:srgbClr val="241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 name="Google Shape;672;p32"/>
            <p:cNvSpPr/>
            <p:nvPr/>
          </p:nvSpPr>
          <p:spPr>
            <a:xfrm flipH="1">
              <a:off x="1565130" y="1616835"/>
              <a:ext cx="36351" cy="13074"/>
            </a:xfrm>
            <a:custGeom>
              <a:rect b="b" l="l" r="r" t="t"/>
              <a:pathLst>
                <a:path extrusionOk="0" h="223" w="620">
                  <a:moveTo>
                    <a:pt x="282" y="1"/>
                  </a:moveTo>
                  <a:cubicBezTo>
                    <a:pt x="212" y="1"/>
                    <a:pt x="141" y="18"/>
                    <a:pt x="69" y="53"/>
                  </a:cubicBezTo>
                  <a:cubicBezTo>
                    <a:pt x="1" y="89"/>
                    <a:pt x="44" y="180"/>
                    <a:pt x="108" y="180"/>
                  </a:cubicBezTo>
                  <a:cubicBezTo>
                    <a:pt x="119" y="180"/>
                    <a:pt x="130" y="177"/>
                    <a:pt x="142" y="171"/>
                  </a:cubicBezTo>
                  <a:cubicBezTo>
                    <a:pt x="188" y="148"/>
                    <a:pt x="236" y="136"/>
                    <a:pt x="282" y="136"/>
                  </a:cubicBezTo>
                  <a:cubicBezTo>
                    <a:pt x="347" y="136"/>
                    <a:pt x="411" y="159"/>
                    <a:pt x="470" y="206"/>
                  </a:cubicBezTo>
                  <a:cubicBezTo>
                    <a:pt x="483" y="218"/>
                    <a:pt x="499" y="223"/>
                    <a:pt x="514" y="223"/>
                  </a:cubicBezTo>
                  <a:cubicBezTo>
                    <a:pt x="570" y="223"/>
                    <a:pt x="620" y="152"/>
                    <a:pt x="567" y="108"/>
                  </a:cubicBezTo>
                  <a:cubicBezTo>
                    <a:pt x="477" y="36"/>
                    <a:pt x="381" y="1"/>
                    <a:pt x="282" y="1"/>
                  </a:cubicBezTo>
                  <a:close/>
                </a:path>
              </a:pathLst>
            </a:custGeom>
            <a:solidFill>
              <a:srgbClr val="241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 name="Google Shape;673;p32"/>
            <p:cNvSpPr/>
            <p:nvPr/>
          </p:nvSpPr>
          <p:spPr>
            <a:xfrm flipH="1">
              <a:off x="1509315" y="1711288"/>
              <a:ext cx="27556" cy="13954"/>
            </a:xfrm>
            <a:custGeom>
              <a:rect b="b" l="l" r="r" t="t"/>
              <a:pathLst>
                <a:path extrusionOk="0" h="238" w="470">
                  <a:moveTo>
                    <a:pt x="387" y="1"/>
                  </a:moveTo>
                  <a:cubicBezTo>
                    <a:pt x="370" y="1"/>
                    <a:pt x="352" y="8"/>
                    <a:pt x="340" y="27"/>
                  </a:cubicBezTo>
                  <a:cubicBezTo>
                    <a:pt x="291" y="102"/>
                    <a:pt x="211" y="120"/>
                    <a:pt x="127" y="120"/>
                  </a:cubicBezTo>
                  <a:cubicBezTo>
                    <a:pt x="110" y="120"/>
                    <a:pt x="92" y="119"/>
                    <a:pt x="75" y="118"/>
                  </a:cubicBezTo>
                  <a:cubicBezTo>
                    <a:pt x="73" y="117"/>
                    <a:pt x="71" y="117"/>
                    <a:pt x="68" y="117"/>
                  </a:cubicBezTo>
                  <a:cubicBezTo>
                    <a:pt x="1" y="117"/>
                    <a:pt x="0" y="229"/>
                    <a:pt x="72" y="236"/>
                  </a:cubicBezTo>
                  <a:cubicBezTo>
                    <a:pt x="89" y="237"/>
                    <a:pt x="106" y="238"/>
                    <a:pt x="123" y="238"/>
                  </a:cubicBezTo>
                  <a:cubicBezTo>
                    <a:pt x="248" y="238"/>
                    <a:pt x="366" y="200"/>
                    <a:pt x="437" y="89"/>
                  </a:cubicBezTo>
                  <a:cubicBezTo>
                    <a:pt x="469" y="45"/>
                    <a:pt x="428" y="1"/>
                    <a:pt x="387" y="1"/>
                  </a:cubicBezTo>
                  <a:close/>
                </a:path>
              </a:pathLst>
            </a:custGeom>
            <a:solidFill>
              <a:srgbClr val="8623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32"/>
            <p:cNvSpPr/>
            <p:nvPr/>
          </p:nvSpPr>
          <p:spPr>
            <a:xfrm flipH="1">
              <a:off x="1462938" y="1617480"/>
              <a:ext cx="41979" cy="22514"/>
            </a:xfrm>
            <a:custGeom>
              <a:rect b="b" l="l" r="r" t="t"/>
              <a:pathLst>
                <a:path extrusionOk="0" h="384" w="716">
                  <a:moveTo>
                    <a:pt x="456" y="1"/>
                  </a:moveTo>
                  <a:cubicBezTo>
                    <a:pt x="413" y="1"/>
                    <a:pt x="366" y="6"/>
                    <a:pt x="318" y="17"/>
                  </a:cubicBezTo>
                  <a:cubicBezTo>
                    <a:pt x="133" y="63"/>
                    <a:pt x="0" y="174"/>
                    <a:pt x="25" y="272"/>
                  </a:cubicBezTo>
                  <a:cubicBezTo>
                    <a:pt x="40" y="342"/>
                    <a:pt x="135" y="384"/>
                    <a:pt x="254" y="384"/>
                  </a:cubicBezTo>
                  <a:cubicBezTo>
                    <a:pt x="299" y="384"/>
                    <a:pt x="348" y="378"/>
                    <a:pt x="397" y="365"/>
                  </a:cubicBezTo>
                  <a:cubicBezTo>
                    <a:pt x="582" y="324"/>
                    <a:pt x="715" y="209"/>
                    <a:pt x="694" y="115"/>
                  </a:cubicBezTo>
                  <a:cubicBezTo>
                    <a:pt x="676" y="42"/>
                    <a:pt x="579" y="1"/>
                    <a:pt x="456" y="1"/>
                  </a:cubicBezTo>
                  <a:close/>
                </a:path>
              </a:pathLst>
            </a:custGeom>
            <a:solidFill>
              <a:srgbClr val="8623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 name="Google Shape;675;p32"/>
            <p:cNvSpPr/>
            <p:nvPr/>
          </p:nvSpPr>
          <p:spPr>
            <a:xfrm flipH="1">
              <a:off x="1573749" y="1649785"/>
              <a:ext cx="35119" cy="22514"/>
            </a:xfrm>
            <a:custGeom>
              <a:rect b="b" l="l" r="r" t="t"/>
              <a:pathLst>
                <a:path extrusionOk="0" h="384" w="599">
                  <a:moveTo>
                    <a:pt x="341" y="1"/>
                  </a:moveTo>
                  <a:cubicBezTo>
                    <a:pt x="297" y="1"/>
                    <a:pt x="250" y="6"/>
                    <a:pt x="202" y="17"/>
                  </a:cubicBezTo>
                  <a:cubicBezTo>
                    <a:pt x="121" y="38"/>
                    <a:pt x="49" y="69"/>
                    <a:pt x="0" y="107"/>
                  </a:cubicBezTo>
                  <a:lnTo>
                    <a:pt x="0" y="118"/>
                  </a:lnTo>
                  <a:cubicBezTo>
                    <a:pt x="14" y="208"/>
                    <a:pt x="31" y="292"/>
                    <a:pt x="49" y="372"/>
                  </a:cubicBezTo>
                  <a:cubicBezTo>
                    <a:pt x="77" y="380"/>
                    <a:pt x="108" y="383"/>
                    <a:pt x="141" y="383"/>
                  </a:cubicBezTo>
                  <a:cubicBezTo>
                    <a:pt x="186" y="383"/>
                    <a:pt x="235" y="377"/>
                    <a:pt x="285" y="365"/>
                  </a:cubicBezTo>
                  <a:cubicBezTo>
                    <a:pt x="470" y="323"/>
                    <a:pt x="599" y="208"/>
                    <a:pt x="578" y="114"/>
                  </a:cubicBezTo>
                  <a:cubicBezTo>
                    <a:pt x="560" y="42"/>
                    <a:pt x="464" y="1"/>
                    <a:pt x="341" y="1"/>
                  </a:cubicBezTo>
                  <a:close/>
                </a:path>
              </a:pathLst>
            </a:custGeom>
            <a:solidFill>
              <a:srgbClr val="8623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32"/>
            <p:cNvSpPr/>
            <p:nvPr/>
          </p:nvSpPr>
          <p:spPr>
            <a:xfrm flipH="1">
              <a:off x="1489263" y="1556564"/>
              <a:ext cx="51419" cy="22748"/>
            </a:xfrm>
            <a:custGeom>
              <a:rect b="b" l="l" r="r" t="t"/>
              <a:pathLst>
                <a:path extrusionOk="0" h="388" w="877">
                  <a:moveTo>
                    <a:pt x="402" y="0"/>
                  </a:moveTo>
                  <a:cubicBezTo>
                    <a:pt x="300" y="0"/>
                    <a:pt x="197" y="31"/>
                    <a:pt x="105" y="94"/>
                  </a:cubicBezTo>
                  <a:cubicBezTo>
                    <a:pt x="0" y="164"/>
                    <a:pt x="61" y="321"/>
                    <a:pt x="158" y="321"/>
                  </a:cubicBezTo>
                  <a:cubicBezTo>
                    <a:pt x="178" y="321"/>
                    <a:pt x="199" y="314"/>
                    <a:pt x="220" y="300"/>
                  </a:cubicBezTo>
                  <a:cubicBezTo>
                    <a:pt x="277" y="261"/>
                    <a:pt x="348" y="236"/>
                    <a:pt x="417" y="236"/>
                  </a:cubicBezTo>
                  <a:cubicBezTo>
                    <a:pt x="490" y="236"/>
                    <a:pt x="560" y="264"/>
                    <a:pt x="607" y="335"/>
                  </a:cubicBezTo>
                  <a:cubicBezTo>
                    <a:pt x="633" y="372"/>
                    <a:pt x="671" y="388"/>
                    <a:pt x="708" y="388"/>
                  </a:cubicBezTo>
                  <a:cubicBezTo>
                    <a:pt x="794" y="388"/>
                    <a:pt x="876" y="307"/>
                    <a:pt x="816" y="219"/>
                  </a:cubicBezTo>
                  <a:cubicBezTo>
                    <a:pt x="718" y="77"/>
                    <a:pt x="562" y="0"/>
                    <a:pt x="402" y="0"/>
                  </a:cubicBezTo>
                  <a:close/>
                </a:path>
              </a:pathLst>
            </a:custGeom>
            <a:solidFill>
              <a:srgbClr val="241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32"/>
            <p:cNvSpPr/>
            <p:nvPr/>
          </p:nvSpPr>
          <p:spPr>
            <a:xfrm flipH="1">
              <a:off x="1574335" y="1578609"/>
              <a:ext cx="41920" cy="35706"/>
            </a:xfrm>
            <a:custGeom>
              <a:rect b="b" l="l" r="r" t="t"/>
              <a:pathLst>
                <a:path extrusionOk="0" h="609" w="715">
                  <a:moveTo>
                    <a:pt x="555" y="1"/>
                  </a:moveTo>
                  <a:cubicBezTo>
                    <a:pt x="291" y="1"/>
                    <a:pt x="150" y="208"/>
                    <a:pt x="46" y="426"/>
                  </a:cubicBezTo>
                  <a:cubicBezTo>
                    <a:pt x="0" y="520"/>
                    <a:pt x="82" y="609"/>
                    <a:pt x="159" y="609"/>
                  </a:cubicBezTo>
                  <a:cubicBezTo>
                    <a:pt x="194" y="609"/>
                    <a:pt x="227" y="591"/>
                    <a:pt x="247" y="548"/>
                  </a:cubicBezTo>
                  <a:cubicBezTo>
                    <a:pt x="310" y="420"/>
                    <a:pt x="382" y="237"/>
                    <a:pt x="550" y="237"/>
                  </a:cubicBezTo>
                  <a:cubicBezTo>
                    <a:pt x="551" y="237"/>
                    <a:pt x="553" y="237"/>
                    <a:pt x="554" y="237"/>
                  </a:cubicBezTo>
                  <a:cubicBezTo>
                    <a:pt x="704" y="237"/>
                    <a:pt x="715" y="1"/>
                    <a:pt x="561" y="1"/>
                  </a:cubicBezTo>
                  <a:cubicBezTo>
                    <a:pt x="559" y="1"/>
                    <a:pt x="557" y="1"/>
                    <a:pt x="555" y="1"/>
                  </a:cubicBezTo>
                  <a:close/>
                </a:path>
              </a:pathLst>
            </a:custGeom>
            <a:solidFill>
              <a:srgbClr val="241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p32"/>
            <p:cNvSpPr/>
            <p:nvPr/>
          </p:nvSpPr>
          <p:spPr>
            <a:xfrm flipH="1">
              <a:off x="1494423" y="1657056"/>
              <a:ext cx="75867" cy="52239"/>
            </a:xfrm>
            <a:custGeom>
              <a:rect b="b" l="l" r="r" t="t"/>
              <a:pathLst>
                <a:path extrusionOk="0" h="891" w="1294">
                  <a:moveTo>
                    <a:pt x="1185" y="1"/>
                  </a:moveTo>
                  <a:lnTo>
                    <a:pt x="1185" y="1"/>
                  </a:lnTo>
                  <a:cubicBezTo>
                    <a:pt x="457" y="391"/>
                    <a:pt x="0" y="415"/>
                    <a:pt x="0" y="415"/>
                  </a:cubicBezTo>
                  <a:cubicBezTo>
                    <a:pt x="0" y="415"/>
                    <a:pt x="170" y="891"/>
                    <a:pt x="576" y="891"/>
                  </a:cubicBezTo>
                  <a:cubicBezTo>
                    <a:pt x="616" y="891"/>
                    <a:pt x="659" y="886"/>
                    <a:pt x="704" y="875"/>
                  </a:cubicBezTo>
                  <a:cubicBezTo>
                    <a:pt x="1293" y="739"/>
                    <a:pt x="1185" y="1"/>
                    <a:pt x="118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32"/>
            <p:cNvSpPr/>
            <p:nvPr/>
          </p:nvSpPr>
          <p:spPr>
            <a:xfrm flipH="1">
              <a:off x="1360277" y="1545131"/>
              <a:ext cx="86245" cy="108465"/>
            </a:xfrm>
            <a:custGeom>
              <a:rect b="b" l="l" r="r" t="t"/>
              <a:pathLst>
                <a:path extrusionOk="0" h="1850" w="1471">
                  <a:moveTo>
                    <a:pt x="815" y="0"/>
                  </a:moveTo>
                  <a:cubicBezTo>
                    <a:pt x="792" y="0"/>
                    <a:pt x="768" y="1"/>
                    <a:pt x="743" y="4"/>
                  </a:cubicBezTo>
                  <a:cubicBezTo>
                    <a:pt x="422" y="35"/>
                    <a:pt x="200" y="523"/>
                    <a:pt x="88" y="829"/>
                  </a:cubicBezTo>
                  <a:cubicBezTo>
                    <a:pt x="1" y="1067"/>
                    <a:pt x="18" y="1334"/>
                    <a:pt x="154" y="1548"/>
                  </a:cubicBezTo>
                  <a:cubicBezTo>
                    <a:pt x="255" y="1712"/>
                    <a:pt x="420" y="1850"/>
                    <a:pt x="677" y="1850"/>
                  </a:cubicBezTo>
                  <a:cubicBezTo>
                    <a:pt x="697" y="1850"/>
                    <a:pt x="718" y="1849"/>
                    <a:pt x="739" y="1847"/>
                  </a:cubicBezTo>
                  <a:cubicBezTo>
                    <a:pt x="1329" y="1798"/>
                    <a:pt x="1471" y="1196"/>
                    <a:pt x="1416" y="774"/>
                  </a:cubicBezTo>
                  <a:cubicBezTo>
                    <a:pt x="1366" y="371"/>
                    <a:pt x="1226" y="0"/>
                    <a:pt x="815" y="0"/>
                  </a:cubicBezTo>
                  <a:close/>
                </a:path>
              </a:pathLst>
            </a:custGeom>
            <a:solidFill>
              <a:srgbClr val="B5544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32"/>
            <p:cNvSpPr/>
            <p:nvPr/>
          </p:nvSpPr>
          <p:spPr>
            <a:xfrm flipH="1">
              <a:off x="1359984" y="1629441"/>
              <a:ext cx="54233" cy="72818"/>
            </a:xfrm>
            <a:custGeom>
              <a:rect b="b" l="l" r="r" t="t"/>
              <a:pathLst>
                <a:path extrusionOk="0" h="1242" w="925">
                  <a:moveTo>
                    <a:pt x="373" y="1"/>
                  </a:moveTo>
                  <a:lnTo>
                    <a:pt x="373" y="1"/>
                  </a:lnTo>
                  <a:cubicBezTo>
                    <a:pt x="161" y="57"/>
                    <a:pt x="0" y="311"/>
                    <a:pt x="0" y="615"/>
                  </a:cubicBezTo>
                  <a:cubicBezTo>
                    <a:pt x="0" y="959"/>
                    <a:pt x="206" y="1242"/>
                    <a:pt x="464" y="1242"/>
                  </a:cubicBezTo>
                  <a:cubicBezTo>
                    <a:pt x="718" y="1242"/>
                    <a:pt x="924" y="959"/>
                    <a:pt x="924" y="615"/>
                  </a:cubicBezTo>
                  <a:cubicBezTo>
                    <a:pt x="924" y="395"/>
                    <a:pt x="841" y="200"/>
                    <a:pt x="711" y="89"/>
                  </a:cubicBezTo>
                  <a:cubicBezTo>
                    <a:pt x="708" y="95"/>
                    <a:pt x="704" y="99"/>
                    <a:pt x="701" y="105"/>
                  </a:cubicBezTo>
                  <a:cubicBezTo>
                    <a:pt x="687" y="126"/>
                    <a:pt x="673" y="144"/>
                    <a:pt x="659" y="165"/>
                  </a:cubicBezTo>
                  <a:cubicBezTo>
                    <a:pt x="764" y="259"/>
                    <a:pt x="830" y="423"/>
                    <a:pt x="830" y="615"/>
                  </a:cubicBezTo>
                  <a:cubicBezTo>
                    <a:pt x="830" y="907"/>
                    <a:pt x="666" y="1147"/>
                    <a:pt x="464" y="1147"/>
                  </a:cubicBezTo>
                  <a:cubicBezTo>
                    <a:pt x="259" y="1147"/>
                    <a:pt x="95" y="907"/>
                    <a:pt x="95" y="615"/>
                  </a:cubicBezTo>
                  <a:cubicBezTo>
                    <a:pt x="95" y="388"/>
                    <a:pt x="192" y="197"/>
                    <a:pt x="331" y="120"/>
                  </a:cubicBezTo>
                  <a:cubicBezTo>
                    <a:pt x="412" y="54"/>
                    <a:pt x="373" y="1"/>
                    <a:pt x="37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32"/>
            <p:cNvSpPr/>
            <p:nvPr/>
          </p:nvSpPr>
          <p:spPr>
            <a:xfrm flipH="1">
              <a:off x="1385664" y="1563658"/>
              <a:ext cx="33009" cy="63496"/>
            </a:xfrm>
            <a:custGeom>
              <a:rect b="b" l="l" r="r" t="t"/>
              <a:pathLst>
                <a:path extrusionOk="0" h="1083" w="563">
                  <a:moveTo>
                    <a:pt x="469" y="1"/>
                  </a:moveTo>
                  <a:cubicBezTo>
                    <a:pt x="291" y="1"/>
                    <a:pt x="161" y="144"/>
                    <a:pt x="94" y="308"/>
                  </a:cubicBezTo>
                  <a:cubicBezTo>
                    <a:pt x="0" y="555"/>
                    <a:pt x="66" y="817"/>
                    <a:pt x="160" y="1050"/>
                  </a:cubicBezTo>
                  <a:cubicBezTo>
                    <a:pt x="169" y="1073"/>
                    <a:pt x="187" y="1082"/>
                    <a:pt x="206" y="1082"/>
                  </a:cubicBezTo>
                  <a:cubicBezTo>
                    <a:pt x="240" y="1082"/>
                    <a:pt x="275" y="1052"/>
                    <a:pt x="258" y="1012"/>
                  </a:cubicBezTo>
                  <a:cubicBezTo>
                    <a:pt x="192" y="851"/>
                    <a:pt x="135" y="677"/>
                    <a:pt x="156" y="500"/>
                  </a:cubicBezTo>
                  <a:cubicBezTo>
                    <a:pt x="174" y="346"/>
                    <a:pt x="274" y="102"/>
                    <a:pt x="465" y="102"/>
                  </a:cubicBezTo>
                  <a:cubicBezTo>
                    <a:pt x="469" y="102"/>
                    <a:pt x="473" y="102"/>
                    <a:pt x="478" y="103"/>
                  </a:cubicBezTo>
                  <a:cubicBezTo>
                    <a:pt x="480" y="103"/>
                    <a:pt x="482" y="103"/>
                    <a:pt x="484" y="103"/>
                  </a:cubicBezTo>
                  <a:cubicBezTo>
                    <a:pt x="548" y="103"/>
                    <a:pt x="562" y="5"/>
                    <a:pt x="494" y="1"/>
                  </a:cubicBezTo>
                  <a:cubicBezTo>
                    <a:pt x="486" y="1"/>
                    <a:pt x="477" y="1"/>
                    <a:pt x="469" y="1"/>
                  </a:cubicBezTo>
                  <a:close/>
                </a:path>
              </a:pathLst>
            </a:custGeom>
            <a:solidFill>
              <a:srgbClr val="241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32"/>
            <p:cNvSpPr/>
            <p:nvPr/>
          </p:nvSpPr>
          <p:spPr>
            <a:xfrm flipH="1">
              <a:off x="1460945" y="1569697"/>
              <a:ext cx="96270" cy="63320"/>
            </a:xfrm>
            <a:custGeom>
              <a:rect b="b" l="l" r="r" t="t"/>
              <a:pathLst>
                <a:path extrusionOk="0" h="1080" w="1642">
                  <a:moveTo>
                    <a:pt x="1310" y="111"/>
                  </a:moveTo>
                  <a:lnTo>
                    <a:pt x="1310" y="111"/>
                  </a:lnTo>
                  <a:cubicBezTo>
                    <a:pt x="1352" y="264"/>
                    <a:pt x="1436" y="748"/>
                    <a:pt x="924" y="926"/>
                  </a:cubicBezTo>
                  <a:cubicBezTo>
                    <a:pt x="816" y="965"/>
                    <a:pt x="716" y="984"/>
                    <a:pt x="625" y="984"/>
                  </a:cubicBezTo>
                  <a:cubicBezTo>
                    <a:pt x="529" y="984"/>
                    <a:pt x="443" y="963"/>
                    <a:pt x="369" y="920"/>
                  </a:cubicBezTo>
                  <a:cubicBezTo>
                    <a:pt x="195" y="815"/>
                    <a:pt x="129" y="616"/>
                    <a:pt x="108" y="532"/>
                  </a:cubicBezTo>
                  <a:lnTo>
                    <a:pt x="1310" y="111"/>
                  </a:lnTo>
                  <a:close/>
                  <a:moveTo>
                    <a:pt x="1342" y="1"/>
                  </a:moveTo>
                  <a:cubicBezTo>
                    <a:pt x="1337" y="1"/>
                    <a:pt x="1332" y="2"/>
                    <a:pt x="1328" y="3"/>
                  </a:cubicBezTo>
                  <a:lnTo>
                    <a:pt x="35" y="455"/>
                  </a:lnTo>
                  <a:cubicBezTo>
                    <a:pt x="14" y="463"/>
                    <a:pt x="1" y="484"/>
                    <a:pt x="4" y="508"/>
                  </a:cubicBezTo>
                  <a:cubicBezTo>
                    <a:pt x="7" y="522"/>
                    <a:pt x="60" y="843"/>
                    <a:pt x="318" y="999"/>
                  </a:cubicBezTo>
                  <a:cubicBezTo>
                    <a:pt x="408" y="1052"/>
                    <a:pt x="512" y="1079"/>
                    <a:pt x="628" y="1079"/>
                  </a:cubicBezTo>
                  <a:cubicBezTo>
                    <a:pt x="729" y="1079"/>
                    <a:pt x="837" y="1058"/>
                    <a:pt x="955" y="1017"/>
                  </a:cubicBezTo>
                  <a:cubicBezTo>
                    <a:pt x="1641" y="777"/>
                    <a:pt x="1390" y="41"/>
                    <a:pt x="1387" y="34"/>
                  </a:cubicBezTo>
                  <a:cubicBezTo>
                    <a:pt x="1384" y="21"/>
                    <a:pt x="1377" y="10"/>
                    <a:pt x="1363" y="6"/>
                  </a:cubicBezTo>
                  <a:cubicBezTo>
                    <a:pt x="1356" y="2"/>
                    <a:pt x="1349" y="1"/>
                    <a:pt x="134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32"/>
            <p:cNvSpPr/>
            <p:nvPr/>
          </p:nvSpPr>
          <p:spPr>
            <a:xfrm flipH="1">
              <a:off x="1551646" y="1600185"/>
              <a:ext cx="96095" cy="63262"/>
            </a:xfrm>
            <a:custGeom>
              <a:rect b="b" l="l" r="r" t="t"/>
              <a:pathLst>
                <a:path extrusionOk="0" h="1079" w="1639">
                  <a:moveTo>
                    <a:pt x="1311" y="110"/>
                  </a:moveTo>
                  <a:cubicBezTo>
                    <a:pt x="1349" y="263"/>
                    <a:pt x="1433" y="747"/>
                    <a:pt x="924" y="929"/>
                  </a:cubicBezTo>
                  <a:cubicBezTo>
                    <a:pt x="816" y="966"/>
                    <a:pt x="717" y="984"/>
                    <a:pt x="627" y="984"/>
                  </a:cubicBezTo>
                  <a:cubicBezTo>
                    <a:pt x="528" y="984"/>
                    <a:pt x="441" y="962"/>
                    <a:pt x="366" y="918"/>
                  </a:cubicBezTo>
                  <a:cubicBezTo>
                    <a:pt x="192" y="813"/>
                    <a:pt x="126" y="615"/>
                    <a:pt x="105" y="532"/>
                  </a:cubicBezTo>
                  <a:lnTo>
                    <a:pt x="1311" y="110"/>
                  </a:lnTo>
                  <a:close/>
                  <a:moveTo>
                    <a:pt x="1338" y="0"/>
                  </a:moveTo>
                  <a:cubicBezTo>
                    <a:pt x="1334" y="0"/>
                    <a:pt x="1329" y="1"/>
                    <a:pt x="1325" y="2"/>
                  </a:cubicBezTo>
                  <a:lnTo>
                    <a:pt x="36" y="455"/>
                  </a:lnTo>
                  <a:cubicBezTo>
                    <a:pt x="11" y="462"/>
                    <a:pt x="1" y="487"/>
                    <a:pt x="4" y="507"/>
                  </a:cubicBezTo>
                  <a:cubicBezTo>
                    <a:pt x="4" y="521"/>
                    <a:pt x="57" y="842"/>
                    <a:pt x="318" y="998"/>
                  </a:cubicBezTo>
                  <a:cubicBezTo>
                    <a:pt x="405" y="1054"/>
                    <a:pt x="509" y="1079"/>
                    <a:pt x="625" y="1079"/>
                  </a:cubicBezTo>
                  <a:cubicBezTo>
                    <a:pt x="726" y="1079"/>
                    <a:pt x="837" y="1058"/>
                    <a:pt x="956" y="1016"/>
                  </a:cubicBezTo>
                  <a:cubicBezTo>
                    <a:pt x="1638" y="779"/>
                    <a:pt x="1387" y="40"/>
                    <a:pt x="1384" y="33"/>
                  </a:cubicBezTo>
                  <a:cubicBezTo>
                    <a:pt x="1379" y="13"/>
                    <a:pt x="1359" y="0"/>
                    <a:pt x="133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32"/>
            <p:cNvSpPr/>
            <p:nvPr/>
          </p:nvSpPr>
          <p:spPr>
            <a:xfrm flipH="1">
              <a:off x="1423539" y="1552225"/>
              <a:ext cx="61327" cy="24214"/>
            </a:xfrm>
            <a:custGeom>
              <a:rect b="b" l="l" r="r" t="t"/>
              <a:pathLst>
                <a:path extrusionOk="0" h="413" w="1046">
                  <a:moveTo>
                    <a:pt x="986" y="1"/>
                  </a:moveTo>
                  <a:cubicBezTo>
                    <a:pt x="550" y="1"/>
                    <a:pt x="49" y="311"/>
                    <a:pt x="28" y="325"/>
                  </a:cubicBezTo>
                  <a:cubicBezTo>
                    <a:pt x="7" y="339"/>
                    <a:pt x="0" y="367"/>
                    <a:pt x="13" y="391"/>
                  </a:cubicBezTo>
                  <a:cubicBezTo>
                    <a:pt x="21" y="406"/>
                    <a:pt x="39" y="412"/>
                    <a:pt x="55" y="412"/>
                  </a:cubicBezTo>
                  <a:cubicBezTo>
                    <a:pt x="63" y="412"/>
                    <a:pt x="73" y="412"/>
                    <a:pt x="80" y="406"/>
                  </a:cubicBezTo>
                  <a:cubicBezTo>
                    <a:pt x="84" y="402"/>
                    <a:pt x="578" y="99"/>
                    <a:pt x="986" y="99"/>
                  </a:cubicBezTo>
                  <a:lnTo>
                    <a:pt x="1000" y="99"/>
                  </a:lnTo>
                  <a:cubicBezTo>
                    <a:pt x="1024" y="99"/>
                    <a:pt x="1045" y="78"/>
                    <a:pt x="1045" y="50"/>
                  </a:cubicBezTo>
                  <a:cubicBezTo>
                    <a:pt x="1045" y="26"/>
                    <a:pt x="1024" y="1"/>
                    <a:pt x="100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p32"/>
            <p:cNvSpPr/>
            <p:nvPr/>
          </p:nvSpPr>
          <p:spPr>
            <a:xfrm flipH="1">
              <a:off x="1551235" y="1601709"/>
              <a:ext cx="18410" cy="10084"/>
            </a:xfrm>
            <a:custGeom>
              <a:rect b="b" l="l" r="r" t="t"/>
              <a:pathLst>
                <a:path extrusionOk="0" h="172" w="314">
                  <a:moveTo>
                    <a:pt x="261" y="1"/>
                  </a:moveTo>
                  <a:cubicBezTo>
                    <a:pt x="244" y="4"/>
                    <a:pt x="90" y="14"/>
                    <a:pt x="17" y="91"/>
                  </a:cubicBezTo>
                  <a:cubicBezTo>
                    <a:pt x="0" y="108"/>
                    <a:pt x="0" y="139"/>
                    <a:pt x="17" y="157"/>
                  </a:cubicBezTo>
                  <a:cubicBezTo>
                    <a:pt x="28" y="168"/>
                    <a:pt x="42" y="171"/>
                    <a:pt x="52" y="171"/>
                  </a:cubicBezTo>
                  <a:cubicBezTo>
                    <a:pt x="66" y="171"/>
                    <a:pt x="76" y="168"/>
                    <a:pt x="87" y="157"/>
                  </a:cubicBezTo>
                  <a:cubicBezTo>
                    <a:pt x="121" y="118"/>
                    <a:pt x="216" y="102"/>
                    <a:pt x="268" y="98"/>
                  </a:cubicBezTo>
                  <a:cubicBezTo>
                    <a:pt x="296" y="94"/>
                    <a:pt x="314" y="70"/>
                    <a:pt x="314" y="46"/>
                  </a:cubicBezTo>
                  <a:cubicBezTo>
                    <a:pt x="310" y="18"/>
                    <a:pt x="285" y="1"/>
                    <a:pt x="26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 name="Google Shape;686;p32"/>
            <p:cNvSpPr/>
            <p:nvPr/>
          </p:nvSpPr>
          <p:spPr>
            <a:xfrm flipH="1">
              <a:off x="1301178" y="1474013"/>
              <a:ext cx="346327" cy="99788"/>
            </a:xfrm>
            <a:custGeom>
              <a:rect b="b" l="l" r="r" t="t"/>
              <a:pathLst>
                <a:path extrusionOk="0" h="1702" w="5907">
                  <a:moveTo>
                    <a:pt x="3632" y="1"/>
                  </a:moveTo>
                  <a:cubicBezTo>
                    <a:pt x="2727" y="1"/>
                    <a:pt x="1537" y="282"/>
                    <a:pt x="74" y="1214"/>
                  </a:cubicBezTo>
                  <a:cubicBezTo>
                    <a:pt x="74" y="1214"/>
                    <a:pt x="0" y="1530"/>
                    <a:pt x="199" y="1701"/>
                  </a:cubicBezTo>
                  <a:cubicBezTo>
                    <a:pt x="199" y="1701"/>
                    <a:pt x="2352" y="431"/>
                    <a:pt x="3810" y="431"/>
                  </a:cubicBezTo>
                  <a:cubicBezTo>
                    <a:pt x="3901" y="431"/>
                    <a:pt x="3989" y="436"/>
                    <a:pt x="4074" y="447"/>
                  </a:cubicBezTo>
                  <a:cubicBezTo>
                    <a:pt x="5523" y="624"/>
                    <a:pt x="5823" y="1214"/>
                    <a:pt x="5823" y="1214"/>
                  </a:cubicBezTo>
                  <a:cubicBezTo>
                    <a:pt x="5823" y="1214"/>
                    <a:pt x="5907" y="928"/>
                    <a:pt x="5732" y="659"/>
                  </a:cubicBezTo>
                  <a:cubicBezTo>
                    <a:pt x="5732" y="659"/>
                    <a:pt x="5016" y="1"/>
                    <a:pt x="363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32"/>
            <p:cNvSpPr/>
            <p:nvPr/>
          </p:nvSpPr>
          <p:spPr>
            <a:xfrm flipH="1">
              <a:off x="1554108" y="1479934"/>
              <a:ext cx="75633" cy="80147"/>
            </a:xfrm>
            <a:custGeom>
              <a:rect b="b" l="l" r="r" t="t"/>
              <a:pathLst>
                <a:path extrusionOk="0" h="1367" w="1290">
                  <a:moveTo>
                    <a:pt x="580" y="1"/>
                  </a:moveTo>
                  <a:cubicBezTo>
                    <a:pt x="538" y="1"/>
                    <a:pt x="495" y="6"/>
                    <a:pt x="453" y="18"/>
                  </a:cubicBezTo>
                  <a:cubicBezTo>
                    <a:pt x="157" y="101"/>
                    <a:pt x="1" y="471"/>
                    <a:pt x="105" y="837"/>
                  </a:cubicBezTo>
                  <a:cubicBezTo>
                    <a:pt x="198" y="1154"/>
                    <a:pt x="450" y="1367"/>
                    <a:pt x="710" y="1367"/>
                  </a:cubicBezTo>
                  <a:cubicBezTo>
                    <a:pt x="752" y="1367"/>
                    <a:pt x="795" y="1361"/>
                    <a:pt x="837" y="1349"/>
                  </a:cubicBezTo>
                  <a:cubicBezTo>
                    <a:pt x="1133" y="1266"/>
                    <a:pt x="1289" y="896"/>
                    <a:pt x="1185" y="530"/>
                  </a:cubicBezTo>
                  <a:cubicBezTo>
                    <a:pt x="1092" y="213"/>
                    <a:pt x="840" y="1"/>
                    <a:pt x="58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p32"/>
            <p:cNvSpPr/>
            <p:nvPr/>
          </p:nvSpPr>
          <p:spPr>
            <a:xfrm flipH="1">
              <a:off x="1182511" y="4648475"/>
              <a:ext cx="233758" cy="232585"/>
            </a:xfrm>
            <a:custGeom>
              <a:rect b="b" l="l" r="r" t="t"/>
              <a:pathLst>
                <a:path extrusionOk="0" h="3967" w="3987">
                  <a:moveTo>
                    <a:pt x="3092" y="1"/>
                  </a:moveTo>
                  <a:lnTo>
                    <a:pt x="1" y="478"/>
                  </a:lnTo>
                  <a:lnTo>
                    <a:pt x="1924" y="3966"/>
                  </a:lnTo>
                  <a:lnTo>
                    <a:pt x="3986" y="3844"/>
                  </a:lnTo>
                  <a:lnTo>
                    <a:pt x="3092" y="1"/>
                  </a:lnTo>
                  <a:close/>
                </a:path>
              </a:pathLst>
            </a:custGeom>
            <a:solidFill>
              <a:srgbClr val="B5544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 name="Google Shape;689;p32"/>
            <p:cNvSpPr/>
            <p:nvPr/>
          </p:nvSpPr>
          <p:spPr>
            <a:xfrm flipH="1">
              <a:off x="1175710" y="4852039"/>
              <a:ext cx="392997" cy="167682"/>
            </a:xfrm>
            <a:custGeom>
              <a:rect b="b" l="l" r="r" t="t"/>
              <a:pathLst>
                <a:path extrusionOk="0" h="2860" w="6703">
                  <a:moveTo>
                    <a:pt x="6594" y="1"/>
                  </a:moveTo>
                  <a:cubicBezTo>
                    <a:pt x="6427" y="1"/>
                    <a:pt x="6106" y="254"/>
                    <a:pt x="6106" y="254"/>
                  </a:cubicBezTo>
                  <a:lnTo>
                    <a:pt x="5148" y="369"/>
                  </a:lnTo>
                  <a:cubicBezTo>
                    <a:pt x="5148" y="369"/>
                    <a:pt x="4941" y="111"/>
                    <a:pt x="4654" y="111"/>
                  </a:cubicBezTo>
                  <a:cubicBezTo>
                    <a:pt x="4606" y="111"/>
                    <a:pt x="4556" y="118"/>
                    <a:pt x="4503" y="135"/>
                  </a:cubicBezTo>
                  <a:cubicBezTo>
                    <a:pt x="4145" y="257"/>
                    <a:pt x="3670" y="846"/>
                    <a:pt x="3670" y="846"/>
                  </a:cubicBezTo>
                  <a:cubicBezTo>
                    <a:pt x="3670" y="846"/>
                    <a:pt x="1719" y="1473"/>
                    <a:pt x="1189" y="1509"/>
                  </a:cubicBezTo>
                  <a:cubicBezTo>
                    <a:pt x="663" y="1539"/>
                    <a:pt x="200" y="1836"/>
                    <a:pt x="1" y="2860"/>
                  </a:cubicBezTo>
                  <a:lnTo>
                    <a:pt x="6402" y="2860"/>
                  </a:lnTo>
                  <a:cubicBezTo>
                    <a:pt x="6402" y="2860"/>
                    <a:pt x="6653" y="550"/>
                    <a:pt x="6691" y="153"/>
                  </a:cubicBezTo>
                  <a:cubicBezTo>
                    <a:pt x="6703" y="41"/>
                    <a:pt x="6661" y="1"/>
                    <a:pt x="65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 name="Google Shape;690;p32"/>
            <p:cNvSpPr/>
            <p:nvPr/>
          </p:nvSpPr>
          <p:spPr>
            <a:xfrm flipH="1">
              <a:off x="1370948" y="4937404"/>
              <a:ext cx="114387" cy="54819"/>
            </a:xfrm>
            <a:custGeom>
              <a:rect b="b" l="l" r="r" t="t"/>
              <a:pathLst>
                <a:path extrusionOk="0" h="935" w="1951">
                  <a:moveTo>
                    <a:pt x="313" y="1"/>
                  </a:moveTo>
                  <a:cubicBezTo>
                    <a:pt x="239" y="1"/>
                    <a:pt x="164" y="5"/>
                    <a:pt x="88" y="14"/>
                  </a:cubicBezTo>
                  <a:cubicBezTo>
                    <a:pt x="4" y="24"/>
                    <a:pt x="1" y="153"/>
                    <a:pt x="79" y="153"/>
                  </a:cubicBezTo>
                  <a:cubicBezTo>
                    <a:pt x="82" y="153"/>
                    <a:pt x="85" y="153"/>
                    <a:pt x="88" y="153"/>
                  </a:cubicBezTo>
                  <a:cubicBezTo>
                    <a:pt x="160" y="145"/>
                    <a:pt x="231" y="141"/>
                    <a:pt x="302" y="141"/>
                  </a:cubicBezTo>
                  <a:cubicBezTo>
                    <a:pt x="888" y="141"/>
                    <a:pt x="1447" y="418"/>
                    <a:pt x="1795" y="906"/>
                  </a:cubicBezTo>
                  <a:cubicBezTo>
                    <a:pt x="1810" y="926"/>
                    <a:pt x="1830" y="935"/>
                    <a:pt x="1851" y="935"/>
                  </a:cubicBezTo>
                  <a:cubicBezTo>
                    <a:pt x="1901" y="935"/>
                    <a:pt x="1951" y="885"/>
                    <a:pt x="1914" y="836"/>
                  </a:cubicBezTo>
                  <a:cubicBezTo>
                    <a:pt x="1543" y="312"/>
                    <a:pt x="946" y="1"/>
                    <a:pt x="31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 name="Google Shape;691;p32"/>
            <p:cNvSpPr/>
            <p:nvPr/>
          </p:nvSpPr>
          <p:spPr>
            <a:xfrm flipH="1">
              <a:off x="1181163" y="4906975"/>
              <a:ext cx="53705" cy="89176"/>
            </a:xfrm>
            <a:custGeom>
              <a:rect b="b" l="l" r="r" t="t"/>
              <a:pathLst>
                <a:path extrusionOk="0" h="1521" w="916">
                  <a:moveTo>
                    <a:pt x="844" y="0"/>
                  </a:moveTo>
                  <a:cubicBezTo>
                    <a:pt x="836" y="0"/>
                    <a:pt x="828" y="2"/>
                    <a:pt x="820" y="7"/>
                  </a:cubicBezTo>
                  <a:cubicBezTo>
                    <a:pt x="286" y="310"/>
                    <a:pt x="1" y="913"/>
                    <a:pt x="262" y="1495"/>
                  </a:cubicBezTo>
                  <a:cubicBezTo>
                    <a:pt x="271" y="1513"/>
                    <a:pt x="285" y="1521"/>
                    <a:pt x="300" y="1521"/>
                  </a:cubicBezTo>
                  <a:cubicBezTo>
                    <a:pt x="332" y="1521"/>
                    <a:pt x="366" y="1484"/>
                    <a:pt x="349" y="1445"/>
                  </a:cubicBezTo>
                  <a:cubicBezTo>
                    <a:pt x="109" y="913"/>
                    <a:pt x="387" y="366"/>
                    <a:pt x="868" y="94"/>
                  </a:cubicBezTo>
                  <a:cubicBezTo>
                    <a:pt x="916" y="67"/>
                    <a:pt x="888" y="0"/>
                    <a:pt x="84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32"/>
            <p:cNvSpPr/>
            <p:nvPr/>
          </p:nvSpPr>
          <p:spPr>
            <a:xfrm flipH="1">
              <a:off x="1190485" y="4992106"/>
              <a:ext cx="370776" cy="9674"/>
            </a:xfrm>
            <a:custGeom>
              <a:rect b="b" l="l" r="r" t="t"/>
              <a:pathLst>
                <a:path extrusionOk="0" h="165" w="6324">
                  <a:moveTo>
                    <a:pt x="6261" y="1"/>
                  </a:moveTo>
                  <a:cubicBezTo>
                    <a:pt x="5874" y="8"/>
                    <a:pt x="5491" y="11"/>
                    <a:pt x="5108" y="14"/>
                  </a:cubicBezTo>
                  <a:cubicBezTo>
                    <a:pt x="3425" y="32"/>
                    <a:pt x="1745" y="49"/>
                    <a:pt x="66" y="67"/>
                  </a:cubicBezTo>
                  <a:cubicBezTo>
                    <a:pt x="0" y="67"/>
                    <a:pt x="3" y="165"/>
                    <a:pt x="63" y="165"/>
                  </a:cubicBezTo>
                  <a:cubicBezTo>
                    <a:pt x="64" y="165"/>
                    <a:pt x="65" y="165"/>
                    <a:pt x="66" y="165"/>
                  </a:cubicBezTo>
                  <a:cubicBezTo>
                    <a:pt x="449" y="161"/>
                    <a:pt x="832" y="157"/>
                    <a:pt x="1219" y="154"/>
                  </a:cubicBezTo>
                  <a:cubicBezTo>
                    <a:pt x="2899" y="136"/>
                    <a:pt x="4578" y="119"/>
                    <a:pt x="6261" y="102"/>
                  </a:cubicBezTo>
                  <a:cubicBezTo>
                    <a:pt x="6324" y="102"/>
                    <a:pt x="6324" y="1"/>
                    <a:pt x="626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32"/>
            <p:cNvSpPr/>
            <p:nvPr/>
          </p:nvSpPr>
          <p:spPr>
            <a:xfrm flipH="1">
              <a:off x="1005566" y="2873569"/>
              <a:ext cx="580847" cy="1896739"/>
            </a:xfrm>
            <a:custGeom>
              <a:rect b="b" l="l" r="r" t="t"/>
              <a:pathLst>
                <a:path extrusionOk="0" h="32351" w="9907">
                  <a:moveTo>
                    <a:pt x="9906" y="1"/>
                  </a:moveTo>
                  <a:lnTo>
                    <a:pt x="3244" y="85"/>
                  </a:lnTo>
                  <a:cubicBezTo>
                    <a:pt x="3244" y="85"/>
                    <a:pt x="0" y="14810"/>
                    <a:pt x="0" y="15417"/>
                  </a:cubicBezTo>
                  <a:cubicBezTo>
                    <a:pt x="0" y="20141"/>
                    <a:pt x="1944" y="32351"/>
                    <a:pt x="1944" y="32351"/>
                  </a:cubicBezTo>
                  <a:lnTo>
                    <a:pt x="7819" y="31849"/>
                  </a:lnTo>
                  <a:cubicBezTo>
                    <a:pt x="7819" y="31849"/>
                    <a:pt x="5959" y="18357"/>
                    <a:pt x="6192" y="15907"/>
                  </a:cubicBezTo>
                  <a:cubicBezTo>
                    <a:pt x="6425" y="13455"/>
                    <a:pt x="9906" y="1"/>
                    <a:pt x="990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 name="Google Shape;694;p32"/>
            <p:cNvSpPr/>
            <p:nvPr/>
          </p:nvSpPr>
          <p:spPr>
            <a:xfrm flipH="1">
              <a:off x="1441832" y="3808073"/>
              <a:ext cx="145402" cy="18703"/>
            </a:xfrm>
            <a:custGeom>
              <a:rect b="b" l="l" r="r" t="t"/>
              <a:pathLst>
                <a:path extrusionOk="0" h="319" w="2480">
                  <a:moveTo>
                    <a:pt x="101" y="1"/>
                  </a:moveTo>
                  <a:cubicBezTo>
                    <a:pt x="26" y="1"/>
                    <a:pt x="0" y="120"/>
                    <a:pt x="84" y="143"/>
                  </a:cubicBezTo>
                  <a:cubicBezTo>
                    <a:pt x="548" y="260"/>
                    <a:pt x="1019" y="319"/>
                    <a:pt x="1490" y="319"/>
                  </a:cubicBezTo>
                  <a:cubicBezTo>
                    <a:pt x="1791" y="319"/>
                    <a:pt x="2091" y="295"/>
                    <a:pt x="2391" y="248"/>
                  </a:cubicBezTo>
                  <a:cubicBezTo>
                    <a:pt x="2480" y="234"/>
                    <a:pt x="2446" y="110"/>
                    <a:pt x="2368" y="110"/>
                  </a:cubicBezTo>
                  <a:cubicBezTo>
                    <a:pt x="2364" y="110"/>
                    <a:pt x="2360" y="111"/>
                    <a:pt x="2356" y="111"/>
                  </a:cubicBezTo>
                  <a:cubicBezTo>
                    <a:pt x="2072" y="155"/>
                    <a:pt x="1788" y="177"/>
                    <a:pt x="1505" y="177"/>
                  </a:cubicBezTo>
                  <a:cubicBezTo>
                    <a:pt x="1040" y="177"/>
                    <a:pt x="577" y="118"/>
                    <a:pt x="122" y="4"/>
                  </a:cubicBezTo>
                  <a:cubicBezTo>
                    <a:pt x="115" y="2"/>
                    <a:pt x="108" y="1"/>
                    <a:pt x="10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32"/>
            <p:cNvSpPr/>
            <p:nvPr/>
          </p:nvSpPr>
          <p:spPr>
            <a:xfrm flipH="1">
              <a:off x="1104650" y="2993409"/>
              <a:ext cx="208430" cy="1711527"/>
            </a:xfrm>
            <a:custGeom>
              <a:rect b="b" l="l" r="r" t="t"/>
              <a:pathLst>
                <a:path extrusionOk="0" h="29192" w="3555">
                  <a:moveTo>
                    <a:pt x="3451" y="1"/>
                  </a:moveTo>
                  <a:cubicBezTo>
                    <a:pt x="3406" y="1"/>
                    <a:pt x="3368" y="30"/>
                    <a:pt x="3355" y="76"/>
                  </a:cubicBezTo>
                  <a:cubicBezTo>
                    <a:pt x="3328" y="198"/>
                    <a:pt x="391" y="12501"/>
                    <a:pt x="195" y="14794"/>
                  </a:cubicBezTo>
                  <a:cubicBezTo>
                    <a:pt x="0" y="17086"/>
                    <a:pt x="2150" y="28623"/>
                    <a:pt x="2241" y="29115"/>
                  </a:cubicBezTo>
                  <a:cubicBezTo>
                    <a:pt x="2247" y="29160"/>
                    <a:pt x="2289" y="29191"/>
                    <a:pt x="2335" y="29191"/>
                  </a:cubicBezTo>
                  <a:lnTo>
                    <a:pt x="2352" y="29191"/>
                  </a:lnTo>
                  <a:cubicBezTo>
                    <a:pt x="2405" y="29181"/>
                    <a:pt x="2440" y="29133"/>
                    <a:pt x="2429" y="29080"/>
                  </a:cubicBezTo>
                  <a:cubicBezTo>
                    <a:pt x="2405" y="28958"/>
                    <a:pt x="192" y="17080"/>
                    <a:pt x="387" y="14808"/>
                  </a:cubicBezTo>
                  <a:cubicBezTo>
                    <a:pt x="579" y="12533"/>
                    <a:pt x="3513" y="243"/>
                    <a:pt x="3540" y="118"/>
                  </a:cubicBezTo>
                  <a:cubicBezTo>
                    <a:pt x="3554" y="69"/>
                    <a:pt x="3523" y="17"/>
                    <a:pt x="3471" y="2"/>
                  </a:cubicBezTo>
                  <a:cubicBezTo>
                    <a:pt x="3464" y="1"/>
                    <a:pt x="3458" y="1"/>
                    <a:pt x="345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 name="Google Shape;696;p32"/>
            <p:cNvSpPr/>
            <p:nvPr/>
          </p:nvSpPr>
          <p:spPr>
            <a:xfrm flipH="1">
              <a:off x="1110807" y="4683653"/>
              <a:ext cx="388424" cy="96505"/>
            </a:xfrm>
            <a:custGeom>
              <a:rect b="b" l="l" r="r" t="t"/>
              <a:pathLst>
                <a:path extrusionOk="0" h="1646" w="6625">
                  <a:moveTo>
                    <a:pt x="6419" y="0"/>
                  </a:moveTo>
                  <a:lnTo>
                    <a:pt x="1" y="234"/>
                  </a:lnTo>
                  <a:lnTo>
                    <a:pt x="311" y="1645"/>
                  </a:lnTo>
                  <a:lnTo>
                    <a:pt x="6625" y="1328"/>
                  </a:lnTo>
                  <a:lnTo>
                    <a:pt x="641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 name="Google Shape;697;p32"/>
            <p:cNvSpPr/>
            <p:nvPr/>
          </p:nvSpPr>
          <p:spPr>
            <a:xfrm flipH="1">
              <a:off x="1469564" y="1834822"/>
              <a:ext cx="697462" cy="1428051"/>
            </a:xfrm>
            <a:custGeom>
              <a:rect b="b" l="l" r="r" t="t"/>
              <a:pathLst>
                <a:path extrusionOk="0" h="24357" w="11896">
                  <a:moveTo>
                    <a:pt x="11460" y="0"/>
                  </a:moveTo>
                  <a:cubicBezTo>
                    <a:pt x="11460" y="0"/>
                    <a:pt x="8816" y="1750"/>
                    <a:pt x="8492" y="2628"/>
                  </a:cubicBezTo>
                  <a:cubicBezTo>
                    <a:pt x="8168" y="3506"/>
                    <a:pt x="9175" y="3683"/>
                    <a:pt x="8987" y="4976"/>
                  </a:cubicBezTo>
                  <a:cubicBezTo>
                    <a:pt x="8795" y="6272"/>
                    <a:pt x="8596" y="7756"/>
                    <a:pt x="9328" y="8512"/>
                  </a:cubicBezTo>
                  <a:cubicBezTo>
                    <a:pt x="10060" y="9268"/>
                    <a:pt x="10310" y="10289"/>
                    <a:pt x="9746" y="11694"/>
                  </a:cubicBezTo>
                  <a:cubicBezTo>
                    <a:pt x="9186" y="13094"/>
                    <a:pt x="4799" y="19562"/>
                    <a:pt x="2098" y="21363"/>
                  </a:cubicBezTo>
                  <a:cubicBezTo>
                    <a:pt x="0" y="22764"/>
                    <a:pt x="3516" y="24356"/>
                    <a:pt x="3516" y="24356"/>
                  </a:cubicBezTo>
                  <a:cubicBezTo>
                    <a:pt x="3516" y="24356"/>
                    <a:pt x="7430" y="18032"/>
                    <a:pt x="8067" y="17182"/>
                  </a:cubicBezTo>
                  <a:cubicBezTo>
                    <a:pt x="8680" y="16367"/>
                    <a:pt x="10339" y="14035"/>
                    <a:pt x="11137" y="12383"/>
                  </a:cubicBezTo>
                  <a:cubicBezTo>
                    <a:pt x="11896" y="10812"/>
                    <a:pt x="11460" y="1"/>
                    <a:pt x="1146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p32"/>
            <p:cNvSpPr/>
            <p:nvPr/>
          </p:nvSpPr>
          <p:spPr>
            <a:xfrm flipH="1">
              <a:off x="1747763" y="2786738"/>
              <a:ext cx="122126" cy="140771"/>
            </a:xfrm>
            <a:custGeom>
              <a:rect b="b" l="l" r="r" t="t"/>
              <a:pathLst>
                <a:path extrusionOk="0" h="2401" w="2083">
                  <a:moveTo>
                    <a:pt x="1899" y="0"/>
                  </a:moveTo>
                  <a:cubicBezTo>
                    <a:pt x="1863" y="0"/>
                    <a:pt x="1830" y="24"/>
                    <a:pt x="1835" y="71"/>
                  </a:cubicBezTo>
                  <a:cubicBezTo>
                    <a:pt x="1936" y="1168"/>
                    <a:pt x="1117" y="2033"/>
                    <a:pt x="86" y="2260"/>
                  </a:cubicBezTo>
                  <a:cubicBezTo>
                    <a:pt x="0" y="2279"/>
                    <a:pt x="29" y="2400"/>
                    <a:pt x="109" y="2400"/>
                  </a:cubicBezTo>
                  <a:cubicBezTo>
                    <a:pt x="114" y="2400"/>
                    <a:pt x="119" y="2400"/>
                    <a:pt x="125" y="2399"/>
                  </a:cubicBezTo>
                  <a:cubicBezTo>
                    <a:pt x="1212" y="2159"/>
                    <a:pt x="2082" y="1228"/>
                    <a:pt x="1978" y="71"/>
                  </a:cubicBezTo>
                  <a:cubicBezTo>
                    <a:pt x="1973" y="24"/>
                    <a:pt x="1934" y="0"/>
                    <a:pt x="1899"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32"/>
            <p:cNvSpPr/>
            <p:nvPr/>
          </p:nvSpPr>
          <p:spPr>
            <a:xfrm flipH="1">
              <a:off x="1931099" y="3103399"/>
              <a:ext cx="140243" cy="127755"/>
            </a:xfrm>
            <a:custGeom>
              <a:rect b="b" l="l" r="r" t="t"/>
              <a:pathLst>
                <a:path extrusionOk="0" h="2179" w="2392">
                  <a:moveTo>
                    <a:pt x="102" y="0"/>
                  </a:moveTo>
                  <a:cubicBezTo>
                    <a:pt x="51" y="0"/>
                    <a:pt x="0" y="52"/>
                    <a:pt x="34" y="106"/>
                  </a:cubicBezTo>
                  <a:cubicBezTo>
                    <a:pt x="581" y="977"/>
                    <a:pt x="1344" y="1688"/>
                    <a:pt x="2250" y="2169"/>
                  </a:cubicBezTo>
                  <a:cubicBezTo>
                    <a:pt x="2263" y="2176"/>
                    <a:pt x="2275" y="2179"/>
                    <a:pt x="2286" y="2179"/>
                  </a:cubicBezTo>
                  <a:cubicBezTo>
                    <a:pt x="2351" y="2179"/>
                    <a:pt x="2391" y="2082"/>
                    <a:pt x="2323" y="2047"/>
                  </a:cubicBezTo>
                  <a:cubicBezTo>
                    <a:pt x="1435" y="1576"/>
                    <a:pt x="692" y="886"/>
                    <a:pt x="159" y="32"/>
                  </a:cubicBezTo>
                  <a:cubicBezTo>
                    <a:pt x="145" y="10"/>
                    <a:pt x="124" y="0"/>
                    <a:pt x="10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32"/>
            <p:cNvSpPr/>
            <p:nvPr/>
          </p:nvSpPr>
          <p:spPr>
            <a:xfrm flipH="1">
              <a:off x="1563899" y="1994764"/>
              <a:ext cx="136725" cy="711358"/>
            </a:xfrm>
            <a:custGeom>
              <a:rect b="b" l="l" r="r" t="t"/>
              <a:pathLst>
                <a:path extrusionOk="0" h="12133" w="2332">
                  <a:moveTo>
                    <a:pt x="1185" y="1"/>
                  </a:moveTo>
                  <a:cubicBezTo>
                    <a:pt x="1135" y="1"/>
                    <a:pt x="1086" y="51"/>
                    <a:pt x="1122" y="105"/>
                  </a:cubicBezTo>
                  <a:cubicBezTo>
                    <a:pt x="1638" y="844"/>
                    <a:pt x="1683" y="1743"/>
                    <a:pt x="1321" y="2558"/>
                  </a:cubicBezTo>
                  <a:cubicBezTo>
                    <a:pt x="1168" y="2906"/>
                    <a:pt x="980" y="3261"/>
                    <a:pt x="990" y="3652"/>
                  </a:cubicBezTo>
                  <a:cubicBezTo>
                    <a:pt x="997" y="3986"/>
                    <a:pt x="1150" y="4293"/>
                    <a:pt x="1331" y="4569"/>
                  </a:cubicBezTo>
                  <a:cubicBezTo>
                    <a:pt x="1554" y="4910"/>
                    <a:pt x="1812" y="5227"/>
                    <a:pt x="1955" y="5617"/>
                  </a:cubicBezTo>
                  <a:cubicBezTo>
                    <a:pt x="2109" y="6035"/>
                    <a:pt x="2143" y="6492"/>
                    <a:pt x="2105" y="6934"/>
                  </a:cubicBezTo>
                  <a:cubicBezTo>
                    <a:pt x="2025" y="7861"/>
                    <a:pt x="1760" y="8795"/>
                    <a:pt x="1349" y="9628"/>
                  </a:cubicBezTo>
                  <a:cubicBezTo>
                    <a:pt x="941" y="10440"/>
                    <a:pt x="491" y="11241"/>
                    <a:pt x="31" y="12025"/>
                  </a:cubicBezTo>
                  <a:cubicBezTo>
                    <a:pt x="0" y="12081"/>
                    <a:pt x="49" y="12133"/>
                    <a:pt x="98" y="12133"/>
                  </a:cubicBezTo>
                  <a:cubicBezTo>
                    <a:pt x="119" y="12133"/>
                    <a:pt x="140" y="12123"/>
                    <a:pt x="154" y="12098"/>
                  </a:cubicBezTo>
                  <a:cubicBezTo>
                    <a:pt x="578" y="11373"/>
                    <a:pt x="980" y="10635"/>
                    <a:pt x="1373" y="9893"/>
                  </a:cubicBezTo>
                  <a:cubicBezTo>
                    <a:pt x="1809" y="9067"/>
                    <a:pt x="2070" y="8185"/>
                    <a:pt x="2209" y="7265"/>
                  </a:cubicBezTo>
                  <a:cubicBezTo>
                    <a:pt x="2331" y="6443"/>
                    <a:pt x="2230" y="5652"/>
                    <a:pt x="1763" y="4952"/>
                  </a:cubicBezTo>
                  <a:cubicBezTo>
                    <a:pt x="1540" y="4614"/>
                    <a:pt x="1258" y="4279"/>
                    <a:pt x="1164" y="3875"/>
                  </a:cubicBezTo>
                  <a:cubicBezTo>
                    <a:pt x="1046" y="3374"/>
                    <a:pt x="1324" y="2927"/>
                    <a:pt x="1509" y="2481"/>
                  </a:cubicBezTo>
                  <a:cubicBezTo>
                    <a:pt x="1847" y="1677"/>
                    <a:pt x="1746" y="749"/>
                    <a:pt x="1244" y="32"/>
                  </a:cubicBezTo>
                  <a:cubicBezTo>
                    <a:pt x="1229" y="10"/>
                    <a:pt x="1207" y="1"/>
                    <a:pt x="118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 name="Google Shape;701;p32"/>
            <p:cNvSpPr/>
            <p:nvPr/>
          </p:nvSpPr>
          <p:spPr>
            <a:xfrm flipH="1">
              <a:off x="1433330" y="1781703"/>
              <a:ext cx="136960" cy="644578"/>
            </a:xfrm>
            <a:custGeom>
              <a:rect b="b" l="l" r="r" t="t"/>
              <a:pathLst>
                <a:path extrusionOk="0" h="10994" w="2336">
                  <a:moveTo>
                    <a:pt x="1370" y="0"/>
                  </a:moveTo>
                  <a:cubicBezTo>
                    <a:pt x="1370" y="0"/>
                    <a:pt x="171" y="829"/>
                    <a:pt x="0" y="1885"/>
                  </a:cubicBezTo>
                  <a:lnTo>
                    <a:pt x="387" y="4938"/>
                  </a:lnTo>
                  <a:lnTo>
                    <a:pt x="1195" y="4840"/>
                  </a:lnTo>
                  <a:lnTo>
                    <a:pt x="684" y="5882"/>
                  </a:lnTo>
                  <a:lnTo>
                    <a:pt x="1282" y="10091"/>
                  </a:lnTo>
                  <a:lnTo>
                    <a:pt x="2335" y="10993"/>
                  </a:lnTo>
                  <a:cubicBezTo>
                    <a:pt x="2335" y="10993"/>
                    <a:pt x="1547" y="1286"/>
                    <a:pt x="1370"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 name="Google Shape;702;p32"/>
            <p:cNvSpPr/>
            <p:nvPr/>
          </p:nvSpPr>
          <p:spPr>
            <a:xfrm flipH="1">
              <a:off x="757561" y="1732278"/>
              <a:ext cx="631328" cy="1681215"/>
            </a:xfrm>
            <a:custGeom>
              <a:rect b="b" l="l" r="r" t="t"/>
              <a:pathLst>
                <a:path extrusionOk="0" h="28675" w="10768">
                  <a:moveTo>
                    <a:pt x="2203" y="0"/>
                  </a:moveTo>
                  <a:cubicBezTo>
                    <a:pt x="1893" y="0"/>
                    <a:pt x="1609" y="16"/>
                    <a:pt x="1377" y="38"/>
                  </a:cubicBezTo>
                  <a:cubicBezTo>
                    <a:pt x="1377" y="38"/>
                    <a:pt x="1663" y="2035"/>
                    <a:pt x="1475" y="3171"/>
                  </a:cubicBezTo>
                  <a:cubicBezTo>
                    <a:pt x="1290" y="4310"/>
                    <a:pt x="980" y="6220"/>
                    <a:pt x="1391" y="7508"/>
                  </a:cubicBezTo>
                  <a:cubicBezTo>
                    <a:pt x="1802" y="8798"/>
                    <a:pt x="2398" y="11411"/>
                    <a:pt x="2725" y="12436"/>
                  </a:cubicBezTo>
                  <a:cubicBezTo>
                    <a:pt x="2725" y="12436"/>
                    <a:pt x="2053" y="25007"/>
                    <a:pt x="328" y="27105"/>
                  </a:cubicBezTo>
                  <a:cubicBezTo>
                    <a:pt x="328" y="27105"/>
                    <a:pt x="1" y="28674"/>
                    <a:pt x="6155" y="28674"/>
                  </a:cubicBezTo>
                  <a:cubicBezTo>
                    <a:pt x="7405" y="28674"/>
                    <a:pt x="8924" y="28609"/>
                    <a:pt x="10767" y="28453"/>
                  </a:cubicBezTo>
                  <a:cubicBezTo>
                    <a:pt x="10767" y="28453"/>
                    <a:pt x="7203" y="13565"/>
                    <a:pt x="6492" y="10481"/>
                  </a:cubicBezTo>
                  <a:cubicBezTo>
                    <a:pt x="5777" y="7401"/>
                    <a:pt x="6025" y="4861"/>
                    <a:pt x="5973" y="2418"/>
                  </a:cubicBezTo>
                  <a:cubicBezTo>
                    <a:pt x="5926" y="391"/>
                    <a:pt x="3733" y="0"/>
                    <a:pt x="220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p32"/>
            <p:cNvSpPr/>
            <p:nvPr/>
          </p:nvSpPr>
          <p:spPr>
            <a:xfrm flipH="1">
              <a:off x="930637" y="2819278"/>
              <a:ext cx="219628" cy="230181"/>
            </a:xfrm>
            <a:custGeom>
              <a:rect b="b" l="l" r="r" t="t"/>
              <a:pathLst>
                <a:path extrusionOk="0" h="3926" w="3746">
                  <a:moveTo>
                    <a:pt x="344" y="1"/>
                  </a:moveTo>
                  <a:cubicBezTo>
                    <a:pt x="316" y="1"/>
                    <a:pt x="289" y="17"/>
                    <a:pt x="279" y="53"/>
                  </a:cubicBezTo>
                  <a:cubicBezTo>
                    <a:pt x="1" y="1046"/>
                    <a:pt x="241" y="2157"/>
                    <a:pt x="934" y="2931"/>
                  </a:cubicBezTo>
                  <a:cubicBezTo>
                    <a:pt x="1516" y="3575"/>
                    <a:pt x="2366" y="3926"/>
                    <a:pt x="3226" y="3926"/>
                  </a:cubicBezTo>
                  <a:cubicBezTo>
                    <a:pt x="3370" y="3926"/>
                    <a:pt x="3515" y="3916"/>
                    <a:pt x="3659" y="3896"/>
                  </a:cubicBezTo>
                  <a:cubicBezTo>
                    <a:pt x="3745" y="3883"/>
                    <a:pt x="3714" y="3756"/>
                    <a:pt x="3633" y="3756"/>
                  </a:cubicBezTo>
                  <a:cubicBezTo>
                    <a:pt x="3629" y="3756"/>
                    <a:pt x="3625" y="3756"/>
                    <a:pt x="3621" y="3757"/>
                  </a:cubicBezTo>
                  <a:cubicBezTo>
                    <a:pt x="3487" y="3775"/>
                    <a:pt x="3353" y="3785"/>
                    <a:pt x="3219" y="3785"/>
                  </a:cubicBezTo>
                  <a:cubicBezTo>
                    <a:pt x="2400" y="3785"/>
                    <a:pt x="1589" y="3444"/>
                    <a:pt x="1035" y="2829"/>
                  </a:cubicBezTo>
                  <a:cubicBezTo>
                    <a:pt x="377" y="2094"/>
                    <a:pt x="154" y="1036"/>
                    <a:pt x="415" y="91"/>
                  </a:cubicBezTo>
                  <a:cubicBezTo>
                    <a:pt x="430" y="36"/>
                    <a:pt x="387" y="1"/>
                    <a:pt x="34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 name="Google Shape;704;p32"/>
            <p:cNvSpPr/>
            <p:nvPr/>
          </p:nvSpPr>
          <p:spPr>
            <a:xfrm flipH="1">
              <a:off x="826627" y="2095080"/>
              <a:ext cx="261490" cy="1247764"/>
            </a:xfrm>
            <a:custGeom>
              <a:rect b="b" l="l" r="r" t="t"/>
              <a:pathLst>
                <a:path extrusionOk="0" h="21282" w="4460">
                  <a:moveTo>
                    <a:pt x="88" y="1"/>
                  </a:moveTo>
                  <a:cubicBezTo>
                    <a:pt x="46" y="1"/>
                    <a:pt x="1" y="36"/>
                    <a:pt x="13" y="91"/>
                  </a:cubicBezTo>
                  <a:cubicBezTo>
                    <a:pt x="1254" y="5662"/>
                    <a:pt x="2366" y="11262"/>
                    <a:pt x="3672" y="16816"/>
                  </a:cubicBezTo>
                  <a:cubicBezTo>
                    <a:pt x="4013" y="18269"/>
                    <a:pt x="4317" y="19712"/>
                    <a:pt x="4313" y="21213"/>
                  </a:cubicBezTo>
                  <a:cubicBezTo>
                    <a:pt x="4313" y="21259"/>
                    <a:pt x="4349" y="21281"/>
                    <a:pt x="4385" y="21281"/>
                  </a:cubicBezTo>
                  <a:cubicBezTo>
                    <a:pt x="4421" y="21281"/>
                    <a:pt x="4456" y="21259"/>
                    <a:pt x="4456" y="21213"/>
                  </a:cubicBezTo>
                  <a:cubicBezTo>
                    <a:pt x="4460" y="19900"/>
                    <a:pt x="4240" y="18624"/>
                    <a:pt x="3944" y="17349"/>
                  </a:cubicBezTo>
                  <a:cubicBezTo>
                    <a:pt x="3630" y="15993"/>
                    <a:pt x="3323" y="14635"/>
                    <a:pt x="3027" y="13272"/>
                  </a:cubicBezTo>
                  <a:cubicBezTo>
                    <a:pt x="2403" y="10432"/>
                    <a:pt x="1797" y="7589"/>
                    <a:pt x="1181" y="4749"/>
                  </a:cubicBezTo>
                  <a:cubicBezTo>
                    <a:pt x="843" y="3181"/>
                    <a:pt x="498" y="1617"/>
                    <a:pt x="150" y="53"/>
                  </a:cubicBezTo>
                  <a:cubicBezTo>
                    <a:pt x="143" y="16"/>
                    <a:pt x="116" y="1"/>
                    <a:pt x="8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 name="Google Shape;705;p32"/>
            <p:cNvSpPr/>
            <p:nvPr/>
          </p:nvSpPr>
          <p:spPr>
            <a:xfrm flipH="1">
              <a:off x="1041565" y="1994295"/>
              <a:ext cx="136256" cy="143057"/>
            </a:xfrm>
            <a:custGeom>
              <a:rect b="b" l="l" r="r" t="t"/>
              <a:pathLst>
                <a:path extrusionOk="0" h="2440" w="2324">
                  <a:moveTo>
                    <a:pt x="103" y="1"/>
                  </a:moveTo>
                  <a:cubicBezTo>
                    <a:pt x="49" y="1"/>
                    <a:pt x="1" y="73"/>
                    <a:pt x="49" y="123"/>
                  </a:cubicBezTo>
                  <a:cubicBezTo>
                    <a:pt x="760" y="890"/>
                    <a:pt x="1467" y="1653"/>
                    <a:pt x="2174" y="2416"/>
                  </a:cubicBezTo>
                  <a:cubicBezTo>
                    <a:pt x="2189" y="2433"/>
                    <a:pt x="2206" y="2440"/>
                    <a:pt x="2222" y="2440"/>
                  </a:cubicBezTo>
                  <a:cubicBezTo>
                    <a:pt x="2275" y="2440"/>
                    <a:pt x="2323" y="2368"/>
                    <a:pt x="2275" y="2315"/>
                  </a:cubicBezTo>
                  <a:cubicBezTo>
                    <a:pt x="1568" y="1552"/>
                    <a:pt x="860" y="789"/>
                    <a:pt x="149" y="22"/>
                  </a:cubicBezTo>
                  <a:cubicBezTo>
                    <a:pt x="135" y="7"/>
                    <a:pt x="119" y="1"/>
                    <a:pt x="10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 name="Google Shape;706;p32"/>
            <p:cNvSpPr/>
            <p:nvPr/>
          </p:nvSpPr>
          <p:spPr>
            <a:xfrm flipH="1">
              <a:off x="785762" y="3288611"/>
              <a:ext cx="564372" cy="65490"/>
            </a:xfrm>
            <a:custGeom>
              <a:rect b="b" l="l" r="r" t="t"/>
              <a:pathLst>
                <a:path extrusionOk="0" h="1117" w="9626">
                  <a:moveTo>
                    <a:pt x="100" y="1"/>
                  </a:moveTo>
                  <a:cubicBezTo>
                    <a:pt x="41" y="1"/>
                    <a:pt x="0" y="94"/>
                    <a:pt x="64" y="135"/>
                  </a:cubicBezTo>
                  <a:cubicBezTo>
                    <a:pt x="576" y="469"/>
                    <a:pt x="1214" y="651"/>
                    <a:pt x="1803" y="797"/>
                  </a:cubicBezTo>
                  <a:cubicBezTo>
                    <a:pt x="2507" y="971"/>
                    <a:pt x="3242" y="1009"/>
                    <a:pt x="3963" y="1051"/>
                  </a:cubicBezTo>
                  <a:cubicBezTo>
                    <a:pt x="4683" y="1095"/>
                    <a:pt x="5405" y="1116"/>
                    <a:pt x="6128" y="1116"/>
                  </a:cubicBezTo>
                  <a:cubicBezTo>
                    <a:pt x="7265" y="1116"/>
                    <a:pt x="8403" y="1063"/>
                    <a:pt x="9535" y="961"/>
                  </a:cubicBezTo>
                  <a:cubicBezTo>
                    <a:pt x="9622" y="954"/>
                    <a:pt x="9625" y="817"/>
                    <a:pt x="9544" y="817"/>
                  </a:cubicBezTo>
                  <a:cubicBezTo>
                    <a:pt x="9541" y="817"/>
                    <a:pt x="9538" y="818"/>
                    <a:pt x="9535" y="818"/>
                  </a:cubicBezTo>
                  <a:cubicBezTo>
                    <a:pt x="8394" y="920"/>
                    <a:pt x="7248" y="974"/>
                    <a:pt x="6102" y="974"/>
                  </a:cubicBezTo>
                  <a:cubicBezTo>
                    <a:pt x="5443" y="974"/>
                    <a:pt x="4785" y="956"/>
                    <a:pt x="4127" y="919"/>
                  </a:cubicBezTo>
                  <a:cubicBezTo>
                    <a:pt x="3389" y="877"/>
                    <a:pt x="2628" y="846"/>
                    <a:pt x="1908" y="675"/>
                  </a:cubicBezTo>
                  <a:cubicBezTo>
                    <a:pt x="1311" y="532"/>
                    <a:pt x="653" y="351"/>
                    <a:pt x="137" y="13"/>
                  </a:cubicBezTo>
                  <a:cubicBezTo>
                    <a:pt x="124" y="5"/>
                    <a:pt x="112" y="1"/>
                    <a:pt x="10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 name="Google Shape;707;p32"/>
            <p:cNvSpPr/>
            <p:nvPr/>
          </p:nvSpPr>
          <p:spPr>
            <a:xfrm flipH="1">
              <a:off x="1218041" y="1711933"/>
              <a:ext cx="139364" cy="694531"/>
            </a:xfrm>
            <a:custGeom>
              <a:rect b="b" l="l" r="r" t="t"/>
              <a:pathLst>
                <a:path extrusionOk="0" h="11846" w="2377">
                  <a:moveTo>
                    <a:pt x="937" y="0"/>
                  </a:moveTo>
                  <a:cubicBezTo>
                    <a:pt x="506" y="0"/>
                    <a:pt x="0" y="229"/>
                    <a:pt x="0" y="229"/>
                  </a:cubicBezTo>
                  <a:cubicBezTo>
                    <a:pt x="0" y="229"/>
                    <a:pt x="544" y="1678"/>
                    <a:pt x="641" y="3281"/>
                  </a:cubicBezTo>
                  <a:cubicBezTo>
                    <a:pt x="739" y="4887"/>
                    <a:pt x="495" y="5284"/>
                    <a:pt x="784" y="7839"/>
                  </a:cubicBezTo>
                  <a:cubicBezTo>
                    <a:pt x="975" y="9574"/>
                    <a:pt x="1924" y="11845"/>
                    <a:pt x="1924" y="11845"/>
                  </a:cubicBezTo>
                  <a:lnTo>
                    <a:pt x="2376" y="9389"/>
                  </a:lnTo>
                  <a:cubicBezTo>
                    <a:pt x="2376" y="9389"/>
                    <a:pt x="1732" y="6598"/>
                    <a:pt x="1840" y="5504"/>
                  </a:cubicBezTo>
                  <a:lnTo>
                    <a:pt x="1359" y="5305"/>
                  </a:lnTo>
                  <a:lnTo>
                    <a:pt x="1840" y="4448"/>
                  </a:lnTo>
                  <a:cubicBezTo>
                    <a:pt x="1840" y="4448"/>
                    <a:pt x="1715" y="1054"/>
                    <a:pt x="1506" y="347"/>
                  </a:cubicBezTo>
                  <a:cubicBezTo>
                    <a:pt x="1427" y="83"/>
                    <a:pt x="1196" y="0"/>
                    <a:pt x="93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32"/>
            <p:cNvSpPr/>
            <p:nvPr/>
          </p:nvSpPr>
          <p:spPr>
            <a:xfrm flipH="1">
              <a:off x="679524" y="1769625"/>
              <a:ext cx="496068" cy="877281"/>
            </a:xfrm>
            <a:custGeom>
              <a:rect b="b" l="l" r="r" t="t"/>
              <a:pathLst>
                <a:path extrusionOk="0" h="14963" w="8461">
                  <a:moveTo>
                    <a:pt x="1359" y="1"/>
                  </a:moveTo>
                  <a:lnTo>
                    <a:pt x="1359" y="1"/>
                  </a:lnTo>
                  <a:cubicBezTo>
                    <a:pt x="0" y="3116"/>
                    <a:pt x="1885" y="5569"/>
                    <a:pt x="1885" y="5569"/>
                  </a:cubicBezTo>
                  <a:cubicBezTo>
                    <a:pt x="1885" y="5569"/>
                    <a:pt x="3673" y="7402"/>
                    <a:pt x="4363" y="8063"/>
                  </a:cubicBezTo>
                  <a:cubicBezTo>
                    <a:pt x="5053" y="8722"/>
                    <a:pt x="1690" y="14301"/>
                    <a:pt x="1690" y="14301"/>
                  </a:cubicBezTo>
                  <a:lnTo>
                    <a:pt x="2192" y="14962"/>
                  </a:lnTo>
                  <a:cubicBezTo>
                    <a:pt x="2192" y="14962"/>
                    <a:pt x="6227" y="12095"/>
                    <a:pt x="7756" y="9771"/>
                  </a:cubicBezTo>
                  <a:cubicBezTo>
                    <a:pt x="8227" y="9050"/>
                    <a:pt x="8461" y="8384"/>
                    <a:pt x="8258" y="7868"/>
                  </a:cubicBezTo>
                  <a:cubicBezTo>
                    <a:pt x="8196" y="7715"/>
                    <a:pt x="8126" y="7558"/>
                    <a:pt x="8042" y="7398"/>
                  </a:cubicBezTo>
                  <a:cubicBezTo>
                    <a:pt x="6499" y="4367"/>
                    <a:pt x="1359" y="1"/>
                    <a:pt x="135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 name="Google Shape;709;p32"/>
            <p:cNvSpPr/>
            <p:nvPr/>
          </p:nvSpPr>
          <p:spPr>
            <a:xfrm flipH="1">
              <a:off x="1110396" y="1786217"/>
              <a:ext cx="57457" cy="148920"/>
            </a:xfrm>
            <a:custGeom>
              <a:rect b="b" l="l" r="r" t="t"/>
              <a:pathLst>
                <a:path extrusionOk="0" h="2540" w="980">
                  <a:moveTo>
                    <a:pt x="877" y="1"/>
                  </a:moveTo>
                  <a:cubicBezTo>
                    <a:pt x="861" y="1"/>
                    <a:pt x="844" y="8"/>
                    <a:pt x="830" y="24"/>
                  </a:cubicBezTo>
                  <a:cubicBezTo>
                    <a:pt x="241" y="700"/>
                    <a:pt x="0" y="1609"/>
                    <a:pt x="178" y="2487"/>
                  </a:cubicBezTo>
                  <a:cubicBezTo>
                    <a:pt x="185" y="2524"/>
                    <a:pt x="212" y="2540"/>
                    <a:pt x="239" y="2540"/>
                  </a:cubicBezTo>
                  <a:cubicBezTo>
                    <a:pt x="281" y="2540"/>
                    <a:pt x="326" y="2504"/>
                    <a:pt x="314" y="2449"/>
                  </a:cubicBezTo>
                  <a:cubicBezTo>
                    <a:pt x="147" y="1624"/>
                    <a:pt x="377" y="763"/>
                    <a:pt x="931" y="125"/>
                  </a:cubicBezTo>
                  <a:cubicBezTo>
                    <a:pt x="979" y="74"/>
                    <a:pt x="931" y="1"/>
                    <a:pt x="877"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 name="Google Shape;710;p32"/>
            <p:cNvSpPr/>
            <p:nvPr/>
          </p:nvSpPr>
          <p:spPr>
            <a:xfrm flipH="1">
              <a:off x="679524" y="2203370"/>
              <a:ext cx="69359" cy="139129"/>
            </a:xfrm>
            <a:custGeom>
              <a:rect b="b" l="l" r="r" t="t"/>
              <a:pathLst>
                <a:path extrusionOk="0" h="2373" w="1183">
                  <a:moveTo>
                    <a:pt x="764" y="0"/>
                  </a:moveTo>
                  <a:cubicBezTo>
                    <a:pt x="437" y="488"/>
                    <a:pt x="1" y="1401"/>
                    <a:pt x="478" y="2373"/>
                  </a:cubicBezTo>
                  <a:cubicBezTo>
                    <a:pt x="949" y="1652"/>
                    <a:pt x="1183" y="986"/>
                    <a:pt x="980" y="470"/>
                  </a:cubicBezTo>
                  <a:cubicBezTo>
                    <a:pt x="918" y="317"/>
                    <a:pt x="848" y="160"/>
                    <a:pt x="76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32"/>
            <p:cNvSpPr/>
            <p:nvPr/>
          </p:nvSpPr>
          <p:spPr>
            <a:xfrm flipH="1">
              <a:off x="820354" y="2220842"/>
              <a:ext cx="97033" cy="29374"/>
            </a:xfrm>
            <a:custGeom>
              <a:rect b="b" l="l" r="r" t="t"/>
              <a:pathLst>
                <a:path extrusionOk="0" h="501" w="1655">
                  <a:moveTo>
                    <a:pt x="1543" y="1"/>
                  </a:moveTo>
                  <a:cubicBezTo>
                    <a:pt x="1539" y="1"/>
                    <a:pt x="1534" y="1"/>
                    <a:pt x="1530" y="2"/>
                  </a:cubicBezTo>
                  <a:cubicBezTo>
                    <a:pt x="1032" y="71"/>
                    <a:pt x="551" y="190"/>
                    <a:pt x="77" y="357"/>
                  </a:cubicBezTo>
                  <a:cubicBezTo>
                    <a:pt x="1" y="385"/>
                    <a:pt x="23" y="500"/>
                    <a:pt x="93" y="500"/>
                  </a:cubicBezTo>
                  <a:cubicBezTo>
                    <a:pt x="100" y="500"/>
                    <a:pt x="107" y="499"/>
                    <a:pt x="115" y="497"/>
                  </a:cubicBezTo>
                  <a:cubicBezTo>
                    <a:pt x="589" y="325"/>
                    <a:pt x="1070" y="207"/>
                    <a:pt x="1565" y="137"/>
                  </a:cubicBezTo>
                  <a:cubicBezTo>
                    <a:pt x="1655" y="128"/>
                    <a:pt x="1621" y="1"/>
                    <a:pt x="154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32"/>
            <p:cNvSpPr/>
            <p:nvPr/>
          </p:nvSpPr>
          <p:spPr>
            <a:xfrm flipH="1">
              <a:off x="857349" y="2202666"/>
              <a:ext cx="47139" cy="42331"/>
            </a:xfrm>
            <a:custGeom>
              <a:rect b="b" l="l" r="r" t="t"/>
              <a:pathLst>
                <a:path extrusionOk="0" h="722" w="804">
                  <a:moveTo>
                    <a:pt x="711" y="0"/>
                  </a:moveTo>
                  <a:cubicBezTo>
                    <a:pt x="703" y="0"/>
                    <a:pt x="695" y="2"/>
                    <a:pt x="686" y="5"/>
                  </a:cubicBezTo>
                  <a:cubicBezTo>
                    <a:pt x="394" y="113"/>
                    <a:pt x="157" y="326"/>
                    <a:pt x="24" y="611"/>
                  </a:cubicBezTo>
                  <a:cubicBezTo>
                    <a:pt x="0" y="669"/>
                    <a:pt x="51" y="722"/>
                    <a:pt x="97" y="722"/>
                  </a:cubicBezTo>
                  <a:cubicBezTo>
                    <a:pt x="118" y="722"/>
                    <a:pt x="138" y="711"/>
                    <a:pt x="150" y="685"/>
                  </a:cubicBezTo>
                  <a:cubicBezTo>
                    <a:pt x="265" y="430"/>
                    <a:pt x="467" y="238"/>
                    <a:pt x="725" y="144"/>
                  </a:cubicBezTo>
                  <a:cubicBezTo>
                    <a:pt x="803" y="116"/>
                    <a:pt x="780" y="0"/>
                    <a:pt x="71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 name="Google Shape;713;p32"/>
            <p:cNvSpPr/>
            <p:nvPr/>
          </p:nvSpPr>
          <p:spPr>
            <a:xfrm flipH="1">
              <a:off x="1424360" y="2145678"/>
              <a:ext cx="119371" cy="110576"/>
            </a:xfrm>
            <a:custGeom>
              <a:rect b="b" l="l" r="r" t="t"/>
              <a:pathLst>
                <a:path extrusionOk="0" h="1886" w="2036">
                  <a:moveTo>
                    <a:pt x="1019" y="1"/>
                  </a:moveTo>
                  <a:cubicBezTo>
                    <a:pt x="965" y="1"/>
                    <a:pt x="910" y="5"/>
                    <a:pt x="854" y="15"/>
                  </a:cubicBezTo>
                  <a:cubicBezTo>
                    <a:pt x="342" y="106"/>
                    <a:pt x="1" y="594"/>
                    <a:pt x="88" y="1106"/>
                  </a:cubicBezTo>
                  <a:cubicBezTo>
                    <a:pt x="168" y="1564"/>
                    <a:pt x="568" y="1886"/>
                    <a:pt x="1021" y="1886"/>
                  </a:cubicBezTo>
                  <a:cubicBezTo>
                    <a:pt x="1074" y="1886"/>
                    <a:pt x="1127" y="1882"/>
                    <a:pt x="1181" y="1872"/>
                  </a:cubicBezTo>
                  <a:cubicBezTo>
                    <a:pt x="1694" y="1782"/>
                    <a:pt x="2035" y="1290"/>
                    <a:pt x="1945" y="779"/>
                  </a:cubicBezTo>
                  <a:cubicBezTo>
                    <a:pt x="1864" y="321"/>
                    <a:pt x="1467" y="1"/>
                    <a:pt x="10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 name="Google Shape;714;p32"/>
            <p:cNvSpPr/>
            <p:nvPr/>
          </p:nvSpPr>
          <p:spPr>
            <a:xfrm flipH="1">
              <a:off x="1451740" y="2170948"/>
              <a:ext cx="64845" cy="60096"/>
            </a:xfrm>
            <a:custGeom>
              <a:rect b="b" l="l" r="r" t="t"/>
              <a:pathLst>
                <a:path extrusionOk="0" h="1025" w="1106">
                  <a:moveTo>
                    <a:pt x="558" y="1"/>
                  </a:moveTo>
                  <a:cubicBezTo>
                    <a:pt x="527" y="1"/>
                    <a:pt x="496" y="4"/>
                    <a:pt x="464" y="10"/>
                  </a:cubicBezTo>
                  <a:cubicBezTo>
                    <a:pt x="186" y="58"/>
                    <a:pt x="1" y="323"/>
                    <a:pt x="49" y="602"/>
                  </a:cubicBezTo>
                  <a:cubicBezTo>
                    <a:pt x="93" y="850"/>
                    <a:pt x="309" y="1024"/>
                    <a:pt x="553" y="1024"/>
                  </a:cubicBezTo>
                  <a:cubicBezTo>
                    <a:pt x="582" y="1024"/>
                    <a:pt x="612" y="1022"/>
                    <a:pt x="642" y="1017"/>
                  </a:cubicBezTo>
                  <a:cubicBezTo>
                    <a:pt x="921" y="967"/>
                    <a:pt x="1106" y="703"/>
                    <a:pt x="1056" y="424"/>
                  </a:cubicBezTo>
                  <a:cubicBezTo>
                    <a:pt x="1013" y="177"/>
                    <a:pt x="800" y="1"/>
                    <a:pt x="5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 name="Google Shape;715;p32"/>
            <p:cNvSpPr/>
            <p:nvPr/>
          </p:nvSpPr>
          <p:spPr>
            <a:xfrm flipH="1">
              <a:off x="1484045" y="1774726"/>
              <a:ext cx="88531" cy="385668"/>
            </a:xfrm>
            <a:custGeom>
              <a:rect b="b" l="l" r="r" t="t"/>
              <a:pathLst>
                <a:path extrusionOk="0" h="6578" w="1510">
                  <a:moveTo>
                    <a:pt x="1468" y="1"/>
                  </a:moveTo>
                  <a:cubicBezTo>
                    <a:pt x="1067" y="206"/>
                    <a:pt x="757" y="482"/>
                    <a:pt x="594" y="799"/>
                  </a:cubicBezTo>
                  <a:cubicBezTo>
                    <a:pt x="242" y="1485"/>
                    <a:pt x="242" y="2656"/>
                    <a:pt x="600" y="4280"/>
                  </a:cubicBezTo>
                  <a:cubicBezTo>
                    <a:pt x="866" y="5478"/>
                    <a:pt x="1234" y="6496"/>
                    <a:pt x="1242" y="6506"/>
                  </a:cubicBezTo>
                  <a:cubicBezTo>
                    <a:pt x="1256" y="6551"/>
                    <a:pt x="1297" y="6578"/>
                    <a:pt x="1341" y="6578"/>
                  </a:cubicBezTo>
                  <a:cubicBezTo>
                    <a:pt x="1348" y="6578"/>
                    <a:pt x="1356" y="6577"/>
                    <a:pt x="1363" y="6575"/>
                  </a:cubicBezTo>
                  <a:cubicBezTo>
                    <a:pt x="1371" y="6575"/>
                    <a:pt x="1374" y="6575"/>
                    <a:pt x="1381" y="6572"/>
                  </a:cubicBezTo>
                  <a:cubicBezTo>
                    <a:pt x="1440" y="6551"/>
                    <a:pt x="1468" y="6488"/>
                    <a:pt x="1447" y="6429"/>
                  </a:cubicBezTo>
                  <a:cubicBezTo>
                    <a:pt x="1433" y="6391"/>
                    <a:pt x="1" y="2433"/>
                    <a:pt x="789" y="903"/>
                  </a:cubicBezTo>
                  <a:cubicBezTo>
                    <a:pt x="924" y="638"/>
                    <a:pt x="1179" y="408"/>
                    <a:pt x="1509" y="227"/>
                  </a:cubicBezTo>
                  <a:cubicBezTo>
                    <a:pt x="1496" y="150"/>
                    <a:pt x="1485" y="73"/>
                    <a:pt x="146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 name="Google Shape;716;p32"/>
            <p:cNvSpPr/>
            <p:nvPr/>
          </p:nvSpPr>
          <p:spPr>
            <a:xfrm flipH="1">
              <a:off x="1214582" y="1752681"/>
              <a:ext cx="132269" cy="276030"/>
            </a:xfrm>
            <a:custGeom>
              <a:rect b="b" l="l" r="r" t="t"/>
              <a:pathLst>
                <a:path extrusionOk="0" h="4708" w="2256">
                  <a:moveTo>
                    <a:pt x="1" y="0"/>
                  </a:moveTo>
                  <a:lnTo>
                    <a:pt x="1" y="0"/>
                  </a:lnTo>
                  <a:cubicBezTo>
                    <a:pt x="22" y="84"/>
                    <a:pt x="12" y="147"/>
                    <a:pt x="29" y="230"/>
                  </a:cubicBezTo>
                  <a:cubicBezTo>
                    <a:pt x="367" y="342"/>
                    <a:pt x="688" y="537"/>
                    <a:pt x="897" y="763"/>
                  </a:cubicBezTo>
                  <a:cubicBezTo>
                    <a:pt x="1918" y="1858"/>
                    <a:pt x="2033" y="4572"/>
                    <a:pt x="2033" y="4600"/>
                  </a:cubicBezTo>
                  <a:cubicBezTo>
                    <a:pt x="2036" y="4663"/>
                    <a:pt x="2088" y="4708"/>
                    <a:pt x="2148" y="4708"/>
                  </a:cubicBezTo>
                  <a:cubicBezTo>
                    <a:pt x="2210" y="4704"/>
                    <a:pt x="2256" y="4652"/>
                    <a:pt x="2256" y="4593"/>
                  </a:cubicBezTo>
                  <a:cubicBezTo>
                    <a:pt x="2256" y="4586"/>
                    <a:pt x="2225" y="3882"/>
                    <a:pt x="2067" y="3049"/>
                  </a:cubicBezTo>
                  <a:cubicBezTo>
                    <a:pt x="1852" y="1920"/>
                    <a:pt x="1514" y="1102"/>
                    <a:pt x="1061" y="613"/>
                  </a:cubicBezTo>
                  <a:cubicBezTo>
                    <a:pt x="800" y="335"/>
                    <a:pt x="437" y="123"/>
                    <a:pt x="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 name="Google Shape;717;p32"/>
            <p:cNvSpPr/>
            <p:nvPr/>
          </p:nvSpPr>
          <p:spPr>
            <a:xfrm flipH="1">
              <a:off x="1145281" y="2019799"/>
              <a:ext cx="137781" cy="168913"/>
            </a:xfrm>
            <a:custGeom>
              <a:rect b="b" l="l" r="r" t="t"/>
              <a:pathLst>
                <a:path extrusionOk="0" h="2881" w="2350">
                  <a:moveTo>
                    <a:pt x="1170" y="1"/>
                  </a:moveTo>
                  <a:cubicBezTo>
                    <a:pt x="1127" y="1"/>
                    <a:pt x="1084" y="4"/>
                    <a:pt x="1039" y="12"/>
                  </a:cubicBezTo>
                  <a:cubicBezTo>
                    <a:pt x="823" y="47"/>
                    <a:pt x="648" y="163"/>
                    <a:pt x="519" y="351"/>
                  </a:cubicBezTo>
                  <a:cubicBezTo>
                    <a:pt x="0" y="1099"/>
                    <a:pt x="331" y="2807"/>
                    <a:pt x="345" y="2880"/>
                  </a:cubicBezTo>
                  <a:lnTo>
                    <a:pt x="534" y="2845"/>
                  </a:lnTo>
                  <a:cubicBezTo>
                    <a:pt x="530" y="2828"/>
                    <a:pt x="206" y="1141"/>
                    <a:pt x="677" y="459"/>
                  </a:cubicBezTo>
                  <a:cubicBezTo>
                    <a:pt x="778" y="312"/>
                    <a:pt x="907" y="229"/>
                    <a:pt x="1071" y="200"/>
                  </a:cubicBezTo>
                  <a:cubicBezTo>
                    <a:pt x="1104" y="194"/>
                    <a:pt x="1137" y="192"/>
                    <a:pt x="1170" y="192"/>
                  </a:cubicBezTo>
                  <a:cubicBezTo>
                    <a:pt x="1292" y="192"/>
                    <a:pt x="1403" y="234"/>
                    <a:pt x="1505" y="319"/>
                  </a:cubicBezTo>
                  <a:cubicBezTo>
                    <a:pt x="2137" y="845"/>
                    <a:pt x="2158" y="2734"/>
                    <a:pt x="2158" y="2755"/>
                  </a:cubicBezTo>
                  <a:lnTo>
                    <a:pt x="2349" y="2751"/>
                  </a:lnTo>
                  <a:cubicBezTo>
                    <a:pt x="2349" y="2671"/>
                    <a:pt x="2325" y="755"/>
                    <a:pt x="1627" y="173"/>
                  </a:cubicBezTo>
                  <a:cubicBezTo>
                    <a:pt x="1492" y="59"/>
                    <a:pt x="1338" y="1"/>
                    <a:pt x="117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 name="Google Shape;718;p32"/>
            <p:cNvSpPr/>
            <p:nvPr/>
          </p:nvSpPr>
          <p:spPr>
            <a:xfrm flipH="1">
              <a:off x="1240907" y="2164733"/>
              <a:ext cx="39927" cy="39693"/>
            </a:xfrm>
            <a:custGeom>
              <a:rect b="b" l="l" r="r" t="t"/>
              <a:pathLst>
                <a:path extrusionOk="0" h="677" w="681">
                  <a:moveTo>
                    <a:pt x="343" y="0"/>
                  </a:moveTo>
                  <a:cubicBezTo>
                    <a:pt x="154" y="0"/>
                    <a:pt x="1" y="150"/>
                    <a:pt x="1" y="338"/>
                  </a:cubicBezTo>
                  <a:cubicBezTo>
                    <a:pt x="1" y="526"/>
                    <a:pt x="154" y="676"/>
                    <a:pt x="343" y="676"/>
                  </a:cubicBezTo>
                  <a:cubicBezTo>
                    <a:pt x="527" y="676"/>
                    <a:pt x="680" y="526"/>
                    <a:pt x="680" y="338"/>
                  </a:cubicBezTo>
                  <a:cubicBezTo>
                    <a:pt x="680" y="150"/>
                    <a:pt x="527" y="0"/>
                    <a:pt x="34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32"/>
            <p:cNvSpPr/>
            <p:nvPr/>
          </p:nvSpPr>
          <p:spPr>
            <a:xfrm flipH="1">
              <a:off x="1127751" y="2156525"/>
              <a:ext cx="39693" cy="39751"/>
            </a:xfrm>
            <a:custGeom>
              <a:rect b="b" l="l" r="r" t="t"/>
              <a:pathLst>
                <a:path extrusionOk="0" h="678" w="677">
                  <a:moveTo>
                    <a:pt x="339" y="1"/>
                  </a:moveTo>
                  <a:cubicBezTo>
                    <a:pt x="154" y="1"/>
                    <a:pt x="1" y="155"/>
                    <a:pt x="1" y="339"/>
                  </a:cubicBezTo>
                  <a:cubicBezTo>
                    <a:pt x="1" y="528"/>
                    <a:pt x="154" y="677"/>
                    <a:pt x="339" y="677"/>
                  </a:cubicBezTo>
                  <a:cubicBezTo>
                    <a:pt x="527" y="677"/>
                    <a:pt x="677" y="528"/>
                    <a:pt x="677" y="339"/>
                  </a:cubicBezTo>
                  <a:cubicBezTo>
                    <a:pt x="677" y="155"/>
                    <a:pt x="527" y="1"/>
                    <a:pt x="33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 name="Google Shape;720;p32"/>
            <p:cNvSpPr/>
            <p:nvPr/>
          </p:nvSpPr>
          <p:spPr>
            <a:xfrm flipH="1">
              <a:off x="1674417" y="1793546"/>
              <a:ext cx="551005" cy="482408"/>
            </a:xfrm>
            <a:custGeom>
              <a:rect b="b" l="l" r="r" t="t"/>
              <a:pathLst>
                <a:path extrusionOk="0" h="8228" w="9398">
                  <a:moveTo>
                    <a:pt x="3063" y="0"/>
                  </a:moveTo>
                  <a:lnTo>
                    <a:pt x="0" y="4456"/>
                  </a:lnTo>
                  <a:lnTo>
                    <a:pt x="2241" y="5997"/>
                  </a:lnTo>
                  <a:lnTo>
                    <a:pt x="3307" y="6213"/>
                  </a:lnTo>
                  <a:cubicBezTo>
                    <a:pt x="3307" y="6213"/>
                    <a:pt x="7464" y="8227"/>
                    <a:pt x="7951" y="8227"/>
                  </a:cubicBezTo>
                  <a:cubicBezTo>
                    <a:pt x="7972" y="8227"/>
                    <a:pt x="7986" y="8224"/>
                    <a:pt x="7993" y="8216"/>
                  </a:cubicBezTo>
                  <a:cubicBezTo>
                    <a:pt x="9018" y="7182"/>
                    <a:pt x="9310" y="5384"/>
                    <a:pt x="9397" y="4356"/>
                  </a:cubicBezTo>
                  <a:lnTo>
                    <a:pt x="306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 name="Google Shape;721;p32"/>
            <p:cNvSpPr/>
            <p:nvPr/>
          </p:nvSpPr>
          <p:spPr>
            <a:xfrm flipH="1">
              <a:off x="1388420" y="2553684"/>
              <a:ext cx="111162" cy="59158"/>
            </a:xfrm>
            <a:custGeom>
              <a:rect b="b" l="l" r="r" t="t"/>
              <a:pathLst>
                <a:path extrusionOk="0" h="1009" w="1896">
                  <a:moveTo>
                    <a:pt x="0" y="0"/>
                  </a:moveTo>
                  <a:lnTo>
                    <a:pt x="760" y="523"/>
                  </a:lnTo>
                  <a:cubicBezTo>
                    <a:pt x="1025" y="663"/>
                    <a:pt x="1293" y="791"/>
                    <a:pt x="1572" y="907"/>
                  </a:cubicBezTo>
                  <a:cubicBezTo>
                    <a:pt x="1655" y="941"/>
                    <a:pt x="1742" y="973"/>
                    <a:pt x="1826" y="1008"/>
                  </a:cubicBezTo>
                  <a:lnTo>
                    <a:pt x="1895" y="907"/>
                  </a:lnTo>
                  <a:cubicBezTo>
                    <a:pt x="1474" y="753"/>
                    <a:pt x="1066" y="565"/>
                    <a:pt x="676" y="346"/>
                  </a:cubicBezTo>
                  <a:cubicBezTo>
                    <a:pt x="666" y="373"/>
                    <a:pt x="645" y="384"/>
                    <a:pt x="620" y="384"/>
                  </a:cubicBezTo>
                  <a:cubicBezTo>
                    <a:pt x="589" y="384"/>
                    <a:pt x="557" y="360"/>
                    <a:pt x="565" y="322"/>
                  </a:cubicBezTo>
                  <a:cubicBezTo>
                    <a:pt x="568" y="311"/>
                    <a:pt x="571" y="301"/>
                    <a:pt x="571" y="290"/>
                  </a:cubicBezTo>
                  <a:cubicBezTo>
                    <a:pt x="439" y="209"/>
                    <a:pt x="306" y="130"/>
                    <a:pt x="174" y="46"/>
                  </a:cubicBezTo>
                  <a:cubicBezTo>
                    <a:pt x="115" y="32"/>
                    <a:pt x="55" y="15"/>
                    <a:pt x="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 name="Google Shape;722;p32"/>
            <p:cNvSpPr/>
            <p:nvPr/>
          </p:nvSpPr>
          <p:spPr>
            <a:xfrm flipH="1">
              <a:off x="1457251" y="2562068"/>
              <a:ext cx="9674" cy="14188"/>
            </a:xfrm>
            <a:custGeom>
              <a:rect b="b" l="l" r="r" t="t"/>
              <a:pathLst>
                <a:path extrusionOk="0" h="242" w="165">
                  <a:moveTo>
                    <a:pt x="56" y="0"/>
                  </a:moveTo>
                  <a:cubicBezTo>
                    <a:pt x="39" y="46"/>
                    <a:pt x="29" y="95"/>
                    <a:pt x="14" y="147"/>
                  </a:cubicBezTo>
                  <a:cubicBezTo>
                    <a:pt x="14" y="158"/>
                    <a:pt x="11" y="168"/>
                    <a:pt x="8" y="179"/>
                  </a:cubicBezTo>
                  <a:cubicBezTo>
                    <a:pt x="0" y="217"/>
                    <a:pt x="32" y="241"/>
                    <a:pt x="63" y="241"/>
                  </a:cubicBezTo>
                  <a:cubicBezTo>
                    <a:pt x="88" y="241"/>
                    <a:pt x="109" y="230"/>
                    <a:pt x="119" y="203"/>
                  </a:cubicBezTo>
                  <a:lnTo>
                    <a:pt x="119" y="196"/>
                  </a:lnTo>
                  <a:cubicBezTo>
                    <a:pt x="133" y="137"/>
                    <a:pt x="146" y="77"/>
                    <a:pt x="164" y="21"/>
                  </a:cubicBezTo>
                  <a:cubicBezTo>
                    <a:pt x="130" y="15"/>
                    <a:pt x="91" y="8"/>
                    <a:pt x="5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 name="Google Shape;723;p32"/>
            <p:cNvSpPr/>
            <p:nvPr/>
          </p:nvSpPr>
          <p:spPr>
            <a:xfrm flipH="1">
              <a:off x="1428874" y="2216210"/>
              <a:ext cx="19055" cy="48077"/>
            </a:xfrm>
            <a:custGeom>
              <a:rect b="b" l="l" r="r" t="t"/>
              <a:pathLst>
                <a:path extrusionOk="0" h="820" w="325">
                  <a:moveTo>
                    <a:pt x="290" y="0"/>
                  </a:moveTo>
                  <a:cubicBezTo>
                    <a:pt x="248" y="140"/>
                    <a:pt x="178" y="266"/>
                    <a:pt x="81" y="373"/>
                  </a:cubicBezTo>
                  <a:cubicBezTo>
                    <a:pt x="57" y="436"/>
                    <a:pt x="28" y="502"/>
                    <a:pt x="1" y="562"/>
                  </a:cubicBezTo>
                  <a:cubicBezTo>
                    <a:pt x="7" y="649"/>
                    <a:pt x="15" y="735"/>
                    <a:pt x="22" y="819"/>
                  </a:cubicBezTo>
                  <a:cubicBezTo>
                    <a:pt x="161" y="572"/>
                    <a:pt x="266" y="304"/>
                    <a:pt x="324" y="25"/>
                  </a:cubicBezTo>
                  <a:lnTo>
                    <a:pt x="290" y="0"/>
                  </a:lnTo>
                  <a:close/>
                </a:path>
              </a:pathLst>
            </a:custGeom>
            <a:solidFill>
              <a:srgbClr val="E8E5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 name="Google Shape;724;p32"/>
            <p:cNvSpPr/>
            <p:nvPr/>
          </p:nvSpPr>
          <p:spPr>
            <a:xfrm flipH="1">
              <a:off x="1287107" y="2302631"/>
              <a:ext cx="40103" cy="164516"/>
            </a:xfrm>
            <a:custGeom>
              <a:rect b="b" l="l" r="r" t="t"/>
              <a:pathLst>
                <a:path extrusionOk="0" h="2806" w="684">
                  <a:moveTo>
                    <a:pt x="373" y="1"/>
                  </a:moveTo>
                  <a:cubicBezTo>
                    <a:pt x="21" y="743"/>
                    <a:pt x="0" y="1635"/>
                    <a:pt x="360" y="2405"/>
                  </a:cubicBezTo>
                  <a:cubicBezTo>
                    <a:pt x="426" y="2544"/>
                    <a:pt x="506" y="2680"/>
                    <a:pt x="593" y="2806"/>
                  </a:cubicBezTo>
                  <a:lnTo>
                    <a:pt x="684" y="2673"/>
                  </a:lnTo>
                  <a:cubicBezTo>
                    <a:pt x="436" y="2307"/>
                    <a:pt x="280" y="1878"/>
                    <a:pt x="245" y="1412"/>
                  </a:cubicBezTo>
                  <a:cubicBezTo>
                    <a:pt x="210" y="937"/>
                    <a:pt x="304" y="485"/>
                    <a:pt x="496" y="84"/>
                  </a:cubicBezTo>
                  <a:lnTo>
                    <a:pt x="37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 name="Google Shape;725;p32"/>
            <p:cNvSpPr/>
            <p:nvPr/>
          </p:nvSpPr>
          <p:spPr>
            <a:xfrm flipH="1">
              <a:off x="1318122" y="2494644"/>
              <a:ext cx="147982" cy="64024"/>
            </a:xfrm>
            <a:custGeom>
              <a:rect b="b" l="l" r="r" t="t"/>
              <a:pathLst>
                <a:path extrusionOk="0" h="1092" w="2524">
                  <a:moveTo>
                    <a:pt x="1596" y="1"/>
                  </a:moveTo>
                  <a:cubicBezTo>
                    <a:pt x="910" y="1"/>
                    <a:pt x="248" y="283"/>
                    <a:pt x="18" y="1015"/>
                  </a:cubicBezTo>
                  <a:cubicBezTo>
                    <a:pt x="0" y="1063"/>
                    <a:pt x="39" y="1091"/>
                    <a:pt x="81" y="1091"/>
                  </a:cubicBezTo>
                  <a:cubicBezTo>
                    <a:pt x="112" y="1091"/>
                    <a:pt x="143" y="1078"/>
                    <a:pt x="153" y="1039"/>
                  </a:cubicBezTo>
                  <a:cubicBezTo>
                    <a:pt x="359" y="380"/>
                    <a:pt x="962" y="137"/>
                    <a:pt x="1583" y="137"/>
                  </a:cubicBezTo>
                  <a:cubicBezTo>
                    <a:pt x="1879" y="137"/>
                    <a:pt x="2178" y="192"/>
                    <a:pt x="2443" y="283"/>
                  </a:cubicBezTo>
                  <a:lnTo>
                    <a:pt x="2523" y="164"/>
                  </a:lnTo>
                  <a:cubicBezTo>
                    <a:pt x="2516" y="164"/>
                    <a:pt x="2509" y="161"/>
                    <a:pt x="2499" y="158"/>
                  </a:cubicBezTo>
                  <a:cubicBezTo>
                    <a:pt x="2220" y="57"/>
                    <a:pt x="1906" y="1"/>
                    <a:pt x="159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32"/>
            <p:cNvSpPr/>
            <p:nvPr/>
          </p:nvSpPr>
          <p:spPr>
            <a:xfrm flipH="1">
              <a:off x="1580257" y="2468143"/>
              <a:ext cx="7036" cy="25973"/>
            </a:xfrm>
            <a:custGeom>
              <a:rect b="b" l="l" r="r" t="t"/>
              <a:pathLst>
                <a:path extrusionOk="0" h="443" w="120">
                  <a:moveTo>
                    <a:pt x="120" y="0"/>
                  </a:moveTo>
                  <a:cubicBezTo>
                    <a:pt x="85" y="146"/>
                    <a:pt x="46" y="289"/>
                    <a:pt x="1" y="432"/>
                  </a:cubicBezTo>
                  <a:lnTo>
                    <a:pt x="15" y="443"/>
                  </a:lnTo>
                  <a:cubicBezTo>
                    <a:pt x="60" y="289"/>
                    <a:pt x="95" y="142"/>
                    <a:pt x="120" y="0"/>
                  </a:cubicBezTo>
                  <a:close/>
                </a:path>
              </a:pathLst>
            </a:custGeom>
            <a:solidFill>
              <a:srgbClr val="D3D9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 name="Google Shape;727;p32"/>
            <p:cNvSpPr/>
            <p:nvPr/>
          </p:nvSpPr>
          <p:spPr>
            <a:xfrm flipH="1">
              <a:off x="1563899" y="2093263"/>
              <a:ext cx="79326" cy="400208"/>
            </a:xfrm>
            <a:custGeom>
              <a:rect b="b" l="l" r="r" t="t"/>
              <a:pathLst>
                <a:path extrusionOk="0" h="6826" w="1353">
                  <a:moveTo>
                    <a:pt x="572" y="0"/>
                  </a:moveTo>
                  <a:cubicBezTo>
                    <a:pt x="548" y="296"/>
                    <a:pt x="471" y="592"/>
                    <a:pt x="342" y="878"/>
                  </a:cubicBezTo>
                  <a:cubicBezTo>
                    <a:pt x="189" y="1226"/>
                    <a:pt x="1" y="1581"/>
                    <a:pt x="11" y="1972"/>
                  </a:cubicBezTo>
                  <a:cubicBezTo>
                    <a:pt x="18" y="2306"/>
                    <a:pt x="171" y="2613"/>
                    <a:pt x="352" y="2889"/>
                  </a:cubicBezTo>
                  <a:cubicBezTo>
                    <a:pt x="575" y="3230"/>
                    <a:pt x="833" y="3547"/>
                    <a:pt x="976" y="3937"/>
                  </a:cubicBezTo>
                  <a:cubicBezTo>
                    <a:pt x="1130" y="4355"/>
                    <a:pt x="1164" y="4812"/>
                    <a:pt x="1126" y="5254"/>
                  </a:cubicBezTo>
                  <a:cubicBezTo>
                    <a:pt x="1119" y="5345"/>
                    <a:pt x="1109" y="5436"/>
                    <a:pt x="1098" y="5523"/>
                  </a:cubicBezTo>
                  <a:cubicBezTo>
                    <a:pt x="1049" y="5938"/>
                    <a:pt x="962" y="6348"/>
                    <a:pt x="840" y="6745"/>
                  </a:cubicBezTo>
                  <a:lnTo>
                    <a:pt x="955" y="6826"/>
                  </a:lnTo>
                  <a:cubicBezTo>
                    <a:pt x="1000" y="6683"/>
                    <a:pt x="1039" y="6540"/>
                    <a:pt x="1074" y="6394"/>
                  </a:cubicBezTo>
                  <a:cubicBezTo>
                    <a:pt x="1136" y="6129"/>
                    <a:pt x="1188" y="5857"/>
                    <a:pt x="1230" y="5585"/>
                  </a:cubicBezTo>
                  <a:cubicBezTo>
                    <a:pt x="1352" y="4763"/>
                    <a:pt x="1251" y="3972"/>
                    <a:pt x="784" y="3272"/>
                  </a:cubicBezTo>
                  <a:cubicBezTo>
                    <a:pt x="561" y="2934"/>
                    <a:pt x="279" y="2599"/>
                    <a:pt x="185" y="2195"/>
                  </a:cubicBezTo>
                  <a:cubicBezTo>
                    <a:pt x="67" y="1694"/>
                    <a:pt x="345" y="1247"/>
                    <a:pt x="530" y="801"/>
                  </a:cubicBezTo>
                  <a:cubicBezTo>
                    <a:pt x="624" y="575"/>
                    <a:pt x="687" y="338"/>
                    <a:pt x="712" y="97"/>
                  </a:cubicBezTo>
                  <a:lnTo>
                    <a:pt x="572"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 name="Google Shape;728;p32"/>
            <p:cNvSpPr/>
            <p:nvPr/>
          </p:nvSpPr>
          <p:spPr>
            <a:xfrm flipH="1">
              <a:off x="1433330" y="2150427"/>
              <a:ext cx="93456" cy="275854"/>
            </a:xfrm>
            <a:custGeom>
              <a:rect b="b" l="l" r="r" t="t"/>
              <a:pathLst>
                <a:path extrusionOk="0" h="4705" w="1594">
                  <a:moveTo>
                    <a:pt x="1" y="0"/>
                  </a:moveTo>
                  <a:lnTo>
                    <a:pt x="32" y="227"/>
                  </a:lnTo>
                  <a:cubicBezTo>
                    <a:pt x="70" y="185"/>
                    <a:pt x="115" y="143"/>
                    <a:pt x="161" y="109"/>
                  </a:cubicBezTo>
                  <a:lnTo>
                    <a:pt x="1" y="0"/>
                  </a:lnTo>
                  <a:close/>
                  <a:moveTo>
                    <a:pt x="1335" y="1582"/>
                  </a:moveTo>
                  <a:cubicBezTo>
                    <a:pt x="1213" y="1687"/>
                    <a:pt x="1060" y="1760"/>
                    <a:pt x="892" y="1791"/>
                  </a:cubicBezTo>
                  <a:cubicBezTo>
                    <a:pt x="837" y="1798"/>
                    <a:pt x="781" y="1806"/>
                    <a:pt x="725" y="1806"/>
                  </a:cubicBezTo>
                  <a:cubicBezTo>
                    <a:pt x="551" y="1806"/>
                    <a:pt x="381" y="1753"/>
                    <a:pt x="238" y="1666"/>
                  </a:cubicBezTo>
                  <a:lnTo>
                    <a:pt x="238" y="1666"/>
                  </a:lnTo>
                  <a:lnTo>
                    <a:pt x="540" y="3802"/>
                  </a:lnTo>
                  <a:lnTo>
                    <a:pt x="614" y="3861"/>
                  </a:lnTo>
                  <a:lnTo>
                    <a:pt x="1593" y="4704"/>
                  </a:lnTo>
                  <a:cubicBezTo>
                    <a:pt x="1593" y="4704"/>
                    <a:pt x="1499" y="3530"/>
                    <a:pt x="1367" y="1941"/>
                  </a:cubicBezTo>
                  <a:cubicBezTo>
                    <a:pt x="1360" y="1857"/>
                    <a:pt x="1352" y="1771"/>
                    <a:pt x="1346" y="1684"/>
                  </a:cubicBezTo>
                  <a:cubicBezTo>
                    <a:pt x="1342" y="1648"/>
                    <a:pt x="1339" y="1617"/>
                    <a:pt x="1335" y="1582"/>
                  </a:cubicBezTo>
                  <a:close/>
                </a:path>
              </a:pathLst>
            </a:custGeom>
            <a:solidFill>
              <a:srgbClr val="BABB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 name="Google Shape;729;p32"/>
            <p:cNvSpPr/>
            <p:nvPr/>
          </p:nvSpPr>
          <p:spPr>
            <a:xfrm flipH="1">
              <a:off x="1430926" y="2156759"/>
              <a:ext cx="110811" cy="99554"/>
            </a:xfrm>
            <a:custGeom>
              <a:rect b="b" l="l" r="r" t="t"/>
              <a:pathLst>
                <a:path extrusionOk="0" h="1698" w="1890">
                  <a:moveTo>
                    <a:pt x="416" y="1"/>
                  </a:moveTo>
                  <a:cubicBezTo>
                    <a:pt x="370" y="35"/>
                    <a:pt x="325" y="77"/>
                    <a:pt x="287" y="119"/>
                  </a:cubicBezTo>
                  <a:cubicBezTo>
                    <a:pt x="99" y="328"/>
                    <a:pt x="1" y="617"/>
                    <a:pt x="54" y="917"/>
                  </a:cubicBezTo>
                  <a:cubicBezTo>
                    <a:pt x="102" y="1196"/>
                    <a:pt x="269" y="1423"/>
                    <a:pt x="493" y="1558"/>
                  </a:cubicBezTo>
                  <a:cubicBezTo>
                    <a:pt x="636" y="1645"/>
                    <a:pt x="806" y="1698"/>
                    <a:pt x="980" y="1698"/>
                  </a:cubicBezTo>
                  <a:cubicBezTo>
                    <a:pt x="1036" y="1698"/>
                    <a:pt x="1092" y="1690"/>
                    <a:pt x="1147" y="1683"/>
                  </a:cubicBezTo>
                  <a:cubicBezTo>
                    <a:pt x="1315" y="1652"/>
                    <a:pt x="1468" y="1579"/>
                    <a:pt x="1590" y="1474"/>
                  </a:cubicBezTo>
                  <a:cubicBezTo>
                    <a:pt x="1622" y="1447"/>
                    <a:pt x="1652" y="1418"/>
                    <a:pt x="1681" y="1387"/>
                  </a:cubicBezTo>
                  <a:cubicBezTo>
                    <a:pt x="1778" y="1280"/>
                    <a:pt x="1848" y="1154"/>
                    <a:pt x="1890" y="1014"/>
                  </a:cubicBezTo>
                  <a:lnTo>
                    <a:pt x="1496" y="743"/>
                  </a:lnTo>
                  <a:lnTo>
                    <a:pt x="1496" y="743"/>
                  </a:lnTo>
                  <a:cubicBezTo>
                    <a:pt x="1499" y="994"/>
                    <a:pt x="1325" y="1213"/>
                    <a:pt x="1071" y="1259"/>
                  </a:cubicBezTo>
                  <a:cubicBezTo>
                    <a:pt x="1043" y="1265"/>
                    <a:pt x="1012" y="1265"/>
                    <a:pt x="980" y="1265"/>
                  </a:cubicBezTo>
                  <a:cubicBezTo>
                    <a:pt x="740" y="1265"/>
                    <a:pt x="520" y="1091"/>
                    <a:pt x="478" y="844"/>
                  </a:cubicBezTo>
                  <a:cubicBezTo>
                    <a:pt x="433" y="593"/>
                    <a:pt x="580" y="356"/>
                    <a:pt x="809" y="273"/>
                  </a:cubicBezTo>
                  <a:lnTo>
                    <a:pt x="41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 name="Google Shape;730;p32"/>
            <p:cNvSpPr/>
            <p:nvPr/>
          </p:nvSpPr>
          <p:spPr>
            <a:xfrm flipH="1">
              <a:off x="1453792" y="2172706"/>
              <a:ext cx="62558" cy="58278"/>
            </a:xfrm>
            <a:custGeom>
              <a:rect b="b" l="l" r="r" t="t"/>
              <a:pathLst>
                <a:path extrusionOk="0" h="994" w="1067">
                  <a:moveTo>
                    <a:pt x="376" y="1"/>
                  </a:moveTo>
                  <a:cubicBezTo>
                    <a:pt x="147" y="84"/>
                    <a:pt x="0" y="321"/>
                    <a:pt x="45" y="572"/>
                  </a:cubicBezTo>
                  <a:cubicBezTo>
                    <a:pt x="87" y="819"/>
                    <a:pt x="307" y="993"/>
                    <a:pt x="547" y="993"/>
                  </a:cubicBezTo>
                  <a:cubicBezTo>
                    <a:pt x="579" y="993"/>
                    <a:pt x="610" y="993"/>
                    <a:pt x="638" y="987"/>
                  </a:cubicBezTo>
                  <a:cubicBezTo>
                    <a:pt x="892" y="941"/>
                    <a:pt x="1066" y="722"/>
                    <a:pt x="1063" y="471"/>
                  </a:cubicBezTo>
                  <a:lnTo>
                    <a:pt x="37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 name="Google Shape;731;p32"/>
            <p:cNvSpPr/>
            <p:nvPr/>
          </p:nvSpPr>
          <p:spPr>
            <a:xfrm flipH="1">
              <a:off x="1634841" y="1853759"/>
              <a:ext cx="528549" cy="466108"/>
            </a:xfrm>
            <a:custGeom>
              <a:rect b="b" l="l" r="r" t="t"/>
              <a:pathLst>
                <a:path extrusionOk="0" h="7950" w="9015">
                  <a:moveTo>
                    <a:pt x="2280" y="1"/>
                  </a:moveTo>
                  <a:lnTo>
                    <a:pt x="1" y="3322"/>
                  </a:lnTo>
                  <a:lnTo>
                    <a:pt x="3001" y="5381"/>
                  </a:lnTo>
                  <a:lnTo>
                    <a:pt x="6736" y="7949"/>
                  </a:lnTo>
                  <a:lnTo>
                    <a:pt x="9015" y="4632"/>
                  </a:lnTo>
                  <a:lnTo>
                    <a:pt x="6210" y="2705"/>
                  </a:lnTo>
                  <a:lnTo>
                    <a:pt x="2280" y="1"/>
                  </a:lnTo>
                  <a:close/>
                </a:path>
              </a:pathLst>
            </a:custGeom>
            <a:solidFill>
              <a:srgbClr val="EEA4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 name="Google Shape;732;p32"/>
            <p:cNvSpPr/>
            <p:nvPr/>
          </p:nvSpPr>
          <p:spPr>
            <a:xfrm flipH="1">
              <a:off x="1990843" y="1872990"/>
              <a:ext cx="56871" cy="74108"/>
            </a:xfrm>
            <a:custGeom>
              <a:rect b="b" l="l" r="r" t="t"/>
              <a:pathLst>
                <a:path extrusionOk="0" h="1264" w="970">
                  <a:moveTo>
                    <a:pt x="781" y="1"/>
                  </a:moveTo>
                  <a:lnTo>
                    <a:pt x="35" y="1084"/>
                  </a:lnTo>
                  <a:cubicBezTo>
                    <a:pt x="1" y="1136"/>
                    <a:pt x="11" y="1206"/>
                    <a:pt x="63" y="1245"/>
                  </a:cubicBezTo>
                  <a:cubicBezTo>
                    <a:pt x="84" y="1258"/>
                    <a:pt x="106" y="1264"/>
                    <a:pt x="129" y="1264"/>
                  </a:cubicBezTo>
                  <a:cubicBezTo>
                    <a:pt x="166" y="1264"/>
                    <a:pt x="203" y="1246"/>
                    <a:pt x="226" y="1213"/>
                  </a:cubicBezTo>
                  <a:lnTo>
                    <a:pt x="969" y="129"/>
                  </a:lnTo>
                  <a:lnTo>
                    <a:pt x="78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 name="Google Shape;733;p32"/>
            <p:cNvSpPr/>
            <p:nvPr/>
          </p:nvSpPr>
          <p:spPr>
            <a:xfrm flipH="1">
              <a:off x="1936551" y="1910161"/>
              <a:ext cx="57047" cy="74284"/>
            </a:xfrm>
            <a:custGeom>
              <a:rect b="b" l="l" r="r" t="t"/>
              <a:pathLst>
                <a:path extrusionOk="0" h="1267" w="973">
                  <a:moveTo>
                    <a:pt x="781" y="0"/>
                  </a:moveTo>
                  <a:lnTo>
                    <a:pt x="39" y="1084"/>
                  </a:lnTo>
                  <a:cubicBezTo>
                    <a:pt x="1" y="1137"/>
                    <a:pt x="14" y="1210"/>
                    <a:pt x="67" y="1245"/>
                  </a:cubicBezTo>
                  <a:cubicBezTo>
                    <a:pt x="87" y="1260"/>
                    <a:pt x="110" y="1267"/>
                    <a:pt x="133" y="1267"/>
                  </a:cubicBezTo>
                  <a:cubicBezTo>
                    <a:pt x="170" y="1267"/>
                    <a:pt x="206" y="1249"/>
                    <a:pt x="228" y="1217"/>
                  </a:cubicBezTo>
                  <a:lnTo>
                    <a:pt x="973" y="133"/>
                  </a:lnTo>
                  <a:lnTo>
                    <a:pt x="7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 name="Google Shape;734;p32"/>
            <p:cNvSpPr/>
            <p:nvPr/>
          </p:nvSpPr>
          <p:spPr>
            <a:xfrm flipH="1">
              <a:off x="1882143" y="1947567"/>
              <a:ext cx="57106" cy="74108"/>
            </a:xfrm>
            <a:custGeom>
              <a:rect b="b" l="l" r="r" t="t"/>
              <a:pathLst>
                <a:path extrusionOk="0" h="1264" w="974">
                  <a:moveTo>
                    <a:pt x="781" y="1"/>
                  </a:moveTo>
                  <a:lnTo>
                    <a:pt x="36" y="1084"/>
                  </a:lnTo>
                  <a:cubicBezTo>
                    <a:pt x="0" y="1136"/>
                    <a:pt x="15" y="1210"/>
                    <a:pt x="67" y="1244"/>
                  </a:cubicBezTo>
                  <a:cubicBezTo>
                    <a:pt x="86" y="1257"/>
                    <a:pt x="109" y="1263"/>
                    <a:pt x="131" y="1263"/>
                  </a:cubicBezTo>
                  <a:cubicBezTo>
                    <a:pt x="168" y="1263"/>
                    <a:pt x="205" y="1246"/>
                    <a:pt x="227" y="1213"/>
                  </a:cubicBezTo>
                  <a:lnTo>
                    <a:pt x="973" y="129"/>
                  </a:lnTo>
                  <a:lnTo>
                    <a:pt x="78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p32"/>
            <p:cNvSpPr/>
            <p:nvPr/>
          </p:nvSpPr>
          <p:spPr>
            <a:xfrm flipH="1">
              <a:off x="1828027" y="1984739"/>
              <a:ext cx="56871" cy="74343"/>
            </a:xfrm>
            <a:custGeom>
              <a:rect b="b" l="l" r="r" t="t"/>
              <a:pathLst>
                <a:path extrusionOk="0" h="1268" w="970">
                  <a:moveTo>
                    <a:pt x="781" y="0"/>
                  </a:moveTo>
                  <a:lnTo>
                    <a:pt x="35" y="1084"/>
                  </a:lnTo>
                  <a:cubicBezTo>
                    <a:pt x="0" y="1140"/>
                    <a:pt x="14" y="1210"/>
                    <a:pt x="67" y="1248"/>
                  </a:cubicBezTo>
                  <a:cubicBezTo>
                    <a:pt x="86" y="1261"/>
                    <a:pt x="108" y="1267"/>
                    <a:pt x="129" y="1267"/>
                  </a:cubicBezTo>
                  <a:cubicBezTo>
                    <a:pt x="166" y="1267"/>
                    <a:pt x="202" y="1249"/>
                    <a:pt x="227" y="1216"/>
                  </a:cubicBezTo>
                  <a:lnTo>
                    <a:pt x="969" y="133"/>
                  </a:lnTo>
                  <a:lnTo>
                    <a:pt x="78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 name="Google Shape;736;p32"/>
            <p:cNvSpPr/>
            <p:nvPr/>
          </p:nvSpPr>
          <p:spPr>
            <a:xfrm flipH="1">
              <a:off x="1773736" y="2022145"/>
              <a:ext cx="56812" cy="74167"/>
            </a:xfrm>
            <a:custGeom>
              <a:rect b="b" l="l" r="r" t="t"/>
              <a:pathLst>
                <a:path extrusionOk="0" h="1265" w="969">
                  <a:moveTo>
                    <a:pt x="781" y="1"/>
                  </a:moveTo>
                  <a:lnTo>
                    <a:pt x="35" y="1084"/>
                  </a:lnTo>
                  <a:cubicBezTo>
                    <a:pt x="0" y="1136"/>
                    <a:pt x="10" y="1210"/>
                    <a:pt x="63" y="1244"/>
                  </a:cubicBezTo>
                  <a:cubicBezTo>
                    <a:pt x="83" y="1258"/>
                    <a:pt x="107" y="1264"/>
                    <a:pt x="130" y="1264"/>
                  </a:cubicBezTo>
                  <a:cubicBezTo>
                    <a:pt x="166" y="1264"/>
                    <a:pt x="202" y="1248"/>
                    <a:pt x="223" y="1216"/>
                  </a:cubicBezTo>
                  <a:lnTo>
                    <a:pt x="969" y="133"/>
                  </a:lnTo>
                  <a:lnTo>
                    <a:pt x="78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 name="Google Shape;737;p32"/>
            <p:cNvSpPr/>
            <p:nvPr/>
          </p:nvSpPr>
          <p:spPr>
            <a:xfrm flipH="1">
              <a:off x="1719386" y="2059492"/>
              <a:ext cx="57047" cy="74108"/>
            </a:xfrm>
            <a:custGeom>
              <a:rect b="b" l="l" r="r" t="t"/>
              <a:pathLst>
                <a:path extrusionOk="0" h="1264" w="973">
                  <a:moveTo>
                    <a:pt x="781" y="1"/>
                  </a:moveTo>
                  <a:lnTo>
                    <a:pt x="39" y="1085"/>
                  </a:lnTo>
                  <a:cubicBezTo>
                    <a:pt x="1" y="1137"/>
                    <a:pt x="15" y="1207"/>
                    <a:pt x="67" y="1245"/>
                  </a:cubicBezTo>
                  <a:cubicBezTo>
                    <a:pt x="86" y="1258"/>
                    <a:pt x="109" y="1264"/>
                    <a:pt x="131" y="1264"/>
                  </a:cubicBezTo>
                  <a:cubicBezTo>
                    <a:pt x="168" y="1264"/>
                    <a:pt x="205" y="1246"/>
                    <a:pt x="227" y="1213"/>
                  </a:cubicBezTo>
                  <a:lnTo>
                    <a:pt x="972" y="130"/>
                  </a:lnTo>
                  <a:lnTo>
                    <a:pt x="78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 name="Google Shape;738;p32"/>
            <p:cNvSpPr/>
            <p:nvPr/>
          </p:nvSpPr>
          <p:spPr>
            <a:xfrm flipH="1">
              <a:off x="1634841" y="2085230"/>
              <a:ext cx="191837" cy="234637"/>
            </a:xfrm>
            <a:custGeom>
              <a:rect b="b" l="l" r="r" t="t"/>
              <a:pathLst>
                <a:path extrusionOk="0" h="4002" w="3272">
                  <a:moveTo>
                    <a:pt x="2279" y="1"/>
                  </a:moveTo>
                  <a:lnTo>
                    <a:pt x="0" y="3318"/>
                  </a:lnTo>
                  <a:lnTo>
                    <a:pt x="993" y="4001"/>
                  </a:lnTo>
                  <a:lnTo>
                    <a:pt x="3272" y="684"/>
                  </a:lnTo>
                  <a:lnTo>
                    <a:pt x="227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 name="Google Shape;739;p32"/>
            <p:cNvSpPr/>
            <p:nvPr/>
          </p:nvSpPr>
          <p:spPr>
            <a:xfrm flipH="1">
              <a:off x="1145281" y="2318402"/>
              <a:ext cx="283652" cy="377988"/>
            </a:xfrm>
            <a:custGeom>
              <a:rect b="b" l="l" r="r" t="t"/>
              <a:pathLst>
                <a:path extrusionOk="0" h="6447" w="4838">
                  <a:moveTo>
                    <a:pt x="4084" y="0"/>
                  </a:moveTo>
                  <a:cubicBezTo>
                    <a:pt x="4075" y="0"/>
                    <a:pt x="4066" y="5"/>
                    <a:pt x="4060" y="14"/>
                  </a:cubicBezTo>
                  <a:lnTo>
                    <a:pt x="11" y="5909"/>
                  </a:lnTo>
                  <a:cubicBezTo>
                    <a:pt x="0" y="5920"/>
                    <a:pt x="4" y="5941"/>
                    <a:pt x="18" y="5948"/>
                  </a:cubicBezTo>
                  <a:lnTo>
                    <a:pt x="736" y="6443"/>
                  </a:lnTo>
                  <a:cubicBezTo>
                    <a:pt x="741" y="6445"/>
                    <a:pt x="745" y="6446"/>
                    <a:pt x="750" y="6446"/>
                  </a:cubicBezTo>
                  <a:cubicBezTo>
                    <a:pt x="760" y="6446"/>
                    <a:pt x="769" y="6441"/>
                    <a:pt x="774" y="6432"/>
                  </a:cubicBezTo>
                  <a:lnTo>
                    <a:pt x="4826" y="540"/>
                  </a:lnTo>
                  <a:cubicBezTo>
                    <a:pt x="4837" y="526"/>
                    <a:pt x="4834" y="509"/>
                    <a:pt x="4820" y="498"/>
                  </a:cubicBezTo>
                  <a:lnTo>
                    <a:pt x="4102" y="7"/>
                  </a:lnTo>
                  <a:cubicBezTo>
                    <a:pt x="4096" y="3"/>
                    <a:pt x="4090" y="0"/>
                    <a:pt x="408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 name="Google Shape;740;p32"/>
            <p:cNvSpPr/>
            <p:nvPr/>
          </p:nvSpPr>
          <p:spPr>
            <a:xfrm flipH="1">
              <a:off x="1272391" y="2168426"/>
              <a:ext cx="466402" cy="377753"/>
            </a:xfrm>
            <a:custGeom>
              <a:rect b="b" l="l" r="r" t="t"/>
              <a:pathLst>
                <a:path extrusionOk="0" h="6443" w="7955">
                  <a:moveTo>
                    <a:pt x="1268" y="0"/>
                  </a:moveTo>
                  <a:lnTo>
                    <a:pt x="0" y="1847"/>
                  </a:lnTo>
                  <a:lnTo>
                    <a:pt x="6686" y="6443"/>
                  </a:lnTo>
                  <a:lnTo>
                    <a:pt x="7955" y="4593"/>
                  </a:lnTo>
                  <a:lnTo>
                    <a:pt x="1268"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 name="Google Shape;741;p32"/>
            <p:cNvSpPr/>
            <p:nvPr/>
          </p:nvSpPr>
          <p:spPr>
            <a:xfrm flipH="1">
              <a:off x="938141" y="2458879"/>
              <a:ext cx="370424" cy="322055"/>
            </a:xfrm>
            <a:custGeom>
              <a:rect b="b" l="l" r="r" t="t"/>
              <a:pathLst>
                <a:path extrusionOk="0" h="5493" w="6318">
                  <a:moveTo>
                    <a:pt x="1495" y="1"/>
                  </a:moveTo>
                  <a:lnTo>
                    <a:pt x="0" y="2179"/>
                  </a:lnTo>
                  <a:lnTo>
                    <a:pt x="4822" y="5493"/>
                  </a:lnTo>
                  <a:lnTo>
                    <a:pt x="6317" y="3315"/>
                  </a:lnTo>
                  <a:lnTo>
                    <a:pt x="149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 name="Google Shape;742;p32"/>
            <p:cNvSpPr/>
            <p:nvPr/>
          </p:nvSpPr>
          <p:spPr>
            <a:xfrm flipH="1">
              <a:off x="794732" y="2542017"/>
              <a:ext cx="308746" cy="395225"/>
            </a:xfrm>
            <a:custGeom>
              <a:rect b="b" l="l" r="r" t="t"/>
              <a:pathLst>
                <a:path extrusionOk="0" h="6741" w="5266">
                  <a:moveTo>
                    <a:pt x="4084" y="1"/>
                  </a:moveTo>
                  <a:cubicBezTo>
                    <a:pt x="4071" y="1"/>
                    <a:pt x="4058" y="8"/>
                    <a:pt x="4049" y="19"/>
                  </a:cubicBezTo>
                  <a:lnTo>
                    <a:pt x="10" y="5897"/>
                  </a:lnTo>
                  <a:cubicBezTo>
                    <a:pt x="0" y="5914"/>
                    <a:pt x="4" y="5939"/>
                    <a:pt x="21" y="5949"/>
                  </a:cubicBezTo>
                  <a:lnTo>
                    <a:pt x="1160" y="6733"/>
                  </a:lnTo>
                  <a:cubicBezTo>
                    <a:pt x="1167" y="6738"/>
                    <a:pt x="1174" y="6741"/>
                    <a:pt x="1181" y="6741"/>
                  </a:cubicBezTo>
                  <a:cubicBezTo>
                    <a:pt x="1194" y="6741"/>
                    <a:pt x="1206" y="6733"/>
                    <a:pt x="1213" y="6722"/>
                  </a:cubicBezTo>
                  <a:lnTo>
                    <a:pt x="5255" y="844"/>
                  </a:lnTo>
                  <a:cubicBezTo>
                    <a:pt x="5265" y="827"/>
                    <a:pt x="5262" y="802"/>
                    <a:pt x="5244" y="792"/>
                  </a:cubicBezTo>
                  <a:lnTo>
                    <a:pt x="4105" y="8"/>
                  </a:lnTo>
                  <a:cubicBezTo>
                    <a:pt x="4098" y="3"/>
                    <a:pt x="4091" y="1"/>
                    <a:pt x="408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 name="Google Shape;743;p32"/>
            <p:cNvSpPr/>
            <p:nvPr/>
          </p:nvSpPr>
          <p:spPr>
            <a:xfrm flipH="1">
              <a:off x="2045838" y="1793546"/>
              <a:ext cx="181049" cy="261314"/>
            </a:xfrm>
            <a:custGeom>
              <a:rect b="b" l="l" r="r" t="t"/>
              <a:pathLst>
                <a:path extrusionOk="0" h="4457" w="3088">
                  <a:moveTo>
                    <a:pt x="3088" y="0"/>
                  </a:moveTo>
                  <a:lnTo>
                    <a:pt x="1907" y="436"/>
                  </a:lnTo>
                  <a:cubicBezTo>
                    <a:pt x="1621" y="540"/>
                    <a:pt x="1377" y="732"/>
                    <a:pt x="1206" y="979"/>
                  </a:cubicBezTo>
                  <a:lnTo>
                    <a:pt x="265" y="2349"/>
                  </a:lnTo>
                  <a:cubicBezTo>
                    <a:pt x="91" y="2600"/>
                    <a:pt x="0" y="2899"/>
                    <a:pt x="8" y="3202"/>
                  </a:cubicBezTo>
                  <a:lnTo>
                    <a:pt x="25" y="4456"/>
                  </a:lnTo>
                  <a:lnTo>
                    <a:pt x="308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 name="Google Shape;744;p32"/>
            <p:cNvSpPr/>
            <p:nvPr/>
          </p:nvSpPr>
          <p:spPr>
            <a:xfrm flipH="1">
              <a:off x="2160870" y="1811487"/>
              <a:ext cx="113215" cy="113273"/>
            </a:xfrm>
            <a:custGeom>
              <a:rect b="b" l="l" r="r" t="t"/>
              <a:pathLst>
                <a:path extrusionOk="0" h="1932" w="1931">
                  <a:moveTo>
                    <a:pt x="788" y="1"/>
                  </a:moveTo>
                  <a:lnTo>
                    <a:pt x="1" y="1144"/>
                  </a:lnTo>
                  <a:lnTo>
                    <a:pt x="1147" y="1931"/>
                  </a:lnTo>
                  <a:lnTo>
                    <a:pt x="1931" y="789"/>
                  </a:lnTo>
                  <a:lnTo>
                    <a:pt x="7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 name="Google Shape;745;p32"/>
            <p:cNvSpPr/>
            <p:nvPr/>
          </p:nvSpPr>
          <p:spPr>
            <a:xfrm flipH="1">
              <a:off x="2244183" y="1644567"/>
              <a:ext cx="298661" cy="210071"/>
            </a:xfrm>
            <a:custGeom>
              <a:rect b="b" l="l" r="r" t="t"/>
              <a:pathLst>
                <a:path extrusionOk="0" h="3583" w="5094">
                  <a:moveTo>
                    <a:pt x="32" y="0"/>
                  </a:moveTo>
                  <a:cubicBezTo>
                    <a:pt x="4" y="0"/>
                    <a:pt x="1" y="30"/>
                    <a:pt x="41" y="61"/>
                  </a:cubicBezTo>
                  <a:lnTo>
                    <a:pt x="4866" y="3583"/>
                  </a:lnTo>
                  <a:lnTo>
                    <a:pt x="5093" y="3255"/>
                  </a:lnTo>
                  <a:lnTo>
                    <a:pt x="72" y="15"/>
                  </a:lnTo>
                  <a:cubicBezTo>
                    <a:pt x="56" y="4"/>
                    <a:pt x="42" y="0"/>
                    <a:pt x="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 name="Google Shape;746;p32"/>
            <p:cNvSpPr/>
            <p:nvPr/>
          </p:nvSpPr>
          <p:spPr>
            <a:xfrm flipH="1">
              <a:off x="1015357" y="2536506"/>
              <a:ext cx="152262" cy="33830"/>
            </a:xfrm>
            <a:custGeom>
              <a:rect b="b" l="l" r="r" t="t"/>
              <a:pathLst>
                <a:path extrusionOk="0" h="577" w="2597">
                  <a:moveTo>
                    <a:pt x="2596" y="1"/>
                  </a:moveTo>
                  <a:cubicBezTo>
                    <a:pt x="2596" y="1"/>
                    <a:pt x="1620" y="15"/>
                    <a:pt x="990" y="81"/>
                  </a:cubicBezTo>
                  <a:cubicBezTo>
                    <a:pt x="557" y="130"/>
                    <a:pt x="199" y="84"/>
                    <a:pt x="97" y="266"/>
                  </a:cubicBezTo>
                  <a:cubicBezTo>
                    <a:pt x="0" y="447"/>
                    <a:pt x="885" y="565"/>
                    <a:pt x="966" y="576"/>
                  </a:cubicBezTo>
                  <a:cubicBezTo>
                    <a:pt x="966" y="576"/>
                    <a:pt x="967" y="576"/>
                    <a:pt x="968" y="576"/>
                  </a:cubicBezTo>
                  <a:cubicBezTo>
                    <a:pt x="1068" y="576"/>
                    <a:pt x="2596" y="1"/>
                    <a:pt x="2596" y="1"/>
                  </a:cubicBezTo>
                  <a:close/>
                </a:path>
              </a:pathLst>
            </a:custGeom>
            <a:solidFill>
              <a:srgbClr val="B5544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 name="Google Shape;747;p32"/>
            <p:cNvSpPr/>
            <p:nvPr/>
          </p:nvSpPr>
          <p:spPr>
            <a:xfrm flipH="1">
              <a:off x="955320" y="2536740"/>
              <a:ext cx="273274" cy="196352"/>
            </a:xfrm>
            <a:custGeom>
              <a:rect b="b" l="l" r="r" t="t"/>
              <a:pathLst>
                <a:path extrusionOk="0" h="3349" w="4661">
                  <a:moveTo>
                    <a:pt x="3557" y="0"/>
                  </a:moveTo>
                  <a:cubicBezTo>
                    <a:pt x="3547" y="0"/>
                    <a:pt x="3538" y="1"/>
                    <a:pt x="3528" y="1"/>
                  </a:cubicBezTo>
                  <a:cubicBezTo>
                    <a:pt x="3089" y="18"/>
                    <a:pt x="2723" y="248"/>
                    <a:pt x="2427" y="321"/>
                  </a:cubicBezTo>
                  <a:cubicBezTo>
                    <a:pt x="2131" y="391"/>
                    <a:pt x="1705" y="593"/>
                    <a:pt x="1266" y="823"/>
                  </a:cubicBezTo>
                  <a:cubicBezTo>
                    <a:pt x="827" y="1050"/>
                    <a:pt x="671" y="1283"/>
                    <a:pt x="420" y="1579"/>
                  </a:cubicBezTo>
                  <a:cubicBezTo>
                    <a:pt x="176" y="1864"/>
                    <a:pt x="1" y="2455"/>
                    <a:pt x="235" y="2455"/>
                  </a:cubicBezTo>
                  <a:cubicBezTo>
                    <a:pt x="242" y="2455"/>
                    <a:pt x="249" y="2455"/>
                    <a:pt x="256" y="2454"/>
                  </a:cubicBezTo>
                  <a:cubicBezTo>
                    <a:pt x="514" y="2422"/>
                    <a:pt x="706" y="1913"/>
                    <a:pt x="1071" y="1677"/>
                  </a:cubicBezTo>
                  <a:cubicBezTo>
                    <a:pt x="1433" y="1439"/>
                    <a:pt x="1618" y="1318"/>
                    <a:pt x="1618" y="1318"/>
                  </a:cubicBezTo>
                  <a:lnTo>
                    <a:pt x="1618" y="1318"/>
                  </a:lnTo>
                  <a:cubicBezTo>
                    <a:pt x="1378" y="1537"/>
                    <a:pt x="1120" y="1847"/>
                    <a:pt x="894" y="2478"/>
                  </a:cubicBezTo>
                  <a:cubicBezTo>
                    <a:pt x="711" y="2985"/>
                    <a:pt x="856" y="3217"/>
                    <a:pt x="994" y="3217"/>
                  </a:cubicBezTo>
                  <a:cubicBezTo>
                    <a:pt x="1026" y="3217"/>
                    <a:pt x="1058" y="3204"/>
                    <a:pt x="1086" y="3179"/>
                  </a:cubicBezTo>
                  <a:cubicBezTo>
                    <a:pt x="1232" y="3049"/>
                    <a:pt x="1350" y="2802"/>
                    <a:pt x="1500" y="2349"/>
                  </a:cubicBezTo>
                  <a:cubicBezTo>
                    <a:pt x="1650" y="1896"/>
                    <a:pt x="2078" y="1648"/>
                    <a:pt x="2078" y="1648"/>
                  </a:cubicBezTo>
                  <a:lnTo>
                    <a:pt x="2078" y="1648"/>
                  </a:lnTo>
                  <a:cubicBezTo>
                    <a:pt x="1880" y="1862"/>
                    <a:pt x="1409" y="2753"/>
                    <a:pt x="1500" y="3123"/>
                  </a:cubicBezTo>
                  <a:cubicBezTo>
                    <a:pt x="1537" y="3280"/>
                    <a:pt x="1612" y="3348"/>
                    <a:pt x="1693" y="3348"/>
                  </a:cubicBezTo>
                  <a:cubicBezTo>
                    <a:pt x="1802" y="3348"/>
                    <a:pt x="1923" y="3224"/>
                    <a:pt x="1981" y="3028"/>
                  </a:cubicBezTo>
                  <a:cubicBezTo>
                    <a:pt x="2078" y="2690"/>
                    <a:pt x="2650" y="2001"/>
                    <a:pt x="2650" y="2000"/>
                  </a:cubicBezTo>
                  <a:lnTo>
                    <a:pt x="2650" y="2000"/>
                  </a:lnTo>
                  <a:cubicBezTo>
                    <a:pt x="2650" y="2001"/>
                    <a:pt x="2392" y="2607"/>
                    <a:pt x="2295" y="2945"/>
                  </a:cubicBezTo>
                  <a:cubicBezTo>
                    <a:pt x="2229" y="3164"/>
                    <a:pt x="2260" y="3330"/>
                    <a:pt x="2368" y="3330"/>
                  </a:cubicBezTo>
                  <a:cubicBezTo>
                    <a:pt x="2425" y="3330"/>
                    <a:pt x="2505" y="3282"/>
                    <a:pt x="2604" y="3168"/>
                  </a:cubicBezTo>
                  <a:cubicBezTo>
                    <a:pt x="2873" y="2861"/>
                    <a:pt x="3106" y="2307"/>
                    <a:pt x="3441" y="1896"/>
                  </a:cubicBezTo>
                  <a:cubicBezTo>
                    <a:pt x="3580" y="1725"/>
                    <a:pt x="3803" y="1569"/>
                    <a:pt x="4019" y="1447"/>
                  </a:cubicBezTo>
                  <a:cubicBezTo>
                    <a:pt x="4431" y="1209"/>
                    <a:pt x="4661" y="1032"/>
                    <a:pt x="4511" y="582"/>
                  </a:cubicBezTo>
                  <a:cubicBezTo>
                    <a:pt x="4402" y="253"/>
                    <a:pt x="3914" y="0"/>
                    <a:pt x="3557" y="0"/>
                  </a:cubicBezTo>
                  <a:close/>
                </a:path>
              </a:pathLst>
            </a:custGeom>
            <a:solidFill>
              <a:srgbClr val="B5544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 name="Google Shape;748;p32"/>
            <p:cNvSpPr/>
            <p:nvPr/>
          </p:nvSpPr>
          <p:spPr>
            <a:xfrm flipH="1">
              <a:off x="2004152" y="2105751"/>
              <a:ext cx="67894" cy="113918"/>
            </a:xfrm>
            <a:custGeom>
              <a:rect b="b" l="l" r="r" t="t"/>
              <a:pathLst>
                <a:path extrusionOk="0" h="1943" w="1158">
                  <a:moveTo>
                    <a:pt x="271" y="1"/>
                  </a:moveTo>
                  <a:cubicBezTo>
                    <a:pt x="238" y="1"/>
                    <a:pt x="213" y="30"/>
                    <a:pt x="199" y="97"/>
                  </a:cubicBezTo>
                  <a:cubicBezTo>
                    <a:pt x="130" y="463"/>
                    <a:pt x="1" y="1511"/>
                    <a:pt x="321" y="1825"/>
                  </a:cubicBezTo>
                  <a:cubicBezTo>
                    <a:pt x="410" y="1911"/>
                    <a:pt x="514" y="1942"/>
                    <a:pt x="618" y="1942"/>
                  </a:cubicBezTo>
                  <a:cubicBezTo>
                    <a:pt x="888" y="1942"/>
                    <a:pt x="1157" y="1731"/>
                    <a:pt x="1157" y="1731"/>
                  </a:cubicBezTo>
                  <a:lnTo>
                    <a:pt x="855" y="1400"/>
                  </a:lnTo>
                  <a:cubicBezTo>
                    <a:pt x="855" y="1400"/>
                    <a:pt x="687" y="1275"/>
                    <a:pt x="691" y="888"/>
                  </a:cubicBezTo>
                  <a:cubicBezTo>
                    <a:pt x="696" y="570"/>
                    <a:pt x="415" y="1"/>
                    <a:pt x="271" y="1"/>
                  </a:cubicBezTo>
                  <a:close/>
                </a:path>
              </a:pathLst>
            </a:custGeom>
            <a:solidFill>
              <a:srgbClr val="B5544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 name="Google Shape;749;p32"/>
            <p:cNvSpPr/>
            <p:nvPr/>
          </p:nvSpPr>
          <p:spPr>
            <a:xfrm flipH="1">
              <a:off x="2071987" y="2052632"/>
              <a:ext cx="68069" cy="113859"/>
            </a:xfrm>
            <a:custGeom>
              <a:rect b="b" l="l" r="r" t="t"/>
              <a:pathLst>
                <a:path extrusionOk="0" h="1942" w="1161">
                  <a:moveTo>
                    <a:pt x="272" y="1"/>
                  </a:moveTo>
                  <a:cubicBezTo>
                    <a:pt x="240" y="1"/>
                    <a:pt x="215" y="30"/>
                    <a:pt x="203" y="97"/>
                  </a:cubicBezTo>
                  <a:cubicBezTo>
                    <a:pt x="133" y="460"/>
                    <a:pt x="0" y="1508"/>
                    <a:pt x="321" y="1822"/>
                  </a:cubicBezTo>
                  <a:cubicBezTo>
                    <a:pt x="411" y="1910"/>
                    <a:pt x="516" y="1941"/>
                    <a:pt x="620" y="1941"/>
                  </a:cubicBezTo>
                  <a:cubicBezTo>
                    <a:pt x="891" y="1941"/>
                    <a:pt x="1161" y="1731"/>
                    <a:pt x="1161" y="1731"/>
                  </a:cubicBezTo>
                  <a:lnTo>
                    <a:pt x="857" y="1401"/>
                  </a:lnTo>
                  <a:cubicBezTo>
                    <a:pt x="857" y="1401"/>
                    <a:pt x="690" y="1275"/>
                    <a:pt x="693" y="885"/>
                  </a:cubicBezTo>
                  <a:cubicBezTo>
                    <a:pt x="697" y="569"/>
                    <a:pt x="414" y="1"/>
                    <a:pt x="272" y="1"/>
                  </a:cubicBezTo>
                  <a:close/>
                </a:path>
              </a:pathLst>
            </a:custGeom>
            <a:solidFill>
              <a:srgbClr val="B5544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 name="Google Shape;750;p32"/>
            <p:cNvSpPr/>
            <p:nvPr/>
          </p:nvSpPr>
          <p:spPr>
            <a:xfrm flipH="1">
              <a:off x="2108572" y="2042548"/>
              <a:ext cx="59920" cy="100609"/>
            </a:xfrm>
            <a:custGeom>
              <a:rect b="b" l="l" r="r" t="t"/>
              <a:pathLst>
                <a:path extrusionOk="0" h="1716" w="1022">
                  <a:moveTo>
                    <a:pt x="237" y="0"/>
                  </a:moveTo>
                  <a:cubicBezTo>
                    <a:pt x="208" y="0"/>
                    <a:pt x="186" y="25"/>
                    <a:pt x="175" y="84"/>
                  </a:cubicBezTo>
                  <a:cubicBezTo>
                    <a:pt x="116" y="408"/>
                    <a:pt x="1" y="1335"/>
                    <a:pt x="284" y="1610"/>
                  </a:cubicBezTo>
                  <a:cubicBezTo>
                    <a:pt x="362" y="1687"/>
                    <a:pt x="455" y="1715"/>
                    <a:pt x="547" y="1715"/>
                  </a:cubicBezTo>
                  <a:cubicBezTo>
                    <a:pt x="785" y="1715"/>
                    <a:pt x="1022" y="1531"/>
                    <a:pt x="1022" y="1531"/>
                  </a:cubicBezTo>
                  <a:lnTo>
                    <a:pt x="754" y="1238"/>
                  </a:lnTo>
                  <a:cubicBezTo>
                    <a:pt x="754" y="1238"/>
                    <a:pt x="607" y="1126"/>
                    <a:pt x="611" y="785"/>
                  </a:cubicBezTo>
                  <a:cubicBezTo>
                    <a:pt x="613" y="503"/>
                    <a:pt x="363" y="0"/>
                    <a:pt x="237" y="0"/>
                  </a:cubicBezTo>
                  <a:close/>
                </a:path>
              </a:pathLst>
            </a:custGeom>
            <a:solidFill>
              <a:srgbClr val="B5544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 name="Google Shape;751;p32"/>
            <p:cNvSpPr/>
            <p:nvPr/>
          </p:nvSpPr>
          <p:spPr>
            <a:xfrm flipH="1">
              <a:off x="2036398" y="2078078"/>
              <a:ext cx="67952" cy="113918"/>
            </a:xfrm>
            <a:custGeom>
              <a:rect b="b" l="l" r="r" t="t"/>
              <a:pathLst>
                <a:path extrusionOk="0" h="1943" w="1159">
                  <a:moveTo>
                    <a:pt x="269" y="0"/>
                  </a:moveTo>
                  <a:cubicBezTo>
                    <a:pt x="237" y="0"/>
                    <a:pt x="213" y="29"/>
                    <a:pt x="200" y="95"/>
                  </a:cubicBezTo>
                  <a:cubicBezTo>
                    <a:pt x="130" y="461"/>
                    <a:pt x="1" y="1510"/>
                    <a:pt x="322" y="1824"/>
                  </a:cubicBezTo>
                  <a:cubicBezTo>
                    <a:pt x="411" y="1911"/>
                    <a:pt x="515" y="1942"/>
                    <a:pt x="619" y="1942"/>
                  </a:cubicBezTo>
                  <a:cubicBezTo>
                    <a:pt x="889" y="1942"/>
                    <a:pt x="1158" y="1729"/>
                    <a:pt x="1158" y="1729"/>
                  </a:cubicBezTo>
                  <a:lnTo>
                    <a:pt x="855" y="1401"/>
                  </a:lnTo>
                  <a:cubicBezTo>
                    <a:pt x="855" y="1401"/>
                    <a:pt x="687" y="1276"/>
                    <a:pt x="691" y="886"/>
                  </a:cubicBezTo>
                  <a:cubicBezTo>
                    <a:pt x="694" y="567"/>
                    <a:pt x="411" y="0"/>
                    <a:pt x="269" y="0"/>
                  </a:cubicBezTo>
                  <a:close/>
                </a:path>
              </a:pathLst>
            </a:custGeom>
            <a:solidFill>
              <a:srgbClr val="B5544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52" name="Google Shape;752;p32"/>
          <p:cNvSpPr/>
          <p:nvPr/>
        </p:nvSpPr>
        <p:spPr>
          <a:xfrm rot="124">
            <a:off x="2647225" y="4501876"/>
            <a:ext cx="244333" cy="213252"/>
          </a:xfrm>
          <a:custGeom>
            <a:rect b="b" l="l" r="r" t="t"/>
            <a:pathLst>
              <a:path extrusionOk="0" h="3078" w="3527">
                <a:moveTo>
                  <a:pt x="1764" y="380"/>
                </a:moveTo>
                <a:lnTo>
                  <a:pt x="3174" y="2823"/>
                </a:lnTo>
                <a:lnTo>
                  <a:pt x="352" y="2823"/>
                </a:lnTo>
                <a:lnTo>
                  <a:pt x="1764" y="380"/>
                </a:lnTo>
                <a:close/>
                <a:moveTo>
                  <a:pt x="1764" y="1"/>
                </a:moveTo>
                <a:cubicBezTo>
                  <a:pt x="1719" y="1"/>
                  <a:pt x="1677" y="25"/>
                  <a:pt x="1652" y="63"/>
                </a:cubicBezTo>
                <a:lnTo>
                  <a:pt x="22" y="2886"/>
                </a:lnTo>
                <a:cubicBezTo>
                  <a:pt x="1" y="2928"/>
                  <a:pt x="1" y="2976"/>
                  <a:pt x="22" y="3015"/>
                </a:cubicBezTo>
                <a:cubicBezTo>
                  <a:pt x="46" y="3053"/>
                  <a:pt x="88" y="3077"/>
                  <a:pt x="133" y="3077"/>
                </a:cubicBezTo>
                <a:lnTo>
                  <a:pt x="3394" y="3077"/>
                </a:lnTo>
                <a:cubicBezTo>
                  <a:pt x="3440" y="3077"/>
                  <a:pt x="3481" y="3053"/>
                  <a:pt x="3506" y="3015"/>
                </a:cubicBezTo>
                <a:cubicBezTo>
                  <a:pt x="3526" y="2976"/>
                  <a:pt x="3526" y="2928"/>
                  <a:pt x="3506" y="2886"/>
                </a:cubicBezTo>
                <a:lnTo>
                  <a:pt x="1875" y="63"/>
                </a:lnTo>
                <a:cubicBezTo>
                  <a:pt x="1851" y="25"/>
                  <a:pt x="1809" y="1"/>
                  <a:pt x="176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 name="Google Shape;753;p32"/>
          <p:cNvSpPr/>
          <p:nvPr/>
        </p:nvSpPr>
        <p:spPr>
          <a:xfrm>
            <a:off x="8674773" y="2540824"/>
            <a:ext cx="363704" cy="317403"/>
          </a:xfrm>
          <a:custGeom>
            <a:rect b="b" l="l" r="r" t="t"/>
            <a:pathLst>
              <a:path extrusionOk="0" h="3078" w="3527">
                <a:moveTo>
                  <a:pt x="1764" y="380"/>
                </a:moveTo>
                <a:lnTo>
                  <a:pt x="3174" y="2823"/>
                </a:lnTo>
                <a:lnTo>
                  <a:pt x="352" y="2823"/>
                </a:lnTo>
                <a:lnTo>
                  <a:pt x="1764" y="380"/>
                </a:lnTo>
                <a:close/>
                <a:moveTo>
                  <a:pt x="1764" y="1"/>
                </a:moveTo>
                <a:cubicBezTo>
                  <a:pt x="1719" y="1"/>
                  <a:pt x="1677" y="25"/>
                  <a:pt x="1652" y="63"/>
                </a:cubicBezTo>
                <a:lnTo>
                  <a:pt x="22" y="2886"/>
                </a:lnTo>
                <a:cubicBezTo>
                  <a:pt x="1" y="2928"/>
                  <a:pt x="1" y="2976"/>
                  <a:pt x="22" y="3015"/>
                </a:cubicBezTo>
                <a:cubicBezTo>
                  <a:pt x="46" y="3053"/>
                  <a:pt x="88" y="3077"/>
                  <a:pt x="133" y="3077"/>
                </a:cubicBezTo>
                <a:lnTo>
                  <a:pt x="3394" y="3077"/>
                </a:lnTo>
                <a:cubicBezTo>
                  <a:pt x="3440" y="3077"/>
                  <a:pt x="3481" y="3053"/>
                  <a:pt x="3506" y="3015"/>
                </a:cubicBezTo>
                <a:cubicBezTo>
                  <a:pt x="3526" y="2976"/>
                  <a:pt x="3526" y="2928"/>
                  <a:pt x="3506" y="2886"/>
                </a:cubicBezTo>
                <a:lnTo>
                  <a:pt x="1875" y="63"/>
                </a:lnTo>
                <a:cubicBezTo>
                  <a:pt x="1851" y="25"/>
                  <a:pt x="1809" y="1"/>
                  <a:pt x="17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 name="Google Shape;754;p32"/>
          <p:cNvSpPr/>
          <p:nvPr/>
        </p:nvSpPr>
        <p:spPr>
          <a:xfrm flipH="1" rot="-4825201">
            <a:off x="8492457" y="713009"/>
            <a:ext cx="1488965" cy="671094"/>
          </a:xfrm>
          <a:prstGeom prst="ellipse">
            <a:avLst/>
          </a:prstGeom>
          <a:solidFill>
            <a:srgbClr val="C7CAEA">
              <a:alpha val="520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 name="Google Shape;755;p32"/>
          <p:cNvSpPr/>
          <p:nvPr/>
        </p:nvSpPr>
        <p:spPr>
          <a:xfrm flipH="1" rot="-4825201">
            <a:off x="8385104" y="764397"/>
            <a:ext cx="1488965" cy="671094"/>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56" name="Google Shape;756;p32"/>
          <p:cNvGrpSpPr/>
          <p:nvPr/>
        </p:nvGrpSpPr>
        <p:grpSpPr>
          <a:xfrm rot="4387107">
            <a:off x="8892504" y="2301932"/>
            <a:ext cx="416692" cy="539630"/>
            <a:chOff x="5402225" y="3028900"/>
            <a:chExt cx="135050" cy="174900"/>
          </a:xfrm>
        </p:grpSpPr>
        <p:sp>
          <p:nvSpPr>
            <p:cNvPr id="757" name="Google Shape;757;p32"/>
            <p:cNvSpPr/>
            <p:nvPr/>
          </p:nvSpPr>
          <p:spPr>
            <a:xfrm>
              <a:off x="5424000" y="3043600"/>
              <a:ext cx="91400" cy="5775"/>
            </a:xfrm>
            <a:custGeom>
              <a:rect b="b" l="l" r="r" t="t"/>
              <a:pathLst>
                <a:path extrusionOk="0" h="231" w="3656">
                  <a:moveTo>
                    <a:pt x="119" y="0"/>
                  </a:moveTo>
                  <a:cubicBezTo>
                    <a:pt x="52" y="0"/>
                    <a:pt x="0" y="49"/>
                    <a:pt x="0" y="115"/>
                  </a:cubicBezTo>
                  <a:cubicBezTo>
                    <a:pt x="0" y="178"/>
                    <a:pt x="52" y="230"/>
                    <a:pt x="119" y="230"/>
                  </a:cubicBezTo>
                  <a:lnTo>
                    <a:pt x="3540" y="230"/>
                  </a:lnTo>
                  <a:cubicBezTo>
                    <a:pt x="3603" y="230"/>
                    <a:pt x="3656" y="178"/>
                    <a:pt x="3656" y="115"/>
                  </a:cubicBezTo>
                  <a:cubicBezTo>
                    <a:pt x="3656" y="49"/>
                    <a:pt x="3603" y="0"/>
                    <a:pt x="35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 name="Google Shape;758;p32"/>
            <p:cNvSpPr/>
            <p:nvPr/>
          </p:nvSpPr>
          <p:spPr>
            <a:xfrm>
              <a:off x="5424000" y="3067900"/>
              <a:ext cx="91400" cy="5775"/>
            </a:xfrm>
            <a:custGeom>
              <a:rect b="b" l="l" r="r" t="t"/>
              <a:pathLst>
                <a:path extrusionOk="0" h="231" w="3656">
                  <a:moveTo>
                    <a:pt x="119" y="0"/>
                  </a:moveTo>
                  <a:cubicBezTo>
                    <a:pt x="52" y="0"/>
                    <a:pt x="0" y="53"/>
                    <a:pt x="0" y="116"/>
                  </a:cubicBezTo>
                  <a:cubicBezTo>
                    <a:pt x="0" y="182"/>
                    <a:pt x="52" y="230"/>
                    <a:pt x="119" y="230"/>
                  </a:cubicBezTo>
                  <a:lnTo>
                    <a:pt x="3540" y="230"/>
                  </a:lnTo>
                  <a:cubicBezTo>
                    <a:pt x="3603" y="230"/>
                    <a:pt x="3656" y="182"/>
                    <a:pt x="3656" y="116"/>
                  </a:cubicBezTo>
                  <a:cubicBezTo>
                    <a:pt x="3656" y="53"/>
                    <a:pt x="3603" y="0"/>
                    <a:pt x="35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 name="Google Shape;759;p32"/>
            <p:cNvSpPr/>
            <p:nvPr/>
          </p:nvSpPr>
          <p:spPr>
            <a:xfrm>
              <a:off x="5424000" y="3092200"/>
              <a:ext cx="91400" cy="5875"/>
            </a:xfrm>
            <a:custGeom>
              <a:rect b="b" l="l" r="r" t="t"/>
              <a:pathLst>
                <a:path extrusionOk="0" h="235" w="3656">
                  <a:moveTo>
                    <a:pt x="119" y="1"/>
                  </a:moveTo>
                  <a:cubicBezTo>
                    <a:pt x="52" y="1"/>
                    <a:pt x="0" y="53"/>
                    <a:pt x="0" y="119"/>
                  </a:cubicBezTo>
                  <a:cubicBezTo>
                    <a:pt x="0" y="181"/>
                    <a:pt x="52" y="234"/>
                    <a:pt x="119" y="234"/>
                  </a:cubicBezTo>
                  <a:lnTo>
                    <a:pt x="3540" y="234"/>
                  </a:lnTo>
                  <a:cubicBezTo>
                    <a:pt x="3603" y="234"/>
                    <a:pt x="3656" y="181"/>
                    <a:pt x="3656" y="119"/>
                  </a:cubicBezTo>
                  <a:cubicBezTo>
                    <a:pt x="3656" y="53"/>
                    <a:pt x="3603" y="1"/>
                    <a:pt x="35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 name="Google Shape;760;p32"/>
            <p:cNvSpPr/>
            <p:nvPr/>
          </p:nvSpPr>
          <p:spPr>
            <a:xfrm>
              <a:off x="5424000" y="3140900"/>
              <a:ext cx="91400" cy="5850"/>
            </a:xfrm>
            <a:custGeom>
              <a:rect b="b" l="l" r="r" t="t"/>
              <a:pathLst>
                <a:path extrusionOk="0" h="234" w="3656">
                  <a:moveTo>
                    <a:pt x="119" y="0"/>
                  </a:moveTo>
                  <a:cubicBezTo>
                    <a:pt x="52" y="0"/>
                    <a:pt x="0" y="52"/>
                    <a:pt x="0" y="115"/>
                  </a:cubicBezTo>
                  <a:cubicBezTo>
                    <a:pt x="0" y="182"/>
                    <a:pt x="52" y="234"/>
                    <a:pt x="119" y="234"/>
                  </a:cubicBezTo>
                  <a:lnTo>
                    <a:pt x="3540" y="234"/>
                  </a:lnTo>
                  <a:cubicBezTo>
                    <a:pt x="3603" y="234"/>
                    <a:pt x="3656" y="182"/>
                    <a:pt x="3656" y="115"/>
                  </a:cubicBezTo>
                  <a:cubicBezTo>
                    <a:pt x="3656" y="52"/>
                    <a:pt x="3603" y="0"/>
                    <a:pt x="35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 name="Google Shape;761;p32"/>
            <p:cNvSpPr/>
            <p:nvPr/>
          </p:nvSpPr>
          <p:spPr>
            <a:xfrm>
              <a:off x="5424000" y="3165300"/>
              <a:ext cx="91400" cy="5775"/>
            </a:xfrm>
            <a:custGeom>
              <a:rect b="b" l="l" r="r" t="t"/>
              <a:pathLst>
                <a:path extrusionOk="0" h="231" w="3656">
                  <a:moveTo>
                    <a:pt x="119" y="0"/>
                  </a:moveTo>
                  <a:cubicBezTo>
                    <a:pt x="52" y="0"/>
                    <a:pt x="0" y="52"/>
                    <a:pt x="0" y="115"/>
                  </a:cubicBezTo>
                  <a:cubicBezTo>
                    <a:pt x="0" y="178"/>
                    <a:pt x="52" y="230"/>
                    <a:pt x="119" y="230"/>
                  </a:cubicBezTo>
                  <a:lnTo>
                    <a:pt x="3540" y="230"/>
                  </a:lnTo>
                  <a:cubicBezTo>
                    <a:pt x="3603" y="230"/>
                    <a:pt x="3656" y="178"/>
                    <a:pt x="3656" y="115"/>
                  </a:cubicBezTo>
                  <a:cubicBezTo>
                    <a:pt x="3656" y="52"/>
                    <a:pt x="3603" y="0"/>
                    <a:pt x="35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 name="Google Shape;762;p32"/>
            <p:cNvSpPr/>
            <p:nvPr/>
          </p:nvSpPr>
          <p:spPr>
            <a:xfrm>
              <a:off x="5424000" y="3189575"/>
              <a:ext cx="91400" cy="5775"/>
            </a:xfrm>
            <a:custGeom>
              <a:rect b="b" l="l" r="r" t="t"/>
              <a:pathLst>
                <a:path extrusionOk="0" h="231" w="3656">
                  <a:moveTo>
                    <a:pt x="119" y="1"/>
                  </a:moveTo>
                  <a:cubicBezTo>
                    <a:pt x="52" y="1"/>
                    <a:pt x="0" y="54"/>
                    <a:pt x="0" y="116"/>
                  </a:cubicBezTo>
                  <a:cubicBezTo>
                    <a:pt x="0" y="182"/>
                    <a:pt x="52" y="231"/>
                    <a:pt x="119" y="231"/>
                  </a:cubicBezTo>
                  <a:lnTo>
                    <a:pt x="3540" y="231"/>
                  </a:lnTo>
                  <a:cubicBezTo>
                    <a:pt x="3603" y="231"/>
                    <a:pt x="3656" y="182"/>
                    <a:pt x="3656" y="116"/>
                  </a:cubicBezTo>
                  <a:cubicBezTo>
                    <a:pt x="3656" y="54"/>
                    <a:pt x="3603" y="1"/>
                    <a:pt x="35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 name="Google Shape;763;p32"/>
            <p:cNvSpPr/>
            <p:nvPr/>
          </p:nvSpPr>
          <p:spPr>
            <a:xfrm>
              <a:off x="5402225" y="3028900"/>
              <a:ext cx="42175" cy="80300"/>
            </a:xfrm>
            <a:custGeom>
              <a:rect b="b" l="l" r="r" t="t"/>
              <a:pathLst>
                <a:path extrusionOk="0" h="3212" w="1687">
                  <a:moveTo>
                    <a:pt x="508" y="0"/>
                  </a:moveTo>
                  <a:cubicBezTo>
                    <a:pt x="385" y="0"/>
                    <a:pt x="277" y="89"/>
                    <a:pt x="258" y="212"/>
                  </a:cubicBezTo>
                  <a:cubicBezTo>
                    <a:pt x="248" y="281"/>
                    <a:pt x="0" y="1919"/>
                    <a:pt x="857" y="2922"/>
                  </a:cubicBezTo>
                  <a:cubicBezTo>
                    <a:pt x="948" y="3031"/>
                    <a:pt x="1053" y="3128"/>
                    <a:pt x="1161" y="3212"/>
                  </a:cubicBezTo>
                  <a:cubicBezTo>
                    <a:pt x="1293" y="3128"/>
                    <a:pt x="1471" y="3034"/>
                    <a:pt x="1687" y="2954"/>
                  </a:cubicBezTo>
                  <a:cubicBezTo>
                    <a:pt x="1513" y="2864"/>
                    <a:pt x="1366" y="2745"/>
                    <a:pt x="1241" y="2599"/>
                  </a:cubicBezTo>
                  <a:cubicBezTo>
                    <a:pt x="805" y="2090"/>
                    <a:pt x="722" y="1338"/>
                    <a:pt x="722" y="832"/>
                  </a:cubicBezTo>
                  <a:cubicBezTo>
                    <a:pt x="722" y="518"/>
                    <a:pt x="753" y="296"/>
                    <a:pt x="753" y="292"/>
                  </a:cubicBezTo>
                  <a:cubicBezTo>
                    <a:pt x="777" y="156"/>
                    <a:pt x="683" y="27"/>
                    <a:pt x="547" y="3"/>
                  </a:cubicBezTo>
                  <a:cubicBezTo>
                    <a:pt x="534" y="1"/>
                    <a:pt x="521" y="0"/>
                    <a:pt x="50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 name="Google Shape;764;p32"/>
            <p:cNvSpPr/>
            <p:nvPr/>
          </p:nvSpPr>
          <p:spPr>
            <a:xfrm>
              <a:off x="5494550" y="3121025"/>
              <a:ext cx="42100" cy="82775"/>
            </a:xfrm>
            <a:custGeom>
              <a:rect b="b" l="l" r="r" t="t"/>
              <a:pathLst>
                <a:path extrusionOk="0" h="3311" w="1684">
                  <a:moveTo>
                    <a:pt x="541" y="1"/>
                  </a:moveTo>
                  <a:cubicBezTo>
                    <a:pt x="363" y="102"/>
                    <a:pt x="178" y="175"/>
                    <a:pt x="1" y="231"/>
                  </a:cubicBezTo>
                  <a:cubicBezTo>
                    <a:pt x="147" y="314"/>
                    <a:pt x="276" y="422"/>
                    <a:pt x="387" y="551"/>
                  </a:cubicBezTo>
                  <a:cubicBezTo>
                    <a:pt x="1157" y="1423"/>
                    <a:pt x="966" y="3015"/>
                    <a:pt x="966" y="3029"/>
                  </a:cubicBezTo>
                  <a:cubicBezTo>
                    <a:pt x="948" y="3168"/>
                    <a:pt x="1046" y="3293"/>
                    <a:pt x="1182" y="3311"/>
                  </a:cubicBezTo>
                  <a:lnTo>
                    <a:pt x="1213" y="3311"/>
                  </a:lnTo>
                  <a:cubicBezTo>
                    <a:pt x="1339" y="3311"/>
                    <a:pt x="1447" y="3220"/>
                    <a:pt x="1464" y="3092"/>
                  </a:cubicBezTo>
                  <a:cubicBezTo>
                    <a:pt x="1471" y="3018"/>
                    <a:pt x="1683" y="1262"/>
                    <a:pt x="768" y="220"/>
                  </a:cubicBezTo>
                  <a:cubicBezTo>
                    <a:pt x="694" y="141"/>
                    <a:pt x="621" y="67"/>
                    <a:pt x="5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 name="Google Shape;765;p32"/>
            <p:cNvSpPr/>
            <p:nvPr/>
          </p:nvSpPr>
          <p:spPr>
            <a:xfrm>
              <a:off x="5402825" y="3028900"/>
              <a:ext cx="134450" cy="174900"/>
            </a:xfrm>
            <a:custGeom>
              <a:rect b="b" l="l" r="r" t="t"/>
              <a:pathLst>
                <a:path extrusionOk="0" h="6996" w="5378">
                  <a:moveTo>
                    <a:pt x="4868" y="0"/>
                  </a:moveTo>
                  <a:cubicBezTo>
                    <a:pt x="4855" y="0"/>
                    <a:pt x="4842" y="1"/>
                    <a:pt x="4830" y="3"/>
                  </a:cubicBezTo>
                  <a:cubicBezTo>
                    <a:pt x="4694" y="27"/>
                    <a:pt x="4600" y="156"/>
                    <a:pt x="4621" y="292"/>
                  </a:cubicBezTo>
                  <a:cubicBezTo>
                    <a:pt x="4625" y="306"/>
                    <a:pt x="4847" y="1766"/>
                    <a:pt x="4136" y="2595"/>
                  </a:cubicBezTo>
                  <a:cubicBezTo>
                    <a:pt x="3816" y="2975"/>
                    <a:pt x="3335" y="3167"/>
                    <a:pt x="2708" y="3167"/>
                  </a:cubicBezTo>
                  <a:cubicBezTo>
                    <a:pt x="1952" y="3167"/>
                    <a:pt x="1349" y="3414"/>
                    <a:pt x="917" y="3905"/>
                  </a:cubicBezTo>
                  <a:cubicBezTo>
                    <a:pt x="0" y="4947"/>
                    <a:pt x="209" y="6703"/>
                    <a:pt x="220" y="6777"/>
                  </a:cubicBezTo>
                  <a:cubicBezTo>
                    <a:pt x="238" y="6905"/>
                    <a:pt x="346" y="6996"/>
                    <a:pt x="468" y="6996"/>
                  </a:cubicBezTo>
                  <a:lnTo>
                    <a:pt x="502" y="6996"/>
                  </a:lnTo>
                  <a:cubicBezTo>
                    <a:pt x="638" y="6978"/>
                    <a:pt x="736" y="6853"/>
                    <a:pt x="719" y="6714"/>
                  </a:cubicBezTo>
                  <a:cubicBezTo>
                    <a:pt x="715" y="6700"/>
                    <a:pt x="527" y="5108"/>
                    <a:pt x="1293" y="4236"/>
                  </a:cubicBezTo>
                  <a:cubicBezTo>
                    <a:pt x="1628" y="3860"/>
                    <a:pt x="2102" y="3668"/>
                    <a:pt x="2708" y="3668"/>
                  </a:cubicBezTo>
                  <a:cubicBezTo>
                    <a:pt x="3488" y="3668"/>
                    <a:pt x="4095" y="3417"/>
                    <a:pt x="4520" y="2922"/>
                  </a:cubicBezTo>
                  <a:cubicBezTo>
                    <a:pt x="5377" y="1919"/>
                    <a:pt x="5130" y="281"/>
                    <a:pt x="5119" y="212"/>
                  </a:cubicBezTo>
                  <a:cubicBezTo>
                    <a:pt x="5097" y="89"/>
                    <a:pt x="4989" y="0"/>
                    <a:pt x="486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66" name="Google Shape;766;p32"/>
          <p:cNvSpPr/>
          <p:nvPr/>
        </p:nvSpPr>
        <p:spPr>
          <a:xfrm rot="-1070388">
            <a:off x="417077" y="3498997"/>
            <a:ext cx="469230" cy="409495"/>
          </a:xfrm>
          <a:custGeom>
            <a:rect b="b" l="l" r="r" t="t"/>
            <a:pathLst>
              <a:path extrusionOk="0" h="3078" w="3527">
                <a:moveTo>
                  <a:pt x="1764" y="380"/>
                </a:moveTo>
                <a:lnTo>
                  <a:pt x="3174" y="2823"/>
                </a:lnTo>
                <a:lnTo>
                  <a:pt x="352" y="2823"/>
                </a:lnTo>
                <a:lnTo>
                  <a:pt x="1764" y="380"/>
                </a:lnTo>
                <a:close/>
                <a:moveTo>
                  <a:pt x="1764" y="1"/>
                </a:moveTo>
                <a:cubicBezTo>
                  <a:pt x="1719" y="1"/>
                  <a:pt x="1677" y="25"/>
                  <a:pt x="1652" y="63"/>
                </a:cubicBezTo>
                <a:lnTo>
                  <a:pt x="22" y="2886"/>
                </a:lnTo>
                <a:cubicBezTo>
                  <a:pt x="1" y="2928"/>
                  <a:pt x="1" y="2976"/>
                  <a:pt x="22" y="3015"/>
                </a:cubicBezTo>
                <a:cubicBezTo>
                  <a:pt x="46" y="3053"/>
                  <a:pt x="88" y="3077"/>
                  <a:pt x="133" y="3077"/>
                </a:cubicBezTo>
                <a:lnTo>
                  <a:pt x="3394" y="3077"/>
                </a:lnTo>
                <a:cubicBezTo>
                  <a:pt x="3440" y="3077"/>
                  <a:pt x="3481" y="3053"/>
                  <a:pt x="3506" y="3015"/>
                </a:cubicBezTo>
                <a:cubicBezTo>
                  <a:pt x="3526" y="2976"/>
                  <a:pt x="3526" y="2928"/>
                  <a:pt x="3506" y="2886"/>
                </a:cubicBezTo>
                <a:lnTo>
                  <a:pt x="1875" y="63"/>
                </a:lnTo>
                <a:cubicBezTo>
                  <a:pt x="1851" y="25"/>
                  <a:pt x="1809" y="1"/>
                  <a:pt x="176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0" name="Shape 770"/>
        <p:cNvGrpSpPr/>
        <p:nvPr/>
      </p:nvGrpSpPr>
      <p:grpSpPr>
        <a:xfrm>
          <a:off x="0" y="0"/>
          <a:ext cx="0" cy="0"/>
          <a:chOff x="0" y="0"/>
          <a:chExt cx="0" cy="0"/>
        </a:xfrm>
      </p:grpSpPr>
      <p:sp>
        <p:nvSpPr>
          <p:cNvPr id="771" name="Google Shape;771;p33"/>
          <p:cNvSpPr txBox="1"/>
          <p:nvPr>
            <p:ph type="title"/>
          </p:nvPr>
        </p:nvSpPr>
        <p:spPr>
          <a:xfrm>
            <a:off x="4312600" y="1601088"/>
            <a:ext cx="3811500" cy="740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Research Question</a:t>
            </a:r>
            <a:endParaRPr/>
          </a:p>
        </p:txBody>
      </p:sp>
      <p:sp>
        <p:nvSpPr>
          <p:cNvPr id="772" name="Google Shape;772;p33"/>
          <p:cNvSpPr txBox="1"/>
          <p:nvPr>
            <p:ph idx="1" type="subTitle"/>
          </p:nvPr>
        </p:nvSpPr>
        <p:spPr>
          <a:xfrm>
            <a:off x="4312600" y="2328625"/>
            <a:ext cx="3811500" cy="1741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t>How does AI accurately predict whether a patient will be classified as a “high-cost claimant” based on their medical history, demographics, and past claim behavior?</a:t>
            </a:r>
            <a:endParaRPr sz="1800"/>
          </a:p>
        </p:txBody>
      </p:sp>
      <p:pic>
        <p:nvPicPr>
          <p:cNvPr id="773" name="Google Shape;773;p33"/>
          <p:cNvPicPr preferRelativeResize="0"/>
          <p:nvPr>
            <p:ph idx="2" type="pic"/>
          </p:nvPr>
        </p:nvPicPr>
        <p:blipFill rotWithShape="1">
          <a:blip r:embed="rId3">
            <a:alphaModFix/>
          </a:blip>
          <a:srcRect b="0" l="18622" r="28517" t="0"/>
          <a:stretch/>
        </p:blipFill>
        <p:spPr>
          <a:xfrm>
            <a:off x="724300" y="535000"/>
            <a:ext cx="3254100" cy="4073400"/>
          </a:xfrm>
          <a:prstGeom prst="roundRect">
            <a:avLst>
              <a:gd fmla="val 16667" name="adj"/>
            </a:avLst>
          </a:prstGeom>
        </p:spPr>
      </p:pic>
      <p:sp>
        <p:nvSpPr>
          <p:cNvPr id="774" name="Google Shape;774;p33"/>
          <p:cNvSpPr/>
          <p:nvPr/>
        </p:nvSpPr>
        <p:spPr>
          <a:xfrm flipH="1" rot="256058">
            <a:off x="1028827" y="4539377"/>
            <a:ext cx="5832229" cy="3362942"/>
          </a:xfrm>
          <a:custGeom>
            <a:rect b="b" l="l" r="r" t="t"/>
            <a:pathLst>
              <a:path extrusionOk="0" h="140790" w="244167">
                <a:moveTo>
                  <a:pt x="134823" y="24269"/>
                </a:moveTo>
                <a:cubicBezTo>
                  <a:pt x="122338" y="19609"/>
                  <a:pt x="100115" y="3779"/>
                  <a:pt x="85001" y="971"/>
                </a:cubicBezTo>
                <a:cubicBezTo>
                  <a:pt x="69887" y="-1837"/>
                  <a:pt x="56864" y="1927"/>
                  <a:pt x="44140" y="7423"/>
                </a:cubicBezTo>
                <a:cubicBezTo>
                  <a:pt x="31416" y="12919"/>
                  <a:pt x="15943" y="24927"/>
                  <a:pt x="8655" y="33947"/>
                </a:cubicBezTo>
                <a:cubicBezTo>
                  <a:pt x="1367" y="42968"/>
                  <a:pt x="-843" y="52167"/>
                  <a:pt x="411" y="61546"/>
                </a:cubicBezTo>
                <a:cubicBezTo>
                  <a:pt x="1666" y="70925"/>
                  <a:pt x="3936" y="83710"/>
                  <a:pt x="16182" y="90221"/>
                </a:cubicBezTo>
                <a:cubicBezTo>
                  <a:pt x="28429" y="96733"/>
                  <a:pt x="57641" y="99002"/>
                  <a:pt x="73890" y="100615"/>
                </a:cubicBezTo>
                <a:cubicBezTo>
                  <a:pt x="90139" y="102228"/>
                  <a:pt x="100712" y="94641"/>
                  <a:pt x="113675" y="99898"/>
                </a:cubicBezTo>
                <a:cubicBezTo>
                  <a:pt x="126638" y="105155"/>
                  <a:pt x="140498" y="125347"/>
                  <a:pt x="151669" y="132157"/>
                </a:cubicBezTo>
                <a:cubicBezTo>
                  <a:pt x="162840" y="138967"/>
                  <a:pt x="169591" y="140880"/>
                  <a:pt x="180702" y="140760"/>
                </a:cubicBezTo>
                <a:cubicBezTo>
                  <a:pt x="191814" y="140641"/>
                  <a:pt x="208242" y="137593"/>
                  <a:pt x="218338" y="131440"/>
                </a:cubicBezTo>
                <a:cubicBezTo>
                  <a:pt x="228434" y="125287"/>
                  <a:pt x="237275" y="113997"/>
                  <a:pt x="241277" y="103841"/>
                </a:cubicBezTo>
                <a:cubicBezTo>
                  <a:pt x="245280" y="93686"/>
                  <a:pt x="244563" y="80961"/>
                  <a:pt x="242353" y="70507"/>
                </a:cubicBezTo>
                <a:cubicBezTo>
                  <a:pt x="240143" y="60053"/>
                  <a:pt x="234407" y="48582"/>
                  <a:pt x="228015" y="41115"/>
                </a:cubicBezTo>
                <a:cubicBezTo>
                  <a:pt x="221623" y="33648"/>
                  <a:pt x="215350" y="27734"/>
                  <a:pt x="204000" y="25703"/>
                </a:cubicBezTo>
                <a:cubicBezTo>
                  <a:pt x="192650" y="23672"/>
                  <a:pt x="171443" y="29168"/>
                  <a:pt x="159913" y="28929"/>
                </a:cubicBezTo>
                <a:cubicBezTo>
                  <a:pt x="148384" y="28690"/>
                  <a:pt x="147308" y="28929"/>
                  <a:pt x="134823" y="24269"/>
                </a:cubicBezTo>
                <a:close/>
              </a:path>
            </a:pathLst>
          </a:custGeom>
          <a:noFill/>
          <a:ln cap="flat" cmpd="sng" w="9525">
            <a:solidFill>
              <a:schemeClr val="dk2"/>
            </a:solidFill>
            <a:prstDash val="solid"/>
            <a:round/>
            <a:headEnd len="med" w="med" type="none"/>
            <a:tailEnd len="med" w="med" type="none"/>
          </a:ln>
        </p:spPr>
      </p:sp>
      <p:grpSp>
        <p:nvGrpSpPr>
          <p:cNvPr id="775" name="Google Shape;775;p33"/>
          <p:cNvGrpSpPr/>
          <p:nvPr/>
        </p:nvGrpSpPr>
        <p:grpSpPr>
          <a:xfrm rot="1999179">
            <a:off x="6523968" y="306097"/>
            <a:ext cx="434060" cy="457810"/>
            <a:chOff x="1369189" y="306367"/>
            <a:chExt cx="340667" cy="359315"/>
          </a:xfrm>
        </p:grpSpPr>
        <p:sp>
          <p:nvSpPr>
            <p:cNvPr id="776" name="Google Shape;776;p33"/>
            <p:cNvSpPr/>
            <p:nvPr/>
          </p:nvSpPr>
          <p:spPr>
            <a:xfrm>
              <a:off x="1369189" y="306367"/>
              <a:ext cx="340667" cy="359315"/>
            </a:xfrm>
            <a:custGeom>
              <a:rect b="b" l="l" r="r" t="t"/>
              <a:pathLst>
                <a:path extrusionOk="0" h="8767" w="8312">
                  <a:moveTo>
                    <a:pt x="4155" y="0"/>
                  </a:moveTo>
                  <a:lnTo>
                    <a:pt x="4134" y="10"/>
                  </a:lnTo>
                  <a:lnTo>
                    <a:pt x="1" y="1728"/>
                  </a:lnTo>
                  <a:cubicBezTo>
                    <a:pt x="1" y="6345"/>
                    <a:pt x="3688" y="8512"/>
                    <a:pt x="4134" y="8756"/>
                  </a:cubicBezTo>
                  <a:cubicBezTo>
                    <a:pt x="4140" y="8760"/>
                    <a:pt x="4148" y="8767"/>
                    <a:pt x="4155" y="8767"/>
                  </a:cubicBezTo>
                  <a:cubicBezTo>
                    <a:pt x="4161" y="8767"/>
                    <a:pt x="4169" y="8760"/>
                    <a:pt x="4176" y="8756"/>
                  </a:cubicBezTo>
                  <a:cubicBezTo>
                    <a:pt x="4621" y="8512"/>
                    <a:pt x="8312" y="6345"/>
                    <a:pt x="8312" y="1728"/>
                  </a:cubicBezTo>
                  <a:lnTo>
                    <a:pt x="4176" y="10"/>
                  </a:lnTo>
                  <a:lnTo>
                    <a:pt x="415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 name="Google Shape;777;p33"/>
            <p:cNvSpPr/>
            <p:nvPr/>
          </p:nvSpPr>
          <p:spPr>
            <a:xfrm>
              <a:off x="1394354" y="331614"/>
              <a:ext cx="290379" cy="306773"/>
            </a:xfrm>
            <a:custGeom>
              <a:rect b="b" l="l" r="r" t="t"/>
              <a:pathLst>
                <a:path extrusionOk="0" h="7485" w="7085">
                  <a:moveTo>
                    <a:pt x="3541" y="0"/>
                  </a:moveTo>
                  <a:lnTo>
                    <a:pt x="1" y="1475"/>
                  </a:lnTo>
                  <a:cubicBezTo>
                    <a:pt x="161" y="5000"/>
                    <a:pt x="2642" y="6906"/>
                    <a:pt x="3541" y="7485"/>
                  </a:cubicBezTo>
                  <a:cubicBezTo>
                    <a:pt x="4440" y="6906"/>
                    <a:pt x="6924" y="5000"/>
                    <a:pt x="7085" y="1475"/>
                  </a:cubicBezTo>
                  <a:lnTo>
                    <a:pt x="3541"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 name="Google Shape;778;p33"/>
            <p:cNvSpPr/>
            <p:nvPr/>
          </p:nvSpPr>
          <p:spPr>
            <a:xfrm>
              <a:off x="1459356" y="398174"/>
              <a:ext cx="158571" cy="147300"/>
            </a:xfrm>
            <a:custGeom>
              <a:rect b="b" l="l" r="r" t="t"/>
              <a:pathLst>
                <a:path extrusionOk="0" h="3594" w="3869">
                  <a:moveTo>
                    <a:pt x="1342" y="0"/>
                  </a:moveTo>
                  <a:lnTo>
                    <a:pt x="1342" y="1247"/>
                  </a:lnTo>
                  <a:lnTo>
                    <a:pt x="0" y="1247"/>
                  </a:lnTo>
                  <a:lnTo>
                    <a:pt x="0" y="2345"/>
                  </a:lnTo>
                  <a:lnTo>
                    <a:pt x="1342" y="2345"/>
                  </a:lnTo>
                  <a:lnTo>
                    <a:pt x="1342" y="3593"/>
                  </a:lnTo>
                  <a:lnTo>
                    <a:pt x="2522" y="3593"/>
                  </a:lnTo>
                  <a:lnTo>
                    <a:pt x="2522" y="2345"/>
                  </a:lnTo>
                  <a:lnTo>
                    <a:pt x="3868" y="2345"/>
                  </a:lnTo>
                  <a:lnTo>
                    <a:pt x="3868" y="1247"/>
                  </a:lnTo>
                  <a:lnTo>
                    <a:pt x="2522" y="1247"/>
                  </a:lnTo>
                  <a:lnTo>
                    <a:pt x="252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9" name="Google Shape;779;p33"/>
          <p:cNvSpPr/>
          <p:nvPr/>
        </p:nvSpPr>
        <p:spPr>
          <a:xfrm>
            <a:off x="4182740" y="-2673033"/>
            <a:ext cx="6417319" cy="3700313"/>
          </a:xfrm>
          <a:custGeom>
            <a:rect b="b" l="l" r="r" t="t"/>
            <a:pathLst>
              <a:path extrusionOk="0" h="140790" w="244167">
                <a:moveTo>
                  <a:pt x="134823" y="24269"/>
                </a:moveTo>
                <a:cubicBezTo>
                  <a:pt x="122338" y="19609"/>
                  <a:pt x="100115" y="3779"/>
                  <a:pt x="85001" y="971"/>
                </a:cubicBezTo>
                <a:cubicBezTo>
                  <a:pt x="69887" y="-1837"/>
                  <a:pt x="56864" y="1927"/>
                  <a:pt x="44140" y="7423"/>
                </a:cubicBezTo>
                <a:cubicBezTo>
                  <a:pt x="31416" y="12919"/>
                  <a:pt x="15943" y="24927"/>
                  <a:pt x="8655" y="33947"/>
                </a:cubicBezTo>
                <a:cubicBezTo>
                  <a:pt x="1367" y="42968"/>
                  <a:pt x="-843" y="52167"/>
                  <a:pt x="411" y="61546"/>
                </a:cubicBezTo>
                <a:cubicBezTo>
                  <a:pt x="1666" y="70925"/>
                  <a:pt x="3936" y="83710"/>
                  <a:pt x="16182" y="90221"/>
                </a:cubicBezTo>
                <a:cubicBezTo>
                  <a:pt x="28429" y="96733"/>
                  <a:pt x="57641" y="99002"/>
                  <a:pt x="73890" y="100615"/>
                </a:cubicBezTo>
                <a:cubicBezTo>
                  <a:pt x="90139" y="102228"/>
                  <a:pt x="100712" y="94641"/>
                  <a:pt x="113675" y="99898"/>
                </a:cubicBezTo>
                <a:cubicBezTo>
                  <a:pt x="126638" y="105155"/>
                  <a:pt x="140498" y="125347"/>
                  <a:pt x="151669" y="132157"/>
                </a:cubicBezTo>
                <a:cubicBezTo>
                  <a:pt x="162840" y="138967"/>
                  <a:pt x="169591" y="140880"/>
                  <a:pt x="180702" y="140760"/>
                </a:cubicBezTo>
                <a:cubicBezTo>
                  <a:pt x="191814" y="140641"/>
                  <a:pt x="208242" y="137593"/>
                  <a:pt x="218338" y="131440"/>
                </a:cubicBezTo>
                <a:cubicBezTo>
                  <a:pt x="228434" y="125287"/>
                  <a:pt x="237275" y="113997"/>
                  <a:pt x="241277" y="103841"/>
                </a:cubicBezTo>
                <a:cubicBezTo>
                  <a:pt x="245280" y="93686"/>
                  <a:pt x="244563" y="80961"/>
                  <a:pt x="242353" y="70507"/>
                </a:cubicBezTo>
                <a:cubicBezTo>
                  <a:pt x="240143" y="60053"/>
                  <a:pt x="234407" y="48582"/>
                  <a:pt x="228015" y="41115"/>
                </a:cubicBezTo>
                <a:cubicBezTo>
                  <a:pt x="221623" y="33648"/>
                  <a:pt x="215350" y="27734"/>
                  <a:pt x="204000" y="25703"/>
                </a:cubicBezTo>
                <a:cubicBezTo>
                  <a:pt x="192650" y="23672"/>
                  <a:pt x="171443" y="29168"/>
                  <a:pt x="159913" y="28929"/>
                </a:cubicBezTo>
                <a:cubicBezTo>
                  <a:pt x="148384" y="28690"/>
                  <a:pt x="147308" y="28929"/>
                  <a:pt x="134823" y="24269"/>
                </a:cubicBezTo>
                <a:close/>
              </a:path>
            </a:pathLst>
          </a:custGeom>
          <a:solidFill>
            <a:srgbClr val="C7CAEA">
              <a:alpha val="52090"/>
            </a:srgbClr>
          </a:solidFill>
          <a:ln>
            <a:noFill/>
          </a:ln>
        </p:spPr>
      </p:sp>
      <p:sp>
        <p:nvSpPr>
          <p:cNvPr id="780" name="Google Shape;780;p33"/>
          <p:cNvSpPr/>
          <p:nvPr/>
        </p:nvSpPr>
        <p:spPr>
          <a:xfrm flipH="1" rot="256058">
            <a:off x="1167330" y="4677880"/>
            <a:ext cx="5832229" cy="3362942"/>
          </a:xfrm>
          <a:custGeom>
            <a:rect b="b" l="l" r="r" t="t"/>
            <a:pathLst>
              <a:path extrusionOk="0" h="140790" w="244167">
                <a:moveTo>
                  <a:pt x="134823" y="24269"/>
                </a:moveTo>
                <a:cubicBezTo>
                  <a:pt x="122338" y="19609"/>
                  <a:pt x="100115" y="3779"/>
                  <a:pt x="85001" y="971"/>
                </a:cubicBezTo>
                <a:cubicBezTo>
                  <a:pt x="69887" y="-1837"/>
                  <a:pt x="56864" y="1927"/>
                  <a:pt x="44140" y="7423"/>
                </a:cubicBezTo>
                <a:cubicBezTo>
                  <a:pt x="31416" y="12919"/>
                  <a:pt x="15943" y="24927"/>
                  <a:pt x="8655" y="33947"/>
                </a:cubicBezTo>
                <a:cubicBezTo>
                  <a:pt x="1367" y="42968"/>
                  <a:pt x="-843" y="52167"/>
                  <a:pt x="411" y="61546"/>
                </a:cubicBezTo>
                <a:cubicBezTo>
                  <a:pt x="1666" y="70925"/>
                  <a:pt x="3936" y="83710"/>
                  <a:pt x="16182" y="90221"/>
                </a:cubicBezTo>
                <a:cubicBezTo>
                  <a:pt x="28429" y="96733"/>
                  <a:pt x="57641" y="99002"/>
                  <a:pt x="73890" y="100615"/>
                </a:cubicBezTo>
                <a:cubicBezTo>
                  <a:pt x="90139" y="102228"/>
                  <a:pt x="100712" y="94641"/>
                  <a:pt x="113675" y="99898"/>
                </a:cubicBezTo>
                <a:cubicBezTo>
                  <a:pt x="126638" y="105155"/>
                  <a:pt x="140498" y="125347"/>
                  <a:pt x="151669" y="132157"/>
                </a:cubicBezTo>
                <a:cubicBezTo>
                  <a:pt x="162840" y="138967"/>
                  <a:pt x="169591" y="140880"/>
                  <a:pt x="180702" y="140760"/>
                </a:cubicBezTo>
                <a:cubicBezTo>
                  <a:pt x="191814" y="140641"/>
                  <a:pt x="208242" y="137593"/>
                  <a:pt x="218338" y="131440"/>
                </a:cubicBezTo>
                <a:cubicBezTo>
                  <a:pt x="228434" y="125287"/>
                  <a:pt x="237275" y="113997"/>
                  <a:pt x="241277" y="103841"/>
                </a:cubicBezTo>
                <a:cubicBezTo>
                  <a:pt x="245280" y="93686"/>
                  <a:pt x="244563" y="80961"/>
                  <a:pt x="242353" y="70507"/>
                </a:cubicBezTo>
                <a:cubicBezTo>
                  <a:pt x="240143" y="60053"/>
                  <a:pt x="234407" y="48582"/>
                  <a:pt x="228015" y="41115"/>
                </a:cubicBezTo>
                <a:cubicBezTo>
                  <a:pt x="221623" y="33648"/>
                  <a:pt x="215350" y="27734"/>
                  <a:pt x="204000" y="25703"/>
                </a:cubicBezTo>
                <a:cubicBezTo>
                  <a:pt x="192650" y="23672"/>
                  <a:pt x="171443" y="29168"/>
                  <a:pt x="159913" y="28929"/>
                </a:cubicBezTo>
                <a:cubicBezTo>
                  <a:pt x="148384" y="28690"/>
                  <a:pt x="147308" y="28929"/>
                  <a:pt x="134823" y="24269"/>
                </a:cubicBezTo>
                <a:close/>
              </a:path>
            </a:pathLst>
          </a:custGeom>
          <a:solidFill>
            <a:srgbClr val="C7CAEA">
              <a:alpha val="52090"/>
            </a:srgbClr>
          </a:solidFill>
          <a:ln>
            <a:noFill/>
          </a:ln>
        </p:spPr>
      </p:sp>
      <p:sp>
        <p:nvSpPr>
          <p:cNvPr id="781" name="Google Shape;781;p33"/>
          <p:cNvSpPr/>
          <p:nvPr/>
        </p:nvSpPr>
        <p:spPr>
          <a:xfrm>
            <a:off x="4106540" y="-2520633"/>
            <a:ext cx="6417319" cy="3700313"/>
          </a:xfrm>
          <a:custGeom>
            <a:rect b="b" l="l" r="r" t="t"/>
            <a:pathLst>
              <a:path extrusionOk="0" h="140790" w="244167">
                <a:moveTo>
                  <a:pt x="134823" y="24269"/>
                </a:moveTo>
                <a:cubicBezTo>
                  <a:pt x="122338" y="19609"/>
                  <a:pt x="100115" y="3779"/>
                  <a:pt x="85001" y="971"/>
                </a:cubicBezTo>
                <a:cubicBezTo>
                  <a:pt x="69887" y="-1837"/>
                  <a:pt x="56864" y="1927"/>
                  <a:pt x="44140" y="7423"/>
                </a:cubicBezTo>
                <a:cubicBezTo>
                  <a:pt x="31416" y="12919"/>
                  <a:pt x="15943" y="24927"/>
                  <a:pt x="8655" y="33947"/>
                </a:cubicBezTo>
                <a:cubicBezTo>
                  <a:pt x="1367" y="42968"/>
                  <a:pt x="-843" y="52167"/>
                  <a:pt x="411" y="61546"/>
                </a:cubicBezTo>
                <a:cubicBezTo>
                  <a:pt x="1666" y="70925"/>
                  <a:pt x="3936" y="83710"/>
                  <a:pt x="16182" y="90221"/>
                </a:cubicBezTo>
                <a:cubicBezTo>
                  <a:pt x="28429" y="96733"/>
                  <a:pt x="57641" y="99002"/>
                  <a:pt x="73890" y="100615"/>
                </a:cubicBezTo>
                <a:cubicBezTo>
                  <a:pt x="90139" y="102228"/>
                  <a:pt x="100712" y="94641"/>
                  <a:pt x="113675" y="99898"/>
                </a:cubicBezTo>
                <a:cubicBezTo>
                  <a:pt x="126638" y="105155"/>
                  <a:pt x="140498" y="125347"/>
                  <a:pt x="151669" y="132157"/>
                </a:cubicBezTo>
                <a:cubicBezTo>
                  <a:pt x="162840" y="138967"/>
                  <a:pt x="169591" y="140880"/>
                  <a:pt x="180702" y="140760"/>
                </a:cubicBezTo>
                <a:cubicBezTo>
                  <a:pt x="191814" y="140641"/>
                  <a:pt x="208242" y="137593"/>
                  <a:pt x="218338" y="131440"/>
                </a:cubicBezTo>
                <a:cubicBezTo>
                  <a:pt x="228434" y="125287"/>
                  <a:pt x="237275" y="113997"/>
                  <a:pt x="241277" y="103841"/>
                </a:cubicBezTo>
                <a:cubicBezTo>
                  <a:pt x="245280" y="93686"/>
                  <a:pt x="244563" y="80961"/>
                  <a:pt x="242353" y="70507"/>
                </a:cubicBezTo>
                <a:cubicBezTo>
                  <a:pt x="240143" y="60053"/>
                  <a:pt x="234407" y="48582"/>
                  <a:pt x="228015" y="41115"/>
                </a:cubicBezTo>
                <a:cubicBezTo>
                  <a:pt x="221623" y="33648"/>
                  <a:pt x="215350" y="27734"/>
                  <a:pt x="204000" y="25703"/>
                </a:cubicBezTo>
                <a:cubicBezTo>
                  <a:pt x="192650" y="23672"/>
                  <a:pt x="171443" y="29168"/>
                  <a:pt x="159913" y="28929"/>
                </a:cubicBezTo>
                <a:cubicBezTo>
                  <a:pt x="148384" y="28690"/>
                  <a:pt x="147308" y="28929"/>
                  <a:pt x="134823" y="24269"/>
                </a:cubicBezTo>
                <a:close/>
              </a:path>
            </a:pathLst>
          </a:custGeom>
          <a:noFill/>
          <a:ln cap="flat" cmpd="sng" w="9525">
            <a:solidFill>
              <a:schemeClr val="dk2"/>
            </a:solidFill>
            <a:prstDash val="solid"/>
            <a:round/>
            <a:headEnd len="med" w="med" type="none"/>
            <a:tailEnd len="med" w="med" type="none"/>
          </a:ln>
        </p:spPr>
      </p:sp>
      <p:grpSp>
        <p:nvGrpSpPr>
          <p:cNvPr id="782" name="Google Shape;782;p33"/>
          <p:cNvGrpSpPr/>
          <p:nvPr/>
        </p:nvGrpSpPr>
        <p:grpSpPr>
          <a:xfrm>
            <a:off x="603593" y="438694"/>
            <a:ext cx="476848" cy="406789"/>
            <a:chOff x="682975" y="237527"/>
            <a:chExt cx="348700" cy="297469"/>
          </a:xfrm>
        </p:grpSpPr>
        <p:sp>
          <p:nvSpPr>
            <p:cNvPr id="783" name="Google Shape;783;p33"/>
            <p:cNvSpPr/>
            <p:nvPr/>
          </p:nvSpPr>
          <p:spPr>
            <a:xfrm>
              <a:off x="682975" y="237527"/>
              <a:ext cx="348700" cy="297469"/>
            </a:xfrm>
            <a:custGeom>
              <a:rect b="b" l="l" r="r" t="t"/>
              <a:pathLst>
                <a:path extrusionOk="0" h="7258" w="8508">
                  <a:moveTo>
                    <a:pt x="2187" y="0"/>
                  </a:moveTo>
                  <a:cubicBezTo>
                    <a:pt x="1033" y="0"/>
                    <a:pt x="0" y="1009"/>
                    <a:pt x="108" y="2418"/>
                  </a:cubicBezTo>
                  <a:cubicBezTo>
                    <a:pt x="250" y="4265"/>
                    <a:pt x="2850" y="6390"/>
                    <a:pt x="3863" y="7129"/>
                  </a:cubicBezTo>
                  <a:cubicBezTo>
                    <a:pt x="3980" y="7215"/>
                    <a:pt x="4117" y="7257"/>
                    <a:pt x="4254" y="7257"/>
                  </a:cubicBezTo>
                  <a:cubicBezTo>
                    <a:pt x="4390" y="7257"/>
                    <a:pt x="4527" y="7215"/>
                    <a:pt x="4644" y="7129"/>
                  </a:cubicBezTo>
                  <a:cubicBezTo>
                    <a:pt x="5658" y="6390"/>
                    <a:pt x="8257" y="4265"/>
                    <a:pt x="8400" y="2418"/>
                  </a:cubicBezTo>
                  <a:cubicBezTo>
                    <a:pt x="8507" y="1009"/>
                    <a:pt x="7475" y="0"/>
                    <a:pt x="6320" y="0"/>
                  </a:cubicBezTo>
                  <a:cubicBezTo>
                    <a:pt x="5596" y="0"/>
                    <a:pt x="4823" y="397"/>
                    <a:pt x="4254" y="1341"/>
                  </a:cubicBezTo>
                  <a:cubicBezTo>
                    <a:pt x="3684" y="397"/>
                    <a:pt x="2912" y="0"/>
                    <a:pt x="218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 name="Google Shape;784;p33"/>
            <p:cNvSpPr/>
            <p:nvPr/>
          </p:nvSpPr>
          <p:spPr>
            <a:xfrm>
              <a:off x="712771" y="325767"/>
              <a:ext cx="289108" cy="126726"/>
            </a:xfrm>
            <a:custGeom>
              <a:rect b="b" l="l" r="r" t="t"/>
              <a:pathLst>
                <a:path extrusionOk="0" h="3092" w="7054">
                  <a:moveTo>
                    <a:pt x="5896" y="0"/>
                  </a:moveTo>
                  <a:cubicBezTo>
                    <a:pt x="5865" y="0"/>
                    <a:pt x="5837" y="21"/>
                    <a:pt x="5823" y="52"/>
                  </a:cubicBezTo>
                  <a:lnTo>
                    <a:pt x="5614" y="583"/>
                  </a:lnTo>
                  <a:lnTo>
                    <a:pt x="5265" y="583"/>
                  </a:lnTo>
                  <a:lnTo>
                    <a:pt x="5067" y="77"/>
                  </a:lnTo>
                  <a:cubicBezTo>
                    <a:pt x="5053" y="49"/>
                    <a:pt x="5025" y="28"/>
                    <a:pt x="4994" y="28"/>
                  </a:cubicBezTo>
                  <a:cubicBezTo>
                    <a:pt x="4958" y="28"/>
                    <a:pt x="4931" y="49"/>
                    <a:pt x="4917" y="77"/>
                  </a:cubicBezTo>
                  <a:lnTo>
                    <a:pt x="4377" y="1450"/>
                  </a:lnTo>
                  <a:lnTo>
                    <a:pt x="4101" y="750"/>
                  </a:lnTo>
                  <a:cubicBezTo>
                    <a:pt x="4088" y="721"/>
                    <a:pt x="4060" y="700"/>
                    <a:pt x="4025" y="700"/>
                  </a:cubicBezTo>
                  <a:cubicBezTo>
                    <a:pt x="3993" y="700"/>
                    <a:pt x="3966" y="721"/>
                    <a:pt x="3955" y="750"/>
                  </a:cubicBezTo>
                  <a:lnTo>
                    <a:pt x="3147" y="2799"/>
                  </a:lnTo>
                  <a:lnTo>
                    <a:pt x="2332" y="736"/>
                  </a:lnTo>
                  <a:cubicBezTo>
                    <a:pt x="2321" y="704"/>
                    <a:pt x="2290" y="683"/>
                    <a:pt x="2258" y="683"/>
                  </a:cubicBezTo>
                  <a:lnTo>
                    <a:pt x="1927" y="683"/>
                  </a:lnTo>
                  <a:lnTo>
                    <a:pt x="1705" y="115"/>
                  </a:lnTo>
                  <a:cubicBezTo>
                    <a:pt x="1690" y="84"/>
                    <a:pt x="1663" y="63"/>
                    <a:pt x="1631" y="63"/>
                  </a:cubicBezTo>
                  <a:cubicBezTo>
                    <a:pt x="1597" y="63"/>
                    <a:pt x="1568" y="84"/>
                    <a:pt x="1558" y="115"/>
                  </a:cubicBezTo>
                  <a:lnTo>
                    <a:pt x="1293" y="781"/>
                  </a:lnTo>
                  <a:lnTo>
                    <a:pt x="84" y="781"/>
                  </a:lnTo>
                  <a:cubicBezTo>
                    <a:pt x="39" y="781"/>
                    <a:pt x="0" y="823"/>
                    <a:pt x="8" y="871"/>
                  </a:cubicBezTo>
                  <a:cubicBezTo>
                    <a:pt x="15" y="909"/>
                    <a:pt x="50" y="938"/>
                    <a:pt x="87" y="938"/>
                  </a:cubicBezTo>
                  <a:lnTo>
                    <a:pt x="1349" y="938"/>
                  </a:lnTo>
                  <a:cubicBezTo>
                    <a:pt x="1380" y="938"/>
                    <a:pt x="1409" y="917"/>
                    <a:pt x="1419" y="889"/>
                  </a:cubicBezTo>
                  <a:lnTo>
                    <a:pt x="1631" y="359"/>
                  </a:lnTo>
                  <a:lnTo>
                    <a:pt x="1802" y="792"/>
                  </a:lnTo>
                  <a:cubicBezTo>
                    <a:pt x="1812" y="823"/>
                    <a:pt x="1843" y="843"/>
                    <a:pt x="1875" y="843"/>
                  </a:cubicBezTo>
                  <a:lnTo>
                    <a:pt x="2206" y="843"/>
                  </a:lnTo>
                  <a:lnTo>
                    <a:pt x="3074" y="3039"/>
                  </a:lnTo>
                  <a:cubicBezTo>
                    <a:pt x="3084" y="3070"/>
                    <a:pt x="3112" y="3091"/>
                    <a:pt x="3147" y="3091"/>
                  </a:cubicBezTo>
                  <a:cubicBezTo>
                    <a:pt x="3178" y="3091"/>
                    <a:pt x="3207" y="3070"/>
                    <a:pt x="3220" y="3039"/>
                  </a:cubicBezTo>
                  <a:lnTo>
                    <a:pt x="4025" y="993"/>
                  </a:lnTo>
                  <a:lnTo>
                    <a:pt x="4304" y="1694"/>
                  </a:lnTo>
                  <a:cubicBezTo>
                    <a:pt x="4315" y="1725"/>
                    <a:pt x="4346" y="1746"/>
                    <a:pt x="4377" y="1746"/>
                  </a:cubicBezTo>
                  <a:cubicBezTo>
                    <a:pt x="4408" y="1746"/>
                    <a:pt x="4436" y="1725"/>
                    <a:pt x="4450" y="1694"/>
                  </a:cubicBezTo>
                  <a:lnTo>
                    <a:pt x="4994" y="321"/>
                  </a:lnTo>
                  <a:lnTo>
                    <a:pt x="5137" y="690"/>
                  </a:lnTo>
                  <a:cubicBezTo>
                    <a:pt x="5151" y="718"/>
                    <a:pt x="5178" y="739"/>
                    <a:pt x="5209" y="739"/>
                  </a:cubicBezTo>
                  <a:lnTo>
                    <a:pt x="5666" y="739"/>
                  </a:lnTo>
                  <a:cubicBezTo>
                    <a:pt x="5701" y="739"/>
                    <a:pt x="5729" y="718"/>
                    <a:pt x="5740" y="690"/>
                  </a:cubicBezTo>
                  <a:lnTo>
                    <a:pt x="5896" y="293"/>
                  </a:lnTo>
                  <a:lnTo>
                    <a:pt x="6092" y="787"/>
                  </a:lnTo>
                  <a:lnTo>
                    <a:pt x="6129" y="882"/>
                  </a:lnTo>
                  <a:cubicBezTo>
                    <a:pt x="6143" y="917"/>
                    <a:pt x="6175" y="938"/>
                    <a:pt x="6210" y="938"/>
                  </a:cubicBezTo>
                  <a:lnTo>
                    <a:pt x="6966" y="938"/>
                  </a:lnTo>
                  <a:cubicBezTo>
                    <a:pt x="7004" y="938"/>
                    <a:pt x="7039" y="909"/>
                    <a:pt x="7046" y="871"/>
                  </a:cubicBezTo>
                  <a:cubicBezTo>
                    <a:pt x="7053" y="823"/>
                    <a:pt x="7018" y="781"/>
                    <a:pt x="6970" y="781"/>
                  </a:cubicBezTo>
                  <a:lnTo>
                    <a:pt x="6259" y="781"/>
                  </a:lnTo>
                  <a:lnTo>
                    <a:pt x="5970" y="52"/>
                  </a:lnTo>
                  <a:cubicBezTo>
                    <a:pt x="5959" y="21"/>
                    <a:pt x="5928" y="0"/>
                    <a:pt x="589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85" name="Google Shape;785;p33"/>
          <p:cNvGrpSpPr/>
          <p:nvPr/>
        </p:nvGrpSpPr>
        <p:grpSpPr>
          <a:xfrm>
            <a:off x="7728755" y="3452143"/>
            <a:ext cx="1345264" cy="3700258"/>
            <a:chOff x="10090955" y="1623343"/>
            <a:chExt cx="1345264" cy="3700258"/>
          </a:xfrm>
        </p:grpSpPr>
        <p:sp>
          <p:nvSpPr>
            <p:cNvPr id="786" name="Google Shape;786;p33"/>
            <p:cNvSpPr/>
            <p:nvPr/>
          </p:nvSpPr>
          <p:spPr>
            <a:xfrm>
              <a:off x="10249109" y="3532430"/>
              <a:ext cx="497768" cy="1708404"/>
            </a:xfrm>
            <a:custGeom>
              <a:rect b="b" l="l" r="r" t="t"/>
              <a:pathLst>
                <a:path extrusionOk="0" h="30570" w="8907">
                  <a:moveTo>
                    <a:pt x="5138" y="1"/>
                  </a:moveTo>
                  <a:cubicBezTo>
                    <a:pt x="3649" y="1"/>
                    <a:pt x="2258" y="241"/>
                    <a:pt x="2258" y="241"/>
                  </a:cubicBezTo>
                  <a:cubicBezTo>
                    <a:pt x="2258" y="241"/>
                    <a:pt x="1485" y="8123"/>
                    <a:pt x="1140" y="12255"/>
                  </a:cubicBezTo>
                  <a:cubicBezTo>
                    <a:pt x="676" y="17847"/>
                    <a:pt x="1" y="29471"/>
                    <a:pt x="1" y="29471"/>
                  </a:cubicBezTo>
                  <a:cubicBezTo>
                    <a:pt x="1" y="29471"/>
                    <a:pt x="159" y="30569"/>
                    <a:pt x="824" y="30569"/>
                  </a:cubicBezTo>
                  <a:cubicBezTo>
                    <a:pt x="890" y="30569"/>
                    <a:pt x="962" y="30558"/>
                    <a:pt x="1038" y="30534"/>
                  </a:cubicBezTo>
                  <a:cubicBezTo>
                    <a:pt x="1886" y="30270"/>
                    <a:pt x="1799" y="29706"/>
                    <a:pt x="1799" y="29706"/>
                  </a:cubicBezTo>
                  <a:cubicBezTo>
                    <a:pt x="1799" y="29706"/>
                    <a:pt x="3481" y="23322"/>
                    <a:pt x="4711" y="18872"/>
                  </a:cubicBezTo>
                  <a:cubicBezTo>
                    <a:pt x="5481" y="16091"/>
                    <a:pt x="5115" y="13123"/>
                    <a:pt x="5115" y="13123"/>
                  </a:cubicBezTo>
                  <a:cubicBezTo>
                    <a:pt x="5115" y="13123"/>
                    <a:pt x="8262" y="4809"/>
                    <a:pt x="8677" y="1934"/>
                  </a:cubicBezTo>
                  <a:cubicBezTo>
                    <a:pt x="8906" y="356"/>
                    <a:pt x="6950" y="1"/>
                    <a:pt x="5138" y="1"/>
                  </a:cubicBezTo>
                  <a:close/>
                </a:path>
              </a:pathLst>
            </a:custGeom>
            <a:solidFill>
              <a:srgbClr val="E878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 name="Google Shape;787;p33"/>
            <p:cNvSpPr/>
            <p:nvPr/>
          </p:nvSpPr>
          <p:spPr>
            <a:xfrm>
              <a:off x="10322710" y="4212942"/>
              <a:ext cx="121438" cy="24757"/>
            </a:xfrm>
            <a:custGeom>
              <a:rect b="b" l="l" r="r" t="t"/>
              <a:pathLst>
                <a:path extrusionOk="0" h="443" w="2173">
                  <a:moveTo>
                    <a:pt x="132" y="0"/>
                  </a:moveTo>
                  <a:cubicBezTo>
                    <a:pt x="52" y="0"/>
                    <a:pt x="0" y="124"/>
                    <a:pt x="88" y="180"/>
                  </a:cubicBezTo>
                  <a:cubicBezTo>
                    <a:pt x="385" y="372"/>
                    <a:pt x="756" y="442"/>
                    <a:pt x="1130" y="442"/>
                  </a:cubicBezTo>
                  <a:cubicBezTo>
                    <a:pt x="1454" y="442"/>
                    <a:pt x="1780" y="390"/>
                    <a:pt x="2063" y="318"/>
                  </a:cubicBezTo>
                  <a:cubicBezTo>
                    <a:pt x="2172" y="293"/>
                    <a:pt x="2137" y="134"/>
                    <a:pt x="2038" y="134"/>
                  </a:cubicBezTo>
                  <a:cubicBezTo>
                    <a:pt x="2029" y="134"/>
                    <a:pt x="2020" y="135"/>
                    <a:pt x="2011" y="138"/>
                  </a:cubicBezTo>
                  <a:cubicBezTo>
                    <a:pt x="1747" y="205"/>
                    <a:pt x="1441" y="255"/>
                    <a:pt x="1137" y="255"/>
                  </a:cubicBezTo>
                  <a:cubicBezTo>
                    <a:pt x="793" y="255"/>
                    <a:pt x="453" y="191"/>
                    <a:pt x="181" y="16"/>
                  </a:cubicBezTo>
                  <a:cubicBezTo>
                    <a:pt x="164" y="5"/>
                    <a:pt x="148" y="0"/>
                    <a:pt x="132" y="0"/>
                  </a:cubicBezTo>
                  <a:close/>
                </a:path>
              </a:pathLst>
            </a:custGeom>
            <a:solidFill>
              <a:srgbClr val="A43B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 name="Google Shape;788;p33"/>
            <p:cNvSpPr/>
            <p:nvPr/>
          </p:nvSpPr>
          <p:spPr>
            <a:xfrm>
              <a:off x="10090955" y="5167290"/>
              <a:ext cx="274842" cy="156310"/>
            </a:xfrm>
            <a:custGeom>
              <a:rect b="b" l="l" r="r" t="t"/>
              <a:pathLst>
                <a:path extrusionOk="0" h="2797" w="4918">
                  <a:moveTo>
                    <a:pt x="3212" y="0"/>
                  </a:moveTo>
                  <a:cubicBezTo>
                    <a:pt x="3198" y="0"/>
                    <a:pt x="3183" y="1"/>
                    <a:pt x="3168" y="2"/>
                  </a:cubicBezTo>
                  <a:cubicBezTo>
                    <a:pt x="2499" y="40"/>
                    <a:pt x="2238" y="820"/>
                    <a:pt x="2238" y="820"/>
                  </a:cubicBezTo>
                  <a:cubicBezTo>
                    <a:pt x="2238" y="820"/>
                    <a:pt x="461" y="1399"/>
                    <a:pt x="161" y="1877"/>
                  </a:cubicBezTo>
                  <a:cubicBezTo>
                    <a:pt x="53" y="2047"/>
                    <a:pt x="15" y="2214"/>
                    <a:pt x="8" y="2357"/>
                  </a:cubicBezTo>
                  <a:cubicBezTo>
                    <a:pt x="1" y="2612"/>
                    <a:pt x="99" y="2796"/>
                    <a:pt x="99" y="2796"/>
                  </a:cubicBezTo>
                  <a:lnTo>
                    <a:pt x="4883" y="2796"/>
                  </a:lnTo>
                  <a:lnTo>
                    <a:pt x="4883" y="2051"/>
                  </a:lnTo>
                  <a:cubicBezTo>
                    <a:pt x="4883" y="1605"/>
                    <a:pt x="4918" y="1560"/>
                    <a:pt x="4883" y="671"/>
                  </a:cubicBezTo>
                  <a:cubicBezTo>
                    <a:pt x="4869" y="319"/>
                    <a:pt x="4646" y="273"/>
                    <a:pt x="4646" y="273"/>
                  </a:cubicBezTo>
                  <a:lnTo>
                    <a:pt x="4646" y="273"/>
                  </a:lnTo>
                  <a:cubicBezTo>
                    <a:pt x="4649" y="611"/>
                    <a:pt x="4175" y="820"/>
                    <a:pt x="4175" y="820"/>
                  </a:cubicBezTo>
                  <a:cubicBezTo>
                    <a:pt x="4175" y="820"/>
                    <a:pt x="3852" y="0"/>
                    <a:pt x="321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 name="Google Shape;789;p33"/>
            <p:cNvSpPr/>
            <p:nvPr/>
          </p:nvSpPr>
          <p:spPr>
            <a:xfrm>
              <a:off x="10090955" y="5299011"/>
              <a:ext cx="272886" cy="24589"/>
            </a:xfrm>
            <a:custGeom>
              <a:rect b="b" l="l" r="r" t="t"/>
              <a:pathLst>
                <a:path extrusionOk="0" h="440" w="4883">
                  <a:moveTo>
                    <a:pt x="8" y="0"/>
                  </a:moveTo>
                  <a:cubicBezTo>
                    <a:pt x="1" y="255"/>
                    <a:pt x="99" y="439"/>
                    <a:pt x="99" y="439"/>
                  </a:cubicBezTo>
                  <a:lnTo>
                    <a:pt x="4883" y="439"/>
                  </a:lnTo>
                  <a:lnTo>
                    <a:pt x="48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 name="Google Shape;790;p33"/>
            <p:cNvSpPr/>
            <p:nvPr/>
          </p:nvSpPr>
          <p:spPr>
            <a:xfrm>
              <a:off x="10313545" y="5236420"/>
              <a:ext cx="52476" cy="79021"/>
            </a:xfrm>
            <a:custGeom>
              <a:rect b="b" l="l" r="r" t="t"/>
              <a:pathLst>
                <a:path extrusionOk="0" h="1414" w="939">
                  <a:moveTo>
                    <a:pt x="860" y="0"/>
                  </a:moveTo>
                  <a:cubicBezTo>
                    <a:pt x="850" y="0"/>
                    <a:pt x="840" y="3"/>
                    <a:pt x="830" y="9"/>
                  </a:cubicBezTo>
                  <a:cubicBezTo>
                    <a:pt x="349" y="298"/>
                    <a:pt x="43" y="799"/>
                    <a:pt x="4" y="1360"/>
                  </a:cubicBezTo>
                  <a:cubicBezTo>
                    <a:pt x="1" y="1396"/>
                    <a:pt x="27" y="1413"/>
                    <a:pt x="55" y="1413"/>
                  </a:cubicBezTo>
                  <a:cubicBezTo>
                    <a:pt x="83" y="1413"/>
                    <a:pt x="112" y="1396"/>
                    <a:pt x="115" y="1360"/>
                  </a:cubicBezTo>
                  <a:cubicBezTo>
                    <a:pt x="150" y="838"/>
                    <a:pt x="440" y="371"/>
                    <a:pt x="886" y="103"/>
                  </a:cubicBezTo>
                  <a:cubicBezTo>
                    <a:pt x="938" y="73"/>
                    <a:pt x="908" y="0"/>
                    <a:pt x="86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1" name="Google Shape;791;p33"/>
            <p:cNvSpPr/>
            <p:nvPr/>
          </p:nvSpPr>
          <p:spPr>
            <a:xfrm>
              <a:off x="10661876" y="3476322"/>
              <a:ext cx="380186" cy="1736682"/>
            </a:xfrm>
            <a:custGeom>
              <a:rect b="b" l="l" r="r" t="t"/>
              <a:pathLst>
                <a:path extrusionOk="0" h="31076" w="6803">
                  <a:moveTo>
                    <a:pt x="3805" y="0"/>
                  </a:moveTo>
                  <a:cubicBezTo>
                    <a:pt x="1992" y="0"/>
                    <a:pt x="0" y="362"/>
                    <a:pt x="75" y="1966"/>
                  </a:cubicBezTo>
                  <a:cubicBezTo>
                    <a:pt x="210" y="4886"/>
                    <a:pt x="2391" y="13381"/>
                    <a:pt x="2391" y="13381"/>
                  </a:cubicBezTo>
                  <a:cubicBezTo>
                    <a:pt x="2391" y="13381"/>
                    <a:pt x="2026" y="14486"/>
                    <a:pt x="2370" y="16970"/>
                  </a:cubicBezTo>
                  <a:cubicBezTo>
                    <a:pt x="2716" y="19451"/>
                    <a:pt x="4235" y="30197"/>
                    <a:pt x="4235" y="30197"/>
                  </a:cubicBezTo>
                  <a:cubicBezTo>
                    <a:pt x="4235" y="30197"/>
                    <a:pt x="4096" y="30772"/>
                    <a:pt x="4914" y="31040"/>
                  </a:cubicBezTo>
                  <a:cubicBezTo>
                    <a:pt x="4988" y="31064"/>
                    <a:pt x="5058" y="31075"/>
                    <a:pt x="5125" y="31075"/>
                  </a:cubicBezTo>
                  <a:cubicBezTo>
                    <a:pt x="5789" y="31075"/>
                    <a:pt x="6057" y="29960"/>
                    <a:pt x="6057" y="29960"/>
                  </a:cubicBezTo>
                  <a:cubicBezTo>
                    <a:pt x="6057" y="29960"/>
                    <a:pt x="6803" y="20189"/>
                    <a:pt x="6639" y="14531"/>
                  </a:cubicBezTo>
                  <a:cubicBezTo>
                    <a:pt x="6517" y="10332"/>
                    <a:pt x="6664" y="245"/>
                    <a:pt x="6664" y="245"/>
                  </a:cubicBezTo>
                  <a:cubicBezTo>
                    <a:pt x="6664" y="245"/>
                    <a:pt x="5295" y="0"/>
                    <a:pt x="3805" y="0"/>
                  </a:cubicBezTo>
                  <a:close/>
                </a:path>
              </a:pathLst>
            </a:custGeom>
            <a:solidFill>
              <a:srgbClr val="E878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 name="Google Shape;792;p33"/>
            <p:cNvSpPr/>
            <p:nvPr/>
          </p:nvSpPr>
          <p:spPr>
            <a:xfrm>
              <a:off x="10896705" y="4196121"/>
              <a:ext cx="124847" cy="29340"/>
            </a:xfrm>
            <a:custGeom>
              <a:rect b="b" l="l" r="r" t="t"/>
              <a:pathLst>
                <a:path extrusionOk="0" h="525" w="2234">
                  <a:moveTo>
                    <a:pt x="2095" y="1"/>
                  </a:moveTo>
                  <a:cubicBezTo>
                    <a:pt x="2081" y="1"/>
                    <a:pt x="2066" y="4"/>
                    <a:pt x="2050" y="13"/>
                  </a:cubicBezTo>
                  <a:cubicBezTo>
                    <a:pt x="1667" y="227"/>
                    <a:pt x="1246" y="336"/>
                    <a:pt x="820" y="336"/>
                  </a:cubicBezTo>
                  <a:cubicBezTo>
                    <a:pt x="599" y="336"/>
                    <a:pt x="377" y="307"/>
                    <a:pt x="159" y="247"/>
                  </a:cubicBezTo>
                  <a:cubicBezTo>
                    <a:pt x="149" y="245"/>
                    <a:pt x="140" y="244"/>
                    <a:pt x="132" y="244"/>
                  </a:cubicBezTo>
                  <a:cubicBezTo>
                    <a:pt x="33" y="244"/>
                    <a:pt x="0" y="403"/>
                    <a:pt x="106" y="431"/>
                  </a:cubicBezTo>
                  <a:cubicBezTo>
                    <a:pt x="340" y="494"/>
                    <a:pt x="578" y="525"/>
                    <a:pt x="815" y="525"/>
                  </a:cubicBezTo>
                  <a:cubicBezTo>
                    <a:pt x="1276" y="525"/>
                    <a:pt x="1733" y="407"/>
                    <a:pt x="2145" y="177"/>
                  </a:cubicBezTo>
                  <a:cubicBezTo>
                    <a:pt x="2234" y="126"/>
                    <a:pt x="2178" y="1"/>
                    <a:pt x="2095" y="1"/>
                  </a:cubicBezTo>
                  <a:close/>
                </a:path>
              </a:pathLst>
            </a:custGeom>
            <a:solidFill>
              <a:srgbClr val="A43B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3" name="Google Shape;793;p33"/>
            <p:cNvSpPr/>
            <p:nvPr/>
          </p:nvSpPr>
          <p:spPr>
            <a:xfrm>
              <a:off x="10886030" y="5150525"/>
              <a:ext cx="258077" cy="173076"/>
            </a:xfrm>
            <a:custGeom>
              <a:rect b="b" l="l" r="r" t="t"/>
              <a:pathLst>
                <a:path extrusionOk="0" h="3097" w="4618">
                  <a:moveTo>
                    <a:pt x="2008" y="1"/>
                  </a:moveTo>
                  <a:cubicBezTo>
                    <a:pt x="1427" y="1"/>
                    <a:pt x="914" y="911"/>
                    <a:pt x="914" y="911"/>
                  </a:cubicBezTo>
                  <a:cubicBezTo>
                    <a:pt x="914" y="911"/>
                    <a:pt x="220" y="612"/>
                    <a:pt x="224" y="239"/>
                  </a:cubicBezTo>
                  <a:lnTo>
                    <a:pt x="224" y="239"/>
                  </a:lnTo>
                  <a:cubicBezTo>
                    <a:pt x="224" y="239"/>
                    <a:pt x="1" y="431"/>
                    <a:pt x="85" y="814"/>
                  </a:cubicBezTo>
                  <a:cubicBezTo>
                    <a:pt x="245" y="1549"/>
                    <a:pt x="287" y="1776"/>
                    <a:pt x="287" y="2270"/>
                  </a:cubicBezTo>
                  <a:lnTo>
                    <a:pt x="287" y="3096"/>
                  </a:lnTo>
                  <a:lnTo>
                    <a:pt x="4534" y="3096"/>
                  </a:lnTo>
                  <a:cubicBezTo>
                    <a:pt x="4534" y="3096"/>
                    <a:pt x="4618" y="2894"/>
                    <a:pt x="4610" y="2612"/>
                  </a:cubicBezTo>
                  <a:cubicBezTo>
                    <a:pt x="4607" y="2452"/>
                    <a:pt x="4573" y="2267"/>
                    <a:pt x="4478" y="2075"/>
                  </a:cubicBezTo>
                  <a:cubicBezTo>
                    <a:pt x="4213" y="1553"/>
                    <a:pt x="2635" y="911"/>
                    <a:pt x="2635" y="911"/>
                  </a:cubicBezTo>
                  <a:cubicBezTo>
                    <a:pt x="2635" y="911"/>
                    <a:pt x="2642" y="44"/>
                    <a:pt x="2046" y="2"/>
                  </a:cubicBezTo>
                  <a:cubicBezTo>
                    <a:pt x="2034" y="1"/>
                    <a:pt x="2021" y="1"/>
                    <a:pt x="200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 name="Google Shape;794;p33"/>
            <p:cNvSpPr/>
            <p:nvPr/>
          </p:nvSpPr>
          <p:spPr>
            <a:xfrm>
              <a:off x="10902014" y="5296496"/>
              <a:ext cx="242094" cy="27104"/>
            </a:xfrm>
            <a:custGeom>
              <a:rect b="b" l="l" r="r" t="t"/>
              <a:pathLst>
                <a:path extrusionOk="0" h="485" w="4332">
                  <a:moveTo>
                    <a:pt x="1" y="0"/>
                  </a:moveTo>
                  <a:lnTo>
                    <a:pt x="1" y="484"/>
                  </a:lnTo>
                  <a:lnTo>
                    <a:pt x="4248" y="484"/>
                  </a:lnTo>
                  <a:cubicBezTo>
                    <a:pt x="4248" y="484"/>
                    <a:pt x="4332" y="282"/>
                    <a:pt x="432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 name="Google Shape;795;p33"/>
            <p:cNvSpPr/>
            <p:nvPr/>
          </p:nvSpPr>
          <p:spPr>
            <a:xfrm>
              <a:off x="10899890" y="5227031"/>
              <a:ext cx="57953" cy="87516"/>
            </a:xfrm>
            <a:custGeom>
              <a:rect b="b" l="l" r="r" t="t"/>
              <a:pathLst>
                <a:path extrusionOk="0" h="1566" w="1037">
                  <a:moveTo>
                    <a:pt x="87" y="0"/>
                  </a:moveTo>
                  <a:cubicBezTo>
                    <a:pt x="33" y="0"/>
                    <a:pt x="0" y="82"/>
                    <a:pt x="56" y="118"/>
                  </a:cubicBezTo>
                  <a:cubicBezTo>
                    <a:pt x="551" y="414"/>
                    <a:pt x="868" y="930"/>
                    <a:pt x="909" y="1508"/>
                  </a:cubicBezTo>
                  <a:cubicBezTo>
                    <a:pt x="913" y="1546"/>
                    <a:pt x="945" y="1565"/>
                    <a:pt x="976" y="1565"/>
                  </a:cubicBezTo>
                  <a:cubicBezTo>
                    <a:pt x="1007" y="1565"/>
                    <a:pt x="1037" y="1546"/>
                    <a:pt x="1035" y="1508"/>
                  </a:cubicBezTo>
                  <a:cubicBezTo>
                    <a:pt x="990" y="888"/>
                    <a:pt x="652" y="330"/>
                    <a:pt x="118" y="10"/>
                  </a:cubicBezTo>
                  <a:cubicBezTo>
                    <a:pt x="107" y="3"/>
                    <a:pt x="97" y="0"/>
                    <a:pt x="8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6" name="Google Shape;796;p33"/>
            <p:cNvSpPr/>
            <p:nvPr/>
          </p:nvSpPr>
          <p:spPr>
            <a:xfrm>
              <a:off x="10444986" y="2775748"/>
              <a:ext cx="611102" cy="466752"/>
            </a:xfrm>
            <a:custGeom>
              <a:rect b="b" l="l" r="r" t="t"/>
              <a:pathLst>
                <a:path extrusionOk="0" h="8352" w="10935">
                  <a:moveTo>
                    <a:pt x="1795" y="0"/>
                  </a:moveTo>
                  <a:cubicBezTo>
                    <a:pt x="1795" y="0"/>
                    <a:pt x="0" y="4474"/>
                    <a:pt x="154" y="5746"/>
                  </a:cubicBezTo>
                  <a:cubicBezTo>
                    <a:pt x="333" y="7203"/>
                    <a:pt x="4885" y="8352"/>
                    <a:pt x="8005" y="8352"/>
                  </a:cubicBezTo>
                  <a:cubicBezTo>
                    <a:pt x="9638" y="8352"/>
                    <a:pt x="10878" y="8037"/>
                    <a:pt x="10893" y="7286"/>
                  </a:cubicBezTo>
                  <a:cubicBezTo>
                    <a:pt x="10934" y="5098"/>
                    <a:pt x="9199" y="338"/>
                    <a:pt x="9199" y="338"/>
                  </a:cubicBezTo>
                  <a:cubicBezTo>
                    <a:pt x="8066" y="780"/>
                    <a:pt x="6967" y="937"/>
                    <a:pt x="5977" y="937"/>
                  </a:cubicBezTo>
                  <a:cubicBezTo>
                    <a:pt x="3559" y="937"/>
                    <a:pt x="1795" y="0"/>
                    <a:pt x="179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 name="Google Shape;797;p33"/>
            <p:cNvSpPr/>
            <p:nvPr/>
          </p:nvSpPr>
          <p:spPr>
            <a:xfrm>
              <a:off x="10290967" y="2954691"/>
              <a:ext cx="802732" cy="880245"/>
            </a:xfrm>
            <a:custGeom>
              <a:rect b="b" l="l" r="r" t="t"/>
              <a:pathLst>
                <a:path extrusionOk="0" h="15751" w="14364">
                  <a:moveTo>
                    <a:pt x="3412" y="0"/>
                  </a:moveTo>
                  <a:cubicBezTo>
                    <a:pt x="3412" y="0"/>
                    <a:pt x="976" y="4937"/>
                    <a:pt x="1" y="14356"/>
                  </a:cubicBezTo>
                  <a:cubicBezTo>
                    <a:pt x="1" y="14356"/>
                    <a:pt x="3144" y="15750"/>
                    <a:pt x="7790" y="15750"/>
                  </a:cubicBezTo>
                  <a:cubicBezTo>
                    <a:pt x="9689" y="15750"/>
                    <a:pt x="11840" y="15517"/>
                    <a:pt x="14129" y="14861"/>
                  </a:cubicBezTo>
                  <a:cubicBezTo>
                    <a:pt x="14364" y="10241"/>
                    <a:pt x="14063" y="5217"/>
                    <a:pt x="12346" y="412"/>
                  </a:cubicBezTo>
                  <a:lnTo>
                    <a:pt x="341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 name="Google Shape;798;p33"/>
            <p:cNvSpPr/>
            <p:nvPr/>
          </p:nvSpPr>
          <p:spPr>
            <a:xfrm>
              <a:off x="10375186" y="3028627"/>
              <a:ext cx="151057" cy="239132"/>
            </a:xfrm>
            <a:custGeom>
              <a:rect b="b" l="l" r="r" t="t"/>
              <a:pathLst>
                <a:path extrusionOk="0" h="4279" w="2703">
                  <a:moveTo>
                    <a:pt x="2581" y="1"/>
                  </a:moveTo>
                  <a:cubicBezTo>
                    <a:pt x="2550" y="1"/>
                    <a:pt x="2520" y="21"/>
                    <a:pt x="2521" y="60"/>
                  </a:cubicBezTo>
                  <a:cubicBezTo>
                    <a:pt x="2574" y="1705"/>
                    <a:pt x="1846" y="3730"/>
                    <a:pt x="72" y="4155"/>
                  </a:cubicBezTo>
                  <a:cubicBezTo>
                    <a:pt x="0" y="4174"/>
                    <a:pt x="23" y="4278"/>
                    <a:pt x="91" y="4278"/>
                  </a:cubicBezTo>
                  <a:cubicBezTo>
                    <a:pt x="96" y="4278"/>
                    <a:pt x="102" y="4278"/>
                    <a:pt x="107" y="4277"/>
                  </a:cubicBezTo>
                  <a:cubicBezTo>
                    <a:pt x="1933" y="3838"/>
                    <a:pt x="2703" y="1761"/>
                    <a:pt x="2647" y="60"/>
                  </a:cubicBezTo>
                  <a:cubicBezTo>
                    <a:pt x="2645" y="21"/>
                    <a:pt x="2613" y="1"/>
                    <a:pt x="258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 name="Google Shape;799;p33"/>
            <p:cNvSpPr/>
            <p:nvPr/>
          </p:nvSpPr>
          <p:spPr>
            <a:xfrm>
              <a:off x="10838361" y="3049640"/>
              <a:ext cx="178944" cy="261151"/>
            </a:xfrm>
            <a:custGeom>
              <a:rect b="b" l="l" r="r" t="t"/>
              <a:pathLst>
                <a:path extrusionOk="0" h="4673" w="3202">
                  <a:moveTo>
                    <a:pt x="387" y="1"/>
                  </a:moveTo>
                  <a:cubicBezTo>
                    <a:pt x="362" y="1"/>
                    <a:pt x="337" y="14"/>
                    <a:pt x="328" y="44"/>
                  </a:cubicBezTo>
                  <a:cubicBezTo>
                    <a:pt x="0" y="1047"/>
                    <a:pt x="126" y="2183"/>
                    <a:pt x="697" y="3079"/>
                  </a:cubicBezTo>
                  <a:cubicBezTo>
                    <a:pt x="1230" y="3915"/>
                    <a:pt x="2118" y="4497"/>
                    <a:pt x="3094" y="4671"/>
                  </a:cubicBezTo>
                  <a:cubicBezTo>
                    <a:pt x="3099" y="4672"/>
                    <a:pt x="3103" y="4672"/>
                    <a:pt x="3107" y="4672"/>
                  </a:cubicBezTo>
                  <a:cubicBezTo>
                    <a:pt x="3178" y="4672"/>
                    <a:pt x="3201" y="4565"/>
                    <a:pt x="3126" y="4549"/>
                  </a:cubicBezTo>
                  <a:cubicBezTo>
                    <a:pt x="2181" y="4382"/>
                    <a:pt x="1324" y="3824"/>
                    <a:pt x="805" y="3013"/>
                  </a:cubicBezTo>
                  <a:cubicBezTo>
                    <a:pt x="251" y="2145"/>
                    <a:pt x="132" y="1051"/>
                    <a:pt x="450" y="78"/>
                  </a:cubicBezTo>
                  <a:cubicBezTo>
                    <a:pt x="465" y="32"/>
                    <a:pt x="425" y="1"/>
                    <a:pt x="3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0" name="Google Shape;800;p33"/>
            <p:cNvSpPr/>
            <p:nvPr/>
          </p:nvSpPr>
          <p:spPr>
            <a:xfrm>
              <a:off x="10296053" y="3675272"/>
              <a:ext cx="788705" cy="96122"/>
            </a:xfrm>
            <a:custGeom>
              <a:rect b="b" l="l" r="r" t="t"/>
              <a:pathLst>
                <a:path extrusionOk="0" h="1720" w="14113">
                  <a:moveTo>
                    <a:pt x="70" y="1"/>
                  </a:moveTo>
                  <a:cubicBezTo>
                    <a:pt x="47" y="1"/>
                    <a:pt x="26" y="12"/>
                    <a:pt x="14" y="34"/>
                  </a:cubicBezTo>
                  <a:cubicBezTo>
                    <a:pt x="0" y="65"/>
                    <a:pt x="10" y="103"/>
                    <a:pt x="42" y="117"/>
                  </a:cubicBezTo>
                  <a:cubicBezTo>
                    <a:pt x="1362" y="835"/>
                    <a:pt x="2920" y="1316"/>
                    <a:pt x="4672" y="1553"/>
                  </a:cubicBezTo>
                  <a:cubicBezTo>
                    <a:pt x="5516" y="1665"/>
                    <a:pt x="6404" y="1720"/>
                    <a:pt x="7332" y="1720"/>
                  </a:cubicBezTo>
                  <a:cubicBezTo>
                    <a:pt x="7945" y="1720"/>
                    <a:pt x="8575" y="1696"/>
                    <a:pt x="9220" y="1647"/>
                  </a:cubicBezTo>
                  <a:cubicBezTo>
                    <a:pt x="11965" y="1435"/>
                    <a:pt x="14038" y="828"/>
                    <a:pt x="14059" y="824"/>
                  </a:cubicBezTo>
                  <a:cubicBezTo>
                    <a:pt x="14091" y="814"/>
                    <a:pt x="14112" y="779"/>
                    <a:pt x="14101" y="745"/>
                  </a:cubicBezTo>
                  <a:cubicBezTo>
                    <a:pt x="14093" y="719"/>
                    <a:pt x="14068" y="700"/>
                    <a:pt x="14040" y="700"/>
                  </a:cubicBezTo>
                  <a:cubicBezTo>
                    <a:pt x="14034" y="700"/>
                    <a:pt x="14028" y="701"/>
                    <a:pt x="14022" y="703"/>
                  </a:cubicBezTo>
                  <a:cubicBezTo>
                    <a:pt x="14004" y="710"/>
                    <a:pt x="11941" y="1309"/>
                    <a:pt x="9206" y="1522"/>
                  </a:cubicBezTo>
                  <a:cubicBezTo>
                    <a:pt x="8640" y="1565"/>
                    <a:pt x="8019" y="1594"/>
                    <a:pt x="7362" y="1594"/>
                  </a:cubicBezTo>
                  <a:cubicBezTo>
                    <a:pt x="5092" y="1594"/>
                    <a:pt x="2395" y="1252"/>
                    <a:pt x="101" y="9"/>
                  </a:cubicBezTo>
                  <a:cubicBezTo>
                    <a:pt x="91" y="3"/>
                    <a:pt x="80" y="1"/>
                    <a:pt x="7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1" name="Google Shape;801;p33"/>
            <p:cNvSpPr/>
            <p:nvPr/>
          </p:nvSpPr>
          <p:spPr>
            <a:xfrm>
              <a:off x="10972820" y="3103122"/>
              <a:ext cx="68068" cy="627756"/>
            </a:xfrm>
            <a:custGeom>
              <a:rect b="b" l="l" r="r" t="t"/>
              <a:pathLst>
                <a:path extrusionOk="0" h="11233" w="1218">
                  <a:moveTo>
                    <a:pt x="57" y="0"/>
                  </a:moveTo>
                  <a:cubicBezTo>
                    <a:pt x="30" y="0"/>
                    <a:pt x="1" y="23"/>
                    <a:pt x="9" y="59"/>
                  </a:cubicBezTo>
                  <a:cubicBezTo>
                    <a:pt x="650" y="2899"/>
                    <a:pt x="995" y="5798"/>
                    <a:pt x="1029" y="8707"/>
                  </a:cubicBezTo>
                  <a:cubicBezTo>
                    <a:pt x="1040" y="9533"/>
                    <a:pt x="1023" y="10362"/>
                    <a:pt x="984" y="11188"/>
                  </a:cubicBezTo>
                  <a:cubicBezTo>
                    <a:pt x="983" y="11217"/>
                    <a:pt x="1005" y="11232"/>
                    <a:pt x="1029" y="11232"/>
                  </a:cubicBezTo>
                  <a:cubicBezTo>
                    <a:pt x="1053" y="11232"/>
                    <a:pt x="1077" y="11217"/>
                    <a:pt x="1079" y="11188"/>
                  </a:cubicBezTo>
                  <a:cubicBezTo>
                    <a:pt x="1218" y="8286"/>
                    <a:pt x="1050" y="5372"/>
                    <a:pt x="580" y="2508"/>
                  </a:cubicBezTo>
                  <a:cubicBezTo>
                    <a:pt x="444" y="1679"/>
                    <a:pt x="284" y="853"/>
                    <a:pt x="100" y="34"/>
                  </a:cubicBezTo>
                  <a:cubicBezTo>
                    <a:pt x="94" y="11"/>
                    <a:pt x="76" y="0"/>
                    <a:pt x="5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2" name="Google Shape;802;p33"/>
            <p:cNvSpPr/>
            <p:nvPr/>
          </p:nvSpPr>
          <p:spPr>
            <a:xfrm>
              <a:off x="10559997" y="2792681"/>
              <a:ext cx="23863" cy="51694"/>
            </a:xfrm>
            <a:custGeom>
              <a:rect b="b" l="l" r="r" t="t"/>
              <a:pathLst>
                <a:path extrusionOk="0" h="925" w="427">
                  <a:moveTo>
                    <a:pt x="346" y="1"/>
                  </a:moveTo>
                  <a:cubicBezTo>
                    <a:pt x="329" y="1"/>
                    <a:pt x="313" y="9"/>
                    <a:pt x="301" y="28"/>
                  </a:cubicBezTo>
                  <a:cubicBezTo>
                    <a:pt x="145" y="286"/>
                    <a:pt x="47" y="565"/>
                    <a:pt x="5" y="864"/>
                  </a:cubicBezTo>
                  <a:cubicBezTo>
                    <a:pt x="0" y="903"/>
                    <a:pt x="31" y="925"/>
                    <a:pt x="63" y="925"/>
                  </a:cubicBezTo>
                  <a:cubicBezTo>
                    <a:pt x="91" y="925"/>
                    <a:pt x="119" y="909"/>
                    <a:pt x="124" y="875"/>
                  </a:cubicBezTo>
                  <a:cubicBezTo>
                    <a:pt x="163" y="596"/>
                    <a:pt x="253" y="335"/>
                    <a:pt x="399" y="94"/>
                  </a:cubicBezTo>
                  <a:cubicBezTo>
                    <a:pt x="426" y="48"/>
                    <a:pt x="386" y="1"/>
                    <a:pt x="346" y="1"/>
                  </a:cubicBezTo>
                  <a:close/>
                </a:path>
              </a:pathLst>
            </a:custGeom>
            <a:solidFill>
              <a:srgbClr val="5364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 name="Google Shape;803;p33"/>
            <p:cNvSpPr/>
            <p:nvPr/>
          </p:nvSpPr>
          <p:spPr>
            <a:xfrm>
              <a:off x="10892737" y="2815705"/>
              <a:ext cx="18554" cy="64659"/>
            </a:xfrm>
            <a:custGeom>
              <a:rect b="b" l="l" r="r" t="t"/>
              <a:pathLst>
                <a:path extrusionOk="0" h="1157" w="332">
                  <a:moveTo>
                    <a:pt x="78" y="1"/>
                  </a:moveTo>
                  <a:cubicBezTo>
                    <a:pt x="40" y="1"/>
                    <a:pt x="0" y="38"/>
                    <a:pt x="16" y="86"/>
                  </a:cubicBezTo>
                  <a:cubicBezTo>
                    <a:pt x="135" y="411"/>
                    <a:pt x="201" y="749"/>
                    <a:pt x="212" y="1094"/>
                  </a:cubicBezTo>
                  <a:cubicBezTo>
                    <a:pt x="214" y="1135"/>
                    <a:pt x="249" y="1157"/>
                    <a:pt x="280" y="1157"/>
                  </a:cubicBezTo>
                  <a:cubicBezTo>
                    <a:pt x="307" y="1157"/>
                    <a:pt x="332" y="1140"/>
                    <a:pt x="330" y="1104"/>
                  </a:cubicBezTo>
                  <a:cubicBezTo>
                    <a:pt x="320" y="734"/>
                    <a:pt x="251" y="379"/>
                    <a:pt x="125" y="34"/>
                  </a:cubicBezTo>
                  <a:cubicBezTo>
                    <a:pt x="115" y="11"/>
                    <a:pt x="97" y="1"/>
                    <a:pt x="78" y="1"/>
                  </a:cubicBezTo>
                  <a:close/>
                </a:path>
              </a:pathLst>
            </a:custGeom>
            <a:solidFill>
              <a:srgbClr val="5364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 name="Google Shape;804;p33"/>
            <p:cNvSpPr/>
            <p:nvPr/>
          </p:nvSpPr>
          <p:spPr>
            <a:xfrm>
              <a:off x="10771857" y="2830794"/>
              <a:ext cx="12965" cy="61250"/>
            </a:xfrm>
            <a:custGeom>
              <a:rect b="b" l="l" r="r" t="t"/>
              <a:pathLst>
                <a:path extrusionOk="0" h="1096" w="232">
                  <a:moveTo>
                    <a:pt x="68" y="1"/>
                  </a:moveTo>
                  <a:cubicBezTo>
                    <a:pt x="34" y="1"/>
                    <a:pt x="1" y="26"/>
                    <a:pt x="13" y="67"/>
                  </a:cubicBezTo>
                  <a:cubicBezTo>
                    <a:pt x="93" y="388"/>
                    <a:pt x="114" y="709"/>
                    <a:pt x="72" y="1033"/>
                  </a:cubicBezTo>
                  <a:cubicBezTo>
                    <a:pt x="66" y="1074"/>
                    <a:pt x="97" y="1096"/>
                    <a:pt x="129" y="1096"/>
                  </a:cubicBezTo>
                  <a:cubicBezTo>
                    <a:pt x="157" y="1096"/>
                    <a:pt x="185" y="1079"/>
                    <a:pt x="190" y="1043"/>
                  </a:cubicBezTo>
                  <a:cubicBezTo>
                    <a:pt x="232" y="705"/>
                    <a:pt x="211" y="377"/>
                    <a:pt x="127" y="46"/>
                  </a:cubicBezTo>
                  <a:cubicBezTo>
                    <a:pt x="120" y="15"/>
                    <a:pt x="94" y="1"/>
                    <a:pt x="68" y="1"/>
                  </a:cubicBezTo>
                  <a:close/>
                </a:path>
              </a:pathLst>
            </a:custGeom>
            <a:solidFill>
              <a:srgbClr val="5364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 name="Google Shape;805;p33"/>
            <p:cNvSpPr/>
            <p:nvPr/>
          </p:nvSpPr>
          <p:spPr>
            <a:xfrm>
              <a:off x="10638739" y="2827274"/>
              <a:ext cx="34146" cy="32693"/>
            </a:xfrm>
            <a:custGeom>
              <a:rect b="b" l="l" r="r" t="t"/>
              <a:pathLst>
                <a:path extrusionOk="0" h="585" w="611">
                  <a:moveTo>
                    <a:pt x="306" y="0"/>
                  </a:moveTo>
                  <a:cubicBezTo>
                    <a:pt x="154" y="0"/>
                    <a:pt x="28" y="114"/>
                    <a:pt x="15" y="266"/>
                  </a:cubicBezTo>
                  <a:cubicBezTo>
                    <a:pt x="0" y="427"/>
                    <a:pt x="119" y="569"/>
                    <a:pt x="280" y="583"/>
                  </a:cubicBezTo>
                  <a:cubicBezTo>
                    <a:pt x="288" y="584"/>
                    <a:pt x="297" y="584"/>
                    <a:pt x="306" y="584"/>
                  </a:cubicBezTo>
                  <a:cubicBezTo>
                    <a:pt x="457" y="584"/>
                    <a:pt x="583" y="467"/>
                    <a:pt x="597" y="315"/>
                  </a:cubicBezTo>
                  <a:cubicBezTo>
                    <a:pt x="610" y="155"/>
                    <a:pt x="492" y="12"/>
                    <a:pt x="332" y="1"/>
                  </a:cubicBezTo>
                  <a:cubicBezTo>
                    <a:pt x="323" y="1"/>
                    <a:pt x="315" y="0"/>
                    <a:pt x="306" y="0"/>
                  </a:cubicBezTo>
                  <a:close/>
                </a:path>
              </a:pathLst>
            </a:custGeom>
            <a:solidFill>
              <a:srgbClr val="5364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6" name="Google Shape;806;p33"/>
            <p:cNvSpPr/>
            <p:nvPr/>
          </p:nvSpPr>
          <p:spPr>
            <a:xfrm>
              <a:off x="10884242" y="2928369"/>
              <a:ext cx="122165" cy="134627"/>
            </a:xfrm>
            <a:custGeom>
              <a:rect b="b" l="l" r="r" t="t"/>
              <a:pathLst>
                <a:path extrusionOk="0" h="2409" w="2186">
                  <a:moveTo>
                    <a:pt x="66" y="0"/>
                  </a:moveTo>
                  <a:cubicBezTo>
                    <a:pt x="32" y="0"/>
                    <a:pt x="0" y="25"/>
                    <a:pt x="12" y="67"/>
                  </a:cubicBezTo>
                  <a:cubicBezTo>
                    <a:pt x="326" y="1081"/>
                    <a:pt x="863" y="2349"/>
                    <a:pt x="2103" y="2409"/>
                  </a:cubicBezTo>
                  <a:cubicBezTo>
                    <a:pt x="2104" y="2409"/>
                    <a:pt x="2105" y="2409"/>
                    <a:pt x="2106" y="2409"/>
                  </a:cubicBezTo>
                  <a:cubicBezTo>
                    <a:pt x="2176" y="2409"/>
                    <a:pt x="2185" y="2297"/>
                    <a:pt x="2109" y="2293"/>
                  </a:cubicBezTo>
                  <a:cubicBezTo>
                    <a:pt x="929" y="2235"/>
                    <a:pt x="427" y="1011"/>
                    <a:pt x="127" y="46"/>
                  </a:cubicBezTo>
                  <a:cubicBezTo>
                    <a:pt x="118" y="15"/>
                    <a:pt x="91" y="0"/>
                    <a:pt x="66" y="0"/>
                  </a:cubicBezTo>
                  <a:close/>
                </a:path>
              </a:pathLst>
            </a:custGeom>
            <a:solidFill>
              <a:srgbClr val="5364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 name="Google Shape;807;p33"/>
            <p:cNvSpPr/>
            <p:nvPr/>
          </p:nvSpPr>
          <p:spPr>
            <a:xfrm>
              <a:off x="10477288" y="2897689"/>
              <a:ext cx="104449" cy="81704"/>
            </a:xfrm>
            <a:custGeom>
              <a:rect b="b" l="l" r="r" t="t"/>
              <a:pathLst>
                <a:path extrusionOk="0" h="1462" w="1869">
                  <a:moveTo>
                    <a:pt x="1786" y="1"/>
                  </a:moveTo>
                  <a:cubicBezTo>
                    <a:pt x="1770" y="1"/>
                    <a:pt x="1754" y="9"/>
                    <a:pt x="1743" y="27"/>
                  </a:cubicBezTo>
                  <a:cubicBezTo>
                    <a:pt x="1388" y="676"/>
                    <a:pt x="785" y="1153"/>
                    <a:pt x="67" y="1345"/>
                  </a:cubicBezTo>
                  <a:cubicBezTo>
                    <a:pt x="0" y="1361"/>
                    <a:pt x="15" y="1462"/>
                    <a:pt x="75" y="1462"/>
                  </a:cubicBezTo>
                  <a:cubicBezTo>
                    <a:pt x="80" y="1462"/>
                    <a:pt x="85" y="1461"/>
                    <a:pt x="91" y="1459"/>
                  </a:cubicBezTo>
                  <a:cubicBezTo>
                    <a:pt x="834" y="1261"/>
                    <a:pt x="1468" y="773"/>
                    <a:pt x="1841" y="97"/>
                  </a:cubicBezTo>
                  <a:cubicBezTo>
                    <a:pt x="1868" y="50"/>
                    <a:pt x="1826" y="1"/>
                    <a:pt x="1786" y="1"/>
                  </a:cubicBezTo>
                  <a:close/>
                </a:path>
              </a:pathLst>
            </a:custGeom>
            <a:solidFill>
              <a:srgbClr val="5364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 name="Google Shape;808;p33"/>
            <p:cNvSpPr/>
            <p:nvPr/>
          </p:nvSpPr>
          <p:spPr>
            <a:xfrm>
              <a:off x="10630971" y="1961000"/>
              <a:ext cx="51861" cy="51861"/>
            </a:xfrm>
            <a:custGeom>
              <a:rect b="b" l="l" r="r" t="t"/>
              <a:pathLst>
                <a:path extrusionOk="0" h="928" w="928">
                  <a:moveTo>
                    <a:pt x="464" y="1"/>
                  </a:moveTo>
                  <a:cubicBezTo>
                    <a:pt x="210" y="1"/>
                    <a:pt x="1" y="206"/>
                    <a:pt x="1" y="464"/>
                  </a:cubicBezTo>
                  <a:cubicBezTo>
                    <a:pt x="1" y="718"/>
                    <a:pt x="210" y="927"/>
                    <a:pt x="464" y="927"/>
                  </a:cubicBezTo>
                  <a:cubicBezTo>
                    <a:pt x="718" y="927"/>
                    <a:pt x="927" y="718"/>
                    <a:pt x="927" y="464"/>
                  </a:cubicBezTo>
                  <a:cubicBezTo>
                    <a:pt x="927" y="206"/>
                    <a:pt x="718" y="1"/>
                    <a:pt x="46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9" name="Google Shape;809;p33"/>
            <p:cNvSpPr/>
            <p:nvPr/>
          </p:nvSpPr>
          <p:spPr>
            <a:xfrm>
              <a:off x="10759842" y="2394388"/>
              <a:ext cx="23472" cy="110149"/>
            </a:xfrm>
            <a:custGeom>
              <a:rect b="b" l="l" r="r" t="t"/>
              <a:pathLst>
                <a:path extrusionOk="0" h="1971" w="420">
                  <a:moveTo>
                    <a:pt x="252" y="0"/>
                  </a:moveTo>
                  <a:cubicBezTo>
                    <a:pt x="220" y="0"/>
                    <a:pt x="189" y="24"/>
                    <a:pt x="196" y="65"/>
                  </a:cubicBezTo>
                  <a:cubicBezTo>
                    <a:pt x="300" y="681"/>
                    <a:pt x="241" y="1305"/>
                    <a:pt x="19" y="1890"/>
                  </a:cubicBezTo>
                  <a:cubicBezTo>
                    <a:pt x="0" y="1935"/>
                    <a:pt x="39" y="1970"/>
                    <a:pt x="77" y="1970"/>
                  </a:cubicBezTo>
                  <a:cubicBezTo>
                    <a:pt x="97" y="1970"/>
                    <a:pt x="117" y="1960"/>
                    <a:pt x="126" y="1935"/>
                  </a:cubicBezTo>
                  <a:cubicBezTo>
                    <a:pt x="356" y="1332"/>
                    <a:pt x="419" y="688"/>
                    <a:pt x="311" y="50"/>
                  </a:cubicBezTo>
                  <a:cubicBezTo>
                    <a:pt x="305" y="16"/>
                    <a:pt x="278" y="0"/>
                    <a:pt x="252" y="0"/>
                  </a:cubicBezTo>
                  <a:close/>
                </a:path>
              </a:pathLst>
            </a:custGeom>
            <a:solidFill>
              <a:srgbClr val="2729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 name="Google Shape;810;p33"/>
            <p:cNvSpPr/>
            <p:nvPr/>
          </p:nvSpPr>
          <p:spPr>
            <a:xfrm>
              <a:off x="10474773" y="2129438"/>
              <a:ext cx="616356" cy="760483"/>
            </a:xfrm>
            <a:custGeom>
              <a:rect b="b" l="l" r="r" t="t"/>
              <a:pathLst>
                <a:path extrusionOk="0" h="13608" w="11029">
                  <a:moveTo>
                    <a:pt x="6778" y="0"/>
                  </a:moveTo>
                  <a:lnTo>
                    <a:pt x="4715" y="189"/>
                  </a:lnTo>
                  <a:cubicBezTo>
                    <a:pt x="4715" y="189"/>
                    <a:pt x="4012" y="520"/>
                    <a:pt x="3200" y="889"/>
                  </a:cubicBezTo>
                  <a:cubicBezTo>
                    <a:pt x="2750" y="1091"/>
                    <a:pt x="2269" y="1307"/>
                    <a:pt x="1855" y="1485"/>
                  </a:cubicBezTo>
                  <a:cubicBezTo>
                    <a:pt x="1855" y="1485"/>
                    <a:pt x="1576" y="2701"/>
                    <a:pt x="1792" y="4505"/>
                  </a:cubicBezTo>
                  <a:cubicBezTo>
                    <a:pt x="2008" y="6314"/>
                    <a:pt x="1366" y="10568"/>
                    <a:pt x="1" y="11732"/>
                  </a:cubicBezTo>
                  <a:cubicBezTo>
                    <a:pt x="1" y="11732"/>
                    <a:pt x="2029" y="13608"/>
                    <a:pt x="5754" y="13608"/>
                  </a:cubicBezTo>
                  <a:cubicBezTo>
                    <a:pt x="6862" y="13608"/>
                    <a:pt x="8120" y="13442"/>
                    <a:pt x="9520" y="13011"/>
                  </a:cubicBezTo>
                  <a:cubicBezTo>
                    <a:pt x="9520" y="13011"/>
                    <a:pt x="8447" y="11116"/>
                    <a:pt x="8984" y="8482"/>
                  </a:cubicBezTo>
                  <a:cubicBezTo>
                    <a:pt x="9520" y="5843"/>
                    <a:pt x="11029" y="3053"/>
                    <a:pt x="10824" y="2273"/>
                  </a:cubicBezTo>
                  <a:cubicBezTo>
                    <a:pt x="10656" y="1641"/>
                    <a:pt x="9060" y="893"/>
                    <a:pt x="7924" y="433"/>
                  </a:cubicBezTo>
                  <a:cubicBezTo>
                    <a:pt x="7276" y="171"/>
                    <a:pt x="6778" y="0"/>
                    <a:pt x="677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 name="Google Shape;811;p33"/>
            <p:cNvSpPr/>
            <p:nvPr/>
          </p:nvSpPr>
          <p:spPr>
            <a:xfrm>
              <a:off x="10574304" y="2154530"/>
              <a:ext cx="353081" cy="136918"/>
            </a:xfrm>
            <a:custGeom>
              <a:rect b="b" l="l" r="r" t="t"/>
              <a:pathLst>
                <a:path extrusionOk="0" h="2450" w="6318">
                  <a:moveTo>
                    <a:pt x="6182" y="1"/>
                  </a:moveTo>
                  <a:cubicBezTo>
                    <a:pt x="6011" y="1102"/>
                    <a:pt x="5050" y="1952"/>
                    <a:pt x="3955" y="2207"/>
                  </a:cubicBezTo>
                  <a:cubicBezTo>
                    <a:pt x="3663" y="2274"/>
                    <a:pt x="3371" y="2305"/>
                    <a:pt x="3081" y="2305"/>
                  </a:cubicBezTo>
                  <a:cubicBezTo>
                    <a:pt x="2003" y="2305"/>
                    <a:pt x="949" y="1877"/>
                    <a:pt x="21" y="1328"/>
                  </a:cubicBezTo>
                  <a:cubicBezTo>
                    <a:pt x="14" y="1374"/>
                    <a:pt x="7" y="1426"/>
                    <a:pt x="0" y="1482"/>
                  </a:cubicBezTo>
                  <a:cubicBezTo>
                    <a:pt x="940" y="2032"/>
                    <a:pt x="2003" y="2449"/>
                    <a:pt x="3087" y="2449"/>
                  </a:cubicBezTo>
                  <a:cubicBezTo>
                    <a:pt x="3443" y="2449"/>
                    <a:pt x="3801" y="2404"/>
                    <a:pt x="4157" y="2304"/>
                  </a:cubicBezTo>
                  <a:cubicBezTo>
                    <a:pt x="5227" y="2004"/>
                    <a:pt x="6129" y="1137"/>
                    <a:pt x="6317" y="57"/>
                  </a:cubicBezTo>
                  <a:cubicBezTo>
                    <a:pt x="6272" y="36"/>
                    <a:pt x="6227" y="18"/>
                    <a:pt x="618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 name="Google Shape;812;p33"/>
            <p:cNvSpPr/>
            <p:nvPr/>
          </p:nvSpPr>
          <p:spPr>
            <a:xfrm>
              <a:off x="10556365" y="2312405"/>
              <a:ext cx="148039" cy="291608"/>
            </a:xfrm>
            <a:custGeom>
              <a:rect b="b" l="l" r="r" t="t"/>
              <a:pathLst>
                <a:path extrusionOk="0" h="5218" w="2649">
                  <a:moveTo>
                    <a:pt x="914" y="1"/>
                  </a:moveTo>
                  <a:cubicBezTo>
                    <a:pt x="850" y="1"/>
                    <a:pt x="813" y="101"/>
                    <a:pt x="882" y="138"/>
                  </a:cubicBezTo>
                  <a:cubicBezTo>
                    <a:pt x="1907" y="684"/>
                    <a:pt x="2496" y="1925"/>
                    <a:pt x="2235" y="3064"/>
                  </a:cubicBezTo>
                  <a:cubicBezTo>
                    <a:pt x="1997" y="4106"/>
                    <a:pt x="1071" y="4904"/>
                    <a:pt x="32" y="5068"/>
                  </a:cubicBezTo>
                  <a:cubicBezTo>
                    <a:pt x="22" y="5120"/>
                    <a:pt x="11" y="5169"/>
                    <a:pt x="1" y="5218"/>
                  </a:cubicBezTo>
                  <a:cubicBezTo>
                    <a:pt x="1119" y="5065"/>
                    <a:pt x="2119" y="4208"/>
                    <a:pt x="2373" y="3092"/>
                  </a:cubicBezTo>
                  <a:cubicBezTo>
                    <a:pt x="2649" y="1890"/>
                    <a:pt x="2021" y="587"/>
                    <a:pt x="945" y="9"/>
                  </a:cubicBezTo>
                  <a:cubicBezTo>
                    <a:pt x="934" y="3"/>
                    <a:pt x="923" y="1"/>
                    <a:pt x="91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 name="Google Shape;813;p33"/>
            <p:cNvSpPr/>
            <p:nvPr/>
          </p:nvSpPr>
          <p:spPr>
            <a:xfrm>
              <a:off x="10497965" y="2328220"/>
              <a:ext cx="507436" cy="457866"/>
            </a:xfrm>
            <a:custGeom>
              <a:rect b="b" l="l" r="r" t="t"/>
              <a:pathLst>
                <a:path extrusionOk="0" h="8193" w="9080">
                  <a:moveTo>
                    <a:pt x="7587" y="1"/>
                  </a:moveTo>
                  <a:cubicBezTo>
                    <a:pt x="7463" y="1"/>
                    <a:pt x="7339" y="14"/>
                    <a:pt x="7220" y="43"/>
                  </a:cubicBezTo>
                  <a:cubicBezTo>
                    <a:pt x="6374" y="242"/>
                    <a:pt x="5781" y="977"/>
                    <a:pt x="5384" y="1709"/>
                  </a:cubicBezTo>
                  <a:cubicBezTo>
                    <a:pt x="4882" y="2635"/>
                    <a:pt x="4621" y="3666"/>
                    <a:pt x="4272" y="4656"/>
                  </a:cubicBezTo>
                  <a:cubicBezTo>
                    <a:pt x="3949" y="5576"/>
                    <a:pt x="3534" y="6509"/>
                    <a:pt x="2812" y="7193"/>
                  </a:cubicBezTo>
                  <a:cubicBezTo>
                    <a:pt x="2272" y="7703"/>
                    <a:pt x="1547" y="8048"/>
                    <a:pt x="809" y="8048"/>
                  </a:cubicBezTo>
                  <a:cubicBezTo>
                    <a:pt x="575" y="8048"/>
                    <a:pt x="340" y="8013"/>
                    <a:pt x="109" y="7939"/>
                  </a:cubicBezTo>
                  <a:cubicBezTo>
                    <a:pt x="101" y="7936"/>
                    <a:pt x="93" y="7935"/>
                    <a:pt x="87" y="7935"/>
                  </a:cubicBezTo>
                  <a:cubicBezTo>
                    <a:pt x="17" y="7935"/>
                    <a:pt x="1" y="8056"/>
                    <a:pt x="81" y="8082"/>
                  </a:cubicBezTo>
                  <a:cubicBezTo>
                    <a:pt x="319" y="8157"/>
                    <a:pt x="561" y="8192"/>
                    <a:pt x="802" y="8192"/>
                  </a:cubicBezTo>
                  <a:cubicBezTo>
                    <a:pt x="1481" y="8192"/>
                    <a:pt x="2152" y="7916"/>
                    <a:pt x="2687" y="7489"/>
                  </a:cubicBezTo>
                  <a:cubicBezTo>
                    <a:pt x="4182" y="6297"/>
                    <a:pt x="4464" y="4245"/>
                    <a:pt x="5140" y="2572"/>
                  </a:cubicBezTo>
                  <a:cubicBezTo>
                    <a:pt x="5488" y="1712"/>
                    <a:pt x="5987" y="747"/>
                    <a:pt x="6865" y="321"/>
                  </a:cubicBezTo>
                  <a:cubicBezTo>
                    <a:pt x="7089" y="212"/>
                    <a:pt x="7345" y="156"/>
                    <a:pt x="7601" y="156"/>
                  </a:cubicBezTo>
                  <a:cubicBezTo>
                    <a:pt x="8200" y="156"/>
                    <a:pt x="8793" y="463"/>
                    <a:pt x="8934" y="1106"/>
                  </a:cubicBezTo>
                  <a:cubicBezTo>
                    <a:pt x="8941" y="1139"/>
                    <a:pt x="8963" y="1153"/>
                    <a:pt x="8988" y="1153"/>
                  </a:cubicBezTo>
                  <a:cubicBezTo>
                    <a:pt x="9031" y="1153"/>
                    <a:pt x="9080" y="1112"/>
                    <a:pt x="9067" y="1057"/>
                  </a:cubicBezTo>
                  <a:cubicBezTo>
                    <a:pt x="8920" y="386"/>
                    <a:pt x="8244" y="1"/>
                    <a:pt x="758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4" name="Google Shape;814;p33"/>
            <p:cNvSpPr/>
            <p:nvPr/>
          </p:nvSpPr>
          <p:spPr>
            <a:xfrm>
              <a:off x="10724467" y="2574226"/>
              <a:ext cx="214040" cy="313906"/>
            </a:xfrm>
            <a:custGeom>
              <a:rect b="b" l="l" r="r" t="t"/>
              <a:pathLst>
                <a:path extrusionOk="0" h="5617" w="3830">
                  <a:moveTo>
                    <a:pt x="3083" y="0"/>
                  </a:moveTo>
                  <a:cubicBezTo>
                    <a:pt x="2621" y="0"/>
                    <a:pt x="2161" y="109"/>
                    <a:pt x="1742" y="320"/>
                  </a:cubicBezTo>
                  <a:cubicBezTo>
                    <a:pt x="620" y="885"/>
                    <a:pt x="0" y="2164"/>
                    <a:pt x="219" y="3400"/>
                  </a:cubicBezTo>
                  <a:cubicBezTo>
                    <a:pt x="401" y="4432"/>
                    <a:pt x="1174" y="5279"/>
                    <a:pt x="2149" y="5616"/>
                  </a:cubicBezTo>
                  <a:cubicBezTo>
                    <a:pt x="2282" y="5606"/>
                    <a:pt x="2418" y="5592"/>
                    <a:pt x="2554" y="5578"/>
                  </a:cubicBezTo>
                  <a:cubicBezTo>
                    <a:pt x="1087" y="5285"/>
                    <a:pt x="90" y="3857"/>
                    <a:pt x="369" y="2379"/>
                  </a:cubicBezTo>
                  <a:cubicBezTo>
                    <a:pt x="618" y="1054"/>
                    <a:pt x="1794" y="146"/>
                    <a:pt x="3086" y="146"/>
                  </a:cubicBezTo>
                  <a:cubicBezTo>
                    <a:pt x="3295" y="146"/>
                    <a:pt x="3506" y="170"/>
                    <a:pt x="3717" y="219"/>
                  </a:cubicBezTo>
                  <a:cubicBezTo>
                    <a:pt x="3724" y="221"/>
                    <a:pt x="3729" y="221"/>
                    <a:pt x="3735" y="221"/>
                  </a:cubicBezTo>
                  <a:cubicBezTo>
                    <a:pt x="3812" y="221"/>
                    <a:pt x="3830" y="96"/>
                    <a:pt x="3746" y="76"/>
                  </a:cubicBezTo>
                  <a:cubicBezTo>
                    <a:pt x="3527" y="25"/>
                    <a:pt x="3305" y="0"/>
                    <a:pt x="308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 name="Google Shape;815;p33"/>
            <p:cNvSpPr/>
            <p:nvPr/>
          </p:nvSpPr>
          <p:spPr>
            <a:xfrm>
              <a:off x="10555191" y="2791451"/>
              <a:ext cx="216610" cy="98022"/>
            </a:xfrm>
            <a:custGeom>
              <a:rect b="b" l="l" r="r" t="t"/>
              <a:pathLst>
                <a:path extrusionOk="0" h="1754" w="3876">
                  <a:moveTo>
                    <a:pt x="1301" y="1"/>
                  </a:moveTo>
                  <a:cubicBezTo>
                    <a:pt x="807" y="1"/>
                    <a:pt x="340" y="190"/>
                    <a:pt x="35" y="671"/>
                  </a:cubicBezTo>
                  <a:cubicBezTo>
                    <a:pt x="0" y="724"/>
                    <a:pt x="49" y="769"/>
                    <a:pt x="100" y="769"/>
                  </a:cubicBezTo>
                  <a:cubicBezTo>
                    <a:pt x="124" y="769"/>
                    <a:pt x="149" y="758"/>
                    <a:pt x="165" y="733"/>
                  </a:cubicBezTo>
                  <a:cubicBezTo>
                    <a:pt x="436" y="305"/>
                    <a:pt x="851" y="140"/>
                    <a:pt x="1291" y="140"/>
                  </a:cubicBezTo>
                  <a:cubicBezTo>
                    <a:pt x="1789" y="140"/>
                    <a:pt x="2320" y="351"/>
                    <a:pt x="2711" y="632"/>
                  </a:cubicBezTo>
                  <a:cubicBezTo>
                    <a:pt x="3060" y="883"/>
                    <a:pt x="3364" y="1200"/>
                    <a:pt x="3597" y="1559"/>
                  </a:cubicBezTo>
                  <a:cubicBezTo>
                    <a:pt x="3631" y="1615"/>
                    <a:pt x="3670" y="1678"/>
                    <a:pt x="3712" y="1744"/>
                  </a:cubicBezTo>
                  <a:cubicBezTo>
                    <a:pt x="3764" y="1747"/>
                    <a:pt x="3819" y="1750"/>
                    <a:pt x="3875" y="1754"/>
                  </a:cubicBezTo>
                  <a:cubicBezTo>
                    <a:pt x="3865" y="1737"/>
                    <a:pt x="3858" y="1719"/>
                    <a:pt x="3848" y="1705"/>
                  </a:cubicBezTo>
                  <a:cubicBezTo>
                    <a:pt x="3583" y="1218"/>
                    <a:pt x="3200" y="792"/>
                    <a:pt x="2743" y="478"/>
                  </a:cubicBezTo>
                  <a:cubicBezTo>
                    <a:pt x="2331" y="196"/>
                    <a:pt x="1802" y="1"/>
                    <a:pt x="130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6" name="Google Shape;816;p33"/>
            <p:cNvSpPr/>
            <p:nvPr/>
          </p:nvSpPr>
          <p:spPr>
            <a:xfrm>
              <a:off x="10474773" y="2313411"/>
              <a:ext cx="125797" cy="261151"/>
            </a:xfrm>
            <a:custGeom>
              <a:rect b="b" l="l" r="r" t="t"/>
              <a:pathLst>
                <a:path extrusionOk="0" h="4673" w="2251">
                  <a:moveTo>
                    <a:pt x="1701" y="1"/>
                  </a:moveTo>
                  <a:cubicBezTo>
                    <a:pt x="1701" y="1"/>
                    <a:pt x="1702" y="13"/>
                    <a:pt x="1705" y="36"/>
                  </a:cubicBezTo>
                  <a:lnTo>
                    <a:pt x="1705" y="36"/>
                  </a:lnTo>
                  <a:cubicBezTo>
                    <a:pt x="1703" y="13"/>
                    <a:pt x="1701" y="1"/>
                    <a:pt x="1701" y="1"/>
                  </a:cubicBezTo>
                  <a:close/>
                  <a:moveTo>
                    <a:pt x="1705" y="36"/>
                  </a:moveTo>
                  <a:cubicBezTo>
                    <a:pt x="1719" y="195"/>
                    <a:pt x="1728" y="872"/>
                    <a:pt x="1004" y="1771"/>
                  </a:cubicBezTo>
                  <a:cubicBezTo>
                    <a:pt x="1" y="3019"/>
                    <a:pt x="1607" y="4283"/>
                    <a:pt x="1955" y="4653"/>
                  </a:cubicBezTo>
                  <a:cubicBezTo>
                    <a:pt x="1968" y="4666"/>
                    <a:pt x="1979" y="4672"/>
                    <a:pt x="1989" y="4672"/>
                  </a:cubicBezTo>
                  <a:cubicBezTo>
                    <a:pt x="2251" y="4672"/>
                    <a:pt x="1757" y="467"/>
                    <a:pt x="1705" y="36"/>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7" name="Google Shape;817;p33"/>
            <p:cNvSpPr/>
            <p:nvPr/>
          </p:nvSpPr>
          <p:spPr>
            <a:xfrm>
              <a:off x="10724188" y="2125302"/>
              <a:ext cx="402596" cy="1032643"/>
            </a:xfrm>
            <a:custGeom>
              <a:rect b="b" l="l" r="r" t="t"/>
              <a:pathLst>
                <a:path extrusionOk="0" h="18478" w="7204">
                  <a:moveTo>
                    <a:pt x="2242" y="1"/>
                  </a:moveTo>
                  <a:cubicBezTo>
                    <a:pt x="3179" y="1009"/>
                    <a:pt x="2643" y="3998"/>
                    <a:pt x="1385" y="5928"/>
                  </a:cubicBezTo>
                  <a:cubicBezTo>
                    <a:pt x="1" y="8050"/>
                    <a:pt x="1667" y="10054"/>
                    <a:pt x="1022" y="12148"/>
                  </a:cubicBezTo>
                  <a:cubicBezTo>
                    <a:pt x="503" y="13834"/>
                    <a:pt x="385" y="17308"/>
                    <a:pt x="851" y="18476"/>
                  </a:cubicBezTo>
                  <a:cubicBezTo>
                    <a:pt x="899" y="18477"/>
                    <a:pt x="946" y="18477"/>
                    <a:pt x="993" y="18477"/>
                  </a:cubicBezTo>
                  <a:cubicBezTo>
                    <a:pt x="1602" y="18477"/>
                    <a:pt x="2142" y="18392"/>
                    <a:pt x="2894" y="18246"/>
                  </a:cubicBezTo>
                  <a:cubicBezTo>
                    <a:pt x="3444" y="18138"/>
                    <a:pt x="3952" y="18061"/>
                    <a:pt x="4496" y="17925"/>
                  </a:cubicBezTo>
                  <a:cubicBezTo>
                    <a:pt x="5946" y="17570"/>
                    <a:pt x="6343" y="17458"/>
                    <a:pt x="6831" y="17235"/>
                  </a:cubicBezTo>
                  <a:cubicBezTo>
                    <a:pt x="6792" y="17012"/>
                    <a:pt x="6636" y="16608"/>
                    <a:pt x="6541" y="16340"/>
                  </a:cubicBezTo>
                  <a:cubicBezTo>
                    <a:pt x="6531" y="16301"/>
                    <a:pt x="6517" y="16259"/>
                    <a:pt x="6500" y="16221"/>
                  </a:cubicBezTo>
                  <a:cubicBezTo>
                    <a:pt x="6326" y="15727"/>
                    <a:pt x="6078" y="15155"/>
                    <a:pt x="5813" y="14514"/>
                  </a:cubicBezTo>
                  <a:cubicBezTo>
                    <a:pt x="5639" y="14088"/>
                    <a:pt x="5517" y="13594"/>
                    <a:pt x="5451" y="13061"/>
                  </a:cubicBezTo>
                  <a:cubicBezTo>
                    <a:pt x="5448" y="13057"/>
                    <a:pt x="5448" y="13054"/>
                    <a:pt x="5448" y="13054"/>
                  </a:cubicBezTo>
                  <a:cubicBezTo>
                    <a:pt x="5144" y="10709"/>
                    <a:pt x="5980" y="7914"/>
                    <a:pt x="6413" y="6541"/>
                  </a:cubicBezTo>
                  <a:cubicBezTo>
                    <a:pt x="7148" y="4196"/>
                    <a:pt x="7204" y="2841"/>
                    <a:pt x="6382" y="1876"/>
                  </a:cubicBezTo>
                  <a:cubicBezTo>
                    <a:pt x="5824" y="1224"/>
                    <a:pt x="4367" y="538"/>
                    <a:pt x="3196" y="231"/>
                  </a:cubicBezTo>
                  <a:cubicBezTo>
                    <a:pt x="3186" y="227"/>
                    <a:pt x="3175" y="224"/>
                    <a:pt x="3165" y="221"/>
                  </a:cubicBezTo>
                  <a:cubicBezTo>
                    <a:pt x="3109" y="207"/>
                    <a:pt x="3058" y="193"/>
                    <a:pt x="3005" y="182"/>
                  </a:cubicBezTo>
                  <a:cubicBezTo>
                    <a:pt x="2548" y="68"/>
                    <a:pt x="2242" y="1"/>
                    <a:pt x="224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 name="Google Shape;818;p33"/>
            <p:cNvSpPr/>
            <p:nvPr/>
          </p:nvSpPr>
          <p:spPr>
            <a:xfrm>
              <a:off x="10874574" y="2830403"/>
              <a:ext cx="156422" cy="133845"/>
            </a:xfrm>
            <a:custGeom>
              <a:rect b="b" l="l" r="r" t="t"/>
              <a:pathLst>
                <a:path extrusionOk="0" h="2395" w="2799">
                  <a:moveTo>
                    <a:pt x="61" y="0"/>
                  </a:moveTo>
                  <a:cubicBezTo>
                    <a:pt x="30" y="0"/>
                    <a:pt x="0" y="21"/>
                    <a:pt x="4" y="61"/>
                  </a:cubicBezTo>
                  <a:cubicBezTo>
                    <a:pt x="149" y="1391"/>
                    <a:pt x="1264" y="2394"/>
                    <a:pt x="2592" y="2394"/>
                  </a:cubicBezTo>
                  <a:cubicBezTo>
                    <a:pt x="2634" y="2394"/>
                    <a:pt x="2676" y="2393"/>
                    <a:pt x="2718" y="2391"/>
                  </a:cubicBezTo>
                  <a:cubicBezTo>
                    <a:pt x="2797" y="2388"/>
                    <a:pt x="2798" y="2266"/>
                    <a:pt x="2721" y="2266"/>
                  </a:cubicBezTo>
                  <a:cubicBezTo>
                    <a:pt x="2720" y="2266"/>
                    <a:pt x="2719" y="2266"/>
                    <a:pt x="2718" y="2266"/>
                  </a:cubicBezTo>
                  <a:cubicBezTo>
                    <a:pt x="2678" y="2268"/>
                    <a:pt x="2637" y="2269"/>
                    <a:pt x="2597" y="2269"/>
                  </a:cubicBezTo>
                  <a:cubicBezTo>
                    <a:pt x="1338" y="2269"/>
                    <a:pt x="268" y="1327"/>
                    <a:pt x="129" y="61"/>
                  </a:cubicBezTo>
                  <a:cubicBezTo>
                    <a:pt x="126" y="21"/>
                    <a:pt x="93" y="0"/>
                    <a:pt x="6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 name="Google Shape;819;p33"/>
            <p:cNvSpPr/>
            <p:nvPr/>
          </p:nvSpPr>
          <p:spPr>
            <a:xfrm>
              <a:off x="10945660" y="2199406"/>
              <a:ext cx="102884" cy="86901"/>
            </a:xfrm>
            <a:custGeom>
              <a:rect b="b" l="l" r="r" t="t"/>
              <a:pathLst>
                <a:path extrusionOk="0" h="1555" w="1841">
                  <a:moveTo>
                    <a:pt x="1753" y="0"/>
                  </a:moveTo>
                  <a:cubicBezTo>
                    <a:pt x="1747" y="0"/>
                    <a:pt x="1741" y="1"/>
                    <a:pt x="1735" y="3"/>
                  </a:cubicBezTo>
                  <a:cubicBezTo>
                    <a:pt x="979" y="212"/>
                    <a:pt x="349" y="745"/>
                    <a:pt x="24" y="1460"/>
                  </a:cubicBezTo>
                  <a:cubicBezTo>
                    <a:pt x="0" y="1509"/>
                    <a:pt x="44" y="1555"/>
                    <a:pt x="85" y="1555"/>
                  </a:cubicBezTo>
                  <a:cubicBezTo>
                    <a:pt x="103" y="1555"/>
                    <a:pt x="122" y="1545"/>
                    <a:pt x="132" y="1522"/>
                  </a:cubicBezTo>
                  <a:cubicBezTo>
                    <a:pt x="446" y="839"/>
                    <a:pt x="1042" y="326"/>
                    <a:pt x="1766" y="125"/>
                  </a:cubicBezTo>
                  <a:cubicBezTo>
                    <a:pt x="1840" y="106"/>
                    <a:pt x="1817" y="0"/>
                    <a:pt x="175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 name="Google Shape;820;p33"/>
            <p:cNvSpPr/>
            <p:nvPr/>
          </p:nvSpPr>
          <p:spPr>
            <a:xfrm>
              <a:off x="10777781" y="2135473"/>
              <a:ext cx="312006" cy="965469"/>
            </a:xfrm>
            <a:custGeom>
              <a:rect b="b" l="l" r="r" t="t"/>
              <a:pathLst>
                <a:path extrusionOk="0" h="17276" w="5583">
                  <a:moveTo>
                    <a:pt x="2046" y="0"/>
                  </a:moveTo>
                  <a:lnTo>
                    <a:pt x="2046" y="0"/>
                  </a:lnTo>
                  <a:cubicBezTo>
                    <a:pt x="2161" y="237"/>
                    <a:pt x="2290" y="607"/>
                    <a:pt x="2342" y="1119"/>
                  </a:cubicBezTo>
                  <a:cubicBezTo>
                    <a:pt x="2429" y="2025"/>
                    <a:pt x="2276" y="3575"/>
                    <a:pt x="1053" y="5809"/>
                  </a:cubicBezTo>
                  <a:cubicBezTo>
                    <a:pt x="468" y="6875"/>
                    <a:pt x="203" y="7889"/>
                    <a:pt x="492" y="10172"/>
                  </a:cubicBezTo>
                  <a:cubicBezTo>
                    <a:pt x="642" y="11384"/>
                    <a:pt x="492" y="12363"/>
                    <a:pt x="335" y="13401"/>
                  </a:cubicBezTo>
                  <a:cubicBezTo>
                    <a:pt x="255" y="13906"/>
                    <a:pt x="175" y="14429"/>
                    <a:pt x="133" y="14990"/>
                  </a:cubicBezTo>
                  <a:cubicBezTo>
                    <a:pt x="119" y="15147"/>
                    <a:pt x="108" y="15290"/>
                    <a:pt x="95" y="15423"/>
                  </a:cubicBezTo>
                  <a:cubicBezTo>
                    <a:pt x="35" y="16130"/>
                    <a:pt x="0" y="16544"/>
                    <a:pt x="133" y="16812"/>
                  </a:cubicBezTo>
                  <a:cubicBezTo>
                    <a:pt x="245" y="17039"/>
                    <a:pt x="474" y="17158"/>
                    <a:pt x="917" y="17259"/>
                  </a:cubicBezTo>
                  <a:cubicBezTo>
                    <a:pt x="976" y="17272"/>
                    <a:pt x="1046" y="17276"/>
                    <a:pt x="1123" y="17276"/>
                  </a:cubicBezTo>
                  <a:cubicBezTo>
                    <a:pt x="1607" y="17276"/>
                    <a:pt x="2412" y="17036"/>
                    <a:pt x="3324" y="16761"/>
                  </a:cubicBezTo>
                  <a:cubicBezTo>
                    <a:pt x="4070" y="16534"/>
                    <a:pt x="4868" y="16293"/>
                    <a:pt x="5582" y="16158"/>
                  </a:cubicBezTo>
                  <a:cubicBezTo>
                    <a:pt x="5572" y="16119"/>
                    <a:pt x="5558" y="16077"/>
                    <a:pt x="5541" y="16039"/>
                  </a:cubicBezTo>
                  <a:cubicBezTo>
                    <a:pt x="4823" y="16179"/>
                    <a:pt x="4032" y="16415"/>
                    <a:pt x="3290" y="16639"/>
                  </a:cubicBezTo>
                  <a:cubicBezTo>
                    <a:pt x="2418" y="16903"/>
                    <a:pt x="1585" y="17154"/>
                    <a:pt x="1123" y="17154"/>
                  </a:cubicBezTo>
                  <a:cubicBezTo>
                    <a:pt x="1055" y="17154"/>
                    <a:pt x="995" y="17148"/>
                    <a:pt x="944" y="17137"/>
                  </a:cubicBezTo>
                  <a:cubicBezTo>
                    <a:pt x="450" y="17025"/>
                    <a:pt x="248" y="16910"/>
                    <a:pt x="188" y="16579"/>
                  </a:cubicBezTo>
                  <a:cubicBezTo>
                    <a:pt x="143" y="16339"/>
                    <a:pt x="175" y="15987"/>
                    <a:pt x="220" y="15436"/>
                  </a:cubicBezTo>
                  <a:cubicBezTo>
                    <a:pt x="230" y="15301"/>
                    <a:pt x="245" y="15158"/>
                    <a:pt x="255" y="15001"/>
                  </a:cubicBezTo>
                  <a:cubicBezTo>
                    <a:pt x="301" y="14443"/>
                    <a:pt x="380" y="13924"/>
                    <a:pt x="457" y="13419"/>
                  </a:cubicBezTo>
                  <a:cubicBezTo>
                    <a:pt x="617" y="12374"/>
                    <a:pt x="771" y="11388"/>
                    <a:pt x="614" y="10158"/>
                  </a:cubicBezTo>
                  <a:cubicBezTo>
                    <a:pt x="331" y="7906"/>
                    <a:pt x="589" y="6914"/>
                    <a:pt x="1161" y="5868"/>
                  </a:cubicBezTo>
                  <a:cubicBezTo>
                    <a:pt x="2405" y="3600"/>
                    <a:pt x="2558" y="2022"/>
                    <a:pt x="2464" y="1094"/>
                  </a:cubicBezTo>
                  <a:cubicBezTo>
                    <a:pt x="2419" y="631"/>
                    <a:pt x="2311" y="283"/>
                    <a:pt x="2206" y="39"/>
                  </a:cubicBezTo>
                  <a:cubicBezTo>
                    <a:pt x="2150" y="25"/>
                    <a:pt x="2099" y="11"/>
                    <a:pt x="204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 name="Google Shape;821;p33"/>
            <p:cNvSpPr/>
            <p:nvPr/>
          </p:nvSpPr>
          <p:spPr>
            <a:xfrm>
              <a:off x="10801532" y="2659842"/>
              <a:ext cx="134403" cy="26937"/>
            </a:xfrm>
            <a:custGeom>
              <a:rect b="b" l="l" r="r" t="t"/>
              <a:pathLst>
                <a:path extrusionOk="0" h="482" w="2405">
                  <a:moveTo>
                    <a:pt x="99" y="0"/>
                  </a:moveTo>
                  <a:cubicBezTo>
                    <a:pt x="36" y="0"/>
                    <a:pt x="0" y="97"/>
                    <a:pt x="67" y="133"/>
                  </a:cubicBezTo>
                  <a:cubicBezTo>
                    <a:pt x="518" y="364"/>
                    <a:pt x="1010" y="481"/>
                    <a:pt x="1506" y="481"/>
                  </a:cubicBezTo>
                  <a:cubicBezTo>
                    <a:pt x="1780" y="481"/>
                    <a:pt x="2055" y="446"/>
                    <a:pt x="2325" y="374"/>
                  </a:cubicBezTo>
                  <a:cubicBezTo>
                    <a:pt x="2404" y="352"/>
                    <a:pt x="2371" y="242"/>
                    <a:pt x="2301" y="242"/>
                  </a:cubicBezTo>
                  <a:cubicBezTo>
                    <a:pt x="2294" y="242"/>
                    <a:pt x="2287" y="243"/>
                    <a:pt x="2280" y="245"/>
                  </a:cubicBezTo>
                  <a:cubicBezTo>
                    <a:pt x="2025" y="312"/>
                    <a:pt x="1767" y="346"/>
                    <a:pt x="1509" y="346"/>
                  </a:cubicBezTo>
                  <a:cubicBezTo>
                    <a:pt x="1033" y="346"/>
                    <a:pt x="562" y="232"/>
                    <a:pt x="130" y="8"/>
                  </a:cubicBezTo>
                  <a:cubicBezTo>
                    <a:pt x="119" y="3"/>
                    <a:pt x="109" y="0"/>
                    <a:pt x="9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2" name="Google Shape;822;p33"/>
            <p:cNvSpPr/>
            <p:nvPr/>
          </p:nvSpPr>
          <p:spPr>
            <a:xfrm>
              <a:off x="10228599" y="2228913"/>
              <a:ext cx="312677" cy="491620"/>
            </a:xfrm>
            <a:custGeom>
              <a:rect b="b" l="l" r="r" t="t"/>
              <a:pathLst>
                <a:path extrusionOk="0" h="8797" w="5595">
                  <a:moveTo>
                    <a:pt x="4848" y="1"/>
                  </a:moveTo>
                  <a:cubicBezTo>
                    <a:pt x="4848" y="1"/>
                    <a:pt x="1280" y="4301"/>
                    <a:pt x="388" y="7085"/>
                  </a:cubicBezTo>
                  <a:cubicBezTo>
                    <a:pt x="1" y="8295"/>
                    <a:pt x="485" y="8796"/>
                    <a:pt x="1254" y="8796"/>
                  </a:cubicBezTo>
                  <a:cubicBezTo>
                    <a:pt x="2255" y="8796"/>
                    <a:pt x="3736" y="7949"/>
                    <a:pt x="4406" y="6712"/>
                  </a:cubicBezTo>
                  <a:cubicBezTo>
                    <a:pt x="5594" y="4523"/>
                    <a:pt x="4848" y="1"/>
                    <a:pt x="484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 name="Google Shape;823;p33"/>
            <p:cNvSpPr/>
            <p:nvPr/>
          </p:nvSpPr>
          <p:spPr>
            <a:xfrm>
              <a:off x="10317848" y="2139553"/>
              <a:ext cx="406060" cy="1040690"/>
            </a:xfrm>
            <a:custGeom>
              <a:rect b="b" l="l" r="r" t="t"/>
              <a:pathLst>
                <a:path extrusionOk="0" h="18622" w="7266">
                  <a:moveTo>
                    <a:pt x="7265" y="1"/>
                  </a:moveTo>
                  <a:lnTo>
                    <a:pt x="7265" y="1"/>
                  </a:lnTo>
                  <a:cubicBezTo>
                    <a:pt x="7248" y="8"/>
                    <a:pt x="6722" y="213"/>
                    <a:pt x="6053" y="453"/>
                  </a:cubicBezTo>
                  <a:cubicBezTo>
                    <a:pt x="5990" y="474"/>
                    <a:pt x="5927" y="498"/>
                    <a:pt x="5865" y="519"/>
                  </a:cubicBezTo>
                  <a:cubicBezTo>
                    <a:pt x="5837" y="530"/>
                    <a:pt x="5809" y="540"/>
                    <a:pt x="5781" y="551"/>
                  </a:cubicBezTo>
                  <a:cubicBezTo>
                    <a:pt x="5175" y="764"/>
                    <a:pt x="4502" y="984"/>
                    <a:pt x="3997" y="1101"/>
                  </a:cubicBezTo>
                  <a:cubicBezTo>
                    <a:pt x="2823" y="1381"/>
                    <a:pt x="3070" y="2460"/>
                    <a:pt x="3032" y="3893"/>
                  </a:cubicBezTo>
                  <a:cubicBezTo>
                    <a:pt x="2997" y="5328"/>
                    <a:pt x="1948" y="6175"/>
                    <a:pt x="2042" y="7307"/>
                  </a:cubicBezTo>
                  <a:cubicBezTo>
                    <a:pt x="2175" y="8861"/>
                    <a:pt x="2882" y="9604"/>
                    <a:pt x="2729" y="10726"/>
                  </a:cubicBezTo>
                  <a:cubicBezTo>
                    <a:pt x="2621" y="11520"/>
                    <a:pt x="1234" y="13346"/>
                    <a:pt x="495" y="14732"/>
                  </a:cubicBezTo>
                  <a:cubicBezTo>
                    <a:pt x="474" y="14778"/>
                    <a:pt x="450" y="14819"/>
                    <a:pt x="429" y="14861"/>
                  </a:cubicBezTo>
                  <a:cubicBezTo>
                    <a:pt x="429" y="14865"/>
                    <a:pt x="429" y="14865"/>
                    <a:pt x="426" y="14869"/>
                  </a:cubicBezTo>
                  <a:cubicBezTo>
                    <a:pt x="160" y="15388"/>
                    <a:pt x="1" y="15837"/>
                    <a:pt x="53" y="16133"/>
                  </a:cubicBezTo>
                  <a:cubicBezTo>
                    <a:pt x="247" y="17224"/>
                    <a:pt x="3903" y="18478"/>
                    <a:pt x="4903" y="18621"/>
                  </a:cubicBezTo>
                  <a:cubicBezTo>
                    <a:pt x="4903" y="18621"/>
                    <a:pt x="4684" y="13008"/>
                    <a:pt x="5032" y="11210"/>
                  </a:cubicBezTo>
                  <a:cubicBezTo>
                    <a:pt x="5467" y="8973"/>
                    <a:pt x="5119" y="8053"/>
                    <a:pt x="5774" y="6349"/>
                  </a:cubicBezTo>
                  <a:cubicBezTo>
                    <a:pt x="6426" y="4645"/>
                    <a:pt x="4655" y="2394"/>
                    <a:pt x="72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4" name="Google Shape;824;p33"/>
            <p:cNvSpPr/>
            <p:nvPr/>
          </p:nvSpPr>
          <p:spPr>
            <a:xfrm>
              <a:off x="10381333" y="2807155"/>
              <a:ext cx="111155" cy="93999"/>
            </a:xfrm>
            <a:custGeom>
              <a:rect b="b" l="l" r="r" t="t"/>
              <a:pathLst>
                <a:path extrusionOk="0" h="1682" w="1989">
                  <a:moveTo>
                    <a:pt x="1912" y="0"/>
                  </a:moveTo>
                  <a:cubicBezTo>
                    <a:pt x="1887" y="0"/>
                    <a:pt x="1863" y="14"/>
                    <a:pt x="1854" y="44"/>
                  </a:cubicBezTo>
                  <a:cubicBezTo>
                    <a:pt x="1746" y="452"/>
                    <a:pt x="1631" y="895"/>
                    <a:pt x="1327" y="1205"/>
                  </a:cubicBezTo>
                  <a:cubicBezTo>
                    <a:pt x="1098" y="1439"/>
                    <a:pt x="786" y="1557"/>
                    <a:pt x="468" y="1557"/>
                  </a:cubicBezTo>
                  <a:cubicBezTo>
                    <a:pt x="346" y="1557"/>
                    <a:pt x="224" y="1539"/>
                    <a:pt x="105" y="1504"/>
                  </a:cubicBezTo>
                  <a:cubicBezTo>
                    <a:pt x="98" y="1502"/>
                    <a:pt x="91" y="1501"/>
                    <a:pt x="85" y="1501"/>
                  </a:cubicBezTo>
                  <a:cubicBezTo>
                    <a:pt x="23" y="1501"/>
                    <a:pt x="0" y="1604"/>
                    <a:pt x="70" y="1623"/>
                  </a:cubicBezTo>
                  <a:cubicBezTo>
                    <a:pt x="201" y="1662"/>
                    <a:pt x="337" y="1682"/>
                    <a:pt x="472" y="1682"/>
                  </a:cubicBezTo>
                  <a:cubicBezTo>
                    <a:pt x="779" y="1682"/>
                    <a:pt x="1082" y="1580"/>
                    <a:pt x="1324" y="1379"/>
                  </a:cubicBezTo>
                  <a:cubicBezTo>
                    <a:pt x="1711" y="1055"/>
                    <a:pt x="1850" y="546"/>
                    <a:pt x="1976" y="79"/>
                  </a:cubicBezTo>
                  <a:cubicBezTo>
                    <a:pt x="1988" y="31"/>
                    <a:pt x="1949" y="0"/>
                    <a:pt x="191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 name="Google Shape;825;p33"/>
            <p:cNvSpPr/>
            <p:nvPr/>
          </p:nvSpPr>
          <p:spPr>
            <a:xfrm>
              <a:off x="10406649" y="2333027"/>
              <a:ext cx="98749" cy="237958"/>
            </a:xfrm>
            <a:custGeom>
              <a:rect b="b" l="l" r="r" t="t"/>
              <a:pathLst>
                <a:path extrusionOk="0" h="4258" w="1767">
                  <a:moveTo>
                    <a:pt x="1357" y="0"/>
                  </a:moveTo>
                  <a:cubicBezTo>
                    <a:pt x="1319" y="0"/>
                    <a:pt x="1280" y="30"/>
                    <a:pt x="1293" y="79"/>
                  </a:cubicBezTo>
                  <a:cubicBezTo>
                    <a:pt x="1641" y="1573"/>
                    <a:pt x="1" y="2706"/>
                    <a:pt x="262" y="4212"/>
                  </a:cubicBezTo>
                  <a:cubicBezTo>
                    <a:pt x="267" y="4244"/>
                    <a:pt x="291" y="4258"/>
                    <a:pt x="316" y="4258"/>
                  </a:cubicBezTo>
                  <a:cubicBezTo>
                    <a:pt x="352" y="4258"/>
                    <a:pt x="392" y="4228"/>
                    <a:pt x="384" y="4180"/>
                  </a:cubicBezTo>
                  <a:cubicBezTo>
                    <a:pt x="122" y="2685"/>
                    <a:pt x="1767" y="1560"/>
                    <a:pt x="1415" y="44"/>
                  </a:cubicBezTo>
                  <a:cubicBezTo>
                    <a:pt x="1406" y="13"/>
                    <a:pt x="1382" y="0"/>
                    <a:pt x="135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6" name="Google Shape;826;p33"/>
            <p:cNvSpPr/>
            <p:nvPr/>
          </p:nvSpPr>
          <p:spPr>
            <a:xfrm>
              <a:off x="10341599" y="2164869"/>
              <a:ext cx="314521" cy="941550"/>
            </a:xfrm>
            <a:custGeom>
              <a:rect b="b" l="l" r="r" t="t"/>
              <a:pathLst>
                <a:path extrusionOk="0" h="16848" w="5628">
                  <a:moveTo>
                    <a:pt x="5628" y="0"/>
                  </a:moveTo>
                  <a:lnTo>
                    <a:pt x="5628" y="0"/>
                  </a:lnTo>
                  <a:cubicBezTo>
                    <a:pt x="5565" y="21"/>
                    <a:pt x="5502" y="45"/>
                    <a:pt x="5440" y="66"/>
                  </a:cubicBezTo>
                  <a:cubicBezTo>
                    <a:pt x="5028" y="844"/>
                    <a:pt x="4391" y="2272"/>
                    <a:pt x="4614" y="3353"/>
                  </a:cubicBezTo>
                  <a:cubicBezTo>
                    <a:pt x="4851" y="4485"/>
                    <a:pt x="4576" y="5436"/>
                    <a:pt x="4314" y="6356"/>
                  </a:cubicBezTo>
                  <a:cubicBezTo>
                    <a:pt x="4122" y="7022"/>
                    <a:pt x="3941" y="7649"/>
                    <a:pt x="3979" y="8287"/>
                  </a:cubicBezTo>
                  <a:cubicBezTo>
                    <a:pt x="4011" y="8889"/>
                    <a:pt x="3882" y="10255"/>
                    <a:pt x="3746" y="11701"/>
                  </a:cubicBezTo>
                  <a:cubicBezTo>
                    <a:pt x="3569" y="13586"/>
                    <a:pt x="3370" y="15725"/>
                    <a:pt x="3489" y="16629"/>
                  </a:cubicBezTo>
                  <a:cubicBezTo>
                    <a:pt x="3495" y="16670"/>
                    <a:pt x="3471" y="16691"/>
                    <a:pt x="3460" y="16698"/>
                  </a:cubicBezTo>
                  <a:cubicBezTo>
                    <a:pt x="3453" y="16703"/>
                    <a:pt x="3438" y="16713"/>
                    <a:pt x="3416" y="16713"/>
                  </a:cubicBezTo>
                  <a:cubicBezTo>
                    <a:pt x="3407" y="16713"/>
                    <a:pt x="3398" y="16712"/>
                    <a:pt x="3387" y="16708"/>
                  </a:cubicBezTo>
                  <a:cubicBezTo>
                    <a:pt x="3147" y="16600"/>
                    <a:pt x="997" y="15642"/>
                    <a:pt x="70" y="14279"/>
                  </a:cubicBezTo>
                  <a:cubicBezTo>
                    <a:pt x="49" y="14325"/>
                    <a:pt x="25" y="14366"/>
                    <a:pt x="4" y="14408"/>
                  </a:cubicBezTo>
                  <a:cubicBezTo>
                    <a:pt x="4" y="14412"/>
                    <a:pt x="4" y="14412"/>
                    <a:pt x="1" y="14416"/>
                  </a:cubicBezTo>
                  <a:cubicBezTo>
                    <a:pt x="969" y="15778"/>
                    <a:pt x="3091" y="16726"/>
                    <a:pt x="3335" y="16830"/>
                  </a:cubicBezTo>
                  <a:cubicBezTo>
                    <a:pt x="3363" y="16841"/>
                    <a:pt x="3391" y="16848"/>
                    <a:pt x="3418" y="16848"/>
                  </a:cubicBezTo>
                  <a:cubicBezTo>
                    <a:pt x="3464" y="16848"/>
                    <a:pt x="3506" y="16833"/>
                    <a:pt x="3544" y="16806"/>
                  </a:cubicBezTo>
                  <a:cubicBezTo>
                    <a:pt x="3603" y="16761"/>
                    <a:pt x="3635" y="16687"/>
                    <a:pt x="3624" y="16611"/>
                  </a:cubicBezTo>
                  <a:cubicBezTo>
                    <a:pt x="3502" y="15722"/>
                    <a:pt x="3704" y="13593"/>
                    <a:pt x="3882" y="11711"/>
                  </a:cubicBezTo>
                  <a:cubicBezTo>
                    <a:pt x="4018" y="10262"/>
                    <a:pt x="4147" y="8893"/>
                    <a:pt x="4112" y="8279"/>
                  </a:cubicBezTo>
                  <a:cubicBezTo>
                    <a:pt x="4077" y="7663"/>
                    <a:pt x="4255" y="7046"/>
                    <a:pt x="4443" y="6391"/>
                  </a:cubicBezTo>
                  <a:cubicBezTo>
                    <a:pt x="4698" y="5502"/>
                    <a:pt x="4986" y="4489"/>
                    <a:pt x="4746" y="3328"/>
                  </a:cubicBezTo>
                  <a:cubicBezTo>
                    <a:pt x="4541" y="2332"/>
                    <a:pt x="5126" y="914"/>
                    <a:pt x="562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7" name="Google Shape;827;p33"/>
            <p:cNvSpPr/>
            <p:nvPr/>
          </p:nvSpPr>
          <p:spPr>
            <a:xfrm>
              <a:off x="10797062" y="1623343"/>
              <a:ext cx="330504" cy="371747"/>
            </a:xfrm>
            <a:custGeom>
              <a:rect b="b" l="l" r="r" t="t"/>
              <a:pathLst>
                <a:path extrusionOk="0" h="6652" w="5914">
                  <a:moveTo>
                    <a:pt x="1570" y="0"/>
                  </a:moveTo>
                  <a:cubicBezTo>
                    <a:pt x="1553" y="0"/>
                    <a:pt x="1536" y="0"/>
                    <a:pt x="1519" y="1"/>
                  </a:cubicBezTo>
                  <a:cubicBezTo>
                    <a:pt x="1" y="28"/>
                    <a:pt x="43" y="1318"/>
                    <a:pt x="43" y="1318"/>
                  </a:cubicBezTo>
                  <a:cubicBezTo>
                    <a:pt x="43" y="1318"/>
                    <a:pt x="1136" y="2206"/>
                    <a:pt x="2172" y="5150"/>
                  </a:cubicBezTo>
                  <a:cubicBezTo>
                    <a:pt x="2575" y="6301"/>
                    <a:pt x="3234" y="6651"/>
                    <a:pt x="3887" y="6651"/>
                  </a:cubicBezTo>
                  <a:cubicBezTo>
                    <a:pt x="4907" y="6651"/>
                    <a:pt x="5914" y="5795"/>
                    <a:pt x="5914" y="5795"/>
                  </a:cubicBezTo>
                  <a:lnTo>
                    <a:pt x="5914" y="5795"/>
                  </a:lnTo>
                  <a:cubicBezTo>
                    <a:pt x="5914" y="5795"/>
                    <a:pt x="5887" y="5797"/>
                    <a:pt x="5839" y="5797"/>
                  </a:cubicBezTo>
                  <a:cubicBezTo>
                    <a:pt x="5480" y="5797"/>
                    <a:pt x="3957" y="5675"/>
                    <a:pt x="4154" y="3589"/>
                  </a:cubicBezTo>
                  <a:cubicBezTo>
                    <a:pt x="4374" y="1257"/>
                    <a:pt x="3065" y="0"/>
                    <a:pt x="157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 name="Google Shape;828;p33"/>
            <p:cNvSpPr/>
            <p:nvPr/>
          </p:nvSpPr>
          <p:spPr>
            <a:xfrm>
              <a:off x="10589672" y="1687722"/>
              <a:ext cx="406284" cy="389351"/>
            </a:xfrm>
            <a:custGeom>
              <a:rect b="b" l="l" r="r" t="t"/>
              <a:pathLst>
                <a:path extrusionOk="0" h="6967" w="7270">
                  <a:moveTo>
                    <a:pt x="3146" y="1"/>
                  </a:moveTo>
                  <a:cubicBezTo>
                    <a:pt x="2146" y="1"/>
                    <a:pt x="1252" y="741"/>
                    <a:pt x="781" y="1301"/>
                  </a:cubicBezTo>
                  <a:cubicBezTo>
                    <a:pt x="0" y="2228"/>
                    <a:pt x="687" y="2991"/>
                    <a:pt x="945" y="3762"/>
                  </a:cubicBezTo>
                  <a:cubicBezTo>
                    <a:pt x="1203" y="4532"/>
                    <a:pt x="4764" y="6967"/>
                    <a:pt x="4764" y="6967"/>
                  </a:cubicBezTo>
                  <a:cubicBezTo>
                    <a:pt x="4764" y="6967"/>
                    <a:pt x="4872" y="5918"/>
                    <a:pt x="6071" y="4932"/>
                  </a:cubicBezTo>
                  <a:cubicBezTo>
                    <a:pt x="7269" y="3946"/>
                    <a:pt x="7025" y="1643"/>
                    <a:pt x="5394" y="790"/>
                  </a:cubicBezTo>
                  <a:cubicBezTo>
                    <a:pt x="4976" y="570"/>
                    <a:pt x="4590" y="566"/>
                    <a:pt x="4366" y="409"/>
                  </a:cubicBezTo>
                  <a:cubicBezTo>
                    <a:pt x="3956" y="118"/>
                    <a:pt x="3543" y="1"/>
                    <a:pt x="314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 name="Google Shape;829;p33"/>
            <p:cNvSpPr/>
            <p:nvPr/>
          </p:nvSpPr>
          <p:spPr>
            <a:xfrm>
              <a:off x="10802147" y="1688114"/>
              <a:ext cx="90366" cy="54600"/>
            </a:xfrm>
            <a:custGeom>
              <a:rect b="b" l="l" r="r" t="t"/>
              <a:pathLst>
                <a:path extrusionOk="0" h="977" w="1617">
                  <a:moveTo>
                    <a:pt x="130" y="1"/>
                  </a:moveTo>
                  <a:cubicBezTo>
                    <a:pt x="114" y="1"/>
                    <a:pt x="99" y="1"/>
                    <a:pt x="84" y="1"/>
                  </a:cubicBezTo>
                  <a:cubicBezTo>
                    <a:pt x="1" y="5"/>
                    <a:pt x="0" y="127"/>
                    <a:pt x="80" y="127"/>
                  </a:cubicBezTo>
                  <a:cubicBezTo>
                    <a:pt x="81" y="127"/>
                    <a:pt x="83" y="127"/>
                    <a:pt x="84" y="127"/>
                  </a:cubicBezTo>
                  <a:cubicBezTo>
                    <a:pt x="96" y="127"/>
                    <a:pt x="108" y="126"/>
                    <a:pt x="120" y="126"/>
                  </a:cubicBezTo>
                  <a:cubicBezTo>
                    <a:pt x="691" y="126"/>
                    <a:pt x="1215" y="438"/>
                    <a:pt x="1481" y="946"/>
                  </a:cubicBezTo>
                  <a:cubicBezTo>
                    <a:pt x="1493" y="967"/>
                    <a:pt x="1511" y="976"/>
                    <a:pt x="1530" y="976"/>
                  </a:cubicBezTo>
                  <a:cubicBezTo>
                    <a:pt x="1572" y="976"/>
                    <a:pt x="1617" y="930"/>
                    <a:pt x="1592" y="880"/>
                  </a:cubicBezTo>
                  <a:cubicBezTo>
                    <a:pt x="1303" y="340"/>
                    <a:pt x="739" y="1"/>
                    <a:pt x="13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 name="Google Shape;830;p33"/>
            <p:cNvSpPr/>
            <p:nvPr/>
          </p:nvSpPr>
          <p:spPr>
            <a:xfrm>
              <a:off x="10713066" y="1959659"/>
              <a:ext cx="170505" cy="278475"/>
            </a:xfrm>
            <a:custGeom>
              <a:rect b="b" l="l" r="r" t="t"/>
              <a:pathLst>
                <a:path extrusionOk="0" h="4983" w="3051">
                  <a:moveTo>
                    <a:pt x="2573" y="0"/>
                  </a:moveTo>
                  <a:lnTo>
                    <a:pt x="514" y="1167"/>
                  </a:lnTo>
                  <a:lnTo>
                    <a:pt x="388" y="1843"/>
                  </a:lnTo>
                  <a:lnTo>
                    <a:pt x="211" y="2805"/>
                  </a:lnTo>
                  <a:lnTo>
                    <a:pt x="50" y="3687"/>
                  </a:lnTo>
                  <a:cubicBezTo>
                    <a:pt x="0" y="4652"/>
                    <a:pt x="352" y="4983"/>
                    <a:pt x="833" y="4983"/>
                  </a:cubicBezTo>
                  <a:cubicBezTo>
                    <a:pt x="1621" y="4983"/>
                    <a:pt x="2756" y="4096"/>
                    <a:pt x="3051" y="3648"/>
                  </a:cubicBezTo>
                  <a:lnTo>
                    <a:pt x="2573" y="0"/>
                  </a:lnTo>
                  <a:close/>
                </a:path>
              </a:pathLst>
            </a:custGeom>
            <a:solidFill>
              <a:srgbClr val="E878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 name="Google Shape;831;p33"/>
            <p:cNvSpPr/>
            <p:nvPr/>
          </p:nvSpPr>
          <p:spPr>
            <a:xfrm>
              <a:off x="10719549" y="2021356"/>
              <a:ext cx="111826" cy="123618"/>
            </a:xfrm>
            <a:custGeom>
              <a:rect b="b" l="l" r="r" t="t"/>
              <a:pathLst>
                <a:path extrusionOk="0" h="2212" w="2001">
                  <a:moveTo>
                    <a:pt x="2001" y="0"/>
                  </a:moveTo>
                  <a:lnTo>
                    <a:pt x="272" y="739"/>
                  </a:lnTo>
                  <a:lnTo>
                    <a:pt x="0" y="2210"/>
                  </a:lnTo>
                  <a:cubicBezTo>
                    <a:pt x="9" y="2211"/>
                    <a:pt x="18" y="2211"/>
                    <a:pt x="27" y="2211"/>
                  </a:cubicBezTo>
                  <a:cubicBezTo>
                    <a:pt x="328" y="2211"/>
                    <a:pt x="1149" y="1612"/>
                    <a:pt x="2001" y="0"/>
                  </a:cubicBezTo>
                  <a:close/>
                </a:path>
              </a:pathLst>
            </a:custGeom>
            <a:solidFill>
              <a:srgbClr val="2729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 name="Google Shape;832;p33"/>
            <p:cNvSpPr/>
            <p:nvPr/>
          </p:nvSpPr>
          <p:spPr>
            <a:xfrm>
              <a:off x="10636839" y="1763111"/>
              <a:ext cx="315303" cy="308485"/>
            </a:xfrm>
            <a:custGeom>
              <a:rect b="b" l="l" r="r" t="t"/>
              <a:pathLst>
                <a:path extrusionOk="0" h="5520" w="5642">
                  <a:moveTo>
                    <a:pt x="2286" y="1"/>
                  </a:moveTo>
                  <a:cubicBezTo>
                    <a:pt x="2264" y="1"/>
                    <a:pt x="2242" y="1"/>
                    <a:pt x="2220" y="1"/>
                  </a:cubicBezTo>
                  <a:cubicBezTo>
                    <a:pt x="1526" y="8"/>
                    <a:pt x="857" y="269"/>
                    <a:pt x="366" y="753"/>
                  </a:cubicBezTo>
                  <a:cubicBezTo>
                    <a:pt x="345" y="771"/>
                    <a:pt x="324" y="792"/>
                    <a:pt x="303" y="813"/>
                  </a:cubicBezTo>
                  <a:cubicBezTo>
                    <a:pt x="0" y="1273"/>
                    <a:pt x="327" y="1938"/>
                    <a:pt x="216" y="3127"/>
                  </a:cubicBezTo>
                  <a:cubicBezTo>
                    <a:pt x="51" y="4897"/>
                    <a:pt x="601" y="5519"/>
                    <a:pt x="1797" y="5519"/>
                  </a:cubicBezTo>
                  <a:cubicBezTo>
                    <a:pt x="1896" y="5519"/>
                    <a:pt x="2000" y="5515"/>
                    <a:pt x="2108" y="5507"/>
                  </a:cubicBezTo>
                  <a:cubicBezTo>
                    <a:pt x="2498" y="5475"/>
                    <a:pt x="3257" y="5179"/>
                    <a:pt x="3704" y="4597"/>
                  </a:cubicBezTo>
                  <a:cubicBezTo>
                    <a:pt x="4198" y="3945"/>
                    <a:pt x="4391" y="3722"/>
                    <a:pt x="4589" y="3050"/>
                  </a:cubicBezTo>
                  <a:cubicBezTo>
                    <a:pt x="4870" y="2091"/>
                    <a:pt x="5642" y="1"/>
                    <a:pt x="2286" y="1"/>
                  </a:cubicBezTo>
                  <a:close/>
                </a:path>
              </a:pathLst>
            </a:custGeom>
            <a:solidFill>
              <a:srgbClr val="E878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 name="Google Shape;833;p33"/>
            <p:cNvSpPr/>
            <p:nvPr/>
          </p:nvSpPr>
          <p:spPr>
            <a:xfrm>
              <a:off x="10682777" y="1965080"/>
              <a:ext cx="62927" cy="35319"/>
            </a:xfrm>
            <a:custGeom>
              <a:rect b="b" l="l" r="r" t="t"/>
              <a:pathLst>
                <a:path extrusionOk="0" h="632" w="1126">
                  <a:moveTo>
                    <a:pt x="1126" y="0"/>
                  </a:moveTo>
                  <a:lnTo>
                    <a:pt x="0" y="45"/>
                  </a:lnTo>
                  <a:cubicBezTo>
                    <a:pt x="0" y="45"/>
                    <a:pt x="157" y="617"/>
                    <a:pt x="544" y="631"/>
                  </a:cubicBezTo>
                  <a:cubicBezTo>
                    <a:pt x="548" y="631"/>
                    <a:pt x="552" y="631"/>
                    <a:pt x="556" y="631"/>
                  </a:cubicBezTo>
                  <a:cubicBezTo>
                    <a:pt x="938" y="631"/>
                    <a:pt x="1126" y="0"/>
                    <a:pt x="112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 name="Google Shape;834;p33"/>
            <p:cNvSpPr/>
            <p:nvPr/>
          </p:nvSpPr>
          <p:spPr>
            <a:xfrm>
              <a:off x="10657293" y="1869572"/>
              <a:ext cx="49514" cy="21069"/>
            </a:xfrm>
            <a:custGeom>
              <a:rect b="b" l="l" r="r" t="t"/>
              <a:pathLst>
                <a:path extrusionOk="0" h="377" w="886">
                  <a:moveTo>
                    <a:pt x="484" y="1"/>
                  </a:moveTo>
                  <a:cubicBezTo>
                    <a:pt x="315" y="1"/>
                    <a:pt x="151" y="87"/>
                    <a:pt x="48" y="246"/>
                  </a:cubicBezTo>
                  <a:cubicBezTo>
                    <a:pt x="1" y="315"/>
                    <a:pt x="66" y="377"/>
                    <a:pt x="134" y="377"/>
                  </a:cubicBezTo>
                  <a:cubicBezTo>
                    <a:pt x="166" y="377"/>
                    <a:pt x="198" y="363"/>
                    <a:pt x="220" y="329"/>
                  </a:cubicBezTo>
                  <a:cubicBezTo>
                    <a:pt x="281" y="237"/>
                    <a:pt x="379" y="190"/>
                    <a:pt x="479" y="190"/>
                  </a:cubicBezTo>
                  <a:cubicBezTo>
                    <a:pt x="549" y="190"/>
                    <a:pt x="619" y="213"/>
                    <a:pt x="679" y="260"/>
                  </a:cubicBezTo>
                  <a:cubicBezTo>
                    <a:pt x="699" y="276"/>
                    <a:pt x="720" y="282"/>
                    <a:pt x="740" y="282"/>
                  </a:cubicBezTo>
                  <a:cubicBezTo>
                    <a:pt x="819" y="282"/>
                    <a:pt x="886" y="179"/>
                    <a:pt x="808" y="117"/>
                  </a:cubicBezTo>
                  <a:cubicBezTo>
                    <a:pt x="708" y="38"/>
                    <a:pt x="595" y="1"/>
                    <a:pt x="484" y="1"/>
                  </a:cubicBezTo>
                  <a:close/>
                </a:path>
              </a:pathLst>
            </a:custGeom>
            <a:solidFill>
              <a:srgbClr val="2729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5" name="Google Shape;835;p33"/>
            <p:cNvSpPr/>
            <p:nvPr/>
          </p:nvSpPr>
          <p:spPr>
            <a:xfrm>
              <a:off x="10727820" y="1868734"/>
              <a:ext cx="49179" cy="21851"/>
            </a:xfrm>
            <a:custGeom>
              <a:rect b="b" l="l" r="r" t="t"/>
              <a:pathLst>
                <a:path extrusionOk="0" h="391" w="880">
                  <a:moveTo>
                    <a:pt x="395" y="0"/>
                  </a:moveTo>
                  <a:cubicBezTo>
                    <a:pt x="289" y="0"/>
                    <a:pt x="181" y="35"/>
                    <a:pt x="82" y="108"/>
                  </a:cubicBezTo>
                  <a:cubicBezTo>
                    <a:pt x="1" y="167"/>
                    <a:pt x="68" y="277"/>
                    <a:pt x="148" y="277"/>
                  </a:cubicBezTo>
                  <a:cubicBezTo>
                    <a:pt x="167" y="277"/>
                    <a:pt x="186" y="271"/>
                    <a:pt x="204" y="258"/>
                  </a:cubicBezTo>
                  <a:cubicBezTo>
                    <a:pt x="264" y="213"/>
                    <a:pt x="332" y="192"/>
                    <a:pt x="400" y="192"/>
                  </a:cubicBezTo>
                  <a:cubicBezTo>
                    <a:pt x="502" y="192"/>
                    <a:pt x="602" y="242"/>
                    <a:pt x="661" y="341"/>
                  </a:cubicBezTo>
                  <a:cubicBezTo>
                    <a:pt x="682" y="376"/>
                    <a:pt x="715" y="390"/>
                    <a:pt x="748" y="390"/>
                  </a:cubicBezTo>
                  <a:cubicBezTo>
                    <a:pt x="815" y="390"/>
                    <a:pt x="880" y="331"/>
                    <a:pt x="835" y="261"/>
                  </a:cubicBezTo>
                  <a:cubicBezTo>
                    <a:pt x="734" y="92"/>
                    <a:pt x="568" y="0"/>
                    <a:pt x="395" y="0"/>
                  </a:cubicBezTo>
                  <a:close/>
                </a:path>
              </a:pathLst>
            </a:custGeom>
            <a:solidFill>
              <a:srgbClr val="2729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 name="Google Shape;836;p33"/>
            <p:cNvSpPr/>
            <p:nvPr/>
          </p:nvSpPr>
          <p:spPr>
            <a:xfrm>
              <a:off x="10749559" y="1900644"/>
              <a:ext cx="15033" cy="19336"/>
            </a:xfrm>
            <a:custGeom>
              <a:rect b="b" l="l" r="r" t="t"/>
              <a:pathLst>
                <a:path extrusionOk="0" h="346" w="269">
                  <a:moveTo>
                    <a:pt x="139" y="0"/>
                  </a:moveTo>
                  <a:cubicBezTo>
                    <a:pt x="67" y="0"/>
                    <a:pt x="11" y="76"/>
                    <a:pt x="4" y="167"/>
                  </a:cubicBezTo>
                  <a:cubicBezTo>
                    <a:pt x="0" y="262"/>
                    <a:pt x="56" y="341"/>
                    <a:pt x="126" y="345"/>
                  </a:cubicBezTo>
                  <a:cubicBezTo>
                    <a:pt x="127" y="346"/>
                    <a:pt x="129" y="346"/>
                    <a:pt x="130" y="346"/>
                  </a:cubicBezTo>
                  <a:cubicBezTo>
                    <a:pt x="202" y="346"/>
                    <a:pt x="258" y="273"/>
                    <a:pt x="262" y="178"/>
                  </a:cubicBezTo>
                  <a:cubicBezTo>
                    <a:pt x="269" y="84"/>
                    <a:pt x="213" y="3"/>
                    <a:pt x="143" y="0"/>
                  </a:cubicBezTo>
                  <a:cubicBezTo>
                    <a:pt x="142" y="0"/>
                    <a:pt x="140" y="0"/>
                    <a:pt x="139" y="0"/>
                  </a:cubicBezTo>
                  <a:close/>
                </a:path>
              </a:pathLst>
            </a:custGeom>
            <a:solidFill>
              <a:srgbClr val="2729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 name="Google Shape;837;p33"/>
            <p:cNvSpPr/>
            <p:nvPr/>
          </p:nvSpPr>
          <p:spPr>
            <a:xfrm>
              <a:off x="10684900" y="1900812"/>
              <a:ext cx="14810" cy="19336"/>
            </a:xfrm>
            <a:custGeom>
              <a:rect b="b" l="l" r="r" t="t"/>
              <a:pathLst>
                <a:path extrusionOk="0" h="346" w="265">
                  <a:moveTo>
                    <a:pt x="135" y="0"/>
                  </a:moveTo>
                  <a:cubicBezTo>
                    <a:pt x="67" y="0"/>
                    <a:pt x="7" y="73"/>
                    <a:pt x="4" y="168"/>
                  </a:cubicBezTo>
                  <a:cubicBezTo>
                    <a:pt x="1" y="262"/>
                    <a:pt x="53" y="342"/>
                    <a:pt x="126" y="346"/>
                  </a:cubicBezTo>
                  <a:cubicBezTo>
                    <a:pt x="196" y="346"/>
                    <a:pt x="258" y="272"/>
                    <a:pt x="262" y="179"/>
                  </a:cubicBezTo>
                  <a:cubicBezTo>
                    <a:pt x="265" y="84"/>
                    <a:pt x="213" y="4"/>
                    <a:pt x="140" y="0"/>
                  </a:cubicBezTo>
                  <a:cubicBezTo>
                    <a:pt x="138" y="0"/>
                    <a:pt x="136" y="0"/>
                    <a:pt x="135" y="0"/>
                  </a:cubicBezTo>
                  <a:close/>
                </a:path>
              </a:pathLst>
            </a:custGeom>
            <a:solidFill>
              <a:srgbClr val="2729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8" name="Google Shape;838;p33"/>
            <p:cNvSpPr/>
            <p:nvPr/>
          </p:nvSpPr>
          <p:spPr>
            <a:xfrm>
              <a:off x="10691104" y="1913721"/>
              <a:ext cx="22466" cy="39734"/>
            </a:xfrm>
            <a:custGeom>
              <a:rect b="b" l="l" r="r" t="t"/>
              <a:pathLst>
                <a:path extrusionOk="0" h="711" w="402">
                  <a:moveTo>
                    <a:pt x="351" y="1"/>
                  </a:moveTo>
                  <a:cubicBezTo>
                    <a:pt x="330" y="1"/>
                    <a:pt x="313" y="12"/>
                    <a:pt x="304" y="35"/>
                  </a:cubicBezTo>
                  <a:lnTo>
                    <a:pt x="228" y="237"/>
                  </a:lnTo>
                  <a:cubicBezTo>
                    <a:pt x="137" y="254"/>
                    <a:pt x="1" y="321"/>
                    <a:pt x="4" y="477"/>
                  </a:cubicBezTo>
                  <a:cubicBezTo>
                    <a:pt x="4" y="641"/>
                    <a:pt x="161" y="700"/>
                    <a:pt x="248" y="710"/>
                  </a:cubicBezTo>
                  <a:cubicBezTo>
                    <a:pt x="273" y="710"/>
                    <a:pt x="297" y="693"/>
                    <a:pt x="300" y="668"/>
                  </a:cubicBezTo>
                  <a:cubicBezTo>
                    <a:pt x="300" y="641"/>
                    <a:pt x="284" y="617"/>
                    <a:pt x="255" y="617"/>
                  </a:cubicBezTo>
                  <a:cubicBezTo>
                    <a:pt x="252" y="613"/>
                    <a:pt x="99" y="596"/>
                    <a:pt x="99" y="474"/>
                  </a:cubicBezTo>
                  <a:cubicBezTo>
                    <a:pt x="99" y="345"/>
                    <a:pt x="263" y="327"/>
                    <a:pt x="269" y="327"/>
                  </a:cubicBezTo>
                  <a:cubicBezTo>
                    <a:pt x="287" y="324"/>
                    <a:pt x="300" y="313"/>
                    <a:pt x="308" y="295"/>
                  </a:cubicBezTo>
                  <a:lnTo>
                    <a:pt x="395" y="65"/>
                  </a:lnTo>
                  <a:cubicBezTo>
                    <a:pt x="401" y="41"/>
                    <a:pt x="391" y="14"/>
                    <a:pt x="367" y="3"/>
                  </a:cubicBezTo>
                  <a:cubicBezTo>
                    <a:pt x="362" y="1"/>
                    <a:pt x="356" y="1"/>
                    <a:pt x="351" y="1"/>
                  </a:cubicBezTo>
                  <a:close/>
                </a:path>
              </a:pathLst>
            </a:custGeom>
            <a:solidFill>
              <a:srgbClr val="2729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 name="Google Shape;839;p33"/>
            <p:cNvSpPr/>
            <p:nvPr/>
          </p:nvSpPr>
          <p:spPr>
            <a:xfrm>
              <a:off x="10615994" y="1742099"/>
              <a:ext cx="317203" cy="173746"/>
            </a:xfrm>
            <a:custGeom>
              <a:rect b="b" l="l" r="r" t="t"/>
              <a:pathLst>
                <a:path extrusionOk="0" h="3109" w="5676">
                  <a:moveTo>
                    <a:pt x="2990" y="0"/>
                  </a:moveTo>
                  <a:cubicBezTo>
                    <a:pt x="2986" y="0"/>
                    <a:pt x="2983" y="1"/>
                    <a:pt x="2979" y="1"/>
                  </a:cubicBezTo>
                  <a:cubicBezTo>
                    <a:pt x="1205" y="11"/>
                    <a:pt x="899" y="562"/>
                    <a:pt x="899" y="562"/>
                  </a:cubicBezTo>
                  <a:cubicBezTo>
                    <a:pt x="899" y="562"/>
                    <a:pt x="0" y="1276"/>
                    <a:pt x="352" y="1489"/>
                  </a:cubicBezTo>
                  <a:cubicBezTo>
                    <a:pt x="375" y="1503"/>
                    <a:pt x="401" y="1509"/>
                    <a:pt x="432" y="1509"/>
                  </a:cubicBezTo>
                  <a:cubicBezTo>
                    <a:pt x="707" y="1509"/>
                    <a:pt x="1302" y="1008"/>
                    <a:pt x="2009" y="1008"/>
                  </a:cubicBezTo>
                  <a:cubicBezTo>
                    <a:pt x="2455" y="1008"/>
                    <a:pt x="2946" y="1208"/>
                    <a:pt x="3429" y="1861"/>
                  </a:cubicBezTo>
                  <a:cubicBezTo>
                    <a:pt x="3760" y="2311"/>
                    <a:pt x="3484" y="2848"/>
                    <a:pt x="4345" y="3029"/>
                  </a:cubicBezTo>
                  <a:cubicBezTo>
                    <a:pt x="4582" y="3079"/>
                    <a:pt x="4766" y="3109"/>
                    <a:pt x="4912" y="3109"/>
                  </a:cubicBezTo>
                  <a:cubicBezTo>
                    <a:pt x="5297" y="3109"/>
                    <a:pt x="5415" y="2906"/>
                    <a:pt x="5526" y="2363"/>
                  </a:cubicBezTo>
                  <a:cubicBezTo>
                    <a:pt x="5676" y="1612"/>
                    <a:pt x="4756" y="0"/>
                    <a:pt x="299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 name="Google Shape;840;p33"/>
            <p:cNvSpPr/>
            <p:nvPr/>
          </p:nvSpPr>
          <p:spPr>
            <a:xfrm>
              <a:off x="10724635" y="1780603"/>
              <a:ext cx="201130" cy="104337"/>
            </a:xfrm>
            <a:custGeom>
              <a:rect b="b" l="l" r="r" t="t"/>
              <a:pathLst>
                <a:path extrusionOk="0" h="1867" w="3599">
                  <a:moveTo>
                    <a:pt x="861" y="0"/>
                  </a:moveTo>
                  <a:cubicBezTo>
                    <a:pt x="592" y="0"/>
                    <a:pt x="303" y="42"/>
                    <a:pt x="1" y="138"/>
                  </a:cubicBezTo>
                  <a:cubicBezTo>
                    <a:pt x="1" y="138"/>
                    <a:pt x="202" y="1855"/>
                    <a:pt x="2021" y="1866"/>
                  </a:cubicBezTo>
                  <a:cubicBezTo>
                    <a:pt x="2026" y="1866"/>
                    <a:pt x="2031" y="1866"/>
                    <a:pt x="2036" y="1866"/>
                  </a:cubicBezTo>
                  <a:cubicBezTo>
                    <a:pt x="3598" y="1866"/>
                    <a:pt x="2663" y="0"/>
                    <a:pt x="86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 name="Google Shape;841;p33"/>
            <p:cNvSpPr/>
            <p:nvPr/>
          </p:nvSpPr>
          <p:spPr>
            <a:xfrm>
              <a:off x="10813604" y="1809105"/>
              <a:ext cx="111267" cy="149381"/>
            </a:xfrm>
            <a:custGeom>
              <a:rect b="b" l="l" r="r" t="t"/>
              <a:pathLst>
                <a:path extrusionOk="0" h="2673" w="1991">
                  <a:moveTo>
                    <a:pt x="1667" y="1"/>
                  </a:moveTo>
                  <a:cubicBezTo>
                    <a:pt x="1482" y="14"/>
                    <a:pt x="1297" y="35"/>
                    <a:pt x="1112" y="60"/>
                  </a:cubicBezTo>
                  <a:cubicBezTo>
                    <a:pt x="906" y="91"/>
                    <a:pt x="530" y="227"/>
                    <a:pt x="370" y="384"/>
                  </a:cubicBezTo>
                  <a:cubicBezTo>
                    <a:pt x="345" y="900"/>
                    <a:pt x="1" y="2269"/>
                    <a:pt x="583" y="2391"/>
                  </a:cubicBezTo>
                  <a:cubicBezTo>
                    <a:pt x="1004" y="2481"/>
                    <a:pt x="1220" y="2673"/>
                    <a:pt x="1377" y="2673"/>
                  </a:cubicBezTo>
                  <a:cubicBezTo>
                    <a:pt x="1540" y="2673"/>
                    <a:pt x="1640" y="2465"/>
                    <a:pt x="1841" y="1718"/>
                  </a:cubicBezTo>
                  <a:cubicBezTo>
                    <a:pt x="1990" y="1164"/>
                    <a:pt x="1938" y="422"/>
                    <a:pt x="16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 name="Google Shape;842;p33"/>
            <p:cNvSpPr/>
            <p:nvPr/>
          </p:nvSpPr>
          <p:spPr>
            <a:xfrm>
              <a:off x="10700381" y="2013811"/>
              <a:ext cx="29004" cy="10562"/>
            </a:xfrm>
            <a:custGeom>
              <a:rect b="b" l="l" r="r" t="t"/>
              <a:pathLst>
                <a:path extrusionOk="0" h="189" w="519">
                  <a:moveTo>
                    <a:pt x="430" y="1"/>
                  </a:moveTo>
                  <a:cubicBezTo>
                    <a:pt x="416" y="1"/>
                    <a:pt x="402" y="6"/>
                    <a:pt x="389" y="17"/>
                  </a:cubicBezTo>
                  <a:cubicBezTo>
                    <a:pt x="347" y="54"/>
                    <a:pt x="298" y="68"/>
                    <a:pt x="248" y="68"/>
                  </a:cubicBezTo>
                  <a:cubicBezTo>
                    <a:pt x="199" y="68"/>
                    <a:pt x="149" y="55"/>
                    <a:pt x="103" y="38"/>
                  </a:cubicBezTo>
                  <a:cubicBezTo>
                    <a:pt x="95" y="35"/>
                    <a:pt x="87" y="34"/>
                    <a:pt x="80" y="34"/>
                  </a:cubicBezTo>
                  <a:cubicBezTo>
                    <a:pt x="20" y="34"/>
                    <a:pt x="0" y="128"/>
                    <a:pt x="65" y="153"/>
                  </a:cubicBezTo>
                  <a:cubicBezTo>
                    <a:pt x="124" y="175"/>
                    <a:pt x="186" y="189"/>
                    <a:pt x="246" y="189"/>
                  </a:cubicBezTo>
                  <a:cubicBezTo>
                    <a:pt x="326" y="189"/>
                    <a:pt x="405" y="164"/>
                    <a:pt x="473" y="104"/>
                  </a:cubicBezTo>
                  <a:cubicBezTo>
                    <a:pt x="519" y="63"/>
                    <a:pt x="478" y="1"/>
                    <a:pt x="430" y="1"/>
                  </a:cubicBezTo>
                  <a:close/>
                </a:path>
              </a:pathLst>
            </a:custGeom>
            <a:solidFill>
              <a:srgbClr val="A43B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 name="Google Shape;843;p33"/>
            <p:cNvSpPr/>
            <p:nvPr/>
          </p:nvSpPr>
          <p:spPr>
            <a:xfrm>
              <a:off x="10755036" y="1932722"/>
              <a:ext cx="39958" cy="20733"/>
            </a:xfrm>
            <a:custGeom>
              <a:rect b="b" l="l" r="r" t="t"/>
              <a:pathLst>
                <a:path extrusionOk="0" h="371" w="715">
                  <a:moveTo>
                    <a:pt x="336" y="1"/>
                  </a:moveTo>
                  <a:cubicBezTo>
                    <a:pt x="153" y="1"/>
                    <a:pt x="7" y="76"/>
                    <a:pt x="3" y="175"/>
                  </a:cubicBezTo>
                  <a:cubicBezTo>
                    <a:pt x="0" y="277"/>
                    <a:pt x="156" y="364"/>
                    <a:pt x="352" y="370"/>
                  </a:cubicBezTo>
                  <a:cubicBezTo>
                    <a:pt x="356" y="370"/>
                    <a:pt x="360" y="370"/>
                    <a:pt x="364" y="370"/>
                  </a:cubicBezTo>
                  <a:cubicBezTo>
                    <a:pt x="554" y="370"/>
                    <a:pt x="711" y="295"/>
                    <a:pt x="714" y="196"/>
                  </a:cubicBezTo>
                  <a:cubicBezTo>
                    <a:pt x="714" y="92"/>
                    <a:pt x="561" y="5"/>
                    <a:pt x="362" y="1"/>
                  </a:cubicBezTo>
                  <a:cubicBezTo>
                    <a:pt x="353" y="1"/>
                    <a:pt x="345" y="1"/>
                    <a:pt x="336" y="1"/>
                  </a:cubicBezTo>
                  <a:close/>
                </a:path>
              </a:pathLst>
            </a:custGeom>
            <a:solidFill>
              <a:srgbClr val="A43B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 name="Google Shape;844;p33"/>
            <p:cNvSpPr/>
            <p:nvPr/>
          </p:nvSpPr>
          <p:spPr>
            <a:xfrm>
              <a:off x="10647737" y="1935293"/>
              <a:ext cx="33699" cy="20677"/>
            </a:xfrm>
            <a:custGeom>
              <a:rect b="b" l="l" r="r" t="t"/>
              <a:pathLst>
                <a:path extrusionOk="0" h="370" w="603">
                  <a:moveTo>
                    <a:pt x="225" y="0"/>
                  </a:moveTo>
                  <a:cubicBezTo>
                    <a:pt x="148" y="0"/>
                    <a:pt x="77" y="13"/>
                    <a:pt x="21" y="35"/>
                  </a:cubicBezTo>
                  <a:lnTo>
                    <a:pt x="21" y="46"/>
                  </a:lnTo>
                  <a:cubicBezTo>
                    <a:pt x="14" y="136"/>
                    <a:pt x="7" y="227"/>
                    <a:pt x="0" y="314"/>
                  </a:cubicBezTo>
                  <a:cubicBezTo>
                    <a:pt x="63" y="345"/>
                    <a:pt x="146" y="366"/>
                    <a:pt x="240" y="369"/>
                  </a:cubicBezTo>
                  <a:cubicBezTo>
                    <a:pt x="245" y="370"/>
                    <a:pt x="250" y="370"/>
                    <a:pt x="255" y="370"/>
                  </a:cubicBezTo>
                  <a:cubicBezTo>
                    <a:pt x="444" y="370"/>
                    <a:pt x="596" y="294"/>
                    <a:pt x="600" y="195"/>
                  </a:cubicBezTo>
                  <a:cubicBezTo>
                    <a:pt x="603" y="91"/>
                    <a:pt x="446" y="4"/>
                    <a:pt x="251" y="1"/>
                  </a:cubicBezTo>
                  <a:cubicBezTo>
                    <a:pt x="242" y="0"/>
                    <a:pt x="233" y="0"/>
                    <a:pt x="225" y="0"/>
                  </a:cubicBezTo>
                  <a:close/>
                </a:path>
              </a:pathLst>
            </a:custGeom>
            <a:solidFill>
              <a:srgbClr val="A43B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 name="Google Shape;845;p33"/>
            <p:cNvSpPr/>
            <p:nvPr/>
          </p:nvSpPr>
          <p:spPr>
            <a:xfrm>
              <a:off x="10812989" y="1883991"/>
              <a:ext cx="89863" cy="103890"/>
            </a:xfrm>
            <a:custGeom>
              <a:rect b="b" l="l" r="r" t="t"/>
              <a:pathLst>
                <a:path extrusionOk="0" h="1859" w="1608">
                  <a:moveTo>
                    <a:pt x="1022" y="0"/>
                  </a:moveTo>
                  <a:cubicBezTo>
                    <a:pt x="711" y="0"/>
                    <a:pt x="386" y="395"/>
                    <a:pt x="203" y="654"/>
                  </a:cubicBezTo>
                  <a:cubicBezTo>
                    <a:pt x="54" y="869"/>
                    <a:pt x="1" y="1141"/>
                    <a:pt x="78" y="1389"/>
                  </a:cubicBezTo>
                  <a:cubicBezTo>
                    <a:pt x="141" y="1594"/>
                    <a:pt x="284" y="1789"/>
                    <a:pt x="586" y="1845"/>
                  </a:cubicBezTo>
                  <a:cubicBezTo>
                    <a:pt x="637" y="1854"/>
                    <a:pt x="685" y="1859"/>
                    <a:pt x="732" y="1859"/>
                  </a:cubicBezTo>
                  <a:cubicBezTo>
                    <a:pt x="1235" y="1859"/>
                    <a:pt x="1494" y="1352"/>
                    <a:pt x="1548" y="953"/>
                  </a:cubicBezTo>
                  <a:cubicBezTo>
                    <a:pt x="1607" y="518"/>
                    <a:pt x="1562" y="86"/>
                    <a:pt x="1081" y="5"/>
                  </a:cubicBezTo>
                  <a:cubicBezTo>
                    <a:pt x="1062" y="2"/>
                    <a:pt x="1042" y="0"/>
                    <a:pt x="1022" y="0"/>
                  </a:cubicBezTo>
                  <a:close/>
                </a:path>
              </a:pathLst>
            </a:custGeom>
            <a:solidFill>
              <a:srgbClr val="E878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6" name="Google Shape;846;p33"/>
            <p:cNvSpPr/>
            <p:nvPr/>
          </p:nvSpPr>
          <p:spPr>
            <a:xfrm>
              <a:off x="10848867" y="1959212"/>
              <a:ext cx="51805" cy="51694"/>
            </a:xfrm>
            <a:custGeom>
              <a:rect b="b" l="l" r="r" t="t"/>
              <a:pathLst>
                <a:path extrusionOk="0" h="925" w="927">
                  <a:moveTo>
                    <a:pt x="464" y="1"/>
                  </a:moveTo>
                  <a:cubicBezTo>
                    <a:pt x="206" y="1"/>
                    <a:pt x="0" y="206"/>
                    <a:pt x="0" y="461"/>
                  </a:cubicBezTo>
                  <a:cubicBezTo>
                    <a:pt x="0" y="719"/>
                    <a:pt x="206" y="924"/>
                    <a:pt x="464" y="924"/>
                  </a:cubicBezTo>
                  <a:cubicBezTo>
                    <a:pt x="718" y="924"/>
                    <a:pt x="927" y="719"/>
                    <a:pt x="927" y="461"/>
                  </a:cubicBezTo>
                  <a:cubicBezTo>
                    <a:pt x="927" y="206"/>
                    <a:pt x="718" y="1"/>
                    <a:pt x="46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 name="Google Shape;847;p33"/>
            <p:cNvSpPr/>
            <p:nvPr/>
          </p:nvSpPr>
          <p:spPr>
            <a:xfrm>
              <a:off x="10845179" y="1904109"/>
              <a:ext cx="39567" cy="57226"/>
            </a:xfrm>
            <a:custGeom>
              <a:rect b="b" l="l" r="r" t="t"/>
              <a:pathLst>
                <a:path extrusionOk="0" h="1024" w="708">
                  <a:moveTo>
                    <a:pt x="539" y="1"/>
                  </a:moveTo>
                  <a:cubicBezTo>
                    <a:pt x="392" y="1"/>
                    <a:pt x="257" y="96"/>
                    <a:pt x="167" y="217"/>
                  </a:cubicBezTo>
                  <a:cubicBezTo>
                    <a:pt x="4" y="440"/>
                    <a:pt x="0" y="718"/>
                    <a:pt x="31" y="977"/>
                  </a:cubicBezTo>
                  <a:cubicBezTo>
                    <a:pt x="36" y="1009"/>
                    <a:pt x="62" y="1024"/>
                    <a:pt x="87" y="1024"/>
                  </a:cubicBezTo>
                  <a:cubicBezTo>
                    <a:pt x="117" y="1024"/>
                    <a:pt x="145" y="1004"/>
                    <a:pt x="140" y="966"/>
                  </a:cubicBezTo>
                  <a:cubicBezTo>
                    <a:pt x="119" y="785"/>
                    <a:pt x="108" y="600"/>
                    <a:pt x="174" y="426"/>
                  </a:cubicBezTo>
                  <a:cubicBezTo>
                    <a:pt x="226" y="291"/>
                    <a:pt x="367" y="105"/>
                    <a:pt x="534" y="105"/>
                  </a:cubicBezTo>
                  <a:cubicBezTo>
                    <a:pt x="556" y="105"/>
                    <a:pt x="580" y="109"/>
                    <a:pt x="603" y="116"/>
                  </a:cubicBezTo>
                  <a:cubicBezTo>
                    <a:pt x="610" y="119"/>
                    <a:pt x="617" y="120"/>
                    <a:pt x="623" y="120"/>
                  </a:cubicBezTo>
                  <a:cubicBezTo>
                    <a:pt x="678" y="120"/>
                    <a:pt x="707" y="37"/>
                    <a:pt x="648" y="18"/>
                  </a:cubicBezTo>
                  <a:cubicBezTo>
                    <a:pt x="612" y="6"/>
                    <a:pt x="575" y="1"/>
                    <a:pt x="539" y="1"/>
                  </a:cubicBezTo>
                  <a:close/>
                </a:path>
              </a:pathLst>
            </a:custGeom>
            <a:solidFill>
              <a:srgbClr val="2729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 name="Google Shape;848;p33"/>
            <p:cNvSpPr/>
            <p:nvPr/>
          </p:nvSpPr>
          <p:spPr>
            <a:xfrm>
              <a:off x="10763922" y="1850180"/>
              <a:ext cx="87684" cy="180173"/>
            </a:xfrm>
            <a:custGeom>
              <a:rect b="b" l="l" r="r" t="t"/>
              <a:pathLst>
                <a:path extrusionOk="0" h="3224" w="1569">
                  <a:moveTo>
                    <a:pt x="1" y="1"/>
                  </a:moveTo>
                  <a:lnTo>
                    <a:pt x="1" y="1"/>
                  </a:lnTo>
                  <a:cubicBezTo>
                    <a:pt x="1" y="1"/>
                    <a:pt x="137" y="332"/>
                    <a:pt x="597" y="893"/>
                  </a:cubicBezTo>
                  <a:cubicBezTo>
                    <a:pt x="1025" y="1422"/>
                    <a:pt x="841" y="1826"/>
                    <a:pt x="726" y="2381"/>
                  </a:cubicBezTo>
                  <a:cubicBezTo>
                    <a:pt x="555" y="3224"/>
                    <a:pt x="1472" y="3224"/>
                    <a:pt x="1472" y="3224"/>
                  </a:cubicBezTo>
                  <a:cubicBezTo>
                    <a:pt x="1472" y="3224"/>
                    <a:pt x="841" y="2781"/>
                    <a:pt x="1255" y="1886"/>
                  </a:cubicBezTo>
                  <a:cubicBezTo>
                    <a:pt x="1569" y="1210"/>
                    <a:pt x="1391" y="245"/>
                    <a:pt x="991" y="133"/>
                  </a:cubicBezTo>
                  <a:cubicBezTo>
                    <a:pt x="594" y="22"/>
                    <a:pt x="1" y="1"/>
                    <a:pt x="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 name="Google Shape;849;p33"/>
            <p:cNvSpPr/>
            <p:nvPr/>
          </p:nvSpPr>
          <p:spPr>
            <a:xfrm>
              <a:off x="10116494" y="2370470"/>
              <a:ext cx="30234" cy="82039"/>
            </a:xfrm>
            <a:custGeom>
              <a:rect b="b" l="l" r="r" t="t"/>
              <a:pathLst>
                <a:path extrusionOk="0" h="1468" w="541">
                  <a:moveTo>
                    <a:pt x="196" y="1"/>
                  </a:moveTo>
                  <a:cubicBezTo>
                    <a:pt x="0" y="325"/>
                    <a:pt x="175" y="1468"/>
                    <a:pt x="175" y="1468"/>
                  </a:cubicBezTo>
                  <a:lnTo>
                    <a:pt x="540" y="1088"/>
                  </a:lnTo>
                  <a:lnTo>
                    <a:pt x="196" y="1"/>
                  </a:lnTo>
                  <a:close/>
                </a:path>
              </a:pathLst>
            </a:custGeom>
            <a:solidFill>
              <a:srgbClr val="A43B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 name="Google Shape;850;p33"/>
            <p:cNvSpPr/>
            <p:nvPr/>
          </p:nvSpPr>
          <p:spPr>
            <a:xfrm>
              <a:off x="10119903" y="2267473"/>
              <a:ext cx="426906" cy="447974"/>
            </a:xfrm>
            <a:custGeom>
              <a:rect b="b" l="l" r="r" t="t"/>
              <a:pathLst>
                <a:path extrusionOk="0" h="8016" w="7639">
                  <a:moveTo>
                    <a:pt x="330" y="0"/>
                  </a:moveTo>
                  <a:cubicBezTo>
                    <a:pt x="141" y="0"/>
                    <a:pt x="1" y="186"/>
                    <a:pt x="61" y="370"/>
                  </a:cubicBezTo>
                  <a:lnTo>
                    <a:pt x="2309" y="7485"/>
                  </a:lnTo>
                  <a:cubicBezTo>
                    <a:pt x="2344" y="7596"/>
                    <a:pt x="2445" y="7673"/>
                    <a:pt x="2560" y="7680"/>
                  </a:cubicBezTo>
                  <a:lnTo>
                    <a:pt x="7292" y="8015"/>
                  </a:lnTo>
                  <a:cubicBezTo>
                    <a:pt x="7299" y="8015"/>
                    <a:pt x="7306" y="8015"/>
                    <a:pt x="7312" y="8015"/>
                  </a:cubicBezTo>
                  <a:cubicBezTo>
                    <a:pt x="7500" y="8015"/>
                    <a:pt x="7638" y="7831"/>
                    <a:pt x="7581" y="7646"/>
                  </a:cubicBezTo>
                  <a:lnTo>
                    <a:pt x="5330" y="530"/>
                  </a:lnTo>
                  <a:cubicBezTo>
                    <a:pt x="5295" y="419"/>
                    <a:pt x="5198" y="342"/>
                    <a:pt x="5079" y="335"/>
                  </a:cubicBezTo>
                  <a:lnTo>
                    <a:pt x="351" y="1"/>
                  </a:lnTo>
                  <a:cubicBezTo>
                    <a:pt x="344" y="0"/>
                    <a:pt x="337" y="0"/>
                    <a:pt x="3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 name="Google Shape;851;p33"/>
            <p:cNvSpPr/>
            <p:nvPr/>
          </p:nvSpPr>
          <p:spPr>
            <a:xfrm>
              <a:off x="10093637" y="2265741"/>
              <a:ext cx="426850" cy="447807"/>
            </a:xfrm>
            <a:custGeom>
              <a:rect b="b" l="l" r="r" t="t"/>
              <a:pathLst>
                <a:path extrusionOk="0" h="8013" w="7638">
                  <a:moveTo>
                    <a:pt x="326" y="0"/>
                  </a:moveTo>
                  <a:cubicBezTo>
                    <a:pt x="138" y="0"/>
                    <a:pt x="1" y="185"/>
                    <a:pt x="57" y="370"/>
                  </a:cubicBezTo>
                  <a:lnTo>
                    <a:pt x="2308" y="7481"/>
                  </a:lnTo>
                  <a:cubicBezTo>
                    <a:pt x="2344" y="7593"/>
                    <a:pt x="2441" y="7673"/>
                    <a:pt x="2556" y="7680"/>
                  </a:cubicBezTo>
                  <a:lnTo>
                    <a:pt x="7287" y="8011"/>
                  </a:lnTo>
                  <a:cubicBezTo>
                    <a:pt x="7294" y="8012"/>
                    <a:pt x="7301" y="8012"/>
                    <a:pt x="7307" y="8012"/>
                  </a:cubicBezTo>
                  <a:cubicBezTo>
                    <a:pt x="7496" y="8012"/>
                    <a:pt x="7637" y="7827"/>
                    <a:pt x="7577" y="7642"/>
                  </a:cubicBezTo>
                  <a:lnTo>
                    <a:pt x="5330" y="530"/>
                  </a:lnTo>
                  <a:cubicBezTo>
                    <a:pt x="5295" y="419"/>
                    <a:pt x="5194" y="339"/>
                    <a:pt x="5079" y="331"/>
                  </a:cubicBezTo>
                  <a:lnTo>
                    <a:pt x="347" y="1"/>
                  </a:lnTo>
                  <a:cubicBezTo>
                    <a:pt x="340" y="0"/>
                    <a:pt x="333" y="0"/>
                    <a:pt x="32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 name="Google Shape;852;p33"/>
            <p:cNvSpPr/>
            <p:nvPr/>
          </p:nvSpPr>
          <p:spPr>
            <a:xfrm>
              <a:off x="10391057" y="2303184"/>
              <a:ext cx="119203" cy="359061"/>
            </a:xfrm>
            <a:custGeom>
              <a:rect b="b" l="l" r="r" t="t"/>
              <a:pathLst>
                <a:path extrusionOk="0" h="6425" w="2133">
                  <a:moveTo>
                    <a:pt x="70" y="0"/>
                  </a:moveTo>
                  <a:cubicBezTo>
                    <a:pt x="64" y="0"/>
                    <a:pt x="59" y="1"/>
                    <a:pt x="53" y="3"/>
                  </a:cubicBezTo>
                  <a:cubicBezTo>
                    <a:pt x="18" y="13"/>
                    <a:pt x="0" y="48"/>
                    <a:pt x="11" y="83"/>
                  </a:cubicBezTo>
                  <a:lnTo>
                    <a:pt x="2001" y="6380"/>
                  </a:lnTo>
                  <a:cubicBezTo>
                    <a:pt x="2011" y="6407"/>
                    <a:pt x="2036" y="6425"/>
                    <a:pt x="2063" y="6425"/>
                  </a:cubicBezTo>
                  <a:cubicBezTo>
                    <a:pt x="2067" y="6425"/>
                    <a:pt x="2073" y="6425"/>
                    <a:pt x="2081" y="6421"/>
                  </a:cubicBezTo>
                  <a:cubicBezTo>
                    <a:pt x="2115" y="6411"/>
                    <a:pt x="2133" y="6376"/>
                    <a:pt x="2123" y="6341"/>
                  </a:cubicBezTo>
                  <a:lnTo>
                    <a:pt x="129" y="45"/>
                  </a:lnTo>
                  <a:cubicBezTo>
                    <a:pt x="121" y="19"/>
                    <a:pt x="96" y="0"/>
                    <a:pt x="7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 name="Google Shape;853;p33"/>
            <p:cNvSpPr/>
            <p:nvPr/>
          </p:nvSpPr>
          <p:spPr>
            <a:xfrm>
              <a:off x="10146281" y="2567744"/>
              <a:ext cx="338887" cy="392592"/>
            </a:xfrm>
            <a:custGeom>
              <a:rect b="b" l="l" r="r" t="t"/>
              <a:pathLst>
                <a:path extrusionOk="0" h="7025" w="6064">
                  <a:moveTo>
                    <a:pt x="775" y="0"/>
                  </a:moveTo>
                  <a:cubicBezTo>
                    <a:pt x="644" y="0"/>
                    <a:pt x="519" y="36"/>
                    <a:pt x="416" y="130"/>
                  </a:cubicBezTo>
                  <a:cubicBezTo>
                    <a:pt x="1" y="502"/>
                    <a:pt x="311" y="3328"/>
                    <a:pt x="1157" y="5552"/>
                  </a:cubicBezTo>
                  <a:cubicBezTo>
                    <a:pt x="1356" y="6074"/>
                    <a:pt x="1715" y="6527"/>
                    <a:pt x="2193" y="6823"/>
                  </a:cubicBezTo>
                  <a:cubicBezTo>
                    <a:pt x="2399" y="6953"/>
                    <a:pt x="2616" y="7025"/>
                    <a:pt x="2845" y="7025"/>
                  </a:cubicBezTo>
                  <a:cubicBezTo>
                    <a:pt x="3322" y="7025"/>
                    <a:pt x="3852" y="6712"/>
                    <a:pt x="4451" y="5966"/>
                  </a:cubicBezTo>
                  <a:cubicBezTo>
                    <a:pt x="6064" y="3851"/>
                    <a:pt x="5834" y="2572"/>
                    <a:pt x="5834" y="2572"/>
                  </a:cubicBezTo>
                  <a:lnTo>
                    <a:pt x="2875" y="2363"/>
                  </a:lnTo>
                  <a:lnTo>
                    <a:pt x="1722" y="398"/>
                  </a:lnTo>
                  <a:cubicBezTo>
                    <a:pt x="1722" y="398"/>
                    <a:pt x="1213" y="0"/>
                    <a:pt x="77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 name="Google Shape;854;p33"/>
            <p:cNvSpPr/>
            <p:nvPr/>
          </p:nvSpPr>
          <p:spPr>
            <a:xfrm>
              <a:off x="10226755" y="2900930"/>
              <a:ext cx="128591" cy="43367"/>
            </a:xfrm>
            <a:custGeom>
              <a:rect b="b" l="l" r="r" t="t"/>
              <a:pathLst>
                <a:path extrusionOk="0" h="776" w="2301">
                  <a:moveTo>
                    <a:pt x="710" y="1"/>
                  </a:moveTo>
                  <a:cubicBezTo>
                    <a:pt x="495" y="1"/>
                    <a:pt x="279" y="33"/>
                    <a:pt x="69" y="102"/>
                  </a:cubicBezTo>
                  <a:cubicBezTo>
                    <a:pt x="0" y="123"/>
                    <a:pt x="22" y="224"/>
                    <a:pt x="83" y="224"/>
                  </a:cubicBezTo>
                  <a:cubicBezTo>
                    <a:pt x="89" y="224"/>
                    <a:pt x="97" y="223"/>
                    <a:pt x="105" y="220"/>
                  </a:cubicBezTo>
                  <a:cubicBezTo>
                    <a:pt x="302" y="157"/>
                    <a:pt x="506" y="126"/>
                    <a:pt x="708" y="126"/>
                  </a:cubicBezTo>
                  <a:cubicBezTo>
                    <a:pt x="1252" y="126"/>
                    <a:pt x="1787" y="348"/>
                    <a:pt x="2170" y="756"/>
                  </a:cubicBezTo>
                  <a:cubicBezTo>
                    <a:pt x="2183" y="770"/>
                    <a:pt x="2198" y="776"/>
                    <a:pt x="2212" y="776"/>
                  </a:cubicBezTo>
                  <a:cubicBezTo>
                    <a:pt x="2259" y="776"/>
                    <a:pt x="2300" y="712"/>
                    <a:pt x="2258" y="666"/>
                  </a:cubicBezTo>
                  <a:cubicBezTo>
                    <a:pt x="1856" y="237"/>
                    <a:pt x="1287" y="1"/>
                    <a:pt x="71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 name="Google Shape;855;p33"/>
            <p:cNvSpPr/>
            <p:nvPr/>
          </p:nvSpPr>
          <p:spPr>
            <a:xfrm>
              <a:off x="10360264" y="2708071"/>
              <a:ext cx="92322" cy="228011"/>
            </a:xfrm>
            <a:custGeom>
              <a:rect b="b" l="l" r="r" t="t"/>
              <a:pathLst>
                <a:path extrusionOk="0" h="4080" w="1652">
                  <a:moveTo>
                    <a:pt x="1573" y="1"/>
                  </a:moveTo>
                  <a:cubicBezTo>
                    <a:pt x="1548" y="1"/>
                    <a:pt x="1525" y="14"/>
                    <a:pt x="1516" y="44"/>
                  </a:cubicBezTo>
                  <a:cubicBezTo>
                    <a:pt x="1154" y="1406"/>
                    <a:pt x="656" y="2723"/>
                    <a:pt x="25" y="3985"/>
                  </a:cubicBezTo>
                  <a:cubicBezTo>
                    <a:pt x="1" y="4033"/>
                    <a:pt x="45" y="4079"/>
                    <a:pt x="87" y="4079"/>
                  </a:cubicBezTo>
                  <a:cubicBezTo>
                    <a:pt x="105" y="4079"/>
                    <a:pt x="123" y="4070"/>
                    <a:pt x="133" y="4048"/>
                  </a:cubicBezTo>
                  <a:cubicBezTo>
                    <a:pt x="768" y="2779"/>
                    <a:pt x="1273" y="1448"/>
                    <a:pt x="1638" y="79"/>
                  </a:cubicBezTo>
                  <a:cubicBezTo>
                    <a:pt x="1651" y="32"/>
                    <a:pt x="1611" y="1"/>
                    <a:pt x="157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 name="Google Shape;856;p33"/>
            <p:cNvSpPr/>
            <p:nvPr/>
          </p:nvSpPr>
          <p:spPr>
            <a:xfrm>
              <a:off x="10305553" y="2699967"/>
              <a:ext cx="44205" cy="83045"/>
            </a:xfrm>
            <a:custGeom>
              <a:rect b="b" l="l" r="r" t="t"/>
              <a:pathLst>
                <a:path extrusionOk="0" h="1486" w="791">
                  <a:moveTo>
                    <a:pt x="88" y="0"/>
                  </a:moveTo>
                  <a:cubicBezTo>
                    <a:pt x="44" y="0"/>
                    <a:pt x="0" y="45"/>
                    <a:pt x="33" y="92"/>
                  </a:cubicBezTo>
                  <a:cubicBezTo>
                    <a:pt x="314" y="506"/>
                    <a:pt x="523" y="956"/>
                    <a:pt x="656" y="1440"/>
                  </a:cubicBezTo>
                  <a:cubicBezTo>
                    <a:pt x="664" y="1472"/>
                    <a:pt x="688" y="1485"/>
                    <a:pt x="713" y="1485"/>
                  </a:cubicBezTo>
                  <a:cubicBezTo>
                    <a:pt x="751" y="1485"/>
                    <a:pt x="790" y="1454"/>
                    <a:pt x="778" y="1409"/>
                  </a:cubicBezTo>
                  <a:cubicBezTo>
                    <a:pt x="642" y="914"/>
                    <a:pt x="430" y="450"/>
                    <a:pt x="140" y="29"/>
                  </a:cubicBezTo>
                  <a:cubicBezTo>
                    <a:pt x="127" y="9"/>
                    <a:pt x="107" y="0"/>
                    <a:pt x="8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 name="Google Shape;857;p33"/>
            <p:cNvSpPr/>
            <p:nvPr/>
          </p:nvSpPr>
          <p:spPr>
            <a:xfrm>
              <a:off x="10118618" y="2318329"/>
              <a:ext cx="159775" cy="311000"/>
            </a:xfrm>
            <a:custGeom>
              <a:rect b="b" l="l" r="r" t="t"/>
              <a:pathLst>
                <a:path extrusionOk="0" h="5565" w="2859">
                  <a:moveTo>
                    <a:pt x="1449" y="1"/>
                  </a:moveTo>
                  <a:cubicBezTo>
                    <a:pt x="1245" y="1"/>
                    <a:pt x="434" y="1572"/>
                    <a:pt x="224" y="1983"/>
                  </a:cubicBezTo>
                  <a:cubicBezTo>
                    <a:pt x="1" y="2418"/>
                    <a:pt x="555" y="4363"/>
                    <a:pt x="1036" y="5279"/>
                  </a:cubicBezTo>
                  <a:cubicBezTo>
                    <a:pt x="1147" y="5489"/>
                    <a:pt x="1286" y="5565"/>
                    <a:pt x="1430" y="5565"/>
                  </a:cubicBezTo>
                  <a:cubicBezTo>
                    <a:pt x="1795" y="5565"/>
                    <a:pt x="2186" y="5073"/>
                    <a:pt x="2186" y="5073"/>
                  </a:cubicBezTo>
                  <a:cubicBezTo>
                    <a:pt x="2186" y="5073"/>
                    <a:pt x="2311" y="4586"/>
                    <a:pt x="2175" y="3484"/>
                  </a:cubicBezTo>
                  <a:cubicBezTo>
                    <a:pt x="2175" y="3484"/>
                    <a:pt x="2670" y="2589"/>
                    <a:pt x="2813" y="1882"/>
                  </a:cubicBezTo>
                  <a:cubicBezTo>
                    <a:pt x="2858" y="1660"/>
                    <a:pt x="2838" y="1573"/>
                    <a:pt x="2777" y="1573"/>
                  </a:cubicBezTo>
                  <a:cubicBezTo>
                    <a:pt x="2559" y="1573"/>
                    <a:pt x="1820" y="2722"/>
                    <a:pt x="1820" y="2722"/>
                  </a:cubicBezTo>
                  <a:cubicBezTo>
                    <a:pt x="1820" y="2722"/>
                    <a:pt x="2858" y="1091"/>
                    <a:pt x="2680" y="732"/>
                  </a:cubicBezTo>
                  <a:cubicBezTo>
                    <a:pt x="2665" y="703"/>
                    <a:pt x="2644" y="689"/>
                    <a:pt x="2616" y="689"/>
                  </a:cubicBezTo>
                  <a:cubicBezTo>
                    <a:pt x="2376" y="689"/>
                    <a:pt x="1698" y="1712"/>
                    <a:pt x="1419" y="2148"/>
                  </a:cubicBezTo>
                  <a:lnTo>
                    <a:pt x="1419" y="2148"/>
                  </a:lnTo>
                  <a:cubicBezTo>
                    <a:pt x="1698" y="1696"/>
                    <a:pt x="2347" y="591"/>
                    <a:pt x="2207" y="310"/>
                  </a:cubicBezTo>
                  <a:cubicBezTo>
                    <a:pt x="2192" y="281"/>
                    <a:pt x="2171" y="267"/>
                    <a:pt x="2145" y="267"/>
                  </a:cubicBezTo>
                  <a:cubicBezTo>
                    <a:pt x="1848" y="267"/>
                    <a:pt x="872" y="1969"/>
                    <a:pt x="872" y="1969"/>
                  </a:cubicBezTo>
                  <a:cubicBezTo>
                    <a:pt x="872" y="1969"/>
                    <a:pt x="1617" y="226"/>
                    <a:pt x="1478" y="17"/>
                  </a:cubicBezTo>
                  <a:cubicBezTo>
                    <a:pt x="1471" y="6"/>
                    <a:pt x="1461" y="1"/>
                    <a:pt x="1449" y="1"/>
                  </a:cubicBezTo>
                  <a:close/>
                </a:path>
              </a:pathLst>
            </a:custGeom>
            <a:solidFill>
              <a:srgbClr val="E878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8" name="Google Shape;858;p33"/>
            <p:cNvSpPr/>
            <p:nvPr/>
          </p:nvSpPr>
          <p:spPr>
            <a:xfrm>
              <a:off x="10162711" y="2622064"/>
              <a:ext cx="105623" cy="50799"/>
            </a:xfrm>
            <a:custGeom>
              <a:rect b="b" l="l" r="r" t="t"/>
              <a:pathLst>
                <a:path extrusionOk="0" h="909" w="1890">
                  <a:moveTo>
                    <a:pt x="1802" y="1"/>
                  </a:moveTo>
                  <a:cubicBezTo>
                    <a:pt x="1783" y="1"/>
                    <a:pt x="1765" y="9"/>
                    <a:pt x="1752" y="29"/>
                  </a:cubicBezTo>
                  <a:cubicBezTo>
                    <a:pt x="1456" y="500"/>
                    <a:pt x="931" y="785"/>
                    <a:pt x="386" y="785"/>
                  </a:cubicBezTo>
                  <a:cubicBezTo>
                    <a:pt x="294" y="785"/>
                    <a:pt x="202" y="777"/>
                    <a:pt x="111" y="761"/>
                  </a:cubicBezTo>
                  <a:cubicBezTo>
                    <a:pt x="106" y="760"/>
                    <a:pt x="102" y="759"/>
                    <a:pt x="98" y="759"/>
                  </a:cubicBezTo>
                  <a:cubicBezTo>
                    <a:pt x="27" y="759"/>
                    <a:pt x="1" y="869"/>
                    <a:pt x="76" y="883"/>
                  </a:cubicBezTo>
                  <a:cubicBezTo>
                    <a:pt x="176" y="900"/>
                    <a:pt x="278" y="909"/>
                    <a:pt x="378" y="909"/>
                  </a:cubicBezTo>
                  <a:cubicBezTo>
                    <a:pt x="972" y="909"/>
                    <a:pt x="1538" y="607"/>
                    <a:pt x="1860" y="92"/>
                  </a:cubicBezTo>
                  <a:cubicBezTo>
                    <a:pt x="1889" y="45"/>
                    <a:pt x="1845" y="1"/>
                    <a:pt x="180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 name="Google Shape;859;p33"/>
            <p:cNvSpPr/>
            <p:nvPr/>
          </p:nvSpPr>
          <p:spPr>
            <a:xfrm>
              <a:off x="11016131" y="2935970"/>
              <a:ext cx="197330" cy="135856"/>
            </a:xfrm>
            <a:custGeom>
              <a:rect b="b" l="l" r="r" t="t"/>
              <a:pathLst>
                <a:path extrusionOk="0" h="2431" w="3531">
                  <a:moveTo>
                    <a:pt x="911" y="0"/>
                  </a:moveTo>
                  <a:cubicBezTo>
                    <a:pt x="321" y="0"/>
                    <a:pt x="0" y="313"/>
                    <a:pt x="607" y="1158"/>
                  </a:cubicBezTo>
                  <a:cubicBezTo>
                    <a:pt x="1353" y="2195"/>
                    <a:pt x="2004" y="2431"/>
                    <a:pt x="2442" y="2431"/>
                  </a:cubicBezTo>
                  <a:cubicBezTo>
                    <a:pt x="2808" y="2431"/>
                    <a:pt x="3025" y="2266"/>
                    <a:pt x="3025" y="2266"/>
                  </a:cubicBezTo>
                  <a:cubicBezTo>
                    <a:pt x="3530" y="1697"/>
                    <a:pt x="3186" y="1001"/>
                    <a:pt x="2774" y="673"/>
                  </a:cubicBezTo>
                  <a:cubicBezTo>
                    <a:pt x="2293" y="289"/>
                    <a:pt x="1478" y="0"/>
                    <a:pt x="911" y="0"/>
                  </a:cubicBezTo>
                  <a:close/>
                </a:path>
              </a:pathLst>
            </a:custGeom>
            <a:solidFill>
              <a:srgbClr val="2729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 name="Google Shape;860;p33"/>
            <p:cNvSpPr/>
            <p:nvPr/>
          </p:nvSpPr>
          <p:spPr>
            <a:xfrm>
              <a:off x="10882286" y="3004764"/>
              <a:ext cx="251874" cy="184476"/>
            </a:xfrm>
            <a:custGeom>
              <a:rect b="b" l="l" r="r" t="t"/>
              <a:pathLst>
                <a:path extrusionOk="0" h="3301" w="4507">
                  <a:moveTo>
                    <a:pt x="2747" y="0"/>
                  </a:moveTo>
                  <a:cubicBezTo>
                    <a:pt x="2481" y="0"/>
                    <a:pt x="2204" y="47"/>
                    <a:pt x="1855" y="223"/>
                  </a:cubicBezTo>
                  <a:cubicBezTo>
                    <a:pt x="1562" y="369"/>
                    <a:pt x="82" y="1662"/>
                    <a:pt x="12" y="2028"/>
                  </a:cubicBezTo>
                  <a:cubicBezTo>
                    <a:pt x="1" y="2090"/>
                    <a:pt x="33" y="2116"/>
                    <a:pt x="95" y="2116"/>
                  </a:cubicBezTo>
                  <a:cubicBezTo>
                    <a:pt x="399" y="2116"/>
                    <a:pt x="1412" y="1488"/>
                    <a:pt x="1413" y="1487"/>
                  </a:cubicBezTo>
                  <a:lnTo>
                    <a:pt x="1413" y="1487"/>
                  </a:lnTo>
                  <a:cubicBezTo>
                    <a:pt x="1412" y="1488"/>
                    <a:pt x="266" y="2672"/>
                    <a:pt x="517" y="2825"/>
                  </a:cubicBezTo>
                  <a:cubicBezTo>
                    <a:pt x="533" y="2836"/>
                    <a:pt x="554" y="2840"/>
                    <a:pt x="579" y="2840"/>
                  </a:cubicBezTo>
                  <a:cubicBezTo>
                    <a:pt x="935" y="2840"/>
                    <a:pt x="2085" y="1882"/>
                    <a:pt x="2085" y="1881"/>
                  </a:cubicBezTo>
                  <a:lnTo>
                    <a:pt x="2085" y="1881"/>
                  </a:lnTo>
                  <a:cubicBezTo>
                    <a:pt x="2085" y="1882"/>
                    <a:pt x="1403" y="2787"/>
                    <a:pt x="1416" y="3025"/>
                  </a:cubicBezTo>
                  <a:cubicBezTo>
                    <a:pt x="1419" y="3076"/>
                    <a:pt x="1445" y="3098"/>
                    <a:pt x="1488" y="3098"/>
                  </a:cubicBezTo>
                  <a:cubicBezTo>
                    <a:pt x="1764" y="3098"/>
                    <a:pt x="2733" y="2168"/>
                    <a:pt x="2733" y="2167"/>
                  </a:cubicBezTo>
                  <a:lnTo>
                    <a:pt x="2733" y="2167"/>
                  </a:lnTo>
                  <a:cubicBezTo>
                    <a:pt x="2733" y="2168"/>
                    <a:pt x="2455" y="3150"/>
                    <a:pt x="2615" y="3279"/>
                  </a:cubicBezTo>
                  <a:cubicBezTo>
                    <a:pt x="2634" y="3293"/>
                    <a:pt x="2665" y="3300"/>
                    <a:pt x="2704" y="3300"/>
                  </a:cubicBezTo>
                  <a:cubicBezTo>
                    <a:pt x="3003" y="3300"/>
                    <a:pt x="3806" y="2921"/>
                    <a:pt x="3723" y="2745"/>
                  </a:cubicBezTo>
                  <a:cubicBezTo>
                    <a:pt x="3685" y="2670"/>
                    <a:pt x="3626" y="2645"/>
                    <a:pt x="3561" y="2645"/>
                  </a:cubicBezTo>
                  <a:cubicBezTo>
                    <a:pt x="3439" y="2645"/>
                    <a:pt x="3298" y="2734"/>
                    <a:pt x="3249" y="2734"/>
                  </a:cubicBezTo>
                  <a:cubicBezTo>
                    <a:pt x="3245" y="2734"/>
                    <a:pt x="3242" y="2733"/>
                    <a:pt x="3239" y="2732"/>
                  </a:cubicBezTo>
                  <a:cubicBezTo>
                    <a:pt x="3176" y="2708"/>
                    <a:pt x="3789" y="2185"/>
                    <a:pt x="4029" y="1916"/>
                  </a:cubicBezTo>
                  <a:cubicBezTo>
                    <a:pt x="4507" y="1383"/>
                    <a:pt x="4392" y="920"/>
                    <a:pt x="4155" y="596"/>
                  </a:cubicBezTo>
                  <a:cubicBezTo>
                    <a:pt x="3915" y="265"/>
                    <a:pt x="3538" y="62"/>
                    <a:pt x="3135" y="24"/>
                  </a:cubicBezTo>
                  <a:cubicBezTo>
                    <a:pt x="3003" y="11"/>
                    <a:pt x="2876" y="0"/>
                    <a:pt x="2747" y="0"/>
                  </a:cubicBezTo>
                  <a:close/>
                </a:path>
              </a:pathLst>
            </a:custGeom>
            <a:solidFill>
              <a:srgbClr val="E878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1" name="Google Shape;861;p33"/>
            <p:cNvSpPr/>
            <p:nvPr/>
          </p:nvSpPr>
          <p:spPr>
            <a:xfrm>
              <a:off x="11039491" y="2918087"/>
              <a:ext cx="173746" cy="144574"/>
            </a:xfrm>
            <a:custGeom>
              <a:rect b="b" l="l" r="r" t="t"/>
              <a:pathLst>
                <a:path extrusionOk="0" h="2587" w="3109">
                  <a:moveTo>
                    <a:pt x="1234" y="0"/>
                  </a:moveTo>
                  <a:lnTo>
                    <a:pt x="0" y="1634"/>
                  </a:lnTo>
                  <a:lnTo>
                    <a:pt x="1353" y="2586"/>
                  </a:lnTo>
                  <a:lnTo>
                    <a:pt x="3109" y="1192"/>
                  </a:lnTo>
                  <a:cubicBezTo>
                    <a:pt x="2875" y="203"/>
                    <a:pt x="1234" y="0"/>
                    <a:pt x="1234" y="0"/>
                  </a:cubicBezTo>
                  <a:close/>
                </a:path>
              </a:pathLst>
            </a:custGeom>
            <a:solidFill>
              <a:srgbClr val="E878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 name="Google Shape;862;p33"/>
            <p:cNvSpPr/>
            <p:nvPr/>
          </p:nvSpPr>
          <p:spPr>
            <a:xfrm>
              <a:off x="10918556" y="2230086"/>
              <a:ext cx="517663" cy="832575"/>
            </a:xfrm>
            <a:custGeom>
              <a:rect b="b" l="l" r="r" t="t"/>
              <a:pathLst>
                <a:path extrusionOk="0" h="14898" w="9263">
                  <a:moveTo>
                    <a:pt x="2904" y="1"/>
                  </a:moveTo>
                  <a:lnTo>
                    <a:pt x="1" y="3666"/>
                  </a:lnTo>
                  <a:cubicBezTo>
                    <a:pt x="1" y="3666"/>
                    <a:pt x="3583" y="7266"/>
                    <a:pt x="3970" y="8339"/>
                  </a:cubicBezTo>
                  <a:cubicBezTo>
                    <a:pt x="4530" y="9896"/>
                    <a:pt x="2130" y="12781"/>
                    <a:pt x="2130" y="12781"/>
                  </a:cubicBezTo>
                  <a:cubicBezTo>
                    <a:pt x="3656" y="13231"/>
                    <a:pt x="4956" y="14071"/>
                    <a:pt x="4771" y="14897"/>
                  </a:cubicBezTo>
                  <a:cubicBezTo>
                    <a:pt x="4771" y="14897"/>
                    <a:pt x="9263" y="9677"/>
                    <a:pt x="7754" y="6778"/>
                  </a:cubicBezTo>
                  <a:cubicBezTo>
                    <a:pt x="6566" y="4502"/>
                    <a:pt x="2904" y="1"/>
                    <a:pt x="290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 name="Google Shape;863;p33"/>
            <p:cNvSpPr/>
            <p:nvPr/>
          </p:nvSpPr>
          <p:spPr>
            <a:xfrm>
              <a:off x="11310756" y="2587359"/>
              <a:ext cx="55997" cy="145804"/>
            </a:xfrm>
            <a:custGeom>
              <a:rect b="b" l="l" r="r" t="t"/>
              <a:pathLst>
                <a:path extrusionOk="0" h="2609" w="1002">
                  <a:moveTo>
                    <a:pt x="489" y="0"/>
                  </a:moveTo>
                  <a:cubicBezTo>
                    <a:pt x="470" y="0"/>
                    <a:pt x="451" y="10"/>
                    <a:pt x="439" y="33"/>
                  </a:cubicBezTo>
                  <a:cubicBezTo>
                    <a:pt x="0" y="894"/>
                    <a:pt x="171" y="1922"/>
                    <a:pt x="868" y="2591"/>
                  </a:cubicBezTo>
                  <a:cubicBezTo>
                    <a:pt x="881" y="2603"/>
                    <a:pt x="896" y="2608"/>
                    <a:pt x="910" y="2608"/>
                  </a:cubicBezTo>
                  <a:cubicBezTo>
                    <a:pt x="959" y="2608"/>
                    <a:pt x="1001" y="2547"/>
                    <a:pt x="955" y="2504"/>
                  </a:cubicBezTo>
                  <a:cubicBezTo>
                    <a:pt x="300" y="1872"/>
                    <a:pt x="136" y="907"/>
                    <a:pt x="548" y="95"/>
                  </a:cubicBezTo>
                  <a:cubicBezTo>
                    <a:pt x="574" y="46"/>
                    <a:pt x="531" y="0"/>
                    <a:pt x="48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 name="Google Shape;864;p33"/>
            <p:cNvSpPr/>
            <p:nvPr/>
          </p:nvSpPr>
          <p:spPr>
            <a:xfrm>
              <a:off x="11073357" y="2892938"/>
              <a:ext cx="172796" cy="93160"/>
            </a:xfrm>
            <a:custGeom>
              <a:rect b="b" l="l" r="r" t="t"/>
              <a:pathLst>
                <a:path extrusionOk="0" h="1667" w="3092">
                  <a:moveTo>
                    <a:pt x="65" y="0"/>
                  </a:moveTo>
                  <a:cubicBezTo>
                    <a:pt x="1" y="0"/>
                    <a:pt x="6" y="99"/>
                    <a:pt x="71" y="109"/>
                  </a:cubicBezTo>
                  <a:cubicBezTo>
                    <a:pt x="1200" y="238"/>
                    <a:pt x="2238" y="792"/>
                    <a:pt x="2980" y="1649"/>
                  </a:cubicBezTo>
                  <a:cubicBezTo>
                    <a:pt x="2991" y="1662"/>
                    <a:pt x="3004" y="1667"/>
                    <a:pt x="3017" y="1667"/>
                  </a:cubicBezTo>
                  <a:cubicBezTo>
                    <a:pt x="3056" y="1667"/>
                    <a:pt x="3091" y="1615"/>
                    <a:pt x="3056" y="1576"/>
                  </a:cubicBezTo>
                  <a:cubicBezTo>
                    <a:pt x="2294" y="695"/>
                    <a:pt x="1227" y="133"/>
                    <a:pt x="71" y="0"/>
                  </a:cubicBezTo>
                  <a:cubicBezTo>
                    <a:pt x="69" y="0"/>
                    <a:pt x="67" y="0"/>
                    <a:pt x="6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 name="Google Shape;865;p33"/>
            <p:cNvSpPr/>
            <p:nvPr/>
          </p:nvSpPr>
          <p:spPr>
            <a:xfrm>
              <a:off x="11138463" y="2655707"/>
              <a:ext cx="82263" cy="46608"/>
            </a:xfrm>
            <a:custGeom>
              <a:rect b="b" l="l" r="r" t="t"/>
              <a:pathLst>
                <a:path extrusionOk="0" h="834" w="1472">
                  <a:moveTo>
                    <a:pt x="1383" y="1"/>
                  </a:moveTo>
                  <a:cubicBezTo>
                    <a:pt x="1375" y="1"/>
                    <a:pt x="1367" y="2"/>
                    <a:pt x="1359" y="6"/>
                  </a:cubicBezTo>
                  <a:cubicBezTo>
                    <a:pt x="884" y="173"/>
                    <a:pt x="453" y="409"/>
                    <a:pt x="59" y="720"/>
                  </a:cubicBezTo>
                  <a:cubicBezTo>
                    <a:pt x="1" y="763"/>
                    <a:pt x="52" y="834"/>
                    <a:pt x="110" y="834"/>
                  </a:cubicBezTo>
                  <a:cubicBezTo>
                    <a:pt x="126" y="834"/>
                    <a:pt x="142" y="829"/>
                    <a:pt x="156" y="817"/>
                  </a:cubicBezTo>
                  <a:cubicBezTo>
                    <a:pt x="532" y="524"/>
                    <a:pt x="947" y="298"/>
                    <a:pt x="1394" y="141"/>
                  </a:cubicBezTo>
                  <a:cubicBezTo>
                    <a:pt x="1472" y="113"/>
                    <a:pt x="1449" y="1"/>
                    <a:pt x="138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 name="Google Shape;866;p33"/>
            <p:cNvSpPr/>
            <p:nvPr/>
          </p:nvSpPr>
          <p:spPr>
            <a:xfrm>
              <a:off x="11157073" y="2650397"/>
              <a:ext cx="27160" cy="36884"/>
            </a:xfrm>
            <a:custGeom>
              <a:rect b="b" l="l" r="r" t="t"/>
              <a:pathLst>
                <a:path extrusionOk="0" h="660" w="486">
                  <a:moveTo>
                    <a:pt x="388" y="1"/>
                  </a:moveTo>
                  <a:cubicBezTo>
                    <a:pt x="367" y="1"/>
                    <a:pt x="346" y="11"/>
                    <a:pt x="332" y="34"/>
                  </a:cubicBezTo>
                  <a:cubicBezTo>
                    <a:pt x="231" y="208"/>
                    <a:pt x="133" y="382"/>
                    <a:pt x="32" y="553"/>
                  </a:cubicBezTo>
                  <a:cubicBezTo>
                    <a:pt x="1" y="609"/>
                    <a:pt x="50" y="659"/>
                    <a:pt x="99" y="659"/>
                  </a:cubicBezTo>
                  <a:cubicBezTo>
                    <a:pt x="120" y="659"/>
                    <a:pt x="141" y="650"/>
                    <a:pt x="154" y="627"/>
                  </a:cubicBezTo>
                  <a:cubicBezTo>
                    <a:pt x="255" y="452"/>
                    <a:pt x="353" y="278"/>
                    <a:pt x="454" y="107"/>
                  </a:cubicBezTo>
                  <a:cubicBezTo>
                    <a:pt x="486" y="51"/>
                    <a:pt x="436" y="1"/>
                    <a:pt x="38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7" name="Google Shape;867;p33"/>
            <p:cNvSpPr/>
            <p:nvPr/>
          </p:nvSpPr>
          <p:spPr>
            <a:xfrm>
              <a:off x="10910340" y="2437979"/>
              <a:ext cx="149660" cy="146083"/>
            </a:xfrm>
            <a:custGeom>
              <a:rect b="b" l="l" r="r" t="t"/>
              <a:pathLst>
                <a:path extrusionOk="0" h="2614" w="2678">
                  <a:moveTo>
                    <a:pt x="90" y="0"/>
                  </a:moveTo>
                  <a:cubicBezTo>
                    <a:pt x="42" y="0"/>
                    <a:pt x="0" y="64"/>
                    <a:pt x="43" y="107"/>
                  </a:cubicBezTo>
                  <a:cubicBezTo>
                    <a:pt x="876" y="936"/>
                    <a:pt x="1713" y="1765"/>
                    <a:pt x="2545" y="2595"/>
                  </a:cubicBezTo>
                  <a:cubicBezTo>
                    <a:pt x="2558" y="2608"/>
                    <a:pt x="2572" y="2614"/>
                    <a:pt x="2587" y="2614"/>
                  </a:cubicBezTo>
                  <a:cubicBezTo>
                    <a:pt x="2635" y="2614"/>
                    <a:pt x="2678" y="2551"/>
                    <a:pt x="2633" y="2508"/>
                  </a:cubicBezTo>
                  <a:cubicBezTo>
                    <a:pt x="1800" y="1678"/>
                    <a:pt x="967" y="849"/>
                    <a:pt x="134" y="20"/>
                  </a:cubicBezTo>
                  <a:cubicBezTo>
                    <a:pt x="120" y="6"/>
                    <a:pt x="105" y="0"/>
                    <a:pt x="9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1" name="Shape 871"/>
        <p:cNvGrpSpPr/>
        <p:nvPr/>
      </p:nvGrpSpPr>
      <p:grpSpPr>
        <a:xfrm>
          <a:off x="0" y="0"/>
          <a:ext cx="0" cy="0"/>
          <a:chOff x="0" y="0"/>
          <a:chExt cx="0" cy="0"/>
        </a:xfrm>
      </p:grpSpPr>
      <p:sp>
        <p:nvSpPr>
          <p:cNvPr id="872" name="Google Shape;872;p34"/>
          <p:cNvSpPr/>
          <p:nvPr/>
        </p:nvSpPr>
        <p:spPr>
          <a:xfrm>
            <a:off x="3871337" y="549919"/>
            <a:ext cx="3251258" cy="1608925"/>
          </a:xfrm>
          <a:custGeom>
            <a:rect b="b" l="l" r="r" t="t"/>
            <a:pathLst>
              <a:path extrusionOk="0" h="31882" w="64426">
                <a:moveTo>
                  <a:pt x="42385" y="2987"/>
                </a:moveTo>
                <a:cubicBezTo>
                  <a:pt x="37964" y="2270"/>
                  <a:pt x="31154" y="359"/>
                  <a:pt x="25897" y="120"/>
                </a:cubicBezTo>
                <a:cubicBezTo>
                  <a:pt x="20640" y="-119"/>
                  <a:pt x="14786" y="657"/>
                  <a:pt x="10843" y="1553"/>
                </a:cubicBezTo>
                <a:cubicBezTo>
                  <a:pt x="6900" y="2449"/>
                  <a:pt x="4032" y="3704"/>
                  <a:pt x="2240" y="5496"/>
                </a:cubicBezTo>
                <a:cubicBezTo>
                  <a:pt x="448" y="7288"/>
                  <a:pt x="-89" y="9678"/>
                  <a:pt x="90" y="12306"/>
                </a:cubicBezTo>
                <a:cubicBezTo>
                  <a:pt x="269" y="14935"/>
                  <a:pt x="90" y="18459"/>
                  <a:pt x="3316" y="21267"/>
                </a:cubicBezTo>
                <a:cubicBezTo>
                  <a:pt x="6542" y="24075"/>
                  <a:pt x="12754" y="27421"/>
                  <a:pt x="19445" y="29153"/>
                </a:cubicBezTo>
                <a:cubicBezTo>
                  <a:pt x="26136" y="30886"/>
                  <a:pt x="36471" y="32379"/>
                  <a:pt x="43460" y="31662"/>
                </a:cubicBezTo>
                <a:cubicBezTo>
                  <a:pt x="50450" y="30945"/>
                  <a:pt x="58037" y="28017"/>
                  <a:pt x="61382" y="24851"/>
                </a:cubicBezTo>
                <a:cubicBezTo>
                  <a:pt x="64727" y="21685"/>
                  <a:pt x="65026" y="16070"/>
                  <a:pt x="63532" y="12665"/>
                </a:cubicBezTo>
                <a:cubicBezTo>
                  <a:pt x="62039" y="9260"/>
                  <a:pt x="55946" y="6034"/>
                  <a:pt x="52421" y="4421"/>
                </a:cubicBezTo>
                <a:cubicBezTo>
                  <a:pt x="48897" y="2808"/>
                  <a:pt x="46806" y="3704"/>
                  <a:pt x="42385" y="2987"/>
                </a:cubicBezTo>
                <a:close/>
              </a:path>
            </a:pathLst>
          </a:custGeom>
          <a:noFill/>
          <a:ln cap="flat" cmpd="sng" w="9525">
            <a:solidFill>
              <a:schemeClr val="dk2"/>
            </a:solidFill>
            <a:prstDash val="solid"/>
            <a:round/>
            <a:headEnd len="med" w="med" type="none"/>
            <a:tailEnd len="med" w="med" type="none"/>
          </a:ln>
        </p:spPr>
      </p:sp>
      <p:sp>
        <p:nvSpPr>
          <p:cNvPr id="873" name="Google Shape;873;p34"/>
          <p:cNvSpPr/>
          <p:nvPr/>
        </p:nvSpPr>
        <p:spPr>
          <a:xfrm>
            <a:off x="3762108" y="763660"/>
            <a:ext cx="3251258" cy="1608925"/>
          </a:xfrm>
          <a:custGeom>
            <a:rect b="b" l="l" r="r" t="t"/>
            <a:pathLst>
              <a:path extrusionOk="0" h="31882" w="64426">
                <a:moveTo>
                  <a:pt x="42385" y="2987"/>
                </a:moveTo>
                <a:cubicBezTo>
                  <a:pt x="37964" y="2270"/>
                  <a:pt x="31154" y="359"/>
                  <a:pt x="25897" y="120"/>
                </a:cubicBezTo>
                <a:cubicBezTo>
                  <a:pt x="20640" y="-119"/>
                  <a:pt x="14786" y="657"/>
                  <a:pt x="10843" y="1553"/>
                </a:cubicBezTo>
                <a:cubicBezTo>
                  <a:pt x="6900" y="2449"/>
                  <a:pt x="4032" y="3704"/>
                  <a:pt x="2240" y="5496"/>
                </a:cubicBezTo>
                <a:cubicBezTo>
                  <a:pt x="448" y="7288"/>
                  <a:pt x="-89" y="9678"/>
                  <a:pt x="90" y="12306"/>
                </a:cubicBezTo>
                <a:cubicBezTo>
                  <a:pt x="269" y="14935"/>
                  <a:pt x="90" y="18459"/>
                  <a:pt x="3316" y="21267"/>
                </a:cubicBezTo>
                <a:cubicBezTo>
                  <a:pt x="6542" y="24075"/>
                  <a:pt x="12754" y="27421"/>
                  <a:pt x="19445" y="29153"/>
                </a:cubicBezTo>
                <a:cubicBezTo>
                  <a:pt x="26136" y="30886"/>
                  <a:pt x="36471" y="32379"/>
                  <a:pt x="43460" y="31662"/>
                </a:cubicBezTo>
                <a:cubicBezTo>
                  <a:pt x="50450" y="30945"/>
                  <a:pt x="58037" y="28017"/>
                  <a:pt x="61382" y="24851"/>
                </a:cubicBezTo>
                <a:cubicBezTo>
                  <a:pt x="64727" y="21685"/>
                  <a:pt x="65026" y="16070"/>
                  <a:pt x="63532" y="12665"/>
                </a:cubicBezTo>
                <a:cubicBezTo>
                  <a:pt x="62039" y="9260"/>
                  <a:pt x="55946" y="6034"/>
                  <a:pt x="52421" y="4421"/>
                </a:cubicBezTo>
                <a:cubicBezTo>
                  <a:pt x="48897" y="2808"/>
                  <a:pt x="46806" y="3704"/>
                  <a:pt x="42385" y="2987"/>
                </a:cubicBezTo>
                <a:close/>
              </a:path>
            </a:pathLst>
          </a:custGeom>
          <a:solidFill>
            <a:srgbClr val="C7CAEA">
              <a:alpha val="52090"/>
            </a:srgbClr>
          </a:solidFill>
          <a:ln>
            <a:noFill/>
          </a:ln>
        </p:spPr>
      </p:sp>
      <p:sp>
        <p:nvSpPr>
          <p:cNvPr id="874" name="Google Shape;874;p34"/>
          <p:cNvSpPr txBox="1"/>
          <p:nvPr>
            <p:ph idx="2" type="title"/>
          </p:nvPr>
        </p:nvSpPr>
        <p:spPr>
          <a:xfrm>
            <a:off x="3797000" y="1108125"/>
            <a:ext cx="31509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02</a:t>
            </a:r>
            <a:endParaRPr/>
          </a:p>
        </p:txBody>
      </p:sp>
      <p:sp>
        <p:nvSpPr>
          <p:cNvPr id="875" name="Google Shape;875;p34"/>
          <p:cNvSpPr txBox="1"/>
          <p:nvPr>
            <p:ph idx="1" type="subTitle"/>
          </p:nvPr>
        </p:nvSpPr>
        <p:spPr>
          <a:xfrm>
            <a:off x="2542850" y="3436975"/>
            <a:ext cx="5881500" cy="448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A brief overview of the project.</a:t>
            </a:r>
            <a:endParaRPr/>
          </a:p>
        </p:txBody>
      </p:sp>
      <p:sp>
        <p:nvSpPr>
          <p:cNvPr id="876" name="Google Shape;876;p34"/>
          <p:cNvSpPr txBox="1"/>
          <p:nvPr>
            <p:ph type="title"/>
          </p:nvPr>
        </p:nvSpPr>
        <p:spPr>
          <a:xfrm>
            <a:off x="2542850" y="2483875"/>
            <a:ext cx="5881500" cy="841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Overview</a:t>
            </a:r>
            <a:endParaRPr/>
          </a:p>
        </p:txBody>
      </p:sp>
      <p:grpSp>
        <p:nvGrpSpPr>
          <p:cNvPr id="877" name="Google Shape;877;p34"/>
          <p:cNvGrpSpPr/>
          <p:nvPr/>
        </p:nvGrpSpPr>
        <p:grpSpPr>
          <a:xfrm rot="-1593415">
            <a:off x="6306900" y="3559626"/>
            <a:ext cx="4794549" cy="3353795"/>
            <a:chOff x="5767094" y="3647662"/>
            <a:chExt cx="5077163" cy="3551484"/>
          </a:xfrm>
        </p:grpSpPr>
        <p:sp>
          <p:nvSpPr>
            <p:cNvPr id="878" name="Google Shape;878;p34"/>
            <p:cNvSpPr/>
            <p:nvPr/>
          </p:nvSpPr>
          <p:spPr>
            <a:xfrm flipH="1" rot="-949102">
              <a:off x="7746095" y="4236914"/>
              <a:ext cx="669140" cy="301521"/>
            </a:xfrm>
            <a:prstGeom prst="ellipse">
              <a:avLst/>
            </a:prstGeom>
            <a:solidFill>
              <a:srgbClr val="C7CAEA">
                <a:alpha val="520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9" name="Google Shape;879;p34"/>
            <p:cNvSpPr/>
            <p:nvPr/>
          </p:nvSpPr>
          <p:spPr>
            <a:xfrm flipH="1" rot="-949102">
              <a:off x="7646812" y="4194803"/>
              <a:ext cx="669140" cy="301521"/>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0" name="Google Shape;880;p34"/>
            <p:cNvSpPr/>
            <p:nvPr/>
          </p:nvSpPr>
          <p:spPr>
            <a:xfrm flipH="1" rot="-10413949">
              <a:off x="6011671" y="4037811"/>
              <a:ext cx="4684551" cy="2907998"/>
            </a:xfrm>
            <a:custGeom>
              <a:rect b="b" l="l" r="r" t="t"/>
              <a:pathLst>
                <a:path extrusionOk="0" h="140790" w="244167">
                  <a:moveTo>
                    <a:pt x="134823" y="24269"/>
                  </a:moveTo>
                  <a:cubicBezTo>
                    <a:pt x="122338" y="19609"/>
                    <a:pt x="100115" y="3779"/>
                    <a:pt x="85001" y="971"/>
                  </a:cubicBezTo>
                  <a:cubicBezTo>
                    <a:pt x="69887" y="-1837"/>
                    <a:pt x="56864" y="1927"/>
                    <a:pt x="44140" y="7423"/>
                  </a:cubicBezTo>
                  <a:cubicBezTo>
                    <a:pt x="31416" y="12919"/>
                    <a:pt x="15943" y="24927"/>
                    <a:pt x="8655" y="33947"/>
                  </a:cubicBezTo>
                  <a:cubicBezTo>
                    <a:pt x="1367" y="42968"/>
                    <a:pt x="-843" y="52167"/>
                    <a:pt x="411" y="61546"/>
                  </a:cubicBezTo>
                  <a:cubicBezTo>
                    <a:pt x="1666" y="70925"/>
                    <a:pt x="3936" y="83710"/>
                    <a:pt x="16182" y="90221"/>
                  </a:cubicBezTo>
                  <a:cubicBezTo>
                    <a:pt x="28429" y="96733"/>
                    <a:pt x="57641" y="99002"/>
                    <a:pt x="73890" y="100615"/>
                  </a:cubicBezTo>
                  <a:cubicBezTo>
                    <a:pt x="90139" y="102228"/>
                    <a:pt x="100712" y="94641"/>
                    <a:pt x="113675" y="99898"/>
                  </a:cubicBezTo>
                  <a:cubicBezTo>
                    <a:pt x="126638" y="105155"/>
                    <a:pt x="140498" y="125347"/>
                    <a:pt x="151669" y="132157"/>
                  </a:cubicBezTo>
                  <a:cubicBezTo>
                    <a:pt x="162840" y="138967"/>
                    <a:pt x="169591" y="140880"/>
                    <a:pt x="180702" y="140760"/>
                  </a:cubicBezTo>
                  <a:cubicBezTo>
                    <a:pt x="191814" y="140641"/>
                    <a:pt x="208242" y="137593"/>
                    <a:pt x="218338" y="131440"/>
                  </a:cubicBezTo>
                  <a:cubicBezTo>
                    <a:pt x="228434" y="125287"/>
                    <a:pt x="237275" y="113997"/>
                    <a:pt x="241277" y="103841"/>
                  </a:cubicBezTo>
                  <a:cubicBezTo>
                    <a:pt x="245280" y="93686"/>
                    <a:pt x="244563" y="80961"/>
                    <a:pt x="242353" y="70507"/>
                  </a:cubicBezTo>
                  <a:cubicBezTo>
                    <a:pt x="240143" y="60053"/>
                    <a:pt x="234407" y="48582"/>
                    <a:pt x="228015" y="41115"/>
                  </a:cubicBezTo>
                  <a:cubicBezTo>
                    <a:pt x="221623" y="33648"/>
                    <a:pt x="215350" y="27734"/>
                    <a:pt x="204000" y="25703"/>
                  </a:cubicBezTo>
                  <a:cubicBezTo>
                    <a:pt x="192650" y="23672"/>
                    <a:pt x="171443" y="29168"/>
                    <a:pt x="159913" y="28929"/>
                  </a:cubicBezTo>
                  <a:cubicBezTo>
                    <a:pt x="148384" y="28690"/>
                    <a:pt x="147308" y="28929"/>
                    <a:pt x="134823" y="24269"/>
                  </a:cubicBezTo>
                  <a:close/>
                </a:path>
              </a:pathLst>
            </a:custGeom>
            <a:solidFill>
              <a:srgbClr val="C7CAEA">
                <a:alpha val="52090"/>
              </a:srgbClr>
            </a:solidFill>
            <a:ln>
              <a:noFill/>
            </a:ln>
          </p:spPr>
        </p:sp>
        <p:sp>
          <p:nvSpPr>
            <p:cNvPr id="881" name="Google Shape;881;p34"/>
            <p:cNvSpPr/>
            <p:nvPr/>
          </p:nvSpPr>
          <p:spPr>
            <a:xfrm flipH="1" rot="-10413949">
              <a:off x="5915129" y="3901000"/>
              <a:ext cx="4684551" cy="2907998"/>
            </a:xfrm>
            <a:custGeom>
              <a:rect b="b" l="l" r="r" t="t"/>
              <a:pathLst>
                <a:path extrusionOk="0" h="140790" w="244167">
                  <a:moveTo>
                    <a:pt x="134823" y="24269"/>
                  </a:moveTo>
                  <a:cubicBezTo>
                    <a:pt x="122338" y="19609"/>
                    <a:pt x="100115" y="3779"/>
                    <a:pt x="85001" y="971"/>
                  </a:cubicBezTo>
                  <a:cubicBezTo>
                    <a:pt x="69887" y="-1837"/>
                    <a:pt x="56864" y="1927"/>
                    <a:pt x="44140" y="7423"/>
                  </a:cubicBezTo>
                  <a:cubicBezTo>
                    <a:pt x="31416" y="12919"/>
                    <a:pt x="15943" y="24927"/>
                    <a:pt x="8655" y="33947"/>
                  </a:cubicBezTo>
                  <a:cubicBezTo>
                    <a:pt x="1367" y="42968"/>
                    <a:pt x="-843" y="52167"/>
                    <a:pt x="411" y="61546"/>
                  </a:cubicBezTo>
                  <a:cubicBezTo>
                    <a:pt x="1666" y="70925"/>
                    <a:pt x="3936" y="83710"/>
                    <a:pt x="16182" y="90221"/>
                  </a:cubicBezTo>
                  <a:cubicBezTo>
                    <a:pt x="28429" y="96733"/>
                    <a:pt x="57641" y="99002"/>
                    <a:pt x="73890" y="100615"/>
                  </a:cubicBezTo>
                  <a:cubicBezTo>
                    <a:pt x="90139" y="102228"/>
                    <a:pt x="100712" y="94641"/>
                    <a:pt x="113675" y="99898"/>
                  </a:cubicBezTo>
                  <a:cubicBezTo>
                    <a:pt x="126638" y="105155"/>
                    <a:pt x="140498" y="125347"/>
                    <a:pt x="151669" y="132157"/>
                  </a:cubicBezTo>
                  <a:cubicBezTo>
                    <a:pt x="162840" y="138967"/>
                    <a:pt x="169591" y="140880"/>
                    <a:pt x="180702" y="140760"/>
                  </a:cubicBezTo>
                  <a:cubicBezTo>
                    <a:pt x="191814" y="140641"/>
                    <a:pt x="208242" y="137593"/>
                    <a:pt x="218338" y="131440"/>
                  </a:cubicBezTo>
                  <a:cubicBezTo>
                    <a:pt x="228434" y="125287"/>
                    <a:pt x="237275" y="113997"/>
                    <a:pt x="241277" y="103841"/>
                  </a:cubicBezTo>
                  <a:cubicBezTo>
                    <a:pt x="245280" y="93686"/>
                    <a:pt x="244563" y="80961"/>
                    <a:pt x="242353" y="70507"/>
                  </a:cubicBezTo>
                  <a:cubicBezTo>
                    <a:pt x="240143" y="60053"/>
                    <a:pt x="234407" y="48582"/>
                    <a:pt x="228015" y="41115"/>
                  </a:cubicBezTo>
                  <a:cubicBezTo>
                    <a:pt x="221623" y="33648"/>
                    <a:pt x="215350" y="27734"/>
                    <a:pt x="204000" y="25703"/>
                  </a:cubicBezTo>
                  <a:cubicBezTo>
                    <a:pt x="192650" y="23672"/>
                    <a:pt x="171443" y="29168"/>
                    <a:pt x="159913" y="28929"/>
                  </a:cubicBezTo>
                  <a:cubicBezTo>
                    <a:pt x="148384" y="28690"/>
                    <a:pt x="147308" y="28929"/>
                    <a:pt x="134823" y="24269"/>
                  </a:cubicBezTo>
                  <a:close/>
                </a:path>
              </a:pathLst>
            </a:custGeom>
            <a:noFill/>
            <a:ln cap="flat" cmpd="sng" w="9525">
              <a:solidFill>
                <a:schemeClr val="dk2"/>
              </a:solidFill>
              <a:prstDash val="solid"/>
              <a:round/>
              <a:headEnd len="med" w="med" type="none"/>
              <a:tailEnd len="med" w="med" type="none"/>
            </a:ln>
          </p:spPr>
        </p:sp>
      </p:grpSp>
      <p:grpSp>
        <p:nvGrpSpPr>
          <p:cNvPr id="882" name="Google Shape;882;p34"/>
          <p:cNvGrpSpPr/>
          <p:nvPr/>
        </p:nvGrpSpPr>
        <p:grpSpPr>
          <a:xfrm>
            <a:off x="-1415153" y="-2067352"/>
            <a:ext cx="4807566" cy="3362900"/>
            <a:chOff x="-1415194" y="-2067413"/>
            <a:chExt cx="5077163" cy="3551484"/>
          </a:xfrm>
        </p:grpSpPr>
        <p:sp>
          <p:nvSpPr>
            <p:cNvPr id="883" name="Google Shape;883;p34"/>
            <p:cNvSpPr/>
            <p:nvPr/>
          </p:nvSpPr>
          <p:spPr>
            <a:xfrm flipH="1" rot="386051">
              <a:off x="-1267159" y="-1814075"/>
              <a:ext cx="4684551" cy="2907998"/>
            </a:xfrm>
            <a:custGeom>
              <a:rect b="b" l="l" r="r" t="t"/>
              <a:pathLst>
                <a:path extrusionOk="0" h="140790" w="244167">
                  <a:moveTo>
                    <a:pt x="134823" y="24269"/>
                  </a:moveTo>
                  <a:cubicBezTo>
                    <a:pt x="122338" y="19609"/>
                    <a:pt x="100115" y="3779"/>
                    <a:pt x="85001" y="971"/>
                  </a:cubicBezTo>
                  <a:cubicBezTo>
                    <a:pt x="69887" y="-1837"/>
                    <a:pt x="56864" y="1927"/>
                    <a:pt x="44140" y="7423"/>
                  </a:cubicBezTo>
                  <a:cubicBezTo>
                    <a:pt x="31416" y="12919"/>
                    <a:pt x="15943" y="24927"/>
                    <a:pt x="8655" y="33947"/>
                  </a:cubicBezTo>
                  <a:cubicBezTo>
                    <a:pt x="1367" y="42968"/>
                    <a:pt x="-843" y="52167"/>
                    <a:pt x="411" y="61546"/>
                  </a:cubicBezTo>
                  <a:cubicBezTo>
                    <a:pt x="1666" y="70925"/>
                    <a:pt x="3936" y="83710"/>
                    <a:pt x="16182" y="90221"/>
                  </a:cubicBezTo>
                  <a:cubicBezTo>
                    <a:pt x="28429" y="96733"/>
                    <a:pt x="57641" y="99002"/>
                    <a:pt x="73890" y="100615"/>
                  </a:cubicBezTo>
                  <a:cubicBezTo>
                    <a:pt x="90139" y="102228"/>
                    <a:pt x="100712" y="94641"/>
                    <a:pt x="113675" y="99898"/>
                  </a:cubicBezTo>
                  <a:cubicBezTo>
                    <a:pt x="126638" y="105155"/>
                    <a:pt x="140498" y="125347"/>
                    <a:pt x="151669" y="132157"/>
                  </a:cubicBezTo>
                  <a:cubicBezTo>
                    <a:pt x="162840" y="138967"/>
                    <a:pt x="169591" y="140880"/>
                    <a:pt x="180702" y="140760"/>
                  </a:cubicBezTo>
                  <a:cubicBezTo>
                    <a:pt x="191814" y="140641"/>
                    <a:pt x="208242" y="137593"/>
                    <a:pt x="218338" y="131440"/>
                  </a:cubicBezTo>
                  <a:cubicBezTo>
                    <a:pt x="228434" y="125287"/>
                    <a:pt x="237275" y="113997"/>
                    <a:pt x="241277" y="103841"/>
                  </a:cubicBezTo>
                  <a:cubicBezTo>
                    <a:pt x="245280" y="93686"/>
                    <a:pt x="244563" y="80961"/>
                    <a:pt x="242353" y="70507"/>
                  </a:cubicBezTo>
                  <a:cubicBezTo>
                    <a:pt x="240143" y="60053"/>
                    <a:pt x="234407" y="48582"/>
                    <a:pt x="228015" y="41115"/>
                  </a:cubicBezTo>
                  <a:cubicBezTo>
                    <a:pt x="221623" y="33648"/>
                    <a:pt x="215350" y="27734"/>
                    <a:pt x="204000" y="25703"/>
                  </a:cubicBezTo>
                  <a:cubicBezTo>
                    <a:pt x="192650" y="23672"/>
                    <a:pt x="171443" y="29168"/>
                    <a:pt x="159913" y="28929"/>
                  </a:cubicBezTo>
                  <a:cubicBezTo>
                    <a:pt x="148384" y="28690"/>
                    <a:pt x="147308" y="28929"/>
                    <a:pt x="134823" y="24269"/>
                  </a:cubicBezTo>
                  <a:close/>
                </a:path>
              </a:pathLst>
            </a:custGeom>
            <a:solidFill>
              <a:srgbClr val="C7CAEA">
                <a:alpha val="52090"/>
              </a:srgbClr>
            </a:solidFill>
            <a:ln>
              <a:noFill/>
            </a:ln>
          </p:spPr>
        </p:sp>
        <p:sp>
          <p:nvSpPr>
            <p:cNvPr id="884" name="Google Shape;884;p34"/>
            <p:cNvSpPr/>
            <p:nvPr/>
          </p:nvSpPr>
          <p:spPr>
            <a:xfrm flipH="1" rot="386051">
              <a:off x="-1170616" y="-1677264"/>
              <a:ext cx="4684551" cy="2907998"/>
            </a:xfrm>
            <a:custGeom>
              <a:rect b="b" l="l" r="r" t="t"/>
              <a:pathLst>
                <a:path extrusionOk="0" h="140790" w="244167">
                  <a:moveTo>
                    <a:pt x="134823" y="24269"/>
                  </a:moveTo>
                  <a:cubicBezTo>
                    <a:pt x="122338" y="19609"/>
                    <a:pt x="100115" y="3779"/>
                    <a:pt x="85001" y="971"/>
                  </a:cubicBezTo>
                  <a:cubicBezTo>
                    <a:pt x="69887" y="-1837"/>
                    <a:pt x="56864" y="1927"/>
                    <a:pt x="44140" y="7423"/>
                  </a:cubicBezTo>
                  <a:cubicBezTo>
                    <a:pt x="31416" y="12919"/>
                    <a:pt x="15943" y="24927"/>
                    <a:pt x="8655" y="33947"/>
                  </a:cubicBezTo>
                  <a:cubicBezTo>
                    <a:pt x="1367" y="42968"/>
                    <a:pt x="-843" y="52167"/>
                    <a:pt x="411" y="61546"/>
                  </a:cubicBezTo>
                  <a:cubicBezTo>
                    <a:pt x="1666" y="70925"/>
                    <a:pt x="3936" y="83710"/>
                    <a:pt x="16182" y="90221"/>
                  </a:cubicBezTo>
                  <a:cubicBezTo>
                    <a:pt x="28429" y="96733"/>
                    <a:pt x="57641" y="99002"/>
                    <a:pt x="73890" y="100615"/>
                  </a:cubicBezTo>
                  <a:cubicBezTo>
                    <a:pt x="90139" y="102228"/>
                    <a:pt x="100712" y="94641"/>
                    <a:pt x="113675" y="99898"/>
                  </a:cubicBezTo>
                  <a:cubicBezTo>
                    <a:pt x="126638" y="105155"/>
                    <a:pt x="140498" y="125347"/>
                    <a:pt x="151669" y="132157"/>
                  </a:cubicBezTo>
                  <a:cubicBezTo>
                    <a:pt x="162840" y="138967"/>
                    <a:pt x="169591" y="140880"/>
                    <a:pt x="180702" y="140760"/>
                  </a:cubicBezTo>
                  <a:cubicBezTo>
                    <a:pt x="191814" y="140641"/>
                    <a:pt x="208242" y="137593"/>
                    <a:pt x="218338" y="131440"/>
                  </a:cubicBezTo>
                  <a:cubicBezTo>
                    <a:pt x="228434" y="125287"/>
                    <a:pt x="237275" y="113997"/>
                    <a:pt x="241277" y="103841"/>
                  </a:cubicBezTo>
                  <a:cubicBezTo>
                    <a:pt x="245280" y="93686"/>
                    <a:pt x="244563" y="80961"/>
                    <a:pt x="242353" y="70507"/>
                  </a:cubicBezTo>
                  <a:cubicBezTo>
                    <a:pt x="240143" y="60053"/>
                    <a:pt x="234407" y="48582"/>
                    <a:pt x="228015" y="41115"/>
                  </a:cubicBezTo>
                  <a:cubicBezTo>
                    <a:pt x="221623" y="33648"/>
                    <a:pt x="215350" y="27734"/>
                    <a:pt x="204000" y="25703"/>
                  </a:cubicBezTo>
                  <a:cubicBezTo>
                    <a:pt x="192650" y="23672"/>
                    <a:pt x="171443" y="29168"/>
                    <a:pt x="159913" y="28929"/>
                  </a:cubicBezTo>
                  <a:cubicBezTo>
                    <a:pt x="148384" y="28690"/>
                    <a:pt x="147308" y="28929"/>
                    <a:pt x="134823" y="24269"/>
                  </a:cubicBezTo>
                  <a:close/>
                </a:path>
              </a:pathLst>
            </a:custGeom>
            <a:noFill/>
            <a:ln cap="flat" cmpd="sng" w="9525">
              <a:solidFill>
                <a:schemeClr val="dk2"/>
              </a:solidFill>
              <a:prstDash val="solid"/>
              <a:round/>
              <a:headEnd len="med" w="med" type="none"/>
              <a:tailEnd len="med" w="med" type="none"/>
            </a:ln>
          </p:spPr>
        </p:sp>
      </p:grpSp>
      <p:sp>
        <p:nvSpPr>
          <p:cNvPr id="885" name="Google Shape;885;p34"/>
          <p:cNvSpPr/>
          <p:nvPr/>
        </p:nvSpPr>
        <p:spPr>
          <a:xfrm rot="124">
            <a:off x="3014394" y="4595821"/>
            <a:ext cx="244333" cy="213252"/>
          </a:xfrm>
          <a:custGeom>
            <a:rect b="b" l="l" r="r" t="t"/>
            <a:pathLst>
              <a:path extrusionOk="0" h="3078" w="3527">
                <a:moveTo>
                  <a:pt x="1764" y="380"/>
                </a:moveTo>
                <a:lnTo>
                  <a:pt x="3174" y="2823"/>
                </a:lnTo>
                <a:lnTo>
                  <a:pt x="352" y="2823"/>
                </a:lnTo>
                <a:lnTo>
                  <a:pt x="1764" y="380"/>
                </a:lnTo>
                <a:close/>
                <a:moveTo>
                  <a:pt x="1764" y="1"/>
                </a:moveTo>
                <a:cubicBezTo>
                  <a:pt x="1719" y="1"/>
                  <a:pt x="1677" y="25"/>
                  <a:pt x="1652" y="63"/>
                </a:cubicBezTo>
                <a:lnTo>
                  <a:pt x="22" y="2886"/>
                </a:lnTo>
                <a:cubicBezTo>
                  <a:pt x="1" y="2928"/>
                  <a:pt x="1" y="2976"/>
                  <a:pt x="22" y="3015"/>
                </a:cubicBezTo>
                <a:cubicBezTo>
                  <a:pt x="46" y="3053"/>
                  <a:pt x="88" y="3077"/>
                  <a:pt x="133" y="3077"/>
                </a:cubicBezTo>
                <a:lnTo>
                  <a:pt x="3394" y="3077"/>
                </a:lnTo>
                <a:cubicBezTo>
                  <a:pt x="3440" y="3077"/>
                  <a:pt x="3481" y="3053"/>
                  <a:pt x="3506" y="3015"/>
                </a:cubicBezTo>
                <a:cubicBezTo>
                  <a:pt x="3526" y="2976"/>
                  <a:pt x="3526" y="2928"/>
                  <a:pt x="3506" y="2886"/>
                </a:cubicBezTo>
                <a:lnTo>
                  <a:pt x="1875" y="63"/>
                </a:lnTo>
                <a:cubicBezTo>
                  <a:pt x="1851" y="25"/>
                  <a:pt x="1809" y="1"/>
                  <a:pt x="176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6" name="Google Shape;886;p34"/>
          <p:cNvSpPr/>
          <p:nvPr/>
        </p:nvSpPr>
        <p:spPr>
          <a:xfrm>
            <a:off x="8674773" y="2540824"/>
            <a:ext cx="363704" cy="317403"/>
          </a:xfrm>
          <a:custGeom>
            <a:rect b="b" l="l" r="r" t="t"/>
            <a:pathLst>
              <a:path extrusionOk="0" h="3078" w="3527">
                <a:moveTo>
                  <a:pt x="1764" y="380"/>
                </a:moveTo>
                <a:lnTo>
                  <a:pt x="3174" y="2823"/>
                </a:lnTo>
                <a:lnTo>
                  <a:pt x="352" y="2823"/>
                </a:lnTo>
                <a:lnTo>
                  <a:pt x="1764" y="380"/>
                </a:lnTo>
                <a:close/>
                <a:moveTo>
                  <a:pt x="1764" y="1"/>
                </a:moveTo>
                <a:cubicBezTo>
                  <a:pt x="1719" y="1"/>
                  <a:pt x="1677" y="25"/>
                  <a:pt x="1652" y="63"/>
                </a:cubicBezTo>
                <a:lnTo>
                  <a:pt x="22" y="2886"/>
                </a:lnTo>
                <a:cubicBezTo>
                  <a:pt x="1" y="2928"/>
                  <a:pt x="1" y="2976"/>
                  <a:pt x="22" y="3015"/>
                </a:cubicBezTo>
                <a:cubicBezTo>
                  <a:pt x="46" y="3053"/>
                  <a:pt x="88" y="3077"/>
                  <a:pt x="133" y="3077"/>
                </a:cubicBezTo>
                <a:lnTo>
                  <a:pt x="3394" y="3077"/>
                </a:lnTo>
                <a:cubicBezTo>
                  <a:pt x="3440" y="3077"/>
                  <a:pt x="3481" y="3053"/>
                  <a:pt x="3506" y="3015"/>
                </a:cubicBezTo>
                <a:cubicBezTo>
                  <a:pt x="3526" y="2976"/>
                  <a:pt x="3526" y="2928"/>
                  <a:pt x="3506" y="2886"/>
                </a:cubicBezTo>
                <a:lnTo>
                  <a:pt x="1875" y="63"/>
                </a:lnTo>
                <a:cubicBezTo>
                  <a:pt x="1851" y="25"/>
                  <a:pt x="1809" y="1"/>
                  <a:pt x="17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7" name="Google Shape;887;p34"/>
          <p:cNvSpPr/>
          <p:nvPr/>
        </p:nvSpPr>
        <p:spPr>
          <a:xfrm flipH="1" rot="-4825201">
            <a:off x="8492457" y="713009"/>
            <a:ext cx="1488965" cy="671094"/>
          </a:xfrm>
          <a:prstGeom prst="ellipse">
            <a:avLst/>
          </a:prstGeom>
          <a:solidFill>
            <a:srgbClr val="C7CAEA">
              <a:alpha val="520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8" name="Google Shape;888;p34"/>
          <p:cNvSpPr/>
          <p:nvPr/>
        </p:nvSpPr>
        <p:spPr>
          <a:xfrm flipH="1" rot="-4825201">
            <a:off x="8385104" y="764397"/>
            <a:ext cx="1488965" cy="671094"/>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89" name="Google Shape;889;p34"/>
          <p:cNvGrpSpPr/>
          <p:nvPr/>
        </p:nvGrpSpPr>
        <p:grpSpPr>
          <a:xfrm rot="4387107">
            <a:off x="8892504" y="2301932"/>
            <a:ext cx="416692" cy="539630"/>
            <a:chOff x="5402225" y="3028900"/>
            <a:chExt cx="135050" cy="174900"/>
          </a:xfrm>
        </p:grpSpPr>
        <p:sp>
          <p:nvSpPr>
            <p:cNvPr id="890" name="Google Shape;890;p34"/>
            <p:cNvSpPr/>
            <p:nvPr/>
          </p:nvSpPr>
          <p:spPr>
            <a:xfrm>
              <a:off x="5424000" y="3043600"/>
              <a:ext cx="91400" cy="5775"/>
            </a:xfrm>
            <a:custGeom>
              <a:rect b="b" l="l" r="r" t="t"/>
              <a:pathLst>
                <a:path extrusionOk="0" h="231" w="3656">
                  <a:moveTo>
                    <a:pt x="119" y="0"/>
                  </a:moveTo>
                  <a:cubicBezTo>
                    <a:pt x="52" y="0"/>
                    <a:pt x="0" y="49"/>
                    <a:pt x="0" y="115"/>
                  </a:cubicBezTo>
                  <a:cubicBezTo>
                    <a:pt x="0" y="178"/>
                    <a:pt x="52" y="230"/>
                    <a:pt x="119" y="230"/>
                  </a:cubicBezTo>
                  <a:lnTo>
                    <a:pt x="3540" y="230"/>
                  </a:lnTo>
                  <a:cubicBezTo>
                    <a:pt x="3603" y="230"/>
                    <a:pt x="3656" y="178"/>
                    <a:pt x="3656" y="115"/>
                  </a:cubicBezTo>
                  <a:cubicBezTo>
                    <a:pt x="3656" y="49"/>
                    <a:pt x="3603" y="0"/>
                    <a:pt x="35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1" name="Google Shape;891;p34"/>
            <p:cNvSpPr/>
            <p:nvPr/>
          </p:nvSpPr>
          <p:spPr>
            <a:xfrm>
              <a:off x="5424000" y="3067900"/>
              <a:ext cx="91400" cy="5775"/>
            </a:xfrm>
            <a:custGeom>
              <a:rect b="b" l="l" r="r" t="t"/>
              <a:pathLst>
                <a:path extrusionOk="0" h="231" w="3656">
                  <a:moveTo>
                    <a:pt x="119" y="0"/>
                  </a:moveTo>
                  <a:cubicBezTo>
                    <a:pt x="52" y="0"/>
                    <a:pt x="0" y="53"/>
                    <a:pt x="0" y="116"/>
                  </a:cubicBezTo>
                  <a:cubicBezTo>
                    <a:pt x="0" y="182"/>
                    <a:pt x="52" y="230"/>
                    <a:pt x="119" y="230"/>
                  </a:cubicBezTo>
                  <a:lnTo>
                    <a:pt x="3540" y="230"/>
                  </a:lnTo>
                  <a:cubicBezTo>
                    <a:pt x="3603" y="230"/>
                    <a:pt x="3656" y="182"/>
                    <a:pt x="3656" y="116"/>
                  </a:cubicBezTo>
                  <a:cubicBezTo>
                    <a:pt x="3656" y="53"/>
                    <a:pt x="3603" y="0"/>
                    <a:pt x="35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2" name="Google Shape;892;p34"/>
            <p:cNvSpPr/>
            <p:nvPr/>
          </p:nvSpPr>
          <p:spPr>
            <a:xfrm>
              <a:off x="5424000" y="3092200"/>
              <a:ext cx="91400" cy="5875"/>
            </a:xfrm>
            <a:custGeom>
              <a:rect b="b" l="l" r="r" t="t"/>
              <a:pathLst>
                <a:path extrusionOk="0" h="235" w="3656">
                  <a:moveTo>
                    <a:pt x="119" y="1"/>
                  </a:moveTo>
                  <a:cubicBezTo>
                    <a:pt x="52" y="1"/>
                    <a:pt x="0" y="53"/>
                    <a:pt x="0" y="119"/>
                  </a:cubicBezTo>
                  <a:cubicBezTo>
                    <a:pt x="0" y="181"/>
                    <a:pt x="52" y="234"/>
                    <a:pt x="119" y="234"/>
                  </a:cubicBezTo>
                  <a:lnTo>
                    <a:pt x="3540" y="234"/>
                  </a:lnTo>
                  <a:cubicBezTo>
                    <a:pt x="3603" y="234"/>
                    <a:pt x="3656" y="181"/>
                    <a:pt x="3656" y="119"/>
                  </a:cubicBezTo>
                  <a:cubicBezTo>
                    <a:pt x="3656" y="53"/>
                    <a:pt x="3603" y="1"/>
                    <a:pt x="35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3" name="Google Shape;893;p34"/>
            <p:cNvSpPr/>
            <p:nvPr/>
          </p:nvSpPr>
          <p:spPr>
            <a:xfrm>
              <a:off x="5424000" y="3140900"/>
              <a:ext cx="91400" cy="5850"/>
            </a:xfrm>
            <a:custGeom>
              <a:rect b="b" l="l" r="r" t="t"/>
              <a:pathLst>
                <a:path extrusionOk="0" h="234" w="3656">
                  <a:moveTo>
                    <a:pt x="119" y="0"/>
                  </a:moveTo>
                  <a:cubicBezTo>
                    <a:pt x="52" y="0"/>
                    <a:pt x="0" y="52"/>
                    <a:pt x="0" y="115"/>
                  </a:cubicBezTo>
                  <a:cubicBezTo>
                    <a:pt x="0" y="182"/>
                    <a:pt x="52" y="234"/>
                    <a:pt x="119" y="234"/>
                  </a:cubicBezTo>
                  <a:lnTo>
                    <a:pt x="3540" y="234"/>
                  </a:lnTo>
                  <a:cubicBezTo>
                    <a:pt x="3603" y="234"/>
                    <a:pt x="3656" y="182"/>
                    <a:pt x="3656" y="115"/>
                  </a:cubicBezTo>
                  <a:cubicBezTo>
                    <a:pt x="3656" y="52"/>
                    <a:pt x="3603" y="0"/>
                    <a:pt x="35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 name="Google Shape;894;p34"/>
            <p:cNvSpPr/>
            <p:nvPr/>
          </p:nvSpPr>
          <p:spPr>
            <a:xfrm>
              <a:off x="5424000" y="3165300"/>
              <a:ext cx="91400" cy="5775"/>
            </a:xfrm>
            <a:custGeom>
              <a:rect b="b" l="l" r="r" t="t"/>
              <a:pathLst>
                <a:path extrusionOk="0" h="231" w="3656">
                  <a:moveTo>
                    <a:pt x="119" y="0"/>
                  </a:moveTo>
                  <a:cubicBezTo>
                    <a:pt x="52" y="0"/>
                    <a:pt x="0" y="52"/>
                    <a:pt x="0" y="115"/>
                  </a:cubicBezTo>
                  <a:cubicBezTo>
                    <a:pt x="0" y="178"/>
                    <a:pt x="52" y="230"/>
                    <a:pt x="119" y="230"/>
                  </a:cubicBezTo>
                  <a:lnTo>
                    <a:pt x="3540" y="230"/>
                  </a:lnTo>
                  <a:cubicBezTo>
                    <a:pt x="3603" y="230"/>
                    <a:pt x="3656" y="178"/>
                    <a:pt x="3656" y="115"/>
                  </a:cubicBezTo>
                  <a:cubicBezTo>
                    <a:pt x="3656" y="52"/>
                    <a:pt x="3603" y="0"/>
                    <a:pt x="35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 name="Google Shape;895;p34"/>
            <p:cNvSpPr/>
            <p:nvPr/>
          </p:nvSpPr>
          <p:spPr>
            <a:xfrm>
              <a:off x="5424000" y="3189575"/>
              <a:ext cx="91400" cy="5775"/>
            </a:xfrm>
            <a:custGeom>
              <a:rect b="b" l="l" r="r" t="t"/>
              <a:pathLst>
                <a:path extrusionOk="0" h="231" w="3656">
                  <a:moveTo>
                    <a:pt x="119" y="1"/>
                  </a:moveTo>
                  <a:cubicBezTo>
                    <a:pt x="52" y="1"/>
                    <a:pt x="0" y="54"/>
                    <a:pt x="0" y="116"/>
                  </a:cubicBezTo>
                  <a:cubicBezTo>
                    <a:pt x="0" y="182"/>
                    <a:pt x="52" y="231"/>
                    <a:pt x="119" y="231"/>
                  </a:cubicBezTo>
                  <a:lnTo>
                    <a:pt x="3540" y="231"/>
                  </a:lnTo>
                  <a:cubicBezTo>
                    <a:pt x="3603" y="231"/>
                    <a:pt x="3656" y="182"/>
                    <a:pt x="3656" y="116"/>
                  </a:cubicBezTo>
                  <a:cubicBezTo>
                    <a:pt x="3656" y="54"/>
                    <a:pt x="3603" y="1"/>
                    <a:pt x="35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6" name="Google Shape;896;p34"/>
            <p:cNvSpPr/>
            <p:nvPr/>
          </p:nvSpPr>
          <p:spPr>
            <a:xfrm>
              <a:off x="5402225" y="3028900"/>
              <a:ext cx="42175" cy="80300"/>
            </a:xfrm>
            <a:custGeom>
              <a:rect b="b" l="l" r="r" t="t"/>
              <a:pathLst>
                <a:path extrusionOk="0" h="3212" w="1687">
                  <a:moveTo>
                    <a:pt x="508" y="0"/>
                  </a:moveTo>
                  <a:cubicBezTo>
                    <a:pt x="385" y="0"/>
                    <a:pt x="277" y="89"/>
                    <a:pt x="258" y="212"/>
                  </a:cubicBezTo>
                  <a:cubicBezTo>
                    <a:pt x="248" y="281"/>
                    <a:pt x="0" y="1919"/>
                    <a:pt x="857" y="2922"/>
                  </a:cubicBezTo>
                  <a:cubicBezTo>
                    <a:pt x="948" y="3031"/>
                    <a:pt x="1053" y="3128"/>
                    <a:pt x="1161" y="3212"/>
                  </a:cubicBezTo>
                  <a:cubicBezTo>
                    <a:pt x="1293" y="3128"/>
                    <a:pt x="1471" y="3034"/>
                    <a:pt x="1687" y="2954"/>
                  </a:cubicBezTo>
                  <a:cubicBezTo>
                    <a:pt x="1513" y="2864"/>
                    <a:pt x="1366" y="2745"/>
                    <a:pt x="1241" y="2599"/>
                  </a:cubicBezTo>
                  <a:cubicBezTo>
                    <a:pt x="805" y="2090"/>
                    <a:pt x="722" y="1338"/>
                    <a:pt x="722" y="832"/>
                  </a:cubicBezTo>
                  <a:cubicBezTo>
                    <a:pt x="722" y="518"/>
                    <a:pt x="753" y="296"/>
                    <a:pt x="753" y="292"/>
                  </a:cubicBezTo>
                  <a:cubicBezTo>
                    <a:pt x="777" y="156"/>
                    <a:pt x="683" y="27"/>
                    <a:pt x="547" y="3"/>
                  </a:cubicBezTo>
                  <a:cubicBezTo>
                    <a:pt x="534" y="1"/>
                    <a:pt x="521" y="0"/>
                    <a:pt x="50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7" name="Google Shape;897;p34"/>
            <p:cNvSpPr/>
            <p:nvPr/>
          </p:nvSpPr>
          <p:spPr>
            <a:xfrm>
              <a:off x="5494550" y="3121025"/>
              <a:ext cx="42100" cy="82775"/>
            </a:xfrm>
            <a:custGeom>
              <a:rect b="b" l="l" r="r" t="t"/>
              <a:pathLst>
                <a:path extrusionOk="0" h="3311" w="1684">
                  <a:moveTo>
                    <a:pt x="541" y="1"/>
                  </a:moveTo>
                  <a:cubicBezTo>
                    <a:pt x="363" y="102"/>
                    <a:pt x="178" y="175"/>
                    <a:pt x="1" y="231"/>
                  </a:cubicBezTo>
                  <a:cubicBezTo>
                    <a:pt x="147" y="314"/>
                    <a:pt x="276" y="422"/>
                    <a:pt x="387" y="551"/>
                  </a:cubicBezTo>
                  <a:cubicBezTo>
                    <a:pt x="1157" y="1423"/>
                    <a:pt x="966" y="3015"/>
                    <a:pt x="966" y="3029"/>
                  </a:cubicBezTo>
                  <a:cubicBezTo>
                    <a:pt x="948" y="3168"/>
                    <a:pt x="1046" y="3293"/>
                    <a:pt x="1182" y="3311"/>
                  </a:cubicBezTo>
                  <a:lnTo>
                    <a:pt x="1213" y="3311"/>
                  </a:lnTo>
                  <a:cubicBezTo>
                    <a:pt x="1339" y="3311"/>
                    <a:pt x="1447" y="3220"/>
                    <a:pt x="1464" y="3092"/>
                  </a:cubicBezTo>
                  <a:cubicBezTo>
                    <a:pt x="1471" y="3018"/>
                    <a:pt x="1683" y="1262"/>
                    <a:pt x="768" y="220"/>
                  </a:cubicBezTo>
                  <a:cubicBezTo>
                    <a:pt x="694" y="141"/>
                    <a:pt x="621" y="67"/>
                    <a:pt x="5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8" name="Google Shape;898;p34"/>
            <p:cNvSpPr/>
            <p:nvPr/>
          </p:nvSpPr>
          <p:spPr>
            <a:xfrm>
              <a:off x="5402825" y="3028900"/>
              <a:ext cx="134450" cy="174900"/>
            </a:xfrm>
            <a:custGeom>
              <a:rect b="b" l="l" r="r" t="t"/>
              <a:pathLst>
                <a:path extrusionOk="0" h="6996" w="5378">
                  <a:moveTo>
                    <a:pt x="4868" y="0"/>
                  </a:moveTo>
                  <a:cubicBezTo>
                    <a:pt x="4855" y="0"/>
                    <a:pt x="4842" y="1"/>
                    <a:pt x="4830" y="3"/>
                  </a:cubicBezTo>
                  <a:cubicBezTo>
                    <a:pt x="4694" y="27"/>
                    <a:pt x="4600" y="156"/>
                    <a:pt x="4621" y="292"/>
                  </a:cubicBezTo>
                  <a:cubicBezTo>
                    <a:pt x="4625" y="306"/>
                    <a:pt x="4847" y="1766"/>
                    <a:pt x="4136" y="2595"/>
                  </a:cubicBezTo>
                  <a:cubicBezTo>
                    <a:pt x="3816" y="2975"/>
                    <a:pt x="3335" y="3167"/>
                    <a:pt x="2708" y="3167"/>
                  </a:cubicBezTo>
                  <a:cubicBezTo>
                    <a:pt x="1952" y="3167"/>
                    <a:pt x="1349" y="3414"/>
                    <a:pt x="917" y="3905"/>
                  </a:cubicBezTo>
                  <a:cubicBezTo>
                    <a:pt x="0" y="4947"/>
                    <a:pt x="209" y="6703"/>
                    <a:pt x="220" y="6777"/>
                  </a:cubicBezTo>
                  <a:cubicBezTo>
                    <a:pt x="238" y="6905"/>
                    <a:pt x="346" y="6996"/>
                    <a:pt x="468" y="6996"/>
                  </a:cubicBezTo>
                  <a:lnTo>
                    <a:pt x="502" y="6996"/>
                  </a:lnTo>
                  <a:cubicBezTo>
                    <a:pt x="638" y="6978"/>
                    <a:pt x="736" y="6853"/>
                    <a:pt x="719" y="6714"/>
                  </a:cubicBezTo>
                  <a:cubicBezTo>
                    <a:pt x="715" y="6700"/>
                    <a:pt x="527" y="5108"/>
                    <a:pt x="1293" y="4236"/>
                  </a:cubicBezTo>
                  <a:cubicBezTo>
                    <a:pt x="1628" y="3860"/>
                    <a:pt x="2102" y="3668"/>
                    <a:pt x="2708" y="3668"/>
                  </a:cubicBezTo>
                  <a:cubicBezTo>
                    <a:pt x="3488" y="3668"/>
                    <a:pt x="4095" y="3417"/>
                    <a:pt x="4520" y="2922"/>
                  </a:cubicBezTo>
                  <a:cubicBezTo>
                    <a:pt x="5377" y="1919"/>
                    <a:pt x="5130" y="281"/>
                    <a:pt x="5119" y="212"/>
                  </a:cubicBezTo>
                  <a:cubicBezTo>
                    <a:pt x="5097" y="89"/>
                    <a:pt x="4989" y="0"/>
                    <a:pt x="486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99" name="Google Shape;899;p34"/>
          <p:cNvSpPr/>
          <p:nvPr/>
        </p:nvSpPr>
        <p:spPr>
          <a:xfrm rot="-1070388">
            <a:off x="264677" y="3498997"/>
            <a:ext cx="469230" cy="409495"/>
          </a:xfrm>
          <a:custGeom>
            <a:rect b="b" l="l" r="r" t="t"/>
            <a:pathLst>
              <a:path extrusionOk="0" h="3078" w="3527">
                <a:moveTo>
                  <a:pt x="1764" y="380"/>
                </a:moveTo>
                <a:lnTo>
                  <a:pt x="3174" y="2823"/>
                </a:lnTo>
                <a:lnTo>
                  <a:pt x="352" y="2823"/>
                </a:lnTo>
                <a:lnTo>
                  <a:pt x="1764" y="380"/>
                </a:lnTo>
                <a:close/>
                <a:moveTo>
                  <a:pt x="1764" y="1"/>
                </a:moveTo>
                <a:cubicBezTo>
                  <a:pt x="1719" y="1"/>
                  <a:pt x="1677" y="25"/>
                  <a:pt x="1652" y="63"/>
                </a:cubicBezTo>
                <a:lnTo>
                  <a:pt x="22" y="2886"/>
                </a:lnTo>
                <a:cubicBezTo>
                  <a:pt x="1" y="2928"/>
                  <a:pt x="1" y="2976"/>
                  <a:pt x="22" y="3015"/>
                </a:cubicBezTo>
                <a:cubicBezTo>
                  <a:pt x="46" y="3053"/>
                  <a:pt x="88" y="3077"/>
                  <a:pt x="133" y="3077"/>
                </a:cubicBezTo>
                <a:lnTo>
                  <a:pt x="3394" y="3077"/>
                </a:lnTo>
                <a:cubicBezTo>
                  <a:pt x="3440" y="3077"/>
                  <a:pt x="3481" y="3053"/>
                  <a:pt x="3506" y="3015"/>
                </a:cubicBezTo>
                <a:cubicBezTo>
                  <a:pt x="3526" y="2976"/>
                  <a:pt x="3526" y="2928"/>
                  <a:pt x="3506" y="2886"/>
                </a:cubicBezTo>
                <a:lnTo>
                  <a:pt x="1875" y="63"/>
                </a:lnTo>
                <a:cubicBezTo>
                  <a:pt x="1851" y="25"/>
                  <a:pt x="1809" y="1"/>
                  <a:pt x="176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900" name="Google Shape;900;p34" title="Medical care-pana.png"/>
          <p:cNvPicPr preferRelativeResize="0"/>
          <p:nvPr/>
        </p:nvPicPr>
        <p:blipFill>
          <a:blip r:embed="rId3">
            <a:alphaModFix/>
          </a:blip>
          <a:stretch>
            <a:fillRect/>
          </a:stretch>
        </p:blipFill>
        <p:spPr>
          <a:xfrm>
            <a:off x="25334" y="1450854"/>
            <a:ext cx="3787275" cy="388169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4" name="Shape 904"/>
        <p:cNvGrpSpPr/>
        <p:nvPr/>
      </p:nvGrpSpPr>
      <p:grpSpPr>
        <a:xfrm>
          <a:off x="0" y="0"/>
          <a:ext cx="0" cy="0"/>
          <a:chOff x="0" y="0"/>
          <a:chExt cx="0" cy="0"/>
        </a:xfrm>
      </p:grpSpPr>
      <p:sp>
        <p:nvSpPr>
          <p:cNvPr id="905" name="Google Shape;905;p35"/>
          <p:cNvSpPr txBox="1"/>
          <p:nvPr>
            <p:ph type="title"/>
          </p:nvPr>
        </p:nvSpPr>
        <p:spPr>
          <a:xfrm>
            <a:off x="720000" y="535000"/>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Project Overview</a:t>
            </a:r>
            <a:endParaRPr/>
          </a:p>
        </p:txBody>
      </p:sp>
      <p:sp>
        <p:nvSpPr>
          <p:cNvPr id="906" name="Google Shape;906;p35"/>
          <p:cNvSpPr txBox="1"/>
          <p:nvPr>
            <p:ph idx="1" type="subTitle"/>
          </p:nvPr>
        </p:nvSpPr>
        <p:spPr>
          <a:xfrm>
            <a:off x="1572750" y="1501402"/>
            <a:ext cx="5998500" cy="25839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Clr>
                <a:srgbClr val="000000"/>
              </a:buClr>
              <a:buSzPts val="1400"/>
              <a:buChar char="●"/>
            </a:pPr>
            <a:r>
              <a:rPr lang="en">
                <a:solidFill>
                  <a:srgbClr val="000000"/>
                </a:solidFill>
              </a:rPr>
              <a:t>The purpose of this project was to create a model that aids insurance agencies during the underwriting process, by classifying claimants into risk categories (primarily high-cost claimants). </a:t>
            </a:r>
            <a:endParaRPr>
              <a:solidFill>
                <a:srgbClr val="000000"/>
              </a:solidFill>
            </a:endParaRPr>
          </a:p>
          <a:p>
            <a:pPr indent="0" lvl="0" marL="457200" rtl="0" algn="l">
              <a:spcBef>
                <a:spcPts val="0"/>
              </a:spcBef>
              <a:spcAft>
                <a:spcPts val="0"/>
              </a:spcAft>
              <a:buNone/>
            </a:pPr>
            <a:r>
              <a:t/>
            </a:r>
            <a:endParaRPr>
              <a:solidFill>
                <a:srgbClr val="000000"/>
              </a:solidFill>
            </a:endParaRPr>
          </a:p>
          <a:p>
            <a:pPr indent="-317500" lvl="0" marL="457200" rtl="0" algn="l">
              <a:spcBef>
                <a:spcPts val="0"/>
              </a:spcBef>
              <a:spcAft>
                <a:spcPts val="0"/>
              </a:spcAft>
              <a:buClr>
                <a:schemeClr val="dk1"/>
              </a:buClr>
              <a:buSzPts val="1400"/>
              <a:buFont typeface="Inter"/>
              <a:buChar char="●"/>
            </a:pPr>
            <a:r>
              <a:rPr lang="en">
                <a:solidFill>
                  <a:srgbClr val="000000"/>
                </a:solidFill>
              </a:rPr>
              <a:t>Once the risk-classification is assigned, the client is then advised on the different types of coverages and premiums that best fit their profile.</a:t>
            </a:r>
            <a:endParaRPr>
              <a:solidFill>
                <a:srgbClr val="000000"/>
              </a:solidFill>
            </a:endParaRPr>
          </a:p>
          <a:p>
            <a:pPr indent="0" lvl="0" marL="0" rtl="0" algn="l">
              <a:spcBef>
                <a:spcPts val="1000"/>
              </a:spcBef>
              <a:spcAft>
                <a:spcPts val="0"/>
              </a:spcAft>
              <a:buNone/>
            </a:pPr>
            <a:r>
              <a:rPr lang="en">
                <a:solidFill>
                  <a:srgbClr val="000000"/>
                </a:solidFill>
              </a:rPr>
              <a:t>And the most important thing: Our model reduces the time spent on underwriting while improving accuracy. </a:t>
            </a:r>
            <a:endParaRPr/>
          </a:p>
        </p:txBody>
      </p:sp>
      <p:sp>
        <p:nvSpPr>
          <p:cNvPr id="907" name="Google Shape;907;p35"/>
          <p:cNvSpPr/>
          <p:nvPr/>
        </p:nvSpPr>
        <p:spPr>
          <a:xfrm flipH="1" rot="-9771942">
            <a:off x="8058076" y="-457429"/>
            <a:ext cx="1897969" cy="1273533"/>
          </a:xfrm>
          <a:custGeom>
            <a:rect b="b" l="l" r="r" t="t"/>
            <a:pathLst>
              <a:path extrusionOk="0" h="27472" w="40942">
                <a:moveTo>
                  <a:pt x="26941" y="3084"/>
                </a:moveTo>
                <a:cubicBezTo>
                  <a:pt x="22042" y="-22"/>
                  <a:pt x="15889" y="-321"/>
                  <a:pt x="11528" y="217"/>
                </a:cubicBezTo>
                <a:cubicBezTo>
                  <a:pt x="7167" y="755"/>
                  <a:pt x="2030" y="3263"/>
                  <a:pt x="775" y="6310"/>
                </a:cubicBezTo>
                <a:cubicBezTo>
                  <a:pt x="-479" y="9357"/>
                  <a:pt x="-539" y="14973"/>
                  <a:pt x="4001" y="18497"/>
                </a:cubicBezTo>
                <a:cubicBezTo>
                  <a:pt x="8541" y="22022"/>
                  <a:pt x="21863" y="27397"/>
                  <a:pt x="28016" y="27457"/>
                </a:cubicBezTo>
                <a:cubicBezTo>
                  <a:pt x="34169" y="27517"/>
                  <a:pt x="41099" y="22917"/>
                  <a:pt x="40920" y="18855"/>
                </a:cubicBezTo>
                <a:cubicBezTo>
                  <a:pt x="40741" y="14793"/>
                  <a:pt x="31840" y="6190"/>
                  <a:pt x="26941" y="3084"/>
                </a:cubicBezTo>
                <a:close/>
              </a:path>
            </a:pathLst>
          </a:custGeom>
          <a:solidFill>
            <a:srgbClr val="C7CAEA">
              <a:alpha val="52090"/>
            </a:srgbClr>
          </a:solidFill>
          <a:ln>
            <a:noFill/>
          </a:ln>
        </p:spPr>
      </p:sp>
      <p:sp>
        <p:nvSpPr>
          <p:cNvPr id="908" name="Google Shape;908;p35"/>
          <p:cNvSpPr/>
          <p:nvPr/>
        </p:nvSpPr>
        <p:spPr>
          <a:xfrm flipH="1" rot="-9771942">
            <a:off x="8109975" y="-413686"/>
            <a:ext cx="1897969" cy="1273533"/>
          </a:xfrm>
          <a:custGeom>
            <a:rect b="b" l="l" r="r" t="t"/>
            <a:pathLst>
              <a:path extrusionOk="0" h="27472" w="40942">
                <a:moveTo>
                  <a:pt x="26941" y="3084"/>
                </a:moveTo>
                <a:cubicBezTo>
                  <a:pt x="22042" y="-22"/>
                  <a:pt x="15889" y="-321"/>
                  <a:pt x="11528" y="217"/>
                </a:cubicBezTo>
                <a:cubicBezTo>
                  <a:pt x="7167" y="755"/>
                  <a:pt x="2030" y="3263"/>
                  <a:pt x="775" y="6310"/>
                </a:cubicBezTo>
                <a:cubicBezTo>
                  <a:pt x="-479" y="9357"/>
                  <a:pt x="-539" y="14973"/>
                  <a:pt x="4001" y="18497"/>
                </a:cubicBezTo>
                <a:cubicBezTo>
                  <a:pt x="8541" y="22022"/>
                  <a:pt x="21863" y="27397"/>
                  <a:pt x="28016" y="27457"/>
                </a:cubicBezTo>
                <a:cubicBezTo>
                  <a:pt x="34169" y="27517"/>
                  <a:pt x="41099" y="22917"/>
                  <a:pt x="40920" y="18855"/>
                </a:cubicBezTo>
                <a:cubicBezTo>
                  <a:pt x="40741" y="14793"/>
                  <a:pt x="31840" y="6190"/>
                  <a:pt x="26941" y="3084"/>
                </a:cubicBezTo>
                <a:close/>
              </a:path>
            </a:pathLst>
          </a:custGeom>
          <a:noFill/>
          <a:ln cap="flat" cmpd="sng" w="9525">
            <a:solidFill>
              <a:schemeClr val="dk2"/>
            </a:solidFill>
            <a:prstDash val="solid"/>
            <a:round/>
            <a:headEnd len="med" w="med" type="none"/>
            <a:tailEnd len="med" w="med" type="none"/>
          </a:ln>
        </p:spPr>
      </p:sp>
      <p:sp>
        <p:nvSpPr>
          <p:cNvPr id="909" name="Google Shape;909;p35"/>
          <p:cNvSpPr/>
          <p:nvPr/>
        </p:nvSpPr>
        <p:spPr>
          <a:xfrm rot="8400178">
            <a:off x="160583" y="3918585"/>
            <a:ext cx="1643259" cy="1102623"/>
          </a:xfrm>
          <a:custGeom>
            <a:rect b="b" l="l" r="r" t="t"/>
            <a:pathLst>
              <a:path extrusionOk="0" h="27472" w="40942">
                <a:moveTo>
                  <a:pt x="26941" y="3084"/>
                </a:moveTo>
                <a:cubicBezTo>
                  <a:pt x="22042" y="-22"/>
                  <a:pt x="15889" y="-321"/>
                  <a:pt x="11528" y="217"/>
                </a:cubicBezTo>
                <a:cubicBezTo>
                  <a:pt x="7167" y="755"/>
                  <a:pt x="2030" y="3263"/>
                  <a:pt x="775" y="6310"/>
                </a:cubicBezTo>
                <a:cubicBezTo>
                  <a:pt x="-479" y="9357"/>
                  <a:pt x="-539" y="14973"/>
                  <a:pt x="4001" y="18497"/>
                </a:cubicBezTo>
                <a:cubicBezTo>
                  <a:pt x="8541" y="22022"/>
                  <a:pt x="21863" y="27397"/>
                  <a:pt x="28016" y="27457"/>
                </a:cubicBezTo>
                <a:cubicBezTo>
                  <a:pt x="34169" y="27517"/>
                  <a:pt x="41099" y="22917"/>
                  <a:pt x="40920" y="18855"/>
                </a:cubicBezTo>
                <a:cubicBezTo>
                  <a:pt x="40741" y="14793"/>
                  <a:pt x="31840" y="6190"/>
                  <a:pt x="26941" y="3084"/>
                </a:cubicBezTo>
                <a:close/>
              </a:path>
            </a:pathLst>
          </a:custGeom>
          <a:solidFill>
            <a:srgbClr val="C7CAEA">
              <a:alpha val="52090"/>
            </a:srgbClr>
          </a:solidFill>
          <a:ln>
            <a:noFill/>
          </a:ln>
        </p:spPr>
      </p:sp>
      <p:sp>
        <p:nvSpPr>
          <p:cNvPr id="910" name="Google Shape;910;p35"/>
          <p:cNvSpPr/>
          <p:nvPr/>
        </p:nvSpPr>
        <p:spPr>
          <a:xfrm rot="8400178">
            <a:off x="136596" y="3827258"/>
            <a:ext cx="1643259" cy="1102623"/>
          </a:xfrm>
          <a:custGeom>
            <a:rect b="b" l="l" r="r" t="t"/>
            <a:pathLst>
              <a:path extrusionOk="0" h="27472" w="40942">
                <a:moveTo>
                  <a:pt x="26941" y="3084"/>
                </a:moveTo>
                <a:cubicBezTo>
                  <a:pt x="22042" y="-22"/>
                  <a:pt x="15889" y="-321"/>
                  <a:pt x="11528" y="217"/>
                </a:cubicBezTo>
                <a:cubicBezTo>
                  <a:pt x="7167" y="755"/>
                  <a:pt x="2030" y="3263"/>
                  <a:pt x="775" y="6310"/>
                </a:cubicBezTo>
                <a:cubicBezTo>
                  <a:pt x="-479" y="9357"/>
                  <a:pt x="-539" y="14973"/>
                  <a:pt x="4001" y="18497"/>
                </a:cubicBezTo>
                <a:cubicBezTo>
                  <a:pt x="8541" y="22022"/>
                  <a:pt x="21863" y="27397"/>
                  <a:pt x="28016" y="27457"/>
                </a:cubicBezTo>
                <a:cubicBezTo>
                  <a:pt x="34169" y="27517"/>
                  <a:pt x="41099" y="22917"/>
                  <a:pt x="40920" y="18855"/>
                </a:cubicBezTo>
                <a:cubicBezTo>
                  <a:pt x="40741" y="14793"/>
                  <a:pt x="31840" y="6190"/>
                  <a:pt x="26941" y="3084"/>
                </a:cubicBezTo>
                <a:close/>
              </a:path>
            </a:pathLst>
          </a:custGeom>
          <a:noFill/>
          <a:ln cap="flat" cmpd="sng" w="9525">
            <a:solidFill>
              <a:schemeClr val="dk2"/>
            </a:solidFill>
            <a:prstDash val="solid"/>
            <a:round/>
            <a:headEnd len="med" w="med" type="none"/>
            <a:tailEnd len="med" w="med" type="none"/>
          </a:ln>
        </p:spPr>
      </p:sp>
      <p:grpSp>
        <p:nvGrpSpPr>
          <p:cNvPr id="911" name="Google Shape;911;p35"/>
          <p:cNvGrpSpPr/>
          <p:nvPr/>
        </p:nvGrpSpPr>
        <p:grpSpPr>
          <a:xfrm>
            <a:off x="7912609" y="3241969"/>
            <a:ext cx="476848" cy="406789"/>
            <a:chOff x="682975" y="237527"/>
            <a:chExt cx="348700" cy="297469"/>
          </a:xfrm>
        </p:grpSpPr>
        <p:sp>
          <p:nvSpPr>
            <p:cNvPr id="912" name="Google Shape;912;p35"/>
            <p:cNvSpPr/>
            <p:nvPr/>
          </p:nvSpPr>
          <p:spPr>
            <a:xfrm>
              <a:off x="682975" y="237527"/>
              <a:ext cx="348700" cy="297469"/>
            </a:xfrm>
            <a:custGeom>
              <a:rect b="b" l="l" r="r" t="t"/>
              <a:pathLst>
                <a:path extrusionOk="0" h="7258" w="8508">
                  <a:moveTo>
                    <a:pt x="2187" y="0"/>
                  </a:moveTo>
                  <a:cubicBezTo>
                    <a:pt x="1033" y="0"/>
                    <a:pt x="0" y="1009"/>
                    <a:pt x="108" y="2418"/>
                  </a:cubicBezTo>
                  <a:cubicBezTo>
                    <a:pt x="250" y="4265"/>
                    <a:pt x="2850" y="6390"/>
                    <a:pt x="3863" y="7129"/>
                  </a:cubicBezTo>
                  <a:cubicBezTo>
                    <a:pt x="3980" y="7215"/>
                    <a:pt x="4117" y="7257"/>
                    <a:pt x="4254" y="7257"/>
                  </a:cubicBezTo>
                  <a:cubicBezTo>
                    <a:pt x="4390" y="7257"/>
                    <a:pt x="4527" y="7215"/>
                    <a:pt x="4644" y="7129"/>
                  </a:cubicBezTo>
                  <a:cubicBezTo>
                    <a:pt x="5658" y="6390"/>
                    <a:pt x="8257" y="4265"/>
                    <a:pt x="8400" y="2418"/>
                  </a:cubicBezTo>
                  <a:cubicBezTo>
                    <a:pt x="8507" y="1009"/>
                    <a:pt x="7475" y="0"/>
                    <a:pt x="6320" y="0"/>
                  </a:cubicBezTo>
                  <a:cubicBezTo>
                    <a:pt x="5596" y="0"/>
                    <a:pt x="4823" y="397"/>
                    <a:pt x="4254" y="1341"/>
                  </a:cubicBezTo>
                  <a:cubicBezTo>
                    <a:pt x="3684" y="397"/>
                    <a:pt x="2912" y="0"/>
                    <a:pt x="218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3" name="Google Shape;913;p35"/>
            <p:cNvSpPr/>
            <p:nvPr/>
          </p:nvSpPr>
          <p:spPr>
            <a:xfrm>
              <a:off x="712771" y="325767"/>
              <a:ext cx="289108" cy="126726"/>
            </a:xfrm>
            <a:custGeom>
              <a:rect b="b" l="l" r="r" t="t"/>
              <a:pathLst>
                <a:path extrusionOk="0" h="3092" w="7054">
                  <a:moveTo>
                    <a:pt x="5896" y="0"/>
                  </a:moveTo>
                  <a:cubicBezTo>
                    <a:pt x="5865" y="0"/>
                    <a:pt x="5837" y="21"/>
                    <a:pt x="5823" y="52"/>
                  </a:cubicBezTo>
                  <a:lnTo>
                    <a:pt x="5614" y="583"/>
                  </a:lnTo>
                  <a:lnTo>
                    <a:pt x="5265" y="583"/>
                  </a:lnTo>
                  <a:lnTo>
                    <a:pt x="5067" y="77"/>
                  </a:lnTo>
                  <a:cubicBezTo>
                    <a:pt x="5053" y="49"/>
                    <a:pt x="5025" y="28"/>
                    <a:pt x="4994" y="28"/>
                  </a:cubicBezTo>
                  <a:cubicBezTo>
                    <a:pt x="4958" y="28"/>
                    <a:pt x="4931" y="49"/>
                    <a:pt x="4917" y="77"/>
                  </a:cubicBezTo>
                  <a:lnTo>
                    <a:pt x="4377" y="1450"/>
                  </a:lnTo>
                  <a:lnTo>
                    <a:pt x="4101" y="750"/>
                  </a:lnTo>
                  <a:cubicBezTo>
                    <a:pt x="4088" y="721"/>
                    <a:pt x="4060" y="700"/>
                    <a:pt x="4025" y="700"/>
                  </a:cubicBezTo>
                  <a:cubicBezTo>
                    <a:pt x="3993" y="700"/>
                    <a:pt x="3966" y="721"/>
                    <a:pt x="3955" y="750"/>
                  </a:cubicBezTo>
                  <a:lnTo>
                    <a:pt x="3147" y="2799"/>
                  </a:lnTo>
                  <a:lnTo>
                    <a:pt x="2332" y="736"/>
                  </a:lnTo>
                  <a:cubicBezTo>
                    <a:pt x="2321" y="704"/>
                    <a:pt x="2290" y="683"/>
                    <a:pt x="2258" y="683"/>
                  </a:cubicBezTo>
                  <a:lnTo>
                    <a:pt x="1927" y="683"/>
                  </a:lnTo>
                  <a:lnTo>
                    <a:pt x="1705" y="115"/>
                  </a:lnTo>
                  <a:cubicBezTo>
                    <a:pt x="1690" y="84"/>
                    <a:pt x="1663" y="63"/>
                    <a:pt x="1631" y="63"/>
                  </a:cubicBezTo>
                  <a:cubicBezTo>
                    <a:pt x="1597" y="63"/>
                    <a:pt x="1568" y="84"/>
                    <a:pt x="1558" y="115"/>
                  </a:cubicBezTo>
                  <a:lnTo>
                    <a:pt x="1293" y="781"/>
                  </a:lnTo>
                  <a:lnTo>
                    <a:pt x="84" y="781"/>
                  </a:lnTo>
                  <a:cubicBezTo>
                    <a:pt x="39" y="781"/>
                    <a:pt x="0" y="823"/>
                    <a:pt x="8" y="871"/>
                  </a:cubicBezTo>
                  <a:cubicBezTo>
                    <a:pt x="15" y="909"/>
                    <a:pt x="50" y="938"/>
                    <a:pt x="87" y="938"/>
                  </a:cubicBezTo>
                  <a:lnTo>
                    <a:pt x="1349" y="938"/>
                  </a:lnTo>
                  <a:cubicBezTo>
                    <a:pt x="1380" y="938"/>
                    <a:pt x="1409" y="917"/>
                    <a:pt x="1419" y="889"/>
                  </a:cubicBezTo>
                  <a:lnTo>
                    <a:pt x="1631" y="359"/>
                  </a:lnTo>
                  <a:lnTo>
                    <a:pt x="1802" y="792"/>
                  </a:lnTo>
                  <a:cubicBezTo>
                    <a:pt x="1812" y="823"/>
                    <a:pt x="1843" y="843"/>
                    <a:pt x="1875" y="843"/>
                  </a:cubicBezTo>
                  <a:lnTo>
                    <a:pt x="2206" y="843"/>
                  </a:lnTo>
                  <a:lnTo>
                    <a:pt x="3074" y="3039"/>
                  </a:lnTo>
                  <a:cubicBezTo>
                    <a:pt x="3084" y="3070"/>
                    <a:pt x="3112" y="3091"/>
                    <a:pt x="3147" y="3091"/>
                  </a:cubicBezTo>
                  <a:cubicBezTo>
                    <a:pt x="3178" y="3091"/>
                    <a:pt x="3207" y="3070"/>
                    <a:pt x="3220" y="3039"/>
                  </a:cubicBezTo>
                  <a:lnTo>
                    <a:pt x="4025" y="993"/>
                  </a:lnTo>
                  <a:lnTo>
                    <a:pt x="4304" y="1694"/>
                  </a:lnTo>
                  <a:cubicBezTo>
                    <a:pt x="4315" y="1725"/>
                    <a:pt x="4346" y="1746"/>
                    <a:pt x="4377" y="1746"/>
                  </a:cubicBezTo>
                  <a:cubicBezTo>
                    <a:pt x="4408" y="1746"/>
                    <a:pt x="4436" y="1725"/>
                    <a:pt x="4450" y="1694"/>
                  </a:cubicBezTo>
                  <a:lnTo>
                    <a:pt x="4994" y="321"/>
                  </a:lnTo>
                  <a:lnTo>
                    <a:pt x="5137" y="690"/>
                  </a:lnTo>
                  <a:cubicBezTo>
                    <a:pt x="5151" y="718"/>
                    <a:pt x="5178" y="739"/>
                    <a:pt x="5209" y="739"/>
                  </a:cubicBezTo>
                  <a:lnTo>
                    <a:pt x="5666" y="739"/>
                  </a:lnTo>
                  <a:cubicBezTo>
                    <a:pt x="5701" y="739"/>
                    <a:pt x="5729" y="718"/>
                    <a:pt x="5740" y="690"/>
                  </a:cubicBezTo>
                  <a:lnTo>
                    <a:pt x="5896" y="293"/>
                  </a:lnTo>
                  <a:lnTo>
                    <a:pt x="6092" y="787"/>
                  </a:lnTo>
                  <a:lnTo>
                    <a:pt x="6129" y="882"/>
                  </a:lnTo>
                  <a:cubicBezTo>
                    <a:pt x="6143" y="917"/>
                    <a:pt x="6175" y="938"/>
                    <a:pt x="6210" y="938"/>
                  </a:cubicBezTo>
                  <a:lnTo>
                    <a:pt x="6966" y="938"/>
                  </a:lnTo>
                  <a:cubicBezTo>
                    <a:pt x="7004" y="938"/>
                    <a:pt x="7039" y="909"/>
                    <a:pt x="7046" y="871"/>
                  </a:cubicBezTo>
                  <a:cubicBezTo>
                    <a:pt x="7053" y="823"/>
                    <a:pt x="7018" y="781"/>
                    <a:pt x="6970" y="781"/>
                  </a:cubicBezTo>
                  <a:lnTo>
                    <a:pt x="6259" y="781"/>
                  </a:lnTo>
                  <a:lnTo>
                    <a:pt x="5970" y="52"/>
                  </a:lnTo>
                  <a:cubicBezTo>
                    <a:pt x="5959" y="21"/>
                    <a:pt x="5928" y="0"/>
                    <a:pt x="589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14" name="Google Shape;914;p35"/>
          <p:cNvGrpSpPr/>
          <p:nvPr/>
        </p:nvGrpSpPr>
        <p:grpSpPr>
          <a:xfrm flipH="1" rot="-4387107">
            <a:off x="4934921" y="4200082"/>
            <a:ext cx="416692" cy="539630"/>
            <a:chOff x="5402225" y="3028900"/>
            <a:chExt cx="135050" cy="174900"/>
          </a:xfrm>
        </p:grpSpPr>
        <p:sp>
          <p:nvSpPr>
            <p:cNvPr id="915" name="Google Shape;915;p35"/>
            <p:cNvSpPr/>
            <p:nvPr/>
          </p:nvSpPr>
          <p:spPr>
            <a:xfrm>
              <a:off x="5424000" y="3043600"/>
              <a:ext cx="91400" cy="5775"/>
            </a:xfrm>
            <a:custGeom>
              <a:rect b="b" l="l" r="r" t="t"/>
              <a:pathLst>
                <a:path extrusionOk="0" h="231" w="3656">
                  <a:moveTo>
                    <a:pt x="119" y="0"/>
                  </a:moveTo>
                  <a:cubicBezTo>
                    <a:pt x="52" y="0"/>
                    <a:pt x="0" y="49"/>
                    <a:pt x="0" y="115"/>
                  </a:cubicBezTo>
                  <a:cubicBezTo>
                    <a:pt x="0" y="178"/>
                    <a:pt x="52" y="230"/>
                    <a:pt x="119" y="230"/>
                  </a:cubicBezTo>
                  <a:lnTo>
                    <a:pt x="3540" y="230"/>
                  </a:lnTo>
                  <a:cubicBezTo>
                    <a:pt x="3603" y="230"/>
                    <a:pt x="3656" y="178"/>
                    <a:pt x="3656" y="115"/>
                  </a:cubicBezTo>
                  <a:cubicBezTo>
                    <a:pt x="3656" y="49"/>
                    <a:pt x="3603" y="0"/>
                    <a:pt x="35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6" name="Google Shape;916;p35"/>
            <p:cNvSpPr/>
            <p:nvPr/>
          </p:nvSpPr>
          <p:spPr>
            <a:xfrm>
              <a:off x="5424000" y="3067900"/>
              <a:ext cx="91400" cy="5775"/>
            </a:xfrm>
            <a:custGeom>
              <a:rect b="b" l="l" r="r" t="t"/>
              <a:pathLst>
                <a:path extrusionOk="0" h="231" w="3656">
                  <a:moveTo>
                    <a:pt x="119" y="0"/>
                  </a:moveTo>
                  <a:cubicBezTo>
                    <a:pt x="52" y="0"/>
                    <a:pt x="0" y="53"/>
                    <a:pt x="0" y="116"/>
                  </a:cubicBezTo>
                  <a:cubicBezTo>
                    <a:pt x="0" y="182"/>
                    <a:pt x="52" y="230"/>
                    <a:pt x="119" y="230"/>
                  </a:cubicBezTo>
                  <a:lnTo>
                    <a:pt x="3540" y="230"/>
                  </a:lnTo>
                  <a:cubicBezTo>
                    <a:pt x="3603" y="230"/>
                    <a:pt x="3656" y="182"/>
                    <a:pt x="3656" y="116"/>
                  </a:cubicBezTo>
                  <a:cubicBezTo>
                    <a:pt x="3656" y="53"/>
                    <a:pt x="3603" y="0"/>
                    <a:pt x="35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7" name="Google Shape;917;p35"/>
            <p:cNvSpPr/>
            <p:nvPr/>
          </p:nvSpPr>
          <p:spPr>
            <a:xfrm>
              <a:off x="5424000" y="3092200"/>
              <a:ext cx="91400" cy="5875"/>
            </a:xfrm>
            <a:custGeom>
              <a:rect b="b" l="l" r="r" t="t"/>
              <a:pathLst>
                <a:path extrusionOk="0" h="235" w="3656">
                  <a:moveTo>
                    <a:pt x="119" y="1"/>
                  </a:moveTo>
                  <a:cubicBezTo>
                    <a:pt x="52" y="1"/>
                    <a:pt x="0" y="53"/>
                    <a:pt x="0" y="119"/>
                  </a:cubicBezTo>
                  <a:cubicBezTo>
                    <a:pt x="0" y="181"/>
                    <a:pt x="52" y="234"/>
                    <a:pt x="119" y="234"/>
                  </a:cubicBezTo>
                  <a:lnTo>
                    <a:pt x="3540" y="234"/>
                  </a:lnTo>
                  <a:cubicBezTo>
                    <a:pt x="3603" y="234"/>
                    <a:pt x="3656" y="181"/>
                    <a:pt x="3656" y="119"/>
                  </a:cubicBezTo>
                  <a:cubicBezTo>
                    <a:pt x="3656" y="53"/>
                    <a:pt x="3603" y="1"/>
                    <a:pt x="35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8" name="Google Shape;918;p35"/>
            <p:cNvSpPr/>
            <p:nvPr/>
          </p:nvSpPr>
          <p:spPr>
            <a:xfrm>
              <a:off x="5424000" y="3140900"/>
              <a:ext cx="91400" cy="5850"/>
            </a:xfrm>
            <a:custGeom>
              <a:rect b="b" l="l" r="r" t="t"/>
              <a:pathLst>
                <a:path extrusionOk="0" h="234" w="3656">
                  <a:moveTo>
                    <a:pt x="119" y="0"/>
                  </a:moveTo>
                  <a:cubicBezTo>
                    <a:pt x="52" y="0"/>
                    <a:pt x="0" y="52"/>
                    <a:pt x="0" y="115"/>
                  </a:cubicBezTo>
                  <a:cubicBezTo>
                    <a:pt x="0" y="182"/>
                    <a:pt x="52" y="234"/>
                    <a:pt x="119" y="234"/>
                  </a:cubicBezTo>
                  <a:lnTo>
                    <a:pt x="3540" y="234"/>
                  </a:lnTo>
                  <a:cubicBezTo>
                    <a:pt x="3603" y="234"/>
                    <a:pt x="3656" y="182"/>
                    <a:pt x="3656" y="115"/>
                  </a:cubicBezTo>
                  <a:cubicBezTo>
                    <a:pt x="3656" y="52"/>
                    <a:pt x="3603" y="0"/>
                    <a:pt x="35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9" name="Google Shape;919;p35"/>
            <p:cNvSpPr/>
            <p:nvPr/>
          </p:nvSpPr>
          <p:spPr>
            <a:xfrm>
              <a:off x="5424000" y="3165300"/>
              <a:ext cx="91400" cy="5775"/>
            </a:xfrm>
            <a:custGeom>
              <a:rect b="b" l="l" r="r" t="t"/>
              <a:pathLst>
                <a:path extrusionOk="0" h="231" w="3656">
                  <a:moveTo>
                    <a:pt x="119" y="0"/>
                  </a:moveTo>
                  <a:cubicBezTo>
                    <a:pt x="52" y="0"/>
                    <a:pt x="0" y="52"/>
                    <a:pt x="0" y="115"/>
                  </a:cubicBezTo>
                  <a:cubicBezTo>
                    <a:pt x="0" y="178"/>
                    <a:pt x="52" y="230"/>
                    <a:pt x="119" y="230"/>
                  </a:cubicBezTo>
                  <a:lnTo>
                    <a:pt x="3540" y="230"/>
                  </a:lnTo>
                  <a:cubicBezTo>
                    <a:pt x="3603" y="230"/>
                    <a:pt x="3656" y="178"/>
                    <a:pt x="3656" y="115"/>
                  </a:cubicBezTo>
                  <a:cubicBezTo>
                    <a:pt x="3656" y="52"/>
                    <a:pt x="3603" y="0"/>
                    <a:pt x="35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0" name="Google Shape;920;p35"/>
            <p:cNvSpPr/>
            <p:nvPr/>
          </p:nvSpPr>
          <p:spPr>
            <a:xfrm>
              <a:off x="5424000" y="3189575"/>
              <a:ext cx="91400" cy="5775"/>
            </a:xfrm>
            <a:custGeom>
              <a:rect b="b" l="l" r="r" t="t"/>
              <a:pathLst>
                <a:path extrusionOk="0" h="231" w="3656">
                  <a:moveTo>
                    <a:pt x="119" y="1"/>
                  </a:moveTo>
                  <a:cubicBezTo>
                    <a:pt x="52" y="1"/>
                    <a:pt x="0" y="54"/>
                    <a:pt x="0" y="116"/>
                  </a:cubicBezTo>
                  <a:cubicBezTo>
                    <a:pt x="0" y="182"/>
                    <a:pt x="52" y="231"/>
                    <a:pt x="119" y="231"/>
                  </a:cubicBezTo>
                  <a:lnTo>
                    <a:pt x="3540" y="231"/>
                  </a:lnTo>
                  <a:cubicBezTo>
                    <a:pt x="3603" y="231"/>
                    <a:pt x="3656" y="182"/>
                    <a:pt x="3656" y="116"/>
                  </a:cubicBezTo>
                  <a:cubicBezTo>
                    <a:pt x="3656" y="54"/>
                    <a:pt x="3603" y="1"/>
                    <a:pt x="35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1" name="Google Shape;921;p35"/>
            <p:cNvSpPr/>
            <p:nvPr/>
          </p:nvSpPr>
          <p:spPr>
            <a:xfrm>
              <a:off x="5402225" y="3028900"/>
              <a:ext cx="42175" cy="80300"/>
            </a:xfrm>
            <a:custGeom>
              <a:rect b="b" l="l" r="r" t="t"/>
              <a:pathLst>
                <a:path extrusionOk="0" h="3212" w="1687">
                  <a:moveTo>
                    <a:pt x="508" y="0"/>
                  </a:moveTo>
                  <a:cubicBezTo>
                    <a:pt x="385" y="0"/>
                    <a:pt x="277" y="89"/>
                    <a:pt x="258" y="212"/>
                  </a:cubicBezTo>
                  <a:cubicBezTo>
                    <a:pt x="248" y="281"/>
                    <a:pt x="0" y="1919"/>
                    <a:pt x="857" y="2922"/>
                  </a:cubicBezTo>
                  <a:cubicBezTo>
                    <a:pt x="948" y="3031"/>
                    <a:pt x="1053" y="3128"/>
                    <a:pt x="1161" y="3212"/>
                  </a:cubicBezTo>
                  <a:cubicBezTo>
                    <a:pt x="1293" y="3128"/>
                    <a:pt x="1471" y="3034"/>
                    <a:pt x="1687" y="2954"/>
                  </a:cubicBezTo>
                  <a:cubicBezTo>
                    <a:pt x="1513" y="2864"/>
                    <a:pt x="1366" y="2745"/>
                    <a:pt x="1241" y="2599"/>
                  </a:cubicBezTo>
                  <a:cubicBezTo>
                    <a:pt x="805" y="2090"/>
                    <a:pt x="722" y="1338"/>
                    <a:pt x="722" y="832"/>
                  </a:cubicBezTo>
                  <a:cubicBezTo>
                    <a:pt x="722" y="518"/>
                    <a:pt x="753" y="296"/>
                    <a:pt x="753" y="292"/>
                  </a:cubicBezTo>
                  <a:cubicBezTo>
                    <a:pt x="777" y="156"/>
                    <a:pt x="683" y="27"/>
                    <a:pt x="547" y="3"/>
                  </a:cubicBezTo>
                  <a:cubicBezTo>
                    <a:pt x="534" y="1"/>
                    <a:pt x="521" y="0"/>
                    <a:pt x="50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 name="Google Shape;922;p35"/>
            <p:cNvSpPr/>
            <p:nvPr/>
          </p:nvSpPr>
          <p:spPr>
            <a:xfrm>
              <a:off x="5494550" y="3121025"/>
              <a:ext cx="42100" cy="82775"/>
            </a:xfrm>
            <a:custGeom>
              <a:rect b="b" l="l" r="r" t="t"/>
              <a:pathLst>
                <a:path extrusionOk="0" h="3311" w="1684">
                  <a:moveTo>
                    <a:pt x="541" y="1"/>
                  </a:moveTo>
                  <a:cubicBezTo>
                    <a:pt x="363" y="102"/>
                    <a:pt x="178" y="175"/>
                    <a:pt x="1" y="231"/>
                  </a:cubicBezTo>
                  <a:cubicBezTo>
                    <a:pt x="147" y="314"/>
                    <a:pt x="276" y="422"/>
                    <a:pt x="387" y="551"/>
                  </a:cubicBezTo>
                  <a:cubicBezTo>
                    <a:pt x="1157" y="1423"/>
                    <a:pt x="966" y="3015"/>
                    <a:pt x="966" y="3029"/>
                  </a:cubicBezTo>
                  <a:cubicBezTo>
                    <a:pt x="948" y="3168"/>
                    <a:pt x="1046" y="3293"/>
                    <a:pt x="1182" y="3311"/>
                  </a:cubicBezTo>
                  <a:lnTo>
                    <a:pt x="1213" y="3311"/>
                  </a:lnTo>
                  <a:cubicBezTo>
                    <a:pt x="1339" y="3311"/>
                    <a:pt x="1447" y="3220"/>
                    <a:pt x="1464" y="3092"/>
                  </a:cubicBezTo>
                  <a:cubicBezTo>
                    <a:pt x="1471" y="3018"/>
                    <a:pt x="1683" y="1262"/>
                    <a:pt x="768" y="220"/>
                  </a:cubicBezTo>
                  <a:cubicBezTo>
                    <a:pt x="694" y="141"/>
                    <a:pt x="621" y="67"/>
                    <a:pt x="5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3" name="Google Shape;923;p35"/>
            <p:cNvSpPr/>
            <p:nvPr/>
          </p:nvSpPr>
          <p:spPr>
            <a:xfrm>
              <a:off x="5402825" y="3028900"/>
              <a:ext cx="134450" cy="174900"/>
            </a:xfrm>
            <a:custGeom>
              <a:rect b="b" l="l" r="r" t="t"/>
              <a:pathLst>
                <a:path extrusionOk="0" h="6996" w="5378">
                  <a:moveTo>
                    <a:pt x="4868" y="0"/>
                  </a:moveTo>
                  <a:cubicBezTo>
                    <a:pt x="4855" y="0"/>
                    <a:pt x="4842" y="1"/>
                    <a:pt x="4830" y="3"/>
                  </a:cubicBezTo>
                  <a:cubicBezTo>
                    <a:pt x="4694" y="27"/>
                    <a:pt x="4600" y="156"/>
                    <a:pt x="4621" y="292"/>
                  </a:cubicBezTo>
                  <a:cubicBezTo>
                    <a:pt x="4625" y="306"/>
                    <a:pt x="4847" y="1766"/>
                    <a:pt x="4136" y="2595"/>
                  </a:cubicBezTo>
                  <a:cubicBezTo>
                    <a:pt x="3816" y="2975"/>
                    <a:pt x="3335" y="3167"/>
                    <a:pt x="2708" y="3167"/>
                  </a:cubicBezTo>
                  <a:cubicBezTo>
                    <a:pt x="1952" y="3167"/>
                    <a:pt x="1349" y="3414"/>
                    <a:pt x="917" y="3905"/>
                  </a:cubicBezTo>
                  <a:cubicBezTo>
                    <a:pt x="0" y="4947"/>
                    <a:pt x="209" y="6703"/>
                    <a:pt x="220" y="6777"/>
                  </a:cubicBezTo>
                  <a:cubicBezTo>
                    <a:pt x="238" y="6905"/>
                    <a:pt x="346" y="6996"/>
                    <a:pt x="468" y="6996"/>
                  </a:cubicBezTo>
                  <a:lnTo>
                    <a:pt x="502" y="6996"/>
                  </a:lnTo>
                  <a:cubicBezTo>
                    <a:pt x="638" y="6978"/>
                    <a:pt x="736" y="6853"/>
                    <a:pt x="719" y="6714"/>
                  </a:cubicBezTo>
                  <a:cubicBezTo>
                    <a:pt x="715" y="6700"/>
                    <a:pt x="527" y="5108"/>
                    <a:pt x="1293" y="4236"/>
                  </a:cubicBezTo>
                  <a:cubicBezTo>
                    <a:pt x="1628" y="3860"/>
                    <a:pt x="2102" y="3668"/>
                    <a:pt x="2708" y="3668"/>
                  </a:cubicBezTo>
                  <a:cubicBezTo>
                    <a:pt x="3488" y="3668"/>
                    <a:pt x="4095" y="3417"/>
                    <a:pt x="4520" y="2922"/>
                  </a:cubicBezTo>
                  <a:cubicBezTo>
                    <a:pt x="5377" y="1919"/>
                    <a:pt x="5130" y="281"/>
                    <a:pt x="5119" y="212"/>
                  </a:cubicBezTo>
                  <a:cubicBezTo>
                    <a:pt x="5097" y="89"/>
                    <a:pt x="4989" y="0"/>
                    <a:pt x="486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24" name="Google Shape;924;p35"/>
          <p:cNvSpPr/>
          <p:nvPr/>
        </p:nvSpPr>
        <p:spPr>
          <a:xfrm flipH="1" rot="1070343">
            <a:off x="341648" y="1560134"/>
            <a:ext cx="575343" cy="502088"/>
          </a:xfrm>
          <a:custGeom>
            <a:rect b="b" l="l" r="r" t="t"/>
            <a:pathLst>
              <a:path extrusionOk="0" h="3078" w="3527">
                <a:moveTo>
                  <a:pt x="1764" y="380"/>
                </a:moveTo>
                <a:lnTo>
                  <a:pt x="3174" y="2823"/>
                </a:lnTo>
                <a:lnTo>
                  <a:pt x="352" y="2823"/>
                </a:lnTo>
                <a:lnTo>
                  <a:pt x="1764" y="380"/>
                </a:lnTo>
                <a:close/>
                <a:moveTo>
                  <a:pt x="1764" y="1"/>
                </a:moveTo>
                <a:cubicBezTo>
                  <a:pt x="1719" y="1"/>
                  <a:pt x="1677" y="25"/>
                  <a:pt x="1652" y="63"/>
                </a:cubicBezTo>
                <a:lnTo>
                  <a:pt x="22" y="2886"/>
                </a:lnTo>
                <a:cubicBezTo>
                  <a:pt x="1" y="2928"/>
                  <a:pt x="1" y="2976"/>
                  <a:pt x="22" y="3015"/>
                </a:cubicBezTo>
                <a:cubicBezTo>
                  <a:pt x="46" y="3053"/>
                  <a:pt x="88" y="3077"/>
                  <a:pt x="133" y="3077"/>
                </a:cubicBezTo>
                <a:lnTo>
                  <a:pt x="3394" y="3077"/>
                </a:lnTo>
                <a:cubicBezTo>
                  <a:pt x="3440" y="3077"/>
                  <a:pt x="3481" y="3053"/>
                  <a:pt x="3506" y="3015"/>
                </a:cubicBezTo>
                <a:cubicBezTo>
                  <a:pt x="3526" y="2976"/>
                  <a:pt x="3526" y="2928"/>
                  <a:pt x="3506" y="2886"/>
                </a:cubicBezTo>
                <a:lnTo>
                  <a:pt x="1875" y="63"/>
                </a:lnTo>
                <a:cubicBezTo>
                  <a:pt x="1851" y="25"/>
                  <a:pt x="1809" y="1"/>
                  <a:pt x="176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8" name="Shape 928"/>
        <p:cNvGrpSpPr/>
        <p:nvPr/>
      </p:nvGrpSpPr>
      <p:grpSpPr>
        <a:xfrm>
          <a:off x="0" y="0"/>
          <a:ext cx="0" cy="0"/>
          <a:chOff x="0" y="0"/>
          <a:chExt cx="0" cy="0"/>
        </a:xfrm>
      </p:grpSpPr>
      <p:sp>
        <p:nvSpPr>
          <p:cNvPr id="929" name="Google Shape;929;p36"/>
          <p:cNvSpPr/>
          <p:nvPr/>
        </p:nvSpPr>
        <p:spPr>
          <a:xfrm>
            <a:off x="3871337" y="158503"/>
            <a:ext cx="3251258" cy="1608925"/>
          </a:xfrm>
          <a:custGeom>
            <a:rect b="b" l="l" r="r" t="t"/>
            <a:pathLst>
              <a:path extrusionOk="0" h="31882" w="64426">
                <a:moveTo>
                  <a:pt x="42385" y="2987"/>
                </a:moveTo>
                <a:cubicBezTo>
                  <a:pt x="37964" y="2270"/>
                  <a:pt x="31154" y="359"/>
                  <a:pt x="25897" y="120"/>
                </a:cubicBezTo>
                <a:cubicBezTo>
                  <a:pt x="20640" y="-119"/>
                  <a:pt x="14786" y="657"/>
                  <a:pt x="10843" y="1553"/>
                </a:cubicBezTo>
                <a:cubicBezTo>
                  <a:pt x="6900" y="2449"/>
                  <a:pt x="4032" y="3704"/>
                  <a:pt x="2240" y="5496"/>
                </a:cubicBezTo>
                <a:cubicBezTo>
                  <a:pt x="448" y="7288"/>
                  <a:pt x="-89" y="9678"/>
                  <a:pt x="90" y="12306"/>
                </a:cubicBezTo>
                <a:cubicBezTo>
                  <a:pt x="269" y="14935"/>
                  <a:pt x="90" y="18459"/>
                  <a:pt x="3316" y="21267"/>
                </a:cubicBezTo>
                <a:cubicBezTo>
                  <a:pt x="6542" y="24075"/>
                  <a:pt x="12754" y="27421"/>
                  <a:pt x="19445" y="29153"/>
                </a:cubicBezTo>
                <a:cubicBezTo>
                  <a:pt x="26136" y="30886"/>
                  <a:pt x="36471" y="32379"/>
                  <a:pt x="43460" y="31662"/>
                </a:cubicBezTo>
                <a:cubicBezTo>
                  <a:pt x="50450" y="30945"/>
                  <a:pt x="58037" y="28017"/>
                  <a:pt x="61382" y="24851"/>
                </a:cubicBezTo>
                <a:cubicBezTo>
                  <a:pt x="64727" y="21685"/>
                  <a:pt x="65026" y="16070"/>
                  <a:pt x="63532" y="12665"/>
                </a:cubicBezTo>
                <a:cubicBezTo>
                  <a:pt x="62039" y="9260"/>
                  <a:pt x="55946" y="6034"/>
                  <a:pt x="52421" y="4421"/>
                </a:cubicBezTo>
                <a:cubicBezTo>
                  <a:pt x="48897" y="2808"/>
                  <a:pt x="46806" y="3704"/>
                  <a:pt x="42385" y="2987"/>
                </a:cubicBezTo>
                <a:close/>
              </a:path>
            </a:pathLst>
          </a:custGeom>
          <a:noFill/>
          <a:ln cap="flat" cmpd="sng" w="9525">
            <a:solidFill>
              <a:schemeClr val="dk2"/>
            </a:solidFill>
            <a:prstDash val="solid"/>
            <a:round/>
            <a:headEnd len="med" w="med" type="none"/>
            <a:tailEnd len="med" w="med" type="none"/>
          </a:ln>
        </p:spPr>
      </p:sp>
      <p:sp>
        <p:nvSpPr>
          <p:cNvPr id="930" name="Google Shape;930;p36"/>
          <p:cNvSpPr/>
          <p:nvPr/>
        </p:nvSpPr>
        <p:spPr>
          <a:xfrm>
            <a:off x="3762108" y="372244"/>
            <a:ext cx="3251258" cy="1608925"/>
          </a:xfrm>
          <a:custGeom>
            <a:rect b="b" l="l" r="r" t="t"/>
            <a:pathLst>
              <a:path extrusionOk="0" h="31882" w="64426">
                <a:moveTo>
                  <a:pt x="42385" y="2987"/>
                </a:moveTo>
                <a:cubicBezTo>
                  <a:pt x="37964" y="2270"/>
                  <a:pt x="31154" y="359"/>
                  <a:pt x="25897" y="120"/>
                </a:cubicBezTo>
                <a:cubicBezTo>
                  <a:pt x="20640" y="-119"/>
                  <a:pt x="14786" y="657"/>
                  <a:pt x="10843" y="1553"/>
                </a:cubicBezTo>
                <a:cubicBezTo>
                  <a:pt x="6900" y="2449"/>
                  <a:pt x="4032" y="3704"/>
                  <a:pt x="2240" y="5496"/>
                </a:cubicBezTo>
                <a:cubicBezTo>
                  <a:pt x="448" y="7288"/>
                  <a:pt x="-89" y="9678"/>
                  <a:pt x="90" y="12306"/>
                </a:cubicBezTo>
                <a:cubicBezTo>
                  <a:pt x="269" y="14935"/>
                  <a:pt x="90" y="18459"/>
                  <a:pt x="3316" y="21267"/>
                </a:cubicBezTo>
                <a:cubicBezTo>
                  <a:pt x="6542" y="24075"/>
                  <a:pt x="12754" y="27421"/>
                  <a:pt x="19445" y="29153"/>
                </a:cubicBezTo>
                <a:cubicBezTo>
                  <a:pt x="26136" y="30886"/>
                  <a:pt x="36471" y="32379"/>
                  <a:pt x="43460" y="31662"/>
                </a:cubicBezTo>
                <a:cubicBezTo>
                  <a:pt x="50450" y="30945"/>
                  <a:pt x="58037" y="28017"/>
                  <a:pt x="61382" y="24851"/>
                </a:cubicBezTo>
                <a:cubicBezTo>
                  <a:pt x="64727" y="21685"/>
                  <a:pt x="65026" y="16070"/>
                  <a:pt x="63532" y="12665"/>
                </a:cubicBezTo>
                <a:cubicBezTo>
                  <a:pt x="62039" y="9260"/>
                  <a:pt x="55946" y="6034"/>
                  <a:pt x="52421" y="4421"/>
                </a:cubicBezTo>
                <a:cubicBezTo>
                  <a:pt x="48897" y="2808"/>
                  <a:pt x="46806" y="3704"/>
                  <a:pt x="42385" y="2987"/>
                </a:cubicBezTo>
                <a:close/>
              </a:path>
            </a:pathLst>
          </a:custGeom>
          <a:solidFill>
            <a:srgbClr val="C7CAEA">
              <a:alpha val="52090"/>
            </a:srgbClr>
          </a:solidFill>
          <a:ln>
            <a:noFill/>
          </a:ln>
        </p:spPr>
      </p:sp>
      <p:sp>
        <p:nvSpPr>
          <p:cNvPr id="931" name="Google Shape;931;p36"/>
          <p:cNvSpPr txBox="1"/>
          <p:nvPr>
            <p:ph idx="2" type="title"/>
          </p:nvPr>
        </p:nvSpPr>
        <p:spPr>
          <a:xfrm>
            <a:off x="3797000" y="716709"/>
            <a:ext cx="31509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03</a:t>
            </a:r>
            <a:endParaRPr/>
          </a:p>
        </p:txBody>
      </p:sp>
      <p:sp>
        <p:nvSpPr>
          <p:cNvPr id="932" name="Google Shape;932;p36"/>
          <p:cNvSpPr txBox="1"/>
          <p:nvPr>
            <p:ph idx="1" type="subTitle"/>
          </p:nvPr>
        </p:nvSpPr>
        <p:spPr>
          <a:xfrm>
            <a:off x="2542850" y="3589375"/>
            <a:ext cx="5881500" cy="659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Algorithms and ML model used as well as project progression.</a:t>
            </a:r>
            <a:endParaRPr/>
          </a:p>
        </p:txBody>
      </p:sp>
      <p:sp>
        <p:nvSpPr>
          <p:cNvPr id="933" name="Google Shape;933;p36"/>
          <p:cNvSpPr txBox="1"/>
          <p:nvPr>
            <p:ph type="title"/>
          </p:nvPr>
        </p:nvSpPr>
        <p:spPr>
          <a:xfrm>
            <a:off x="2542850" y="1760053"/>
            <a:ext cx="5881500" cy="2018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Algorithms &amp; ML model</a:t>
            </a:r>
            <a:endParaRPr/>
          </a:p>
        </p:txBody>
      </p:sp>
      <p:grpSp>
        <p:nvGrpSpPr>
          <p:cNvPr id="934" name="Google Shape;934;p36"/>
          <p:cNvGrpSpPr/>
          <p:nvPr/>
        </p:nvGrpSpPr>
        <p:grpSpPr>
          <a:xfrm rot="-1593415">
            <a:off x="6306900" y="3559626"/>
            <a:ext cx="4794549" cy="3353795"/>
            <a:chOff x="5767094" y="3647662"/>
            <a:chExt cx="5077163" cy="3551484"/>
          </a:xfrm>
        </p:grpSpPr>
        <p:sp>
          <p:nvSpPr>
            <p:cNvPr id="935" name="Google Shape;935;p36"/>
            <p:cNvSpPr/>
            <p:nvPr/>
          </p:nvSpPr>
          <p:spPr>
            <a:xfrm flipH="1" rot="-949102">
              <a:off x="7746095" y="4236914"/>
              <a:ext cx="669140" cy="301521"/>
            </a:xfrm>
            <a:prstGeom prst="ellipse">
              <a:avLst/>
            </a:prstGeom>
            <a:solidFill>
              <a:srgbClr val="C7CAEA">
                <a:alpha val="520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6" name="Google Shape;936;p36"/>
            <p:cNvSpPr/>
            <p:nvPr/>
          </p:nvSpPr>
          <p:spPr>
            <a:xfrm flipH="1" rot="-949102">
              <a:off x="7646812" y="4194803"/>
              <a:ext cx="669140" cy="301521"/>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7" name="Google Shape;937;p36"/>
            <p:cNvSpPr/>
            <p:nvPr/>
          </p:nvSpPr>
          <p:spPr>
            <a:xfrm flipH="1" rot="-10413949">
              <a:off x="6011671" y="4037811"/>
              <a:ext cx="4684551" cy="2907998"/>
            </a:xfrm>
            <a:custGeom>
              <a:rect b="b" l="l" r="r" t="t"/>
              <a:pathLst>
                <a:path extrusionOk="0" h="140790" w="244167">
                  <a:moveTo>
                    <a:pt x="134823" y="24269"/>
                  </a:moveTo>
                  <a:cubicBezTo>
                    <a:pt x="122338" y="19609"/>
                    <a:pt x="100115" y="3779"/>
                    <a:pt x="85001" y="971"/>
                  </a:cubicBezTo>
                  <a:cubicBezTo>
                    <a:pt x="69887" y="-1837"/>
                    <a:pt x="56864" y="1927"/>
                    <a:pt x="44140" y="7423"/>
                  </a:cubicBezTo>
                  <a:cubicBezTo>
                    <a:pt x="31416" y="12919"/>
                    <a:pt x="15943" y="24927"/>
                    <a:pt x="8655" y="33947"/>
                  </a:cubicBezTo>
                  <a:cubicBezTo>
                    <a:pt x="1367" y="42968"/>
                    <a:pt x="-843" y="52167"/>
                    <a:pt x="411" y="61546"/>
                  </a:cubicBezTo>
                  <a:cubicBezTo>
                    <a:pt x="1666" y="70925"/>
                    <a:pt x="3936" y="83710"/>
                    <a:pt x="16182" y="90221"/>
                  </a:cubicBezTo>
                  <a:cubicBezTo>
                    <a:pt x="28429" y="96733"/>
                    <a:pt x="57641" y="99002"/>
                    <a:pt x="73890" y="100615"/>
                  </a:cubicBezTo>
                  <a:cubicBezTo>
                    <a:pt x="90139" y="102228"/>
                    <a:pt x="100712" y="94641"/>
                    <a:pt x="113675" y="99898"/>
                  </a:cubicBezTo>
                  <a:cubicBezTo>
                    <a:pt x="126638" y="105155"/>
                    <a:pt x="140498" y="125347"/>
                    <a:pt x="151669" y="132157"/>
                  </a:cubicBezTo>
                  <a:cubicBezTo>
                    <a:pt x="162840" y="138967"/>
                    <a:pt x="169591" y="140880"/>
                    <a:pt x="180702" y="140760"/>
                  </a:cubicBezTo>
                  <a:cubicBezTo>
                    <a:pt x="191814" y="140641"/>
                    <a:pt x="208242" y="137593"/>
                    <a:pt x="218338" y="131440"/>
                  </a:cubicBezTo>
                  <a:cubicBezTo>
                    <a:pt x="228434" y="125287"/>
                    <a:pt x="237275" y="113997"/>
                    <a:pt x="241277" y="103841"/>
                  </a:cubicBezTo>
                  <a:cubicBezTo>
                    <a:pt x="245280" y="93686"/>
                    <a:pt x="244563" y="80961"/>
                    <a:pt x="242353" y="70507"/>
                  </a:cubicBezTo>
                  <a:cubicBezTo>
                    <a:pt x="240143" y="60053"/>
                    <a:pt x="234407" y="48582"/>
                    <a:pt x="228015" y="41115"/>
                  </a:cubicBezTo>
                  <a:cubicBezTo>
                    <a:pt x="221623" y="33648"/>
                    <a:pt x="215350" y="27734"/>
                    <a:pt x="204000" y="25703"/>
                  </a:cubicBezTo>
                  <a:cubicBezTo>
                    <a:pt x="192650" y="23672"/>
                    <a:pt x="171443" y="29168"/>
                    <a:pt x="159913" y="28929"/>
                  </a:cubicBezTo>
                  <a:cubicBezTo>
                    <a:pt x="148384" y="28690"/>
                    <a:pt x="147308" y="28929"/>
                    <a:pt x="134823" y="24269"/>
                  </a:cubicBezTo>
                  <a:close/>
                </a:path>
              </a:pathLst>
            </a:custGeom>
            <a:solidFill>
              <a:srgbClr val="C7CAEA">
                <a:alpha val="52090"/>
              </a:srgbClr>
            </a:solidFill>
            <a:ln>
              <a:noFill/>
            </a:ln>
          </p:spPr>
        </p:sp>
        <p:sp>
          <p:nvSpPr>
            <p:cNvPr id="938" name="Google Shape;938;p36"/>
            <p:cNvSpPr/>
            <p:nvPr/>
          </p:nvSpPr>
          <p:spPr>
            <a:xfrm flipH="1" rot="-10413949">
              <a:off x="5915129" y="3901000"/>
              <a:ext cx="4684551" cy="2907998"/>
            </a:xfrm>
            <a:custGeom>
              <a:rect b="b" l="l" r="r" t="t"/>
              <a:pathLst>
                <a:path extrusionOk="0" h="140790" w="244167">
                  <a:moveTo>
                    <a:pt x="134823" y="24269"/>
                  </a:moveTo>
                  <a:cubicBezTo>
                    <a:pt x="122338" y="19609"/>
                    <a:pt x="100115" y="3779"/>
                    <a:pt x="85001" y="971"/>
                  </a:cubicBezTo>
                  <a:cubicBezTo>
                    <a:pt x="69887" y="-1837"/>
                    <a:pt x="56864" y="1927"/>
                    <a:pt x="44140" y="7423"/>
                  </a:cubicBezTo>
                  <a:cubicBezTo>
                    <a:pt x="31416" y="12919"/>
                    <a:pt x="15943" y="24927"/>
                    <a:pt x="8655" y="33947"/>
                  </a:cubicBezTo>
                  <a:cubicBezTo>
                    <a:pt x="1367" y="42968"/>
                    <a:pt x="-843" y="52167"/>
                    <a:pt x="411" y="61546"/>
                  </a:cubicBezTo>
                  <a:cubicBezTo>
                    <a:pt x="1666" y="70925"/>
                    <a:pt x="3936" y="83710"/>
                    <a:pt x="16182" y="90221"/>
                  </a:cubicBezTo>
                  <a:cubicBezTo>
                    <a:pt x="28429" y="96733"/>
                    <a:pt x="57641" y="99002"/>
                    <a:pt x="73890" y="100615"/>
                  </a:cubicBezTo>
                  <a:cubicBezTo>
                    <a:pt x="90139" y="102228"/>
                    <a:pt x="100712" y="94641"/>
                    <a:pt x="113675" y="99898"/>
                  </a:cubicBezTo>
                  <a:cubicBezTo>
                    <a:pt x="126638" y="105155"/>
                    <a:pt x="140498" y="125347"/>
                    <a:pt x="151669" y="132157"/>
                  </a:cubicBezTo>
                  <a:cubicBezTo>
                    <a:pt x="162840" y="138967"/>
                    <a:pt x="169591" y="140880"/>
                    <a:pt x="180702" y="140760"/>
                  </a:cubicBezTo>
                  <a:cubicBezTo>
                    <a:pt x="191814" y="140641"/>
                    <a:pt x="208242" y="137593"/>
                    <a:pt x="218338" y="131440"/>
                  </a:cubicBezTo>
                  <a:cubicBezTo>
                    <a:pt x="228434" y="125287"/>
                    <a:pt x="237275" y="113997"/>
                    <a:pt x="241277" y="103841"/>
                  </a:cubicBezTo>
                  <a:cubicBezTo>
                    <a:pt x="245280" y="93686"/>
                    <a:pt x="244563" y="80961"/>
                    <a:pt x="242353" y="70507"/>
                  </a:cubicBezTo>
                  <a:cubicBezTo>
                    <a:pt x="240143" y="60053"/>
                    <a:pt x="234407" y="48582"/>
                    <a:pt x="228015" y="41115"/>
                  </a:cubicBezTo>
                  <a:cubicBezTo>
                    <a:pt x="221623" y="33648"/>
                    <a:pt x="215350" y="27734"/>
                    <a:pt x="204000" y="25703"/>
                  </a:cubicBezTo>
                  <a:cubicBezTo>
                    <a:pt x="192650" y="23672"/>
                    <a:pt x="171443" y="29168"/>
                    <a:pt x="159913" y="28929"/>
                  </a:cubicBezTo>
                  <a:cubicBezTo>
                    <a:pt x="148384" y="28690"/>
                    <a:pt x="147308" y="28929"/>
                    <a:pt x="134823" y="24269"/>
                  </a:cubicBezTo>
                  <a:close/>
                </a:path>
              </a:pathLst>
            </a:custGeom>
            <a:noFill/>
            <a:ln cap="flat" cmpd="sng" w="9525">
              <a:solidFill>
                <a:schemeClr val="dk2"/>
              </a:solidFill>
              <a:prstDash val="solid"/>
              <a:round/>
              <a:headEnd len="med" w="med" type="none"/>
              <a:tailEnd len="med" w="med" type="none"/>
            </a:ln>
          </p:spPr>
        </p:sp>
      </p:grpSp>
      <p:grpSp>
        <p:nvGrpSpPr>
          <p:cNvPr id="939" name="Google Shape;939;p36"/>
          <p:cNvGrpSpPr/>
          <p:nvPr/>
        </p:nvGrpSpPr>
        <p:grpSpPr>
          <a:xfrm>
            <a:off x="-1415153" y="-2067352"/>
            <a:ext cx="4807566" cy="3362900"/>
            <a:chOff x="-1415194" y="-2067413"/>
            <a:chExt cx="5077163" cy="3551484"/>
          </a:xfrm>
        </p:grpSpPr>
        <p:sp>
          <p:nvSpPr>
            <p:cNvPr id="940" name="Google Shape;940;p36"/>
            <p:cNvSpPr/>
            <p:nvPr/>
          </p:nvSpPr>
          <p:spPr>
            <a:xfrm flipH="1" rot="386051">
              <a:off x="-1267159" y="-1814075"/>
              <a:ext cx="4684551" cy="2907998"/>
            </a:xfrm>
            <a:custGeom>
              <a:rect b="b" l="l" r="r" t="t"/>
              <a:pathLst>
                <a:path extrusionOk="0" h="140790" w="244167">
                  <a:moveTo>
                    <a:pt x="134823" y="24269"/>
                  </a:moveTo>
                  <a:cubicBezTo>
                    <a:pt x="122338" y="19609"/>
                    <a:pt x="100115" y="3779"/>
                    <a:pt x="85001" y="971"/>
                  </a:cubicBezTo>
                  <a:cubicBezTo>
                    <a:pt x="69887" y="-1837"/>
                    <a:pt x="56864" y="1927"/>
                    <a:pt x="44140" y="7423"/>
                  </a:cubicBezTo>
                  <a:cubicBezTo>
                    <a:pt x="31416" y="12919"/>
                    <a:pt x="15943" y="24927"/>
                    <a:pt x="8655" y="33947"/>
                  </a:cubicBezTo>
                  <a:cubicBezTo>
                    <a:pt x="1367" y="42968"/>
                    <a:pt x="-843" y="52167"/>
                    <a:pt x="411" y="61546"/>
                  </a:cubicBezTo>
                  <a:cubicBezTo>
                    <a:pt x="1666" y="70925"/>
                    <a:pt x="3936" y="83710"/>
                    <a:pt x="16182" y="90221"/>
                  </a:cubicBezTo>
                  <a:cubicBezTo>
                    <a:pt x="28429" y="96733"/>
                    <a:pt x="57641" y="99002"/>
                    <a:pt x="73890" y="100615"/>
                  </a:cubicBezTo>
                  <a:cubicBezTo>
                    <a:pt x="90139" y="102228"/>
                    <a:pt x="100712" y="94641"/>
                    <a:pt x="113675" y="99898"/>
                  </a:cubicBezTo>
                  <a:cubicBezTo>
                    <a:pt x="126638" y="105155"/>
                    <a:pt x="140498" y="125347"/>
                    <a:pt x="151669" y="132157"/>
                  </a:cubicBezTo>
                  <a:cubicBezTo>
                    <a:pt x="162840" y="138967"/>
                    <a:pt x="169591" y="140880"/>
                    <a:pt x="180702" y="140760"/>
                  </a:cubicBezTo>
                  <a:cubicBezTo>
                    <a:pt x="191814" y="140641"/>
                    <a:pt x="208242" y="137593"/>
                    <a:pt x="218338" y="131440"/>
                  </a:cubicBezTo>
                  <a:cubicBezTo>
                    <a:pt x="228434" y="125287"/>
                    <a:pt x="237275" y="113997"/>
                    <a:pt x="241277" y="103841"/>
                  </a:cubicBezTo>
                  <a:cubicBezTo>
                    <a:pt x="245280" y="93686"/>
                    <a:pt x="244563" y="80961"/>
                    <a:pt x="242353" y="70507"/>
                  </a:cubicBezTo>
                  <a:cubicBezTo>
                    <a:pt x="240143" y="60053"/>
                    <a:pt x="234407" y="48582"/>
                    <a:pt x="228015" y="41115"/>
                  </a:cubicBezTo>
                  <a:cubicBezTo>
                    <a:pt x="221623" y="33648"/>
                    <a:pt x="215350" y="27734"/>
                    <a:pt x="204000" y="25703"/>
                  </a:cubicBezTo>
                  <a:cubicBezTo>
                    <a:pt x="192650" y="23672"/>
                    <a:pt x="171443" y="29168"/>
                    <a:pt x="159913" y="28929"/>
                  </a:cubicBezTo>
                  <a:cubicBezTo>
                    <a:pt x="148384" y="28690"/>
                    <a:pt x="147308" y="28929"/>
                    <a:pt x="134823" y="24269"/>
                  </a:cubicBezTo>
                  <a:close/>
                </a:path>
              </a:pathLst>
            </a:custGeom>
            <a:solidFill>
              <a:srgbClr val="C7CAEA">
                <a:alpha val="52090"/>
              </a:srgbClr>
            </a:solidFill>
            <a:ln>
              <a:noFill/>
            </a:ln>
          </p:spPr>
        </p:sp>
        <p:sp>
          <p:nvSpPr>
            <p:cNvPr id="941" name="Google Shape;941;p36"/>
            <p:cNvSpPr/>
            <p:nvPr/>
          </p:nvSpPr>
          <p:spPr>
            <a:xfrm flipH="1" rot="386051">
              <a:off x="-1170616" y="-1677264"/>
              <a:ext cx="4684551" cy="2907998"/>
            </a:xfrm>
            <a:custGeom>
              <a:rect b="b" l="l" r="r" t="t"/>
              <a:pathLst>
                <a:path extrusionOk="0" h="140790" w="244167">
                  <a:moveTo>
                    <a:pt x="134823" y="24269"/>
                  </a:moveTo>
                  <a:cubicBezTo>
                    <a:pt x="122338" y="19609"/>
                    <a:pt x="100115" y="3779"/>
                    <a:pt x="85001" y="971"/>
                  </a:cubicBezTo>
                  <a:cubicBezTo>
                    <a:pt x="69887" y="-1837"/>
                    <a:pt x="56864" y="1927"/>
                    <a:pt x="44140" y="7423"/>
                  </a:cubicBezTo>
                  <a:cubicBezTo>
                    <a:pt x="31416" y="12919"/>
                    <a:pt x="15943" y="24927"/>
                    <a:pt x="8655" y="33947"/>
                  </a:cubicBezTo>
                  <a:cubicBezTo>
                    <a:pt x="1367" y="42968"/>
                    <a:pt x="-843" y="52167"/>
                    <a:pt x="411" y="61546"/>
                  </a:cubicBezTo>
                  <a:cubicBezTo>
                    <a:pt x="1666" y="70925"/>
                    <a:pt x="3936" y="83710"/>
                    <a:pt x="16182" y="90221"/>
                  </a:cubicBezTo>
                  <a:cubicBezTo>
                    <a:pt x="28429" y="96733"/>
                    <a:pt x="57641" y="99002"/>
                    <a:pt x="73890" y="100615"/>
                  </a:cubicBezTo>
                  <a:cubicBezTo>
                    <a:pt x="90139" y="102228"/>
                    <a:pt x="100712" y="94641"/>
                    <a:pt x="113675" y="99898"/>
                  </a:cubicBezTo>
                  <a:cubicBezTo>
                    <a:pt x="126638" y="105155"/>
                    <a:pt x="140498" y="125347"/>
                    <a:pt x="151669" y="132157"/>
                  </a:cubicBezTo>
                  <a:cubicBezTo>
                    <a:pt x="162840" y="138967"/>
                    <a:pt x="169591" y="140880"/>
                    <a:pt x="180702" y="140760"/>
                  </a:cubicBezTo>
                  <a:cubicBezTo>
                    <a:pt x="191814" y="140641"/>
                    <a:pt x="208242" y="137593"/>
                    <a:pt x="218338" y="131440"/>
                  </a:cubicBezTo>
                  <a:cubicBezTo>
                    <a:pt x="228434" y="125287"/>
                    <a:pt x="237275" y="113997"/>
                    <a:pt x="241277" y="103841"/>
                  </a:cubicBezTo>
                  <a:cubicBezTo>
                    <a:pt x="245280" y="93686"/>
                    <a:pt x="244563" y="80961"/>
                    <a:pt x="242353" y="70507"/>
                  </a:cubicBezTo>
                  <a:cubicBezTo>
                    <a:pt x="240143" y="60053"/>
                    <a:pt x="234407" y="48582"/>
                    <a:pt x="228015" y="41115"/>
                  </a:cubicBezTo>
                  <a:cubicBezTo>
                    <a:pt x="221623" y="33648"/>
                    <a:pt x="215350" y="27734"/>
                    <a:pt x="204000" y="25703"/>
                  </a:cubicBezTo>
                  <a:cubicBezTo>
                    <a:pt x="192650" y="23672"/>
                    <a:pt x="171443" y="29168"/>
                    <a:pt x="159913" y="28929"/>
                  </a:cubicBezTo>
                  <a:cubicBezTo>
                    <a:pt x="148384" y="28690"/>
                    <a:pt x="147308" y="28929"/>
                    <a:pt x="134823" y="24269"/>
                  </a:cubicBezTo>
                  <a:close/>
                </a:path>
              </a:pathLst>
            </a:custGeom>
            <a:noFill/>
            <a:ln cap="flat" cmpd="sng" w="9525">
              <a:solidFill>
                <a:schemeClr val="dk2"/>
              </a:solidFill>
              <a:prstDash val="solid"/>
              <a:round/>
              <a:headEnd len="med" w="med" type="none"/>
              <a:tailEnd len="med" w="med" type="none"/>
            </a:ln>
          </p:spPr>
        </p:sp>
      </p:grpSp>
      <p:sp>
        <p:nvSpPr>
          <p:cNvPr id="942" name="Google Shape;942;p36"/>
          <p:cNvSpPr/>
          <p:nvPr/>
        </p:nvSpPr>
        <p:spPr>
          <a:xfrm rot="124">
            <a:off x="2647225" y="4501876"/>
            <a:ext cx="244333" cy="213252"/>
          </a:xfrm>
          <a:custGeom>
            <a:rect b="b" l="l" r="r" t="t"/>
            <a:pathLst>
              <a:path extrusionOk="0" h="3078" w="3527">
                <a:moveTo>
                  <a:pt x="1764" y="380"/>
                </a:moveTo>
                <a:lnTo>
                  <a:pt x="3174" y="2823"/>
                </a:lnTo>
                <a:lnTo>
                  <a:pt x="352" y="2823"/>
                </a:lnTo>
                <a:lnTo>
                  <a:pt x="1764" y="380"/>
                </a:lnTo>
                <a:close/>
                <a:moveTo>
                  <a:pt x="1764" y="1"/>
                </a:moveTo>
                <a:cubicBezTo>
                  <a:pt x="1719" y="1"/>
                  <a:pt x="1677" y="25"/>
                  <a:pt x="1652" y="63"/>
                </a:cubicBezTo>
                <a:lnTo>
                  <a:pt x="22" y="2886"/>
                </a:lnTo>
                <a:cubicBezTo>
                  <a:pt x="1" y="2928"/>
                  <a:pt x="1" y="2976"/>
                  <a:pt x="22" y="3015"/>
                </a:cubicBezTo>
                <a:cubicBezTo>
                  <a:pt x="46" y="3053"/>
                  <a:pt x="88" y="3077"/>
                  <a:pt x="133" y="3077"/>
                </a:cubicBezTo>
                <a:lnTo>
                  <a:pt x="3394" y="3077"/>
                </a:lnTo>
                <a:cubicBezTo>
                  <a:pt x="3440" y="3077"/>
                  <a:pt x="3481" y="3053"/>
                  <a:pt x="3506" y="3015"/>
                </a:cubicBezTo>
                <a:cubicBezTo>
                  <a:pt x="3526" y="2976"/>
                  <a:pt x="3526" y="2928"/>
                  <a:pt x="3506" y="2886"/>
                </a:cubicBezTo>
                <a:lnTo>
                  <a:pt x="1875" y="63"/>
                </a:lnTo>
                <a:cubicBezTo>
                  <a:pt x="1851" y="25"/>
                  <a:pt x="1809" y="1"/>
                  <a:pt x="176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3" name="Google Shape;943;p36"/>
          <p:cNvSpPr/>
          <p:nvPr/>
        </p:nvSpPr>
        <p:spPr>
          <a:xfrm>
            <a:off x="8674773" y="2540824"/>
            <a:ext cx="363704" cy="317403"/>
          </a:xfrm>
          <a:custGeom>
            <a:rect b="b" l="l" r="r" t="t"/>
            <a:pathLst>
              <a:path extrusionOk="0" h="3078" w="3527">
                <a:moveTo>
                  <a:pt x="1764" y="380"/>
                </a:moveTo>
                <a:lnTo>
                  <a:pt x="3174" y="2823"/>
                </a:lnTo>
                <a:lnTo>
                  <a:pt x="352" y="2823"/>
                </a:lnTo>
                <a:lnTo>
                  <a:pt x="1764" y="380"/>
                </a:lnTo>
                <a:close/>
                <a:moveTo>
                  <a:pt x="1764" y="1"/>
                </a:moveTo>
                <a:cubicBezTo>
                  <a:pt x="1719" y="1"/>
                  <a:pt x="1677" y="25"/>
                  <a:pt x="1652" y="63"/>
                </a:cubicBezTo>
                <a:lnTo>
                  <a:pt x="22" y="2886"/>
                </a:lnTo>
                <a:cubicBezTo>
                  <a:pt x="1" y="2928"/>
                  <a:pt x="1" y="2976"/>
                  <a:pt x="22" y="3015"/>
                </a:cubicBezTo>
                <a:cubicBezTo>
                  <a:pt x="46" y="3053"/>
                  <a:pt x="88" y="3077"/>
                  <a:pt x="133" y="3077"/>
                </a:cubicBezTo>
                <a:lnTo>
                  <a:pt x="3394" y="3077"/>
                </a:lnTo>
                <a:cubicBezTo>
                  <a:pt x="3440" y="3077"/>
                  <a:pt x="3481" y="3053"/>
                  <a:pt x="3506" y="3015"/>
                </a:cubicBezTo>
                <a:cubicBezTo>
                  <a:pt x="3526" y="2976"/>
                  <a:pt x="3526" y="2928"/>
                  <a:pt x="3506" y="2886"/>
                </a:cubicBezTo>
                <a:lnTo>
                  <a:pt x="1875" y="63"/>
                </a:lnTo>
                <a:cubicBezTo>
                  <a:pt x="1851" y="25"/>
                  <a:pt x="1809" y="1"/>
                  <a:pt x="17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4" name="Google Shape;944;p36"/>
          <p:cNvSpPr/>
          <p:nvPr/>
        </p:nvSpPr>
        <p:spPr>
          <a:xfrm flipH="1" rot="-4825201">
            <a:off x="8492457" y="713009"/>
            <a:ext cx="1488965" cy="671094"/>
          </a:xfrm>
          <a:prstGeom prst="ellipse">
            <a:avLst/>
          </a:prstGeom>
          <a:solidFill>
            <a:srgbClr val="C7CAEA">
              <a:alpha val="520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5" name="Google Shape;945;p36"/>
          <p:cNvSpPr/>
          <p:nvPr/>
        </p:nvSpPr>
        <p:spPr>
          <a:xfrm flipH="1" rot="-4825201">
            <a:off x="8385104" y="764397"/>
            <a:ext cx="1488965" cy="671094"/>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46" name="Google Shape;946;p36"/>
          <p:cNvGrpSpPr/>
          <p:nvPr/>
        </p:nvGrpSpPr>
        <p:grpSpPr>
          <a:xfrm rot="4387107">
            <a:off x="8892504" y="2301932"/>
            <a:ext cx="416692" cy="539630"/>
            <a:chOff x="5402225" y="3028900"/>
            <a:chExt cx="135050" cy="174900"/>
          </a:xfrm>
        </p:grpSpPr>
        <p:sp>
          <p:nvSpPr>
            <p:cNvPr id="947" name="Google Shape;947;p36"/>
            <p:cNvSpPr/>
            <p:nvPr/>
          </p:nvSpPr>
          <p:spPr>
            <a:xfrm>
              <a:off x="5424000" y="3043600"/>
              <a:ext cx="91400" cy="5775"/>
            </a:xfrm>
            <a:custGeom>
              <a:rect b="b" l="l" r="r" t="t"/>
              <a:pathLst>
                <a:path extrusionOk="0" h="231" w="3656">
                  <a:moveTo>
                    <a:pt x="119" y="0"/>
                  </a:moveTo>
                  <a:cubicBezTo>
                    <a:pt x="52" y="0"/>
                    <a:pt x="0" y="49"/>
                    <a:pt x="0" y="115"/>
                  </a:cubicBezTo>
                  <a:cubicBezTo>
                    <a:pt x="0" y="178"/>
                    <a:pt x="52" y="230"/>
                    <a:pt x="119" y="230"/>
                  </a:cubicBezTo>
                  <a:lnTo>
                    <a:pt x="3540" y="230"/>
                  </a:lnTo>
                  <a:cubicBezTo>
                    <a:pt x="3603" y="230"/>
                    <a:pt x="3656" y="178"/>
                    <a:pt x="3656" y="115"/>
                  </a:cubicBezTo>
                  <a:cubicBezTo>
                    <a:pt x="3656" y="49"/>
                    <a:pt x="3603" y="0"/>
                    <a:pt x="35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8" name="Google Shape;948;p36"/>
            <p:cNvSpPr/>
            <p:nvPr/>
          </p:nvSpPr>
          <p:spPr>
            <a:xfrm>
              <a:off x="5424000" y="3067900"/>
              <a:ext cx="91400" cy="5775"/>
            </a:xfrm>
            <a:custGeom>
              <a:rect b="b" l="l" r="r" t="t"/>
              <a:pathLst>
                <a:path extrusionOk="0" h="231" w="3656">
                  <a:moveTo>
                    <a:pt x="119" y="0"/>
                  </a:moveTo>
                  <a:cubicBezTo>
                    <a:pt x="52" y="0"/>
                    <a:pt x="0" y="53"/>
                    <a:pt x="0" y="116"/>
                  </a:cubicBezTo>
                  <a:cubicBezTo>
                    <a:pt x="0" y="182"/>
                    <a:pt x="52" y="230"/>
                    <a:pt x="119" y="230"/>
                  </a:cubicBezTo>
                  <a:lnTo>
                    <a:pt x="3540" y="230"/>
                  </a:lnTo>
                  <a:cubicBezTo>
                    <a:pt x="3603" y="230"/>
                    <a:pt x="3656" y="182"/>
                    <a:pt x="3656" y="116"/>
                  </a:cubicBezTo>
                  <a:cubicBezTo>
                    <a:pt x="3656" y="53"/>
                    <a:pt x="3603" y="0"/>
                    <a:pt x="35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9" name="Google Shape;949;p36"/>
            <p:cNvSpPr/>
            <p:nvPr/>
          </p:nvSpPr>
          <p:spPr>
            <a:xfrm>
              <a:off x="5424000" y="3092200"/>
              <a:ext cx="91400" cy="5875"/>
            </a:xfrm>
            <a:custGeom>
              <a:rect b="b" l="l" r="r" t="t"/>
              <a:pathLst>
                <a:path extrusionOk="0" h="235" w="3656">
                  <a:moveTo>
                    <a:pt x="119" y="1"/>
                  </a:moveTo>
                  <a:cubicBezTo>
                    <a:pt x="52" y="1"/>
                    <a:pt x="0" y="53"/>
                    <a:pt x="0" y="119"/>
                  </a:cubicBezTo>
                  <a:cubicBezTo>
                    <a:pt x="0" y="181"/>
                    <a:pt x="52" y="234"/>
                    <a:pt x="119" y="234"/>
                  </a:cubicBezTo>
                  <a:lnTo>
                    <a:pt x="3540" y="234"/>
                  </a:lnTo>
                  <a:cubicBezTo>
                    <a:pt x="3603" y="234"/>
                    <a:pt x="3656" y="181"/>
                    <a:pt x="3656" y="119"/>
                  </a:cubicBezTo>
                  <a:cubicBezTo>
                    <a:pt x="3656" y="53"/>
                    <a:pt x="3603" y="1"/>
                    <a:pt x="35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0" name="Google Shape;950;p36"/>
            <p:cNvSpPr/>
            <p:nvPr/>
          </p:nvSpPr>
          <p:spPr>
            <a:xfrm>
              <a:off x="5424000" y="3140900"/>
              <a:ext cx="91400" cy="5850"/>
            </a:xfrm>
            <a:custGeom>
              <a:rect b="b" l="l" r="r" t="t"/>
              <a:pathLst>
                <a:path extrusionOk="0" h="234" w="3656">
                  <a:moveTo>
                    <a:pt x="119" y="0"/>
                  </a:moveTo>
                  <a:cubicBezTo>
                    <a:pt x="52" y="0"/>
                    <a:pt x="0" y="52"/>
                    <a:pt x="0" y="115"/>
                  </a:cubicBezTo>
                  <a:cubicBezTo>
                    <a:pt x="0" y="182"/>
                    <a:pt x="52" y="234"/>
                    <a:pt x="119" y="234"/>
                  </a:cubicBezTo>
                  <a:lnTo>
                    <a:pt x="3540" y="234"/>
                  </a:lnTo>
                  <a:cubicBezTo>
                    <a:pt x="3603" y="234"/>
                    <a:pt x="3656" y="182"/>
                    <a:pt x="3656" y="115"/>
                  </a:cubicBezTo>
                  <a:cubicBezTo>
                    <a:pt x="3656" y="52"/>
                    <a:pt x="3603" y="0"/>
                    <a:pt x="35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1" name="Google Shape;951;p36"/>
            <p:cNvSpPr/>
            <p:nvPr/>
          </p:nvSpPr>
          <p:spPr>
            <a:xfrm>
              <a:off x="5424000" y="3165300"/>
              <a:ext cx="91400" cy="5775"/>
            </a:xfrm>
            <a:custGeom>
              <a:rect b="b" l="l" r="r" t="t"/>
              <a:pathLst>
                <a:path extrusionOk="0" h="231" w="3656">
                  <a:moveTo>
                    <a:pt x="119" y="0"/>
                  </a:moveTo>
                  <a:cubicBezTo>
                    <a:pt x="52" y="0"/>
                    <a:pt x="0" y="52"/>
                    <a:pt x="0" y="115"/>
                  </a:cubicBezTo>
                  <a:cubicBezTo>
                    <a:pt x="0" y="178"/>
                    <a:pt x="52" y="230"/>
                    <a:pt x="119" y="230"/>
                  </a:cubicBezTo>
                  <a:lnTo>
                    <a:pt x="3540" y="230"/>
                  </a:lnTo>
                  <a:cubicBezTo>
                    <a:pt x="3603" y="230"/>
                    <a:pt x="3656" y="178"/>
                    <a:pt x="3656" y="115"/>
                  </a:cubicBezTo>
                  <a:cubicBezTo>
                    <a:pt x="3656" y="52"/>
                    <a:pt x="3603" y="0"/>
                    <a:pt x="35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2" name="Google Shape;952;p36"/>
            <p:cNvSpPr/>
            <p:nvPr/>
          </p:nvSpPr>
          <p:spPr>
            <a:xfrm>
              <a:off x="5424000" y="3189575"/>
              <a:ext cx="91400" cy="5775"/>
            </a:xfrm>
            <a:custGeom>
              <a:rect b="b" l="l" r="r" t="t"/>
              <a:pathLst>
                <a:path extrusionOk="0" h="231" w="3656">
                  <a:moveTo>
                    <a:pt x="119" y="1"/>
                  </a:moveTo>
                  <a:cubicBezTo>
                    <a:pt x="52" y="1"/>
                    <a:pt x="0" y="54"/>
                    <a:pt x="0" y="116"/>
                  </a:cubicBezTo>
                  <a:cubicBezTo>
                    <a:pt x="0" y="182"/>
                    <a:pt x="52" y="231"/>
                    <a:pt x="119" y="231"/>
                  </a:cubicBezTo>
                  <a:lnTo>
                    <a:pt x="3540" y="231"/>
                  </a:lnTo>
                  <a:cubicBezTo>
                    <a:pt x="3603" y="231"/>
                    <a:pt x="3656" y="182"/>
                    <a:pt x="3656" y="116"/>
                  </a:cubicBezTo>
                  <a:cubicBezTo>
                    <a:pt x="3656" y="54"/>
                    <a:pt x="3603" y="1"/>
                    <a:pt x="35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3" name="Google Shape;953;p36"/>
            <p:cNvSpPr/>
            <p:nvPr/>
          </p:nvSpPr>
          <p:spPr>
            <a:xfrm>
              <a:off x="5402225" y="3028900"/>
              <a:ext cx="42175" cy="80300"/>
            </a:xfrm>
            <a:custGeom>
              <a:rect b="b" l="l" r="r" t="t"/>
              <a:pathLst>
                <a:path extrusionOk="0" h="3212" w="1687">
                  <a:moveTo>
                    <a:pt x="508" y="0"/>
                  </a:moveTo>
                  <a:cubicBezTo>
                    <a:pt x="385" y="0"/>
                    <a:pt x="277" y="89"/>
                    <a:pt x="258" y="212"/>
                  </a:cubicBezTo>
                  <a:cubicBezTo>
                    <a:pt x="248" y="281"/>
                    <a:pt x="0" y="1919"/>
                    <a:pt x="857" y="2922"/>
                  </a:cubicBezTo>
                  <a:cubicBezTo>
                    <a:pt x="948" y="3031"/>
                    <a:pt x="1053" y="3128"/>
                    <a:pt x="1161" y="3212"/>
                  </a:cubicBezTo>
                  <a:cubicBezTo>
                    <a:pt x="1293" y="3128"/>
                    <a:pt x="1471" y="3034"/>
                    <a:pt x="1687" y="2954"/>
                  </a:cubicBezTo>
                  <a:cubicBezTo>
                    <a:pt x="1513" y="2864"/>
                    <a:pt x="1366" y="2745"/>
                    <a:pt x="1241" y="2599"/>
                  </a:cubicBezTo>
                  <a:cubicBezTo>
                    <a:pt x="805" y="2090"/>
                    <a:pt x="722" y="1338"/>
                    <a:pt x="722" y="832"/>
                  </a:cubicBezTo>
                  <a:cubicBezTo>
                    <a:pt x="722" y="518"/>
                    <a:pt x="753" y="296"/>
                    <a:pt x="753" y="292"/>
                  </a:cubicBezTo>
                  <a:cubicBezTo>
                    <a:pt x="777" y="156"/>
                    <a:pt x="683" y="27"/>
                    <a:pt x="547" y="3"/>
                  </a:cubicBezTo>
                  <a:cubicBezTo>
                    <a:pt x="534" y="1"/>
                    <a:pt x="521" y="0"/>
                    <a:pt x="50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4" name="Google Shape;954;p36"/>
            <p:cNvSpPr/>
            <p:nvPr/>
          </p:nvSpPr>
          <p:spPr>
            <a:xfrm>
              <a:off x="5494550" y="3121025"/>
              <a:ext cx="42100" cy="82775"/>
            </a:xfrm>
            <a:custGeom>
              <a:rect b="b" l="l" r="r" t="t"/>
              <a:pathLst>
                <a:path extrusionOk="0" h="3311" w="1684">
                  <a:moveTo>
                    <a:pt x="541" y="1"/>
                  </a:moveTo>
                  <a:cubicBezTo>
                    <a:pt x="363" y="102"/>
                    <a:pt x="178" y="175"/>
                    <a:pt x="1" y="231"/>
                  </a:cubicBezTo>
                  <a:cubicBezTo>
                    <a:pt x="147" y="314"/>
                    <a:pt x="276" y="422"/>
                    <a:pt x="387" y="551"/>
                  </a:cubicBezTo>
                  <a:cubicBezTo>
                    <a:pt x="1157" y="1423"/>
                    <a:pt x="966" y="3015"/>
                    <a:pt x="966" y="3029"/>
                  </a:cubicBezTo>
                  <a:cubicBezTo>
                    <a:pt x="948" y="3168"/>
                    <a:pt x="1046" y="3293"/>
                    <a:pt x="1182" y="3311"/>
                  </a:cubicBezTo>
                  <a:lnTo>
                    <a:pt x="1213" y="3311"/>
                  </a:lnTo>
                  <a:cubicBezTo>
                    <a:pt x="1339" y="3311"/>
                    <a:pt x="1447" y="3220"/>
                    <a:pt x="1464" y="3092"/>
                  </a:cubicBezTo>
                  <a:cubicBezTo>
                    <a:pt x="1471" y="3018"/>
                    <a:pt x="1683" y="1262"/>
                    <a:pt x="768" y="220"/>
                  </a:cubicBezTo>
                  <a:cubicBezTo>
                    <a:pt x="694" y="141"/>
                    <a:pt x="621" y="67"/>
                    <a:pt x="5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5" name="Google Shape;955;p36"/>
            <p:cNvSpPr/>
            <p:nvPr/>
          </p:nvSpPr>
          <p:spPr>
            <a:xfrm>
              <a:off x="5402825" y="3028900"/>
              <a:ext cx="134450" cy="174900"/>
            </a:xfrm>
            <a:custGeom>
              <a:rect b="b" l="l" r="r" t="t"/>
              <a:pathLst>
                <a:path extrusionOk="0" h="6996" w="5378">
                  <a:moveTo>
                    <a:pt x="4868" y="0"/>
                  </a:moveTo>
                  <a:cubicBezTo>
                    <a:pt x="4855" y="0"/>
                    <a:pt x="4842" y="1"/>
                    <a:pt x="4830" y="3"/>
                  </a:cubicBezTo>
                  <a:cubicBezTo>
                    <a:pt x="4694" y="27"/>
                    <a:pt x="4600" y="156"/>
                    <a:pt x="4621" y="292"/>
                  </a:cubicBezTo>
                  <a:cubicBezTo>
                    <a:pt x="4625" y="306"/>
                    <a:pt x="4847" y="1766"/>
                    <a:pt x="4136" y="2595"/>
                  </a:cubicBezTo>
                  <a:cubicBezTo>
                    <a:pt x="3816" y="2975"/>
                    <a:pt x="3335" y="3167"/>
                    <a:pt x="2708" y="3167"/>
                  </a:cubicBezTo>
                  <a:cubicBezTo>
                    <a:pt x="1952" y="3167"/>
                    <a:pt x="1349" y="3414"/>
                    <a:pt x="917" y="3905"/>
                  </a:cubicBezTo>
                  <a:cubicBezTo>
                    <a:pt x="0" y="4947"/>
                    <a:pt x="209" y="6703"/>
                    <a:pt x="220" y="6777"/>
                  </a:cubicBezTo>
                  <a:cubicBezTo>
                    <a:pt x="238" y="6905"/>
                    <a:pt x="346" y="6996"/>
                    <a:pt x="468" y="6996"/>
                  </a:cubicBezTo>
                  <a:lnTo>
                    <a:pt x="502" y="6996"/>
                  </a:lnTo>
                  <a:cubicBezTo>
                    <a:pt x="638" y="6978"/>
                    <a:pt x="736" y="6853"/>
                    <a:pt x="719" y="6714"/>
                  </a:cubicBezTo>
                  <a:cubicBezTo>
                    <a:pt x="715" y="6700"/>
                    <a:pt x="527" y="5108"/>
                    <a:pt x="1293" y="4236"/>
                  </a:cubicBezTo>
                  <a:cubicBezTo>
                    <a:pt x="1628" y="3860"/>
                    <a:pt x="2102" y="3668"/>
                    <a:pt x="2708" y="3668"/>
                  </a:cubicBezTo>
                  <a:cubicBezTo>
                    <a:pt x="3488" y="3668"/>
                    <a:pt x="4095" y="3417"/>
                    <a:pt x="4520" y="2922"/>
                  </a:cubicBezTo>
                  <a:cubicBezTo>
                    <a:pt x="5377" y="1919"/>
                    <a:pt x="5130" y="281"/>
                    <a:pt x="5119" y="212"/>
                  </a:cubicBezTo>
                  <a:cubicBezTo>
                    <a:pt x="5097" y="89"/>
                    <a:pt x="4989" y="0"/>
                    <a:pt x="486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6" name="Google Shape;956;p36"/>
          <p:cNvSpPr/>
          <p:nvPr/>
        </p:nvSpPr>
        <p:spPr>
          <a:xfrm rot="-1197667">
            <a:off x="86924" y="3325705"/>
            <a:ext cx="469232" cy="409497"/>
          </a:xfrm>
          <a:custGeom>
            <a:rect b="b" l="l" r="r" t="t"/>
            <a:pathLst>
              <a:path extrusionOk="0" h="3078" w="3527">
                <a:moveTo>
                  <a:pt x="1764" y="380"/>
                </a:moveTo>
                <a:lnTo>
                  <a:pt x="3174" y="2823"/>
                </a:lnTo>
                <a:lnTo>
                  <a:pt x="352" y="2823"/>
                </a:lnTo>
                <a:lnTo>
                  <a:pt x="1764" y="380"/>
                </a:lnTo>
                <a:close/>
                <a:moveTo>
                  <a:pt x="1764" y="1"/>
                </a:moveTo>
                <a:cubicBezTo>
                  <a:pt x="1719" y="1"/>
                  <a:pt x="1677" y="25"/>
                  <a:pt x="1652" y="63"/>
                </a:cubicBezTo>
                <a:lnTo>
                  <a:pt x="22" y="2886"/>
                </a:lnTo>
                <a:cubicBezTo>
                  <a:pt x="1" y="2928"/>
                  <a:pt x="1" y="2976"/>
                  <a:pt x="22" y="3015"/>
                </a:cubicBezTo>
                <a:cubicBezTo>
                  <a:pt x="46" y="3053"/>
                  <a:pt x="88" y="3077"/>
                  <a:pt x="133" y="3077"/>
                </a:cubicBezTo>
                <a:lnTo>
                  <a:pt x="3394" y="3077"/>
                </a:lnTo>
                <a:cubicBezTo>
                  <a:pt x="3440" y="3077"/>
                  <a:pt x="3481" y="3053"/>
                  <a:pt x="3506" y="3015"/>
                </a:cubicBezTo>
                <a:cubicBezTo>
                  <a:pt x="3526" y="2976"/>
                  <a:pt x="3526" y="2928"/>
                  <a:pt x="3506" y="2886"/>
                </a:cubicBezTo>
                <a:lnTo>
                  <a:pt x="1875" y="63"/>
                </a:lnTo>
                <a:cubicBezTo>
                  <a:pt x="1851" y="25"/>
                  <a:pt x="1809" y="1"/>
                  <a:pt x="176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57" name="Google Shape;957;p36"/>
          <p:cNvGrpSpPr/>
          <p:nvPr/>
        </p:nvGrpSpPr>
        <p:grpSpPr>
          <a:xfrm>
            <a:off x="542543" y="1439899"/>
            <a:ext cx="1509508" cy="3691875"/>
            <a:chOff x="2192453" y="3383633"/>
            <a:chExt cx="1509508" cy="3691875"/>
          </a:xfrm>
        </p:grpSpPr>
        <p:sp>
          <p:nvSpPr>
            <p:cNvPr id="958" name="Google Shape;958;p36"/>
            <p:cNvSpPr/>
            <p:nvPr/>
          </p:nvSpPr>
          <p:spPr>
            <a:xfrm>
              <a:off x="3381302" y="4448663"/>
              <a:ext cx="45609" cy="137497"/>
            </a:xfrm>
            <a:custGeom>
              <a:rect b="b" l="l" r="r" t="t"/>
              <a:pathLst>
                <a:path extrusionOk="0" h="2463" w="817">
                  <a:moveTo>
                    <a:pt x="287" y="0"/>
                  </a:moveTo>
                  <a:cubicBezTo>
                    <a:pt x="262" y="0"/>
                    <a:pt x="237" y="14"/>
                    <a:pt x="227" y="46"/>
                  </a:cubicBezTo>
                  <a:cubicBezTo>
                    <a:pt x="1" y="864"/>
                    <a:pt x="161" y="1753"/>
                    <a:pt x="674" y="2437"/>
                  </a:cubicBezTo>
                  <a:cubicBezTo>
                    <a:pt x="687" y="2455"/>
                    <a:pt x="706" y="2463"/>
                    <a:pt x="725" y="2463"/>
                  </a:cubicBezTo>
                  <a:cubicBezTo>
                    <a:pt x="771" y="2463"/>
                    <a:pt x="816" y="2418"/>
                    <a:pt x="782" y="2374"/>
                  </a:cubicBezTo>
                  <a:cubicBezTo>
                    <a:pt x="290" y="1715"/>
                    <a:pt x="130" y="869"/>
                    <a:pt x="350" y="78"/>
                  </a:cubicBezTo>
                  <a:cubicBezTo>
                    <a:pt x="362" y="31"/>
                    <a:pt x="324" y="0"/>
                    <a:pt x="28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9" name="Google Shape;959;p36"/>
            <p:cNvSpPr/>
            <p:nvPr/>
          </p:nvSpPr>
          <p:spPr>
            <a:xfrm>
              <a:off x="3220582" y="4484781"/>
              <a:ext cx="72907" cy="54541"/>
            </a:xfrm>
            <a:custGeom>
              <a:rect b="b" l="l" r="r" t="t"/>
              <a:pathLst>
                <a:path extrusionOk="0" h="977" w="1306">
                  <a:moveTo>
                    <a:pt x="1211" y="1"/>
                  </a:moveTo>
                  <a:cubicBezTo>
                    <a:pt x="1201" y="1"/>
                    <a:pt x="1190" y="3"/>
                    <a:pt x="1180" y="8"/>
                  </a:cubicBezTo>
                  <a:cubicBezTo>
                    <a:pt x="758" y="235"/>
                    <a:pt x="379" y="521"/>
                    <a:pt x="44" y="866"/>
                  </a:cubicBezTo>
                  <a:cubicBezTo>
                    <a:pt x="1" y="911"/>
                    <a:pt x="45" y="976"/>
                    <a:pt x="93" y="976"/>
                  </a:cubicBezTo>
                  <a:cubicBezTo>
                    <a:pt x="107" y="976"/>
                    <a:pt x="122" y="970"/>
                    <a:pt x="134" y="957"/>
                  </a:cubicBezTo>
                  <a:cubicBezTo>
                    <a:pt x="459" y="619"/>
                    <a:pt x="831" y="340"/>
                    <a:pt x="1242" y="117"/>
                  </a:cubicBezTo>
                  <a:cubicBezTo>
                    <a:pt x="1305" y="84"/>
                    <a:pt x="1269" y="1"/>
                    <a:pt x="121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0" name="Google Shape;960;p36"/>
            <p:cNvSpPr/>
            <p:nvPr/>
          </p:nvSpPr>
          <p:spPr>
            <a:xfrm>
              <a:off x="3250448" y="4459158"/>
              <a:ext cx="20934" cy="52866"/>
            </a:xfrm>
            <a:custGeom>
              <a:rect b="b" l="l" r="r" t="t"/>
              <a:pathLst>
                <a:path extrusionOk="0" h="947" w="375">
                  <a:moveTo>
                    <a:pt x="296" y="0"/>
                  </a:moveTo>
                  <a:cubicBezTo>
                    <a:pt x="272" y="0"/>
                    <a:pt x="250" y="14"/>
                    <a:pt x="244" y="46"/>
                  </a:cubicBezTo>
                  <a:cubicBezTo>
                    <a:pt x="196" y="329"/>
                    <a:pt x="122" y="604"/>
                    <a:pt x="17" y="872"/>
                  </a:cubicBezTo>
                  <a:cubicBezTo>
                    <a:pt x="1" y="916"/>
                    <a:pt x="39" y="946"/>
                    <a:pt x="78" y="946"/>
                  </a:cubicBezTo>
                  <a:cubicBezTo>
                    <a:pt x="103" y="946"/>
                    <a:pt x="129" y="934"/>
                    <a:pt x="140" y="903"/>
                  </a:cubicBezTo>
                  <a:cubicBezTo>
                    <a:pt x="241" y="635"/>
                    <a:pt x="317" y="363"/>
                    <a:pt x="366" y="81"/>
                  </a:cubicBezTo>
                  <a:cubicBezTo>
                    <a:pt x="374" y="33"/>
                    <a:pt x="333" y="0"/>
                    <a:pt x="29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1" name="Google Shape;961;p36"/>
            <p:cNvSpPr/>
            <p:nvPr/>
          </p:nvSpPr>
          <p:spPr>
            <a:xfrm>
              <a:off x="3119873" y="4032766"/>
              <a:ext cx="87813" cy="424103"/>
            </a:xfrm>
            <a:custGeom>
              <a:rect b="b" l="l" r="r" t="t"/>
              <a:pathLst>
                <a:path extrusionOk="0" h="7597" w="1573">
                  <a:moveTo>
                    <a:pt x="223" y="1"/>
                  </a:moveTo>
                  <a:cubicBezTo>
                    <a:pt x="199" y="1"/>
                    <a:pt x="175" y="14"/>
                    <a:pt x="168" y="46"/>
                  </a:cubicBezTo>
                  <a:cubicBezTo>
                    <a:pt x="29" y="698"/>
                    <a:pt x="298" y="1304"/>
                    <a:pt x="583" y="1872"/>
                  </a:cubicBezTo>
                  <a:cubicBezTo>
                    <a:pt x="907" y="2517"/>
                    <a:pt x="1294" y="3276"/>
                    <a:pt x="942" y="3991"/>
                  </a:cubicBezTo>
                  <a:cubicBezTo>
                    <a:pt x="809" y="4259"/>
                    <a:pt x="615" y="4489"/>
                    <a:pt x="523" y="4778"/>
                  </a:cubicBezTo>
                  <a:cubicBezTo>
                    <a:pt x="440" y="5036"/>
                    <a:pt x="454" y="5301"/>
                    <a:pt x="513" y="5562"/>
                  </a:cubicBezTo>
                  <a:cubicBezTo>
                    <a:pt x="670" y="6245"/>
                    <a:pt x="991" y="6893"/>
                    <a:pt x="1224" y="7552"/>
                  </a:cubicBezTo>
                  <a:cubicBezTo>
                    <a:pt x="1235" y="7583"/>
                    <a:pt x="1261" y="7596"/>
                    <a:pt x="1287" y="7596"/>
                  </a:cubicBezTo>
                  <a:cubicBezTo>
                    <a:pt x="1326" y="7596"/>
                    <a:pt x="1363" y="7566"/>
                    <a:pt x="1346" y="7520"/>
                  </a:cubicBezTo>
                  <a:cubicBezTo>
                    <a:pt x="1120" y="6879"/>
                    <a:pt x="820" y="6256"/>
                    <a:pt x="649" y="5593"/>
                  </a:cubicBezTo>
                  <a:cubicBezTo>
                    <a:pt x="559" y="5245"/>
                    <a:pt x="573" y="4918"/>
                    <a:pt x="737" y="4590"/>
                  </a:cubicBezTo>
                  <a:cubicBezTo>
                    <a:pt x="865" y="4339"/>
                    <a:pt x="1050" y="4116"/>
                    <a:pt x="1137" y="3845"/>
                  </a:cubicBezTo>
                  <a:cubicBezTo>
                    <a:pt x="1573" y="2486"/>
                    <a:pt x="1" y="1430"/>
                    <a:pt x="290" y="77"/>
                  </a:cubicBezTo>
                  <a:cubicBezTo>
                    <a:pt x="301" y="32"/>
                    <a:pt x="261" y="1"/>
                    <a:pt x="22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2" name="Google Shape;962;p36"/>
            <p:cNvSpPr/>
            <p:nvPr/>
          </p:nvSpPr>
          <p:spPr>
            <a:xfrm>
              <a:off x="2549677" y="4202307"/>
              <a:ext cx="135431" cy="140902"/>
            </a:xfrm>
            <a:custGeom>
              <a:rect b="b" l="l" r="r" t="t"/>
              <a:pathLst>
                <a:path extrusionOk="0" h="2524" w="2426">
                  <a:moveTo>
                    <a:pt x="2335" y="1"/>
                  </a:moveTo>
                  <a:cubicBezTo>
                    <a:pt x="2321" y="1"/>
                    <a:pt x="2307" y="6"/>
                    <a:pt x="2295" y="20"/>
                  </a:cubicBezTo>
                  <a:cubicBezTo>
                    <a:pt x="1574" y="845"/>
                    <a:pt x="845" y="1668"/>
                    <a:pt x="48" y="2417"/>
                  </a:cubicBezTo>
                  <a:cubicBezTo>
                    <a:pt x="1" y="2461"/>
                    <a:pt x="44" y="2524"/>
                    <a:pt x="94" y="2524"/>
                  </a:cubicBezTo>
                  <a:cubicBezTo>
                    <a:pt x="108" y="2524"/>
                    <a:pt x="122" y="2519"/>
                    <a:pt x="134" y="2508"/>
                  </a:cubicBezTo>
                  <a:cubicBezTo>
                    <a:pt x="936" y="1755"/>
                    <a:pt x="1664" y="936"/>
                    <a:pt x="2386" y="110"/>
                  </a:cubicBezTo>
                  <a:cubicBezTo>
                    <a:pt x="2426" y="65"/>
                    <a:pt x="2381" y="1"/>
                    <a:pt x="233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3" name="Google Shape;963;p36"/>
            <p:cNvSpPr/>
            <p:nvPr/>
          </p:nvSpPr>
          <p:spPr>
            <a:xfrm>
              <a:off x="2329949" y="4479366"/>
              <a:ext cx="108245" cy="15910"/>
            </a:xfrm>
            <a:custGeom>
              <a:rect b="b" l="l" r="r" t="t"/>
              <a:pathLst>
                <a:path extrusionOk="0" h="285" w="1939">
                  <a:moveTo>
                    <a:pt x="1858" y="1"/>
                  </a:moveTo>
                  <a:cubicBezTo>
                    <a:pt x="1857" y="1"/>
                    <a:pt x="1855" y="1"/>
                    <a:pt x="1854" y="1"/>
                  </a:cubicBezTo>
                  <a:cubicBezTo>
                    <a:pt x="1259" y="15"/>
                    <a:pt x="666" y="68"/>
                    <a:pt x="77" y="161"/>
                  </a:cubicBezTo>
                  <a:cubicBezTo>
                    <a:pt x="0" y="175"/>
                    <a:pt x="30" y="284"/>
                    <a:pt x="103" y="284"/>
                  </a:cubicBezTo>
                  <a:cubicBezTo>
                    <a:pt x="106" y="284"/>
                    <a:pt x="109" y="284"/>
                    <a:pt x="112" y="284"/>
                  </a:cubicBezTo>
                  <a:cubicBezTo>
                    <a:pt x="687" y="193"/>
                    <a:pt x="1269" y="141"/>
                    <a:pt x="1854" y="126"/>
                  </a:cubicBezTo>
                  <a:cubicBezTo>
                    <a:pt x="1937" y="126"/>
                    <a:pt x="1938" y="1"/>
                    <a:pt x="1858" y="1"/>
                  </a:cubicBezTo>
                  <a:close/>
                </a:path>
              </a:pathLst>
            </a:custGeom>
            <a:solidFill>
              <a:srgbClr val="41B0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4" name="Google Shape;964;p36"/>
            <p:cNvSpPr/>
            <p:nvPr/>
          </p:nvSpPr>
          <p:spPr>
            <a:xfrm>
              <a:off x="2374219" y="4463735"/>
              <a:ext cx="37347" cy="23112"/>
            </a:xfrm>
            <a:custGeom>
              <a:rect b="b" l="l" r="r" t="t"/>
              <a:pathLst>
                <a:path extrusionOk="0" h="414" w="669">
                  <a:moveTo>
                    <a:pt x="77" y="1"/>
                  </a:moveTo>
                  <a:cubicBezTo>
                    <a:pt x="21" y="1"/>
                    <a:pt x="0" y="100"/>
                    <a:pt x="69" y="128"/>
                  </a:cubicBezTo>
                  <a:cubicBezTo>
                    <a:pt x="233" y="197"/>
                    <a:pt x="389" y="288"/>
                    <a:pt x="532" y="400"/>
                  </a:cubicBezTo>
                  <a:cubicBezTo>
                    <a:pt x="545" y="410"/>
                    <a:pt x="559" y="414"/>
                    <a:pt x="572" y="414"/>
                  </a:cubicBezTo>
                  <a:cubicBezTo>
                    <a:pt x="624" y="414"/>
                    <a:pt x="669" y="351"/>
                    <a:pt x="619" y="313"/>
                  </a:cubicBezTo>
                  <a:cubicBezTo>
                    <a:pt x="458" y="184"/>
                    <a:pt x="288" y="86"/>
                    <a:pt x="100" y="6"/>
                  </a:cubicBezTo>
                  <a:cubicBezTo>
                    <a:pt x="92" y="2"/>
                    <a:pt x="84" y="1"/>
                    <a:pt x="77" y="1"/>
                  </a:cubicBezTo>
                  <a:close/>
                </a:path>
              </a:pathLst>
            </a:custGeom>
            <a:solidFill>
              <a:srgbClr val="41B0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5" name="Google Shape;965;p36"/>
            <p:cNvSpPr/>
            <p:nvPr/>
          </p:nvSpPr>
          <p:spPr>
            <a:xfrm>
              <a:off x="2582837" y="3383633"/>
              <a:ext cx="496508" cy="428066"/>
            </a:xfrm>
            <a:custGeom>
              <a:rect b="b" l="l" r="r" t="t"/>
              <a:pathLst>
                <a:path extrusionOk="0" h="7668" w="8894">
                  <a:moveTo>
                    <a:pt x="4700" y="1"/>
                  </a:moveTo>
                  <a:cubicBezTo>
                    <a:pt x="2810" y="1"/>
                    <a:pt x="1751" y="1368"/>
                    <a:pt x="1600" y="2841"/>
                  </a:cubicBezTo>
                  <a:cubicBezTo>
                    <a:pt x="1433" y="4486"/>
                    <a:pt x="0" y="4023"/>
                    <a:pt x="523" y="5684"/>
                  </a:cubicBezTo>
                  <a:cubicBezTo>
                    <a:pt x="771" y="6472"/>
                    <a:pt x="761" y="7134"/>
                    <a:pt x="314" y="7521"/>
                  </a:cubicBezTo>
                  <a:lnTo>
                    <a:pt x="8360" y="7667"/>
                  </a:lnTo>
                  <a:cubicBezTo>
                    <a:pt x="8893" y="6800"/>
                    <a:pt x="8203" y="6608"/>
                    <a:pt x="7952" y="6065"/>
                  </a:cubicBezTo>
                  <a:cubicBezTo>
                    <a:pt x="7370" y="4799"/>
                    <a:pt x="8141" y="4706"/>
                    <a:pt x="7973" y="2736"/>
                  </a:cubicBezTo>
                  <a:cubicBezTo>
                    <a:pt x="7806" y="765"/>
                    <a:pt x="5771" y="134"/>
                    <a:pt x="5771" y="134"/>
                  </a:cubicBezTo>
                  <a:cubicBezTo>
                    <a:pt x="5388" y="43"/>
                    <a:pt x="5031" y="1"/>
                    <a:pt x="47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6" name="Google Shape;966;p36"/>
            <p:cNvSpPr/>
            <p:nvPr/>
          </p:nvSpPr>
          <p:spPr>
            <a:xfrm>
              <a:off x="2670203" y="3441077"/>
              <a:ext cx="338467" cy="316416"/>
            </a:xfrm>
            <a:custGeom>
              <a:rect b="b" l="l" r="r" t="t"/>
              <a:pathLst>
                <a:path extrusionOk="0" h="5668" w="6063">
                  <a:moveTo>
                    <a:pt x="3677" y="1"/>
                  </a:moveTo>
                  <a:cubicBezTo>
                    <a:pt x="3630" y="1"/>
                    <a:pt x="3584" y="2"/>
                    <a:pt x="3537" y="4"/>
                  </a:cubicBezTo>
                  <a:cubicBezTo>
                    <a:pt x="0" y="171"/>
                    <a:pt x="927" y="2300"/>
                    <a:pt x="1272" y="3280"/>
                  </a:cubicBezTo>
                  <a:cubicBezTo>
                    <a:pt x="1512" y="3962"/>
                    <a:pt x="1721" y="4179"/>
                    <a:pt x="2272" y="4822"/>
                  </a:cubicBezTo>
                  <a:cubicBezTo>
                    <a:pt x="2763" y="5398"/>
                    <a:pt x="3565" y="5655"/>
                    <a:pt x="3966" y="5666"/>
                  </a:cubicBezTo>
                  <a:cubicBezTo>
                    <a:pt x="4000" y="5667"/>
                    <a:pt x="4033" y="5667"/>
                    <a:pt x="4066" y="5667"/>
                  </a:cubicBezTo>
                  <a:cubicBezTo>
                    <a:pt x="5458" y="5667"/>
                    <a:pt x="6063" y="5024"/>
                    <a:pt x="5777" y="3108"/>
                  </a:cubicBezTo>
                  <a:cubicBezTo>
                    <a:pt x="5596" y="1889"/>
                    <a:pt x="5896" y="1185"/>
                    <a:pt x="5558" y="732"/>
                  </a:cubicBezTo>
                  <a:cubicBezTo>
                    <a:pt x="5537" y="711"/>
                    <a:pt x="5513" y="691"/>
                    <a:pt x="5492" y="670"/>
                  </a:cubicBezTo>
                  <a:cubicBezTo>
                    <a:pt x="4990" y="233"/>
                    <a:pt x="4343" y="1"/>
                    <a:pt x="3677" y="1"/>
                  </a:cubicBezTo>
                  <a:close/>
                </a:path>
              </a:pathLst>
            </a:custGeom>
            <a:solidFill>
              <a:srgbClr val="FDA1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7" name="Google Shape;967;p36"/>
            <p:cNvSpPr/>
            <p:nvPr/>
          </p:nvSpPr>
          <p:spPr>
            <a:xfrm>
              <a:off x="2702860" y="3419920"/>
              <a:ext cx="298999" cy="195890"/>
            </a:xfrm>
            <a:custGeom>
              <a:rect b="b" l="l" r="r" t="t"/>
              <a:pathLst>
                <a:path extrusionOk="0" h="3509" w="5356">
                  <a:moveTo>
                    <a:pt x="3093" y="0"/>
                  </a:moveTo>
                  <a:cubicBezTo>
                    <a:pt x="1550" y="0"/>
                    <a:pt x="493" y="921"/>
                    <a:pt x="266" y="1568"/>
                  </a:cubicBezTo>
                  <a:cubicBezTo>
                    <a:pt x="1" y="2321"/>
                    <a:pt x="34" y="3509"/>
                    <a:pt x="381" y="3509"/>
                  </a:cubicBezTo>
                  <a:cubicBezTo>
                    <a:pt x="413" y="3509"/>
                    <a:pt x="447" y="3499"/>
                    <a:pt x="485" y="3477"/>
                  </a:cubicBezTo>
                  <a:cubicBezTo>
                    <a:pt x="931" y="3223"/>
                    <a:pt x="1436" y="3160"/>
                    <a:pt x="1732" y="2990"/>
                  </a:cubicBezTo>
                  <a:cubicBezTo>
                    <a:pt x="2028" y="2822"/>
                    <a:pt x="1972" y="1979"/>
                    <a:pt x="1972" y="1979"/>
                  </a:cubicBezTo>
                  <a:cubicBezTo>
                    <a:pt x="2520" y="1174"/>
                    <a:pt x="3102" y="914"/>
                    <a:pt x="3626" y="914"/>
                  </a:cubicBezTo>
                  <a:cubicBezTo>
                    <a:pt x="4589" y="914"/>
                    <a:pt x="5356" y="1794"/>
                    <a:pt x="5356" y="1794"/>
                  </a:cubicBezTo>
                  <a:cubicBezTo>
                    <a:pt x="5335" y="1108"/>
                    <a:pt x="4457" y="230"/>
                    <a:pt x="4457" y="230"/>
                  </a:cubicBezTo>
                  <a:cubicBezTo>
                    <a:pt x="3971" y="69"/>
                    <a:pt x="3514" y="0"/>
                    <a:pt x="309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8" name="Google Shape;968;p36"/>
            <p:cNvSpPr/>
            <p:nvPr/>
          </p:nvSpPr>
          <p:spPr>
            <a:xfrm>
              <a:off x="2846777" y="3458941"/>
              <a:ext cx="98699" cy="64255"/>
            </a:xfrm>
            <a:custGeom>
              <a:rect b="b" l="l" r="r" t="t"/>
              <a:pathLst>
                <a:path extrusionOk="0" h="1151" w="1768">
                  <a:moveTo>
                    <a:pt x="1285" y="1"/>
                  </a:moveTo>
                  <a:cubicBezTo>
                    <a:pt x="1142" y="1"/>
                    <a:pt x="1029" y="46"/>
                    <a:pt x="1029" y="46"/>
                  </a:cubicBezTo>
                  <a:cubicBezTo>
                    <a:pt x="820" y="848"/>
                    <a:pt x="1" y="1141"/>
                    <a:pt x="1" y="1141"/>
                  </a:cubicBezTo>
                  <a:cubicBezTo>
                    <a:pt x="76" y="1147"/>
                    <a:pt x="148" y="1150"/>
                    <a:pt x="217" y="1150"/>
                  </a:cubicBezTo>
                  <a:cubicBezTo>
                    <a:pt x="1365" y="1150"/>
                    <a:pt x="1768" y="308"/>
                    <a:pt x="1768" y="308"/>
                  </a:cubicBezTo>
                  <a:cubicBezTo>
                    <a:pt x="1649" y="59"/>
                    <a:pt x="1448" y="1"/>
                    <a:pt x="128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9" name="Google Shape;969;p36"/>
            <p:cNvSpPr/>
            <p:nvPr/>
          </p:nvSpPr>
          <p:spPr>
            <a:xfrm>
              <a:off x="2956473" y="3651258"/>
              <a:ext cx="73856" cy="70842"/>
            </a:xfrm>
            <a:custGeom>
              <a:rect b="b" l="l" r="r" t="t"/>
              <a:pathLst>
                <a:path extrusionOk="0" h="1269" w="1323">
                  <a:moveTo>
                    <a:pt x="662" y="140"/>
                  </a:moveTo>
                  <a:cubicBezTo>
                    <a:pt x="915" y="140"/>
                    <a:pt x="1131" y="339"/>
                    <a:pt x="1151" y="598"/>
                  </a:cubicBezTo>
                  <a:cubicBezTo>
                    <a:pt x="1172" y="866"/>
                    <a:pt x="970" y="1103"/>
                    <a:pt x="698" y="1124"/>
                  </a:cubicBezTo>
                  <a:cubicBezTo>
                    <a:pt x="686" y="1125"/>
                    <a:pt x="673" y="1126"/>
                    <a:pt x="660" y="1126"/>
                  </a:cubicBezTo>
                  <a:cubicBezTo>
                    <a:pt x="407" y="1126"/>
                    <a:pt x="188" y="930"/>
                    <a:pt x="168" y="671"/>
                  </a:cubicBezTo>
                  <a:cubicBezTo>
                    <a:pt x="147" y="403"/>
                    <a:pt x="353" y="163"/>
                    <a:pt x="625" y="142"/>
                  </a:cubicBezTo>
                  <a:cubicBezTo>
                    <a:pt x="637" y="141"/>
                    <a:pt x="650" y="140"/>
                    <a:pt x="662" y="140"/>
                  </a:cubicBezTo>
                  <a:close/>
                  <a:moveTo>
                    <a:pt x="662" y="0"/>
                  </a:moveTo>
                  <a:cubicBezTo>
                    <a:pt x="645" y="0"/>
                    <a:pt x="628" y="1"/>
                    <a:pt x="611" y="2"/>
                  </a:cubicBezTo>
                  <a:cubicBezTo>
                    <a:pt x="263" y="26"/>
                    <a:pt x="1" y="333"/>
                    <a:pt x="29" y="685"/>
                  </a:cubicBezTo>
                  <a:cubicBezTo>
                    <a:pt x="52" y="1016"/>
                    <a:pt x="331" y="1269"/>
                    <a:pt x="657" y="1269"/>
                  </a:cubicBezTo>
                  <a:cubicBezTo>
                    <a:pt x="674" y="1269"/>
                    <a:pt x="691" y="1268"/>
                    <a:pt x="708" y="1267"/>
                  </a:cubicBezTo>
                  <a:cubicBezTo>
                    <a:pt x="1060" y="1242"/>
                    <a:pt x="1322" y="936"/>
                    <a:pt x="1294" y="584"/>
                  </a:cubicBezTo>
                  <a:cubicBezTo>
                    <a:pt x="1271" y="252"/>
                    <a:pt x="992" y="0"/>
                    <a:pt x="66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0" name="Google Shape;970;p36"/>
            <p:cNvSpPr/>
            <p:nvPr/>
          </p:nvSpPr>
          <p:spPr>
            <a:xfrm>
              <a:off x="2852527" y="3550327"/>
              <a:ext cx="47284" cy="29699"/>
            </a:xfrm>
            <a:custGeom>
              <a:rect b="b" l="l" r="r" t="t"/>
              <a:pathLst>
                <a:path extrusionOk="0" h="532" w="847">
                  <a:moveTo>
                    <a:pt x="547" y="0"/>
                  </a:moveTo>
                  <a:cubicBezTo>
                    <a:pt x="310" y="0"/>
                    <a:pt x="96" y="151"/>
                    <a:pt x="27" y="388"/>
                  </a:cubicBezTo>
                  <a:cubicBezTo>
                    <a:pt x="1" y="478"/>
                    <a:pt x="70" y="531"/>
                    <a:pt x="143" y="531"/>
                  </a:cubicBezTo>
                  <a:cubicBezTo>
                    <a:pt x="198" y="531"/>
                    <a:pt x="255" y="501"/>
                    <a:pt x="274" y="434"/>
                  </a:cubicBezTo>
                  <a:cubicBezTo>
                    <a:pt x="311" y="310"/>
                    <a:pt x="427" y="256"/>
                    <a:pt x="544" y="256"/>
                  </a:cubicBezTo>
                  <a:cubicBezTo>
                    <a:pt x="583" y="256"/>
                    <a:pt x="622" y="262"/>
                    <a:pt x="658" y="273"/>
                  </a:cubicBezTo>
                  <a:cubicBezTo>
                    <a:pt x="671" y="277"/>
                    <a:pt x="683" y="279"/>
                    <a:pt x="695" y="279"/>
                  </a:cubicBezTo>
                  <a:cubicBezTo>
                    <a:pt x="820" y="279"/>
                    <a:pt x="846" y="64"/>
                    <a:pt x="703" y="22"/>
                  </a:cubicBezTo>
                  <a:cubicBezTo>
                    <a:pt x="651" y="7"/>
                    <a:pt x="598" y="0"/>
                    <a:pt x="547" y="0"/>
                  </a:cubicBezTo>
                  <a:close/>
                </a:path>
              </a:pathLst>
            </a:custGeom>
            <a:solidFill>
              <a:srgbClr val="2729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1" name="Google Shape;971;p36"/>
            <p:cNvSpPr/>
            <p:nvPr/>
          </p:nvSpPr>
          <p:spPr>
            <a:xfrm>
              <a:off x="2935148" y="3542232"/>
              <a:ext cx="49796" cy="28750"/>
            </a:xfrm>
            <a:custGeom>
              <a:rect b="b" l="l" r="r" t="t"/>
              <a:pathLst>
                <a:path extrusionOk="0" h="515" w="892">
                  <a:moveTo>
                    <a:pt x="297" y="1"/>
                  </a:moveTo>
                  <a:cubicBezTo>
                    <a:pt x="246" y="1"/>
                    <a:pt x="194" y="9"/>
                    <a:pt x="139" y="28"/>
                  </a:cubicBezTo>
                  <a:cubicBezTo>
                    <a:pt x="1" y="75"/>
                    <a:pt x="58" y="273"/>
                    <a:pt x="183" y="273"/>
                  </a:cubicBezTo>
                  <a:cubicBezTo>
                    <a:pt x="197" y="273"/>
                    <a:pt x="211" y="270"/>
                    <a:pt x="226" y="265"/>
                  </a:cubicBezTo>
                  <a:cubicBezTo>
                    <a:pt x="251" y="256"/>
                    <a:pt x="276" y="252"/>
                    <a:pt x="299" y="252"/>
                  </a:cubicBezTo>
                  <a:cubicBezTo>
                    <a:pt x="436" y="252"/>
                    <a:pt x="549" y="385"/>
                    <a:pt x="641" y="477"/>
                  </a:cubicBezTo>
                  <a:cubicBezTo>
                    <a:pt x="666" y="504"/>
                    <a:pt x="693" y="514"/>
                    <a:pt x="719" y="514"/>
                  </a:cubicBezTo>
                  <a:cubicBezTo>
                    <a:pt x="811" y="514"/>
                    <a:pt x="892" y="376"/>
                    <a:pt x="805" y="286"/>
                  </a:cubicBezTo>
                  <a:cubicBezTo>
                    <a:pt x="660" y="136"/>
                    <a:pt x="495" y="1"/>
                    <a:pt x="297" y="1"/>
                  </a:cubicBezTo>
                  <a:close/>
                </a:path>
              </a:pathLst>
            </a:custGeom>
            <a:solidFill>
              <a:srgbClr val="2729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2" name="Google Shape;972;p36"/>
            <p:cNvSpPr/>
            <p:nvPr/>
          </p:nvSpPr>
          <p:spPr>
            <a:xfrm>
              <a:off x="2620962" y="4730523"/>
              <a:ext cx="109139" cy="150589"/>
            </a:xfrm>
            <a:custGeom>
              <a:rect b="b" l="l" r="r" t="t"/>
              <a:pathLst>
                <a:path extrusionOk="0" h="4792" w="3473">
                  <a:moveTo>
                    <a:pt x="3343" y="0"/>
                  </a:moveTo>
                  <a:cubicBezTo>
                    <a:pt x="3300" y="0"/>
                    <a:pt x="3258" y="22"/>
                    <a:pt x="3241" y="73"/>
                  </a:cubicBezTo>
                  <a:cubicBezTo>
                    <a:pt x="2656" y="1819"/>
                    <a:pt x="1942" y="3819"/>
                    <a:pt x="109" y="4599"/>
                  </a:cubicBezTo>
                  <a:cubicBezTo>
                    <a:pt x="0" y="4645"/>
                    <a:pt x="68" y="4791"/>
                    <a:pt x="170" y="4791"/>
                  </a:cubicBezTo>
                  <a:cubicBezTo>
                    <a:pt x="185" y="4791"/>
                    <a:pt x="201" y="4788"/>
                    <a:pt x="217" y="4781"/>
                  </a:cubicBezTo>
                  <a:cubicBezTo>
                    <a:pt x="2099" y="3980"/>
                    <a:pt x="2844" y="1923"/>
                    <a:pt x="3447" y="129"/>
                  </a:cubicBezTo>
                  <a:cubicBezTo>
                    <a:pt x="3472" y="51"/>
                    <a:pt x="3407" y="0"/>
                    <a:pt x="334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3" name="Google Shape;973;p36"/>
            <p:cNvSpPr/>
            <p:nvPr/>
          </p:nvSpPr>
          <p:spPr>
            <a:xfrm>
              <a:off x="2846052" y="6654308"/>
              <a:ext cx="230725" cy="326632"/>
            </a:xfrm>
            <a:custGeom>
              <a:rect b="b" l="l" r="r" t="t"/>
              <a:pathLst>
                <a:path extrusionOk="0" h="5851" w="4133">
                  <a:moveTo>
                    <a:pt x="1398" y="1"/>
                  </a:moveTo>
                  <a:lnTo>
                    <a:pt x="0" y="5332"/>
                  </a:lnTo>
                  <a:cubicBezTo>
                    <a:pt x="418" y="5673"/>
                    <a:pt x="716" y="5850"/>
                    <a:pt x="1005" y="5850"/>
                  </a:cubicBezTo>
                  <a:cubicBezTo>
                    <a:pt x="1277" y="5850"/>
                    <a:pt x="1541" y="5693"/>
                    <a:pt x="1889" y="5367"/>
                  </a:cubicBezTo>
                  <a:lnTo>
                    <a:pt x="4132" y="1063"/>
                  </a:lnTo>
                  <a:lnTo>
                    <a:pt x="1398" y="1"/>
                  </a:lnTo>
                  <a:close/>
                </a:path>
              </a:pathLst>
            </a:custGeom>
            <a:solidFill>
              <a:srgbClr val="FDA1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4" name="Google Shape;974;p36"/>
            <p:cNvSpPr/>
            <p:nvPr/>
          </p:nvSpPr>
          <p:spPr>
            <a:xfrm>
              <a:off x="2834552" y="6919366"/>
              <a:ext cx="274324" cy="156143"/>
            </a:xfrm>
            <a:custGeom>
              <a:rect b="b" l="l" r="r" t="t"/>
              <a:pathLst>
                <a:path extrusionOk="0" h="2797" w="4914">
                  <a:moveTo>
                    <a:pt x="1702" y="0"/>
                  </a:moveTo>
                  <a:cubicBezTo>
                    <a:pt x="1062" y="0"/>
                    <a:pt x="739" y="820"/>
                    <a:pt x="739" y="820"/>
                  </a:cubicBezTo>
                  <a:cubicBezTo>
                    <a:pt x="739" y="820"/>
                    <a:pt x="266" y="611"/>
                    <a:pt x="272" y="273"/>
                  </a:cubicBezTo>
                  <a:lnTo>
                    <a:pt x="272" y="273"/>
                  </a:lnTo>
                  <a:cubicBezTo>
                    <a:pt x="272" y="273"/>
                    <a:pt x="46" y="319"/>
                    <a:pt x="31" y="671"/>
                  </a:cubicBezTo>
                  <a:cubicBezTo>
                    <a:pt x="1" y="1560"/>
                    <a:pt x="31" y="1605"/>
                    <a:pt x="31" y="2051"/>
                  </a:cubicBezTo>
                  <a:lnTo>
                    <a:pt x="31" y="2796"/>
                  </a:lnTo>
                  <a:lnTo>
                    <a:pt x="4816" y="2796"/>
                  </a:lnTo>
                  <a:cubicBezTo>
                    <a:pt x="4816" y="2796"/>
                    <a:pt x="4914" y="2612"/>
                    <a:pt x="4907" y="2357"/>
                  </a:cubicBezTo>
                  <a:cubicBezTo>
                    <a:pt x="4903" y="2214"/>
                    <a:pt x="4865" y="2047"/>
                    <a:pt x="4756" y="1877"/>
                  </a:cubicBezTo>
                  <a:cubicBezTo>
                    <a:pt x="4457" y="1399"/>
                    <a:pt x="2680" y="820"/>
                    <a:pt x="2680" y="820"/>
                  </a:cubicBezTo>
                  <a:cubicBezTo>
                    <a:pt x="2680" y="820"/>
                    <a:pt x="2419" y="40"/>
                    <a:pt x="1746" y="2"/>
                  </a:cubicBezTo>
                  <a:cubicBezTo>
                    <a:pt x="1731" y="1"/>
                    <a:pt x="1717" y="0"/>
                    <a:pt x="170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5" name="Google Shape;975;p36"/>
            <p:cNvSpPr/>
            <p:nvPr/>
          </p:nvSpPr>
          <p:spPr>
            <a:xfrm>
              <a:off x="2836282" y="7050945"/>
              <a:ext cx="272593" cy="24563"/>
            </a:xfrm>
            <a:custGeom>
              <a:rect b="b" l="l" r="r" t="t"/>
              <a:pathLst>
                <a:path extrusionOk="0" h="440" w="4883">
                  <a:moveTo>
                    <a:pt x="0" y="0"/>
                  </a:moveTo>
                  <a:lnTo>
                    <a:pt x="0" y="439"/>
                  </a:lnTo>
                  <a:lnTo>
                    <a:pt x="4785" y="439"/>
                  </a:lnTo>
                  <a:cubicBezTo>
                    <a:pt x="4785" y="439"/>
                    <a:pt x="4883" y="255"/>
                    <a:pt x="4876" y="0"/>
                  </a:cubicBezTo>
                  <a:close/>
                </a:path>
              </a:pathLst>
            </a:custGeom>
            <a:solidFill>
              <a:srgbClr val="2729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6" name="Google Shape;976;p36"/>
            <p:cNvSpPr/>
            <p:nvPr/>
          </p:nvSpPr>
          <p:spPr>
            <a:xfrm>
              <a:off x="2834161" y="6988421"/>
              <a:ext cx="52364" cy="78937"/>
            </a:xfrm>
            <a:custGeom>
              <a:rect b="b" l="l" r="r" t="t"/>
              <a:pathLst>
                <a:path extrusionOk="0" h="1414" w="938">
                  <a:moveTo>
                    <a:pt x="79" y="0"/>
                  </a:moveTo>
                  <a:cubicBezTo>
                    <a:pt x="31" y="0"/>
                    <a:pt x="0" y="73"/>
                    <a:pt x="53" y="103"/>
                  </a:cubicBezTo>
                  <a:cubicBezTo>
                    <a:pt x="498" y="371"/>
                    <a:pt x="788" y="838"/>
                    <a:pt x="823" y="1360"/>
                  </a:cubicBezTo>
                  <a:cubicBezTo>
                    <a:pt x="826" y="1396"/>
                    <a:pt x="856" y="1413"/>
                    <a:pt x="884" y="1413"/>
                  </a:cubicBezTo>
                  <a:cubicBezTo>
                    <a:pt x="912" y="1413"/>
                    <a:pt x="938" y="1396"/>
                    <a:pt x="934" y="1360"/>
                  </a:cubicBezTo>
                  <a:cubicBezTo>
                    <a:pt x="896" y="799"/>
                    <a:pt x="590" y="298"/>
                    <a:pt x="109" y="9"/>
                  </a:cubicBezTo>
                  <a:cubicBezTo>
                    <a:pt x="99" y="3"/>
                    <a:pt x="89" y="0"/>
                    <a:pt x="79" y="0"/>
                  </a:cubicBezTo>
                  <a:close/>
                </a:path>
              </a:pathLst>
            </a:custGeom>
            <a:solidFill>
              <a:srgbClr val="2729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7" name="Google Shape;977;p36"/>
            <p:cNvSpPr/>
            <p:nvPr/>
          </p:nvSpPr>
          <p:spPr>
            <a:xfrm>
              <a:off x="2472750" y="6654308"/>
              <a:ext cx="188130" cy="322334"/>
            </a:xfrm>
            <a:custGeom>
              <a:rect b="b" l="l" r="r" t="t"/>
              <a:pathLst>
                <a:path extrusionOk="0" h="5774" w="3370">
                  <a:moveTo>
                    <a:pt x="603" y="1"/>
                  </a:moveTo>
                  <a:lnTo>
                    <a:pt x="1" y="4914"/>
                  </a:lnTo>
                  <a:cubicBezTo>
                    <a:pt x="343" y="5153"/>
                    <a:pt x="691" y="5774"/>
                    <a:pt x="1150" y="5774"/>
                  </a:cubicBezTo>
                  <a:cubicBezTo>
                    <a:pt x="1299" y="5774"/>
                    <a:pt x="1459" y="5709"/>
                    <a:pt x="1635" y="5544"/>
                  </a:cubicBezTo>
                  <a:lnTo>
                    <a:pt x="3370" y="684"/>
                  </a:lnTo>
                  <a:lnTo>
                    <a:pt x="603" y="1"/>
                  </a:lnTo>
                  <a:close/>
                </a:path>
              </a:pathLst>
            </a:custGeom>
            <a:solidFill>
              <a:srgbClr val="FDA1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8" name="Google Shape;978;p36"/>
            <p:cNvSpPr/>
            <p:nvPr/>
          </p:nvSpPr>
          <p:spPr>
            <a:xfrm>
              <a:off x="2353731" y="6919366"/>
              <a:ext cx="233237" cy="156143"/>
            </a:xfrm>
            <a:custGeom>
              <a:rect b="b" l="l" r="r" t="t"/>
              <a:pathLst>
                <a:path extrusionOk="0" h="2797" w="4178">
                  <a:moveTo>
                    <a:pt x="2363" y="0"/>
                  </a:moveTo>
                  <a:cubicBezTo>
                    <a:pt x="2351" y="0"/>
                    <a:pt x="2339" y="1"/>
                    <a:pt x="2327" y="2"/>
                  </a:cubicBezTo>
                  <a:cubicBezTo>
                    <a:pt x="1787" y="37"/>
                    <a:pt x="1795" y="820"/>
                    <a:pt x="1795" y="820"/>
                  </a:cubicBezTo>
                  <a:cubicBezTo>
                    <a:pt x="1795" y="820"/>
                    <a:pt x="370" y="1399"/>
                    <a:pt x="129" y="1877"/>
                  </a:cubicBezTo>
                  <a:cubicBezTo>
                    <a:pt x="42" y="2047"/>
                    <a:pt x="14" y="2214"/>
                    <a:pt x="7" y="2357"/>
                  </a:cubicBezTo>
                  <a:cubicBezTo>
                    <a:pt x="0" y="2612"/>
                    <a:pt x="80" y="2796"/>
                    <a:pt x="80" y="2796"/>
                  </a:cubicBezTo>
                  <a:lnTo>
                    <a:pt x="3916" y="2796"/>
                  </a:lnTo>
                  <a:lnTo>
                    <a:pt x="3916" y="2051"/>
                  </a:lnTo>
                  <a:cubicBezTo>
                    <a:pt x="3916" y="1605"/>
                    <a:pt x="3955" y="1396"/>
                    <a:pt x="4101" y="733"/>
                  </a:cubicBezTo>
                  <a:cubicBezTo>
                    <a:pt x="4178" y="389"/>
                    <a:pt x="3972" y="214"/>
                    <a:pt x="3972" y="214"/>
                  </a:cubicBezTo>
                  <a:lnTo>
                    <a:pt x="3972" y="214"/>
                  </a:lnTo>
                  <a:cubicBezTo>
                    <a:pt x="3979" y="552"/>
                    <a:pt x="3348" y="820"/>
                    <a:pt x="3348" y="820"/>
                  </a:cubicBezTo>
                  <a:cubicBezTo>
                    <a:pt x="3348" y="820"/>
                    <a:pt x="2885" y="0"/>
                    <a:pt x="236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9" name="Google Shape;979;p36"/>
            <p:cNvSpPr/>
            <p:nvPr/>
          </p:nvSpPr>
          <p:spPr>
            <a:xfrm>
              <a:off x="2353731" y="7050945"/>
              <a:ext cx="218667" cy="24563"/>
            </a:xfrm>
            <a:custGeom>
              <a:rect b="b" l="l" r="r" t="t"/>
              <a:pathLst>
                <a:path extrusionOk="0" h="440" w="3917">
                  <a:moveTo>
                    <a:pt x="7" y="0"/>
                  </a:moveTo>
                  <a:cubicBezTo>
                    <a:pt x="0" y="255"/>
                    <a:pt x="80" y="439"/>
                    <a:pt x="80" y="439"/>
                  </a:cubicBezTo>
                  <a:lnTo>
                    <a:pt x="3916" y="439"/>
                  </a:lnTo>
                  <a:lnTo>
                    <a:pt x="3916" y="0"/>
                  </a:lnTo>
                  <a:close/>
                </a:path>
              </a:pathLst>
            </a:custGeom>
            <a:solidFill>
              <a:srgbClr val="2729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0" name="Google Shape;980;p36"/>
            <p:cNvSpPr/>
            <p:nvPr/>
          </p:nvSpPr>
          <p:spPr>
            <a:xfrm>
              <a:off x="2522043" y="6988421"/>
              <a:ext cx="52364" cy="78937"/>
            </a:xfrm>
            <a:custGeom>
              <a:rect b="b" l="l" r="r" t="t"/>
              <a:pathLst>
                <a:path extrusionOk="0" h="1414" w="938">
                  <a:moveTo>
                    <a:pt x="858" y="0"/>
                  </a:moveTo>
                  <a:cubicBezTo>
                    <a:pt x="848" y="0"/>
                    <a:pt x="839" y="3"/>
                    <a:pt x="829" y="9"/>
                  </a:cubicBezTo>
                  <a:cubicBezTo>
                    <a:pt x="348" y="298"/>
                    <a:pt x="41" y="799"/>
                    <a:pt x="2" y="1360"/>
                  </a:cubicBezTo>
                  <a:cubicBezTo>
                    <a:pt x="1" y="1396"/>
                    <a:pt x="28" y="1413"/>
                    <a:pt x="56" y="1413"/>
                  </a:cubicBezTo>
                  <a:cubicBezTo>
                    <a:pt x="83" y="1413"/>
                    <a:pt x="112" y="1396"/>
                    <a:pt x="114" y="1360"/>
                  </a:cubicBezTo>
                  <a:cubicBezTo>
                    <a:pt x="152" y="838"/>
                    <a:pt x="438" y="371"/>
                    <a:pt x="888" y="103"/>
                  </a:cubicBezTo>
                  <a:cubicBezTo>
                    <a:pt x="937" y="73"/>
                    <a:pt x="906" y="0"/>
                    <a:pt x="858" y="0"/>
                  </a:cubicBezTo>
                  <a:close/>
                </a:path>
              </a:pathLst>
            </a:custGeom>
            <a:solidFill>
              <a:srgbClr val="2729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1" name="Google Shape;981;p36"/>
            <p:cNvSpPr/>
            <p:nvPr/>
          </p:nvSpPr>
          <p:spPr>
            <a:xfrm>
              <a:off x="2826010" y="4776802"/>
              <a:ext cx="555961" cy="2028680"/>
            </a:xfrm>
            <a:custGeom>
              <a:rect b="b" l="l" r="r" t="t"/>
              <a:pathLst>
                <a:path extrusionOk="0" h="36340" w="9959">
                  <a:moveTo>
                    <a:pt x="7074" y="1"/>
                  </a:moveTo>
                  <a:lnTo>
                    <a:pt x="1990" y="2949"/>
                  </a:lnTo>
                  <a:cubicBezTo>
                    <a:pt x="1990" y="2949"/>
                    <a:pt x="3366" y="12280"/>
                    <a:pt x="3397" y="17984"/>
                  </a:cubicBezTo>
                  <a:cubicBezTo>
                    <a:pt x="3433" y="23688"/>
                    <a:pt x="1" y="35918"/>
                    <a:pt x="1" y="35918"/>
                  </a:cubicBezTo>
                  <a:lnTo>
                    <a:pt x="6046" y="36340"/>
                  </a:lnTo>
                  <a:cubicBezTo>
                    <a:pt x="6046" y="36340"/>
                    <a:pt x="8310" y="27740"/>
                    <a:pt x="9137" y="20183"/>
                  </a:cubicBezTo>
                  <a:cubicBezTo>
                    <a:pt x="9959" y="12625"/>
                    <a:pt x="7074" y="1"/>
                    <a:pt x="707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2" name="Google Shape;982;p36"/>
            <p:cNvSpPr/>
            <p:nvPr/>
          </p:nvSpPr>
          <p:spPr>
            <a:xfrm>
              <a:off x="3212096" y="5871809"/>
              <a:ext cx="123150" cy="22553"/>
            </a:xfrm>
            <a:custGeom>
              <a:rect b="b" l="l" r="r" t="t"/>
              <a:pathLst>
                <a:path extrusionOk="0" h="404" w="2206">
                  <a:moveTo>
                    <a:pt x="103" y="1"/>
                  </a:moveTo>
                  <a:cubicBezTo>
                    <a:pt x="25" y="1"/>
                    <a:pt x="1" y="133"/>
                    <a:pt x="88" y="167"/>
                  </a:cubicBezTo>
                  <a:cubicBezTo>
                    <a:pt x="498" y="325"/>
                    <a:pt x="896" y="403"/>
                    <a:pt x="1302" y="403"/>
                  </a:cubicBezTo>
                  <a:cubicBezTo>
                    <a:pt x="1565" y="403"/>
                    <a:pt x="1832" y="371"/>
                    <a:pt x="2109" y="306"/>
                  </a:cubicBezTo>
                  <a:cubicBezTo>
                    <a:pt x="2206" y="284"/>
                    <a:pt x="2176" y="140"/>
                    <a:pt x="2087" y="140"/>
                  </a:cubicBezTo>
                  <a:cubicBezTo>
                    <a:pt x="2081" y="140"/>
                    <a:pt x="2074" y="141"/>
                    <a:pt x="2067" y="142"/>
                  </a:cubicBezTo>
                  <a:cubicBezTo>
                    <a:pt x="1804" y="205"/>
                    <a:pt x="1551" y="235"/>
                    <a:pt x="1303" y="235"/>
                  </a:cubicBezTo>
                  <a:cubicBezTo>
                    <a:pt x="911" y="235"/>
                    <a:pt x="530" y="158"/>
                    <a:pt x="133" y="7"/>
                  </a:cubicBezTo>
                  <a:cubicBezTo>
                    <a:pt x="123" y="3"/>
                    <a:pt x="113" y="1"/>
                    <a:pt x="103" y="1"/>
                  </a:cubicBezTo>
                  <a:close/>
                </a:path>
              </a:pathLst>
            </a:custGeom>
            <a:solidFill>
              <a:srgbClr val="63636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3" name="Google Shape;983;p36"/>
            <p:cNvSpPr/>
            <p:nvPr/>
          </p:nvSpPr>
          <p:spPr>
            <a:xfrm>
              <a:off x="2871117" y="5079262"/>
              <a:ext cx="205883" cy="1638129"/>
            </a:xfrm>
            <a:custGeom>
              <a:rect b="b" l="l" r="r" t="t"/>
              <a:pathLst>
                <a:path extrusionOk="0" h="29344" w="3688">
                  <a:moveTo>
                    <a:pt x="2535" y="0"/>
                  </a:moveTo>
                  <a:cubicBezTo>
                    <a:pt x="2493" y="0"/>
                    <a:pt x="2453" y="27"/>
                    <a:pt x="2457" y="81"/>
                  </a:cubicBezTo>
                  <a:cubicBezTo>
                    <a:pt x="2701" y="3524"/>
                    <a:pt x="3189" y="6946"/>
                    <a:pt x="3419" y="10391"/>
                  </a:cubicBezTo>
                  <a:cubicBezTo>
                    <a:pt x="3506" y="11750"/>
                    <a:pt x="3590" y="13138"/>
                    <a:pt x="3426" y="14489"/>
                  </a:cubicBezTo>
                  <a:cubicBezTo>
                    <a:pt x="3154" y="16737"/>
                    <a:pt x="2708" y="18960"/>
                    <a:pt x="2189" y="21158"/>
                  </a:cubicBezTo>
                  <a:cubicBezTo>
                    <a:pt x="1610" y="23598"/>
                    <a:pt x="711" y="26907"/>
                    <a:pt x="0" y="29308"/>
                  </a:cubicBezTo>
                  <a:cubicBezTo>
                    <a:pt x="53" y="29326"/>
                    <a:pt x="116" y="29333"/>
                    <a:pt x="171" y="29344"/>
                  </a:cubicBezTo>
                  <a:cubicBezTo>
                    <a:pt x="1450" y="25037"/>
                    <a:pt x="2851" y="19793"/>
                    <a:pt x="3478" y="15336"/>
                  </a:cubicBezTo>
                  <a:cubicBezTo>
                    <a:pt x="3579" y="14629"/>
                    <a:pt x="3659" y="13932"/>
                    <a:pt x="3673" y="13218"/>
                  </a:cubicBezTo>
                  <a:cubicBezTo>
                    <a:pt x="3687" y="12486"/>
                    <a:pt x="3662" y="11754"/>
                    <a:pt x="3620" y="11023"/>
                  </a:cubicBezTo>
                  <a:cubicBezTo>
                    <a:pt x="3530" y="9291"/>
                    <a:pt x="3353" y="7566"/>
                    <a:pt x="3175" y="5841"/>
                  </a:cubicBezTo>
                  <a:cubicBezTo>
                    <a:pt x="2977" y="3925"/>
                    <a:pt x="2760" y="2004"/>
                    <a:pt x="2625" y="81"/>
                  </a:cubicBezTo>
                  <a:cubicBezTo>
                    <a:pt x="2621" y="27"/>
                    <a:pt x="2577" y="0"/>
                    <a:pt x="2535" y="0"/>
                  </a:cubicBezTo>
                  <a:close/>
                </a:path>
              </a:pathLst>
            </a:custGeom>
            <a:solidFill>
              <a:srgbClr val="63636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4" name="Google Shape;984;p36"/>
            <p:cNvSpPr/>
            <p:nvPr/>
          </p:nvSpPr>
          <p:spPr>
            <a:xfrm>
              <a:off x="2845605" y="6713204"/>
              <a:ext cx="335620" cy="35728"/>
            </a:xfrm>
            <a:custGeom>
              <a:rect b="b" l="l" r="r" t="t"/>
              <a:pathLst>
                <a:path extrusionOk="0" h="640" w="6012">
                  <a:moveTo>
                    <a:pt x="89" y="0"/>
                  </a:moveTo>
                  <a:cubicBezTo>
                    <a:pt x="1" y="0"/>
                    <a:pt x="4" y="141"/>
                    <a:pt x="99" y="151"/>
                  </a:cubicBezTo>
                  <a:cubicBezTo>
                    <a:pt x="2036" y="311"/>
                    <a:pt x="3977" y="475"/>
                    <a:pt x="5914" y="639"/>
                  </a:cubicBezTo>
                  <a:cubicBezTo>
                    <a:pt x="5916" y="639"/>
                    <a:pt x="5918" y="639"/>
                    <a:pt x="5920" y="639"/>
                  </a:cubicBezTo>
                  <a:cubicBezTo>
                    <a:pt x="6012" y="639"/>
                    <a:pt x="6010" y="496"/>
                    <a:pt x="5914" y="486"/>
                  </a:cubicBezTo>
                  <a:cubicBezTo>
                    <a:pt x="3977" y="325"/>
                    <a:pt x="2036" y="161"/>
                    <a:pt x="99" y="1"/>
                  </a:cubicBezTo>
                  <a:cubicBezTo>
                    <a:pt x="95" y="1"/>
                    <a:pt x="92" y="0"/>
                    <a:pt x="8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5" name="Google Shape;985;p36"/>
            <p:cNvSpPr/>
            <p:nvPr/>
          </p:nvSpPr>
          <p:spPr>
            <a:xfrm>
              <a:off x="2610303" y="4552330"/>
              <a:ext cx="664262" cy="397083"/>
            </a:xfrm>
            <a:custGeom>
              <a:rect b="b" l="l" r="r" t="t"/>
              <a:pathLst>
                <a:path extrusionOk="0" h="7113" w="11899">
                  <a:moveTo>
                    <a:pt x="8865" y="1"/>
                  </a:moveTo>
                  <a:cubicBezTo>
                    <a:pt x="8865" y="1"/>
                    <a:pt x="8865" y="1"/>
                    <a:pt x="8864" y="1"/>
                  </a:cubicBezTo>
                  <a:cubicBezTo>
                    <a:pt x="8864" y="1"/>
                    <a:pt x="7142" y="904"/>
                    <a:pt x="4779" y="904"/>
                  </a:cubicBezTo>
                  <a:cubicBezTo>
                    <a:pt x="3788" y="904"/>
                    <a:pt x="2684" y="745"/>
                    <a:pt x="1547" y="294"/>
                  </a:cubicBezTo>
                  <a:cubicBezTo>
                    <a:pt x="1547" y="294"/>
                    <a:pt x="0" y="3635"/>
                    <a:pt x="31" y="5799"/>
                  </a:cubicBezTo>
                  <a:cubicBezTo>
                    <a:pt x="45" y="6734"/>
                    <a:pt x="1792" y="7113"/>
                    <a:pt x="3893" y="7113"/>
                  </a:cubicBezTo>
                  <a:cubicBezTo>
                    <a:pt x="6645" y="7113"/>
                    <a:pt x="10005" y="6464"/>
                    <a:pt x="10878" y="5569"/>
                  </a:cubicBezTo>
                  <a:cubicBezTo>
                    <a:pt x="11899" y="4520"/>
                    <a:pt x="8915" y="1"/>
                    <a:pt x="886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6" name="Google Shape;986;p36"/>
            <p:cNvSpPr/>
            <p:nvPr/>
          </p:nvSpPr>
          <p:spPr>
            <a:xfrm>
              <a:off x="3055674" y="4629089"/>
              <a:ext cx="168703" cy="151900"/>
            </a:xfrm>
            <a:custGeom>
              <a:rect b="b" l="l" r="r" t="t"/>
              <a:pathLst>
                <a:path extrusionOk="0" h="2721" w="3022">
                  <a:moveTo>
                    <a:pt x="78" y="0"/>
                  </a:moveTo>
                  <a:cubicBezTo>
                    <a:pt x="39" y="0"/>
                    <a:pt x="1" y="31"/>
                    <a:pt x="15" y="79"/>
                  </a:cubicBezTo>
                  <a:cubicBezTo>
                    <a:pt x="259" y="786"/>
                    <a:pt x="562" y="1508"/>
                    <a:pt x="1109" y="2037"/>
                  </a:cubicBezTo>
                  <a:cubicBezTo>
                    <a:pt x="1535" y="2451"/>
                    <a:pt x="2093" y="2720"/>
                    <a:pt x="2684" y="2720"/>
                  </a:cubicBezTo>
                  <a:cubicBezTo>
                    <a:pt x="2770" y="2720"/>
                    <a:pt x="2858" y="2715"/>
                    <a:pt x="2945" y="2703"/>
                  </a:cubicBezTo>
                  <a:cubicBezTo>
                    <a:pt x="3021" y="2692"/>
                    <a:pt x="2994" y="2580"/>
                    <a:pt x="2923" y="2580"/>
                  </a:cubicBezTo>
                  <a:cubicBezTo>
                    <a:pt x="2919" y="2580"/>
                    <a:pt x="2915" y="2580"/>
                    <a:pt x="2911" y="2581"/>
                  </a:cubicBezTo>
                  <a:cubicBezTo>
                    <a:pt x="2818" y="2593"/>
                    <a:pt x="2728" y="2599"/>
                    <a:pt x="2640" y="2599"/>
                  </a:cubicBezTo>
                  <a:cubicBezTo>
                    <a:pt x="1293" y="2599"/>
                    <a:pt x="527" y="1175"/>
                    <a:pt x="141" y="44"/>
                  </a:cubicBezTo>
                  <a:cubicBezTo>
                    <a:pt x="130" y="14"/>
                    <a:pt x="104" y="0"/>
                    <a:pt x="78" y="0"/>
                  </a:cubicBezTo>
                  <a:close/>
                </a:path>
              </a:pathLst>
            </a:custGeom>
            <a:solidFill>
              <a:srgbClr val="63636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7" name="Google Shape;987;p36"/>
            <p:cNvSpPr/>
            <p:nvPr/>
          </p:nvSpPr>
          <p:spPr>
            <a:xfrm>
              <a:off x="2975956" y="4691948"/>
              <a:ext cx="37012" cy="318091"/>
            </a:xfrm>
            <a:custGeom>
              <a:rect b="b" l="l" r="r" t="t"/>
              <a:pathLst>
                <a:path extrusionOk="0" h="5698" w="663">
                  <a:moveTo>
                    <a:pt x="63" y="1"/>
                  </a:moveTo>
                  <a:cubicBezTo>
                    <a:pt x="31" y="1"/>
                    <a:pt x="1" y="21"/>
                    <a:pt x="4" y="61"/>
                  </a:cubicBezTo>
                  <a:cubicBezTo>
                    <a:pt x="179" y="1921"/>
                    <a:pt x="356" y="3779"/>
                    <a:pt x="530" y="5636"/>
                  </a:cubicBezTo>
                  <a:cubicBezTo>
                    <a:pt x="534" y="5676"/>
                    <a:pt x="568" y="5697"/>
                    <a:pt x="601" y="5697"/>
                  </a:cubicBezTo>
                  <a:cubicBezTo>
                    <a:pt x="633" y="5697"/>
                    <a:pt x="663" y="5677"/>
                    <a:pt x="660" y="5636"/>
                  </a:cubicBezTo>
                  <a:cubicBezTo>
                    <a:pt x="485" y="3779"/>
                    <a:pt x="307" y="1921"/>
                    <a:pt x="133" y="61"/>
                  </a:cubicBezTo>
                  <a:cubicBezTo>
                    <a:pt x="129" y="21"/>
                    <a:pt x="95" y="1"/>
                    <a:pt x="63" y="1"/>
                  </a:cubicBezTo>
                  <a:close/>
                </a:path>
              </a:pathLst>
            </a:custGeom>
            <a:solidFill>
              <a:srgbClr val="63636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8" name="Google Shape;988;p36"/>
            <p:cNvSpPr/>
            <p:nvPr/>
          </p:nvSpPr>
          <p:spPr>
            <a:xfrm>
              <a:off x="2926942" y="4706742"/>
              <a:ext cx="76480" cy="191591"/>
            </a:xfrm>
            <a:custGeom>
              <a:rect b="b" l="l" r="r" t="t"/>
              <a:pathLst>
                <a:path extrusionOk="0" h="3432" w="1370">
                  <a:moveTo>
                    <a:pt x="63" y="0"/>
                  </a:moveTo>
                  <a:cubicBezTo>
                    <a:pt x="31" y="0"/>
                    <a:pt x="0" y="21"/>
                    <a:pt x="4" y="61"/>
                  </a:cubicBezTo>
                  <a:cubicBezTo>
                    <a:pt x="87" y="908"/>
                    <a:pt x="77" y="1778"/>
                    <a:pt x="213" y="2618"/>
                  </a:cubicBezTo>
                  <a:cubicBezTo>
                    <a:pt x="255" y="2869"/>
                    <a:pt x="342" y="3197"/>
                    <a:pt x="576" y="3336"/>
                  </a:cubicBezTo>
                  <a:cubicBezTo>
                    <a:pt x="685" y="3400"/>
                    <a:pt x="817" y="3431"/>
                    <a:pt x="948" y="3431"/>
                  </a:cubicBezTo>
                  <a:cubicBezTo>
                    <a:pt x="1075" y="3431"/>
                    <a:pt x="1202" y="3402"/>
                    <a:pt x="1308" y="3343"/>
                  </a:cubicBezTo>
                  <a:cubicBezTo>
                    <a:pt x="1370" y="3310"/>
                    <a:pt x="1333" y="3224"/>
                    <a:pt x="1275" y="3224"/>
                  </a:cubicBezTo>
                  <a:cubicBezTo>
                    <a:pt x="1266" y="3224"/>
                    <a:pt x="1255" y="3226"/>
                    <a:pt x="1245" y="3232"/>
                  </a:cubicBezTo>
                  <a:cubicBezTo>
                    <a:pt x="1156" y="3281"/>
                    <a:pt x="1057" y="3305"/>
                    <a:pt x="959" y="3305"/>
                  </a:cubicBezTo>
                  <a:cubicBezTo>
                    <a:pt x="766" y="3305"/>
                    <a:pt x="577" y="3212"/>
                    <a:pt x="478" y="3036"/>
                  </a:cubicBezTo>
                  <a:cubicBezTo>
                    <a:pt x="321" y="2754"/>
                    <a:pt x="317" y="2413"/>
                    <a:pt x="290" y="2103"/>
                  </a:cubicBezTo>
                  <a:cubicBezTo>
                    <a:pt x="234" y="1423"/>
                    <a:pt x="200" y="741"/>
                    <a:pt x="133" y="61"/>
                  </a:cubicBezTo>
                  <a:cubicBezTo>
                    <a:pt x="129" y="21"/>
                    <a:pt x="95" y="0"/>
                    <a:pt x="63" y="0"/>
                  </a:cubicBezTo>
                  <a:close/>
                </a:path>
              </a:pathLst>
            </a:custGeom>
            <a:solidFill>
              <a:srgbClr val="63636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9" name="Google Shape;989;p36"/>
            <p:cNvSpPr/>
            <p:nvPr/>
          </p:nvSpPr>
          <p:spPr>
            <a:xfrm>
              <a:off x="2672994" y="4598553"/>
              <a:ext cx="453801" cy="73131"/>
            </a:xfrm>
            <a:custGeom>
              <a:rect b="b" l="l" r="r" t="t"/>
              <a:pathLst>
                <a:path extrusionOk="0" h="1310" w="8129">
                  <a:moveTo>
                    <a:pt x="8037" y="0"/>
                  </a:moveTo>
                  <a:cubicBezTo>
                    <a:pt x="8027" y="0"/>
                    <a:pt x="8016" y="3"/>
                    <a:pt x="8006" y="9"/>
                  </a:cubicBezTo>
                  <a:cubicBezTo>
                    <a:pt x="6619" y="794"/>
                    <a:pt x="5037" y="1192"/>
                    <a:pt x="3455" y="1192"/>
                  </a:cubicBezTo>
                  <a:cubicBezTo>
                    <a:pt x="2318" y="1192"/>
                    <a:pt x="1180" y="987"/>
                    <a:pt x="114" y="570"/>
                  </a:cubicBezTo>
                  <a:cubicBezTo>
                    <a:pt x="106" y="567"/>
                    <a:pt x="98" y="565"/>
                    <a:pt x="90" y="565"/>
                  </a:cubicBezTo>
                  <a:cubicBezTo>
                    <a:pt x="34" y="565"/>
                    <a:pt x="0" y="650"/>
                    <a:pt x="61" y="675"/>
                  </a:cubicBezTo>
                  <a:cubicBezTo>
                    <a:pt x="1145" y="1099"/>
                    <a:pt x="2303" y="1310"/>
                    <a:pt x="3461" y="1310"/>
                  </a:cubicBezTo>
                  <a:cubicBezTo>
                    <a:pt x="4452" y="1310"/>
                    <a:pt x="5443" y="1156"/>
                    <a:pt x="6389" y="849"/>
                  </a:cubicBezTo>
                  <a:cubicBezTo>
                    <a:pt x="6975" y="657"/>
                    <a:pt x="7536" y="406"/>
                    <a:pt x="8073" y="103"/>
                  </a:cubicBezTo>
                  <a:cubicBezTo>
                    <a:pt x="8128" y="74"/>
                    <a:pt x="8090" y="0"/>
                    <a:pt x="8037" y="0"/>
                  </a:cubicBezTo>
                  <a:close/>
                </a:path>
              </a:pathLst>
            </a:custGeom>
            <a:solidFill>
              <a:srgbClr val="63636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0" name="Google Shape;990;p36"/>
            <p:cNvSpPr/>
            <p:nvPr/>
          </p:nvSpPr>
          <p:spPr>
            <a:xfrm>
              <a:off x="2868214" y="4605419"/>
              <a:ext cx="13007" cy="60403"/>
            </a:xfrm>
            <a:custGeom>
              <a:rect b="b" l="l" r="r" t="t"/>
              <a:pathLst>
                <a:path extrusionOk="0" h="1082" w="233">
                  <a:moveTo>
                    <a:pt x="167" y="1"/>
                  </a:moveTo>
                  <a:cubicBezTo>
                    <a:pt x="141" y="1"/>
                    <a:pt x="116" y="15"/>
                    <a:pt x="108" y="47"/>
                  </a:cubicBezTo>
                  <a:cubicBezTo>
                    <a:pt x="21" y="370"/>
                    <a:pt x="0" y="698"/>
                    <a:pt x="39" y="1029"/>
                  </a:cubicBezTo>
                  <a:cubicBezTo>
                    <a:pt x="44" y="1065"/>
                    <a:pt x="72" y="1082"/>
                    <a:pt x="99" y="1082"/>
                  </a:cubicBezTo>
                  <a:cubicBezTo>
                    <a:pt x="130" y="1082"/>
                    <a:pt x="161" y="1061"/>
                    <a:pt x="157" y="1022"/>
                  </a:cubicBezTo>
                  <a:cubicBezTo>
                    <a:pt x="118" y="698"/>
                    <a:pt x="139" y="381"/>
                    <a:pt x="223" y="68"/>
                  </a:cubicBezTo>
                  <a:cubicBezTo>
                    <a:pt x="233" y="26"/>
                    <a:pt x="200" y="1"/>
                    <a:pt x="167" y="1"/>
                  </a:cubicBezTo>
                  <a:close/>
                </a:path>
              </a:pathLst>
            </a:custGeom>
            <a:solidFill>
              <a:srgbClr val="63636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1" name="Google Shape;991;p36"/>
            <p:cNvSpPr/>
            <p:nvPr/>
          </p:nvSpPr>
          <p:spPr>
            <a:xfrm>
              <a:off x="2939782" y="4610276"/>
              <a:ext cx="33718" cy="32267"/>
            </a:xfrm>
            <a:custGeom>
              <a:rect b="b" l="l" r="r" t="t"/>
              <a:pathLst>
                <a:path extrusionOk="0" h="578" w="604">
                  <a:moveTo>
                    <a:pt x="299" y="1"/>
                  </a:moveTo>
                  <a:cubicBezTo>
                    <a:pt x="293" y="1"/>
                    <a:pt x="286" y="1"/>
                    <a:pt x="279" y="2"/>
                  </a:cubicBezTo>
                  <a:cubicBezTo>
                    <a:pt x="119" y="15"/>
                    <a:pt x="0" y="155"/>
                    <a:pt x="15" y="311"/>
                  </a:cubicBezTo>
                  <a:cubicBezTo>
                    <a:pt x="24" y="463"/>
                    <a:pt x="150" y="577"/>
                    <a:pt x="299" y="577"/>
                  </a:cubicBezTo>
                  <a:cubicBezTo>
                    <a:pt x="308" y="577"/>
                    <a:pt x="316" y="577"/>
                    <a:pt x="325" y="576"/>
                  </a:cubicBezTo>
                  <a:cubicBezTo>
                    <a:pt x="485" y="566"/>
                    <a:pt x="603" y="426"/>
                    <a:pt x="589" y="266"/>
                  </a:cubicBezTo>
                  <a:cubicBezTo>
                    <a:pt x="580" y="116"/>
                    <a:pt x="451" y="1"/>
                    <a:pt x="299" y="1"/>
                  </a:cubicBezTo>
                  <a:close/>
                </a:path>
              </a:pathLst>
            </a:custGeom>
            <a:solidFill>
              <a:srgbClr val="63636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2" name="Google Shape;992;p36"/>
            <p:cNvSpPr/>
            <p:nvPr/>
          </p:nvSpPr>
          <p:spPr>
            <a:xfrm>
              <a:off x="2413408" y="4876003"/>
              <a:ext cx="558138" cy="1914742"/>
            </a:xfrm>
            <a:custGeom>
              <a:rect b="b" l="l" r="r" t="t"/>
              <a:pathLst>
                <a:path extrusionOk="0" h="34299" w="9998">
                  <a:moveTo>
                    <a:pt x="3558" y="1"/>
                  </a:moveTo>
                  <a:cubicBezTo>
                    <a:pt x="3558" y="1"/>
                    <a:pt x="3632" y="13434"/>
                    <a:pt x="3408" y="17890"/>
                  </a:cubicBezTo>
                  <a:cubicBezTo>
                    <a:pt x="3189" y="22350"/>
                    <a:pt x="1" y="34149"/>
                    <a:pt x="1" y="34149"/>
                  </a:cubicBezTo>
                  <a:lnTo>
                    <a:pt x="5165" y="34298"/>
                  </a:lnTo>
                  <a:cubicBezTo>
                    <a:pt x="5165" y="34298"/>
                    <a:pt x="9465" y="20058"/>
                    <a:pt x="9729" y="16872"/>
                  </a:cubicBezTo>
                  <a:cubicBezTo>
                    <a:pt x="9997" y="13688"/>
                    <a:pt x="9802" y="928"/>
                    <a:pt x="9802" y="928"/>
                  </a:cubicBezTo>
                  <a:lnTo>
                    <a:pt x="3558"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3" name="Google Shape;993;p36"/>
            <p:cNvSpPr/>
            <p:nvPr/>
          </p:nvSpPr>
          <p:spPr>
            <a:xfrm>
              <a:off x="2800666" y="5857016"/>
              <a:ext cx="144754" cy="26573"/>
            </a:xfrm>
            <a:custGeom>
              <a:rect b="b" l="l" r="r" t="t"/>
              <a:pathLst>
                <a:path extrusionOk="0" h="476" w="2593">
                  <a:moveTo>
                    <a:pt x="104" y="1"/>
                  </a:moveTo>
                  <a:cubicBezTo>
                    <a:pt x="25" y="1"/>
                    <a:pt x="1" y="136"/>
                    <a:pt x="88" y="167"/>
                  </a:cubicBezTo>
                  <a:cubicBezTo>
                    <a:pt x="642" y="372"/>
                    <a:pt x="1221" y="475"/>
                    <a:pt x="1805" y="475"/>
                  </a:cubicBezTo>
                  <a:cubicBezTo>
                    <a:pt x="2033" y="475"/>
                    <a:pt x="2261" y="460"/>
                    <a:pt x="2489" y="428"/>
                  </a:cubicBezTo>
                  <a:cubicBezTo>
                    <a:pt x="2593" y="415"/>
                    <a:pt x="2555" y="264"/>
                    <a:pt x="2459" y="264"/>
                  </a:cubicBezTo>
                  <a:cubicBezTo>
                    <a:pt x="2455" y="264"/>
                    <a:pt x="2451" y="264"/>
                    <a:pt x="2447" y="264"/>
                  </a:cubicBezTo>
                  <a:cubicBezTo>
                    <a:pt x="2232" y="294"/>
                    <a:pt x="2016" y="309"/>
                    <a:pt x="1801" y="309"/>
                  </a:cubicBezTo>
                  <a:cubicBezTo>
                    <a:pt x="1233" y="309"/>
                    <a:pt x="672" y="206"/>
                    <a:pt x="133" y="7"/>
                  </a:cubicBezTo>
                  <a:cubicBezTo>
                    <a:pt x="123" y="3"/>
                    <a:pt x="113" y="1"/>
                    <a:pt x="104" y="1"/>
                  </a:cubicBezTo>
                  <a:close/>
                </a:path>
              </a:pathLst>
            </a:custGeom>
            <a:solidFill>
              <a:srgbClr val="63636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4" name="Google Shape;994;p36"/>
            <p:cNvSpPr/>
            <p:nvPr/>
          </p:nvSpPr>
          <p:spPr>
            <a:xfrm>
              <a:off x="2467502" y="5028740"/>
              <a:ext cx="212079" cy="1683403"/>
            </a:xfrm>
            <a:custGeom>
              <a:rect b="b" l="l" r="r" t="t"/>
              <a:pathLst>
                <a:path extrusionOk="0" h="30155" w="3799">
                  <a:moveTo>
                    <a:pt x="3446" y="0"/>
                  </a:moveTo>
                  <a:cubicBezTo>
                    <a:pt x="3446" y="126"/>
                    <a:pt x="3607" y="12394"/>
                    <a:pt x="3370" y="15453"/>
                  </a:cubicBezTo>
                  <a:cubicBezTo>
                    <a:pt x="3136" y="18451"/>
                    <a:pt x="32" y="29987"/>
                    <a:pt x="0" y="30106"/>
                  </a:cubicBezTo>
                  <a:lnTo>
                    <a:pt x="188" y="30154"/>
                  </a:lnTo>
                  <a:cubicBezTo>
                    <a:pt x="220" y="30039"/>
                    <a:pt x="3328" y="18481"/>
                    <a:pt x="3562" y="15468"/>
                  </a:cubicBezTo>
                  <a:cubicBezTo>
                    <a:pt x="3798" y="12401"/>
                    <a:pt x="3638" y="122"/>
                    <a:pt x="3638" y="0"/>
                  </a:cubicBezTo>
                  <a:close/>
                </a:path>
              </a:pathLst>
            </a:custGeom>
            <a:solidFill>
              <a:srgbClr val="63636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5" name="Google Shape;995;p36"/>
            <p:cNvSpPr/>
            <p:nvPr/>
          </p:nvSpPr>
          <p:spPr>
            <a:xfrm>
              <a:off x="2431272" y="6705444"/>
              <a:ext cx="291686" cy="23837"/>
            </a:xfrm>
            <a:custGeom>
              <a:rect b="b" l="l" r="r" t="t"/>
              <a:pathLst>
                <a:path extrusionOk="0" h="427" w="5225">
                  <a:moveTo>
                    <a:pt x="92" y="1"/>
                  </a:moveTo>
                  <a:cubicBezTo>
                    <a:pt x="1" y="1"/>
                    <a:pt x="3" y="148"/>
                    <a:pt x="99" y="151"/>
                  </a:cubicBezTo>
                  <a:cubicBezTo>
                    <a:pt x="1775" y="244"/>
                    <a:pt x="3451" y="336"/>
                    <a:pt x="5127" y="426"/>
                  </a:cubicBezTo>
                  <a:cubicBezTo>
                    <a:pt x="5129" y="426"/>
                    <a:pt x="5131" y="426"/>
                    <a:pt x="5133" y="426"/>
                  </a:cubicBezTo>
                  <a:cubicBezTo>
                    <a:pt x="5224" y="426"/>
                    <a:pt x="5219" y="283"/>
                    <a:pt x="5127" y="276"/>
                  </a:cubicBezTo>
                  <a:cubicBezTo>
                    <a:pt x="3451" y="186"/>
                    <a:pt x="1775" y="91"/>
                    <a:pt x="99" y="1"/>
                  </a:cubicBezTo>
                  <a:cubicBezTo>
                    <a:pt x="96" y="1"/>
                    <a:pt x="94" y="1"/>
                    <a:pt x="92"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6" name="Google Shape;996;p36"/>
            <p:cNvSpPr/>
            <p:nvPr/>
          </p:nvSpPr>
          <p:spPr>
            <a:xfrm>
              <a:off x="2937605" y="3948582"/>
              <a:ext cx="503095" cy="832909"/>
            </a:xfrm>
            <a:custGeom>
              <a:rect b="b" l="l" r="r" t="t"/>
              <a:pathLst>
                <a:path extrusionOk="0" h="14920" w="9012">
                  <a:moveTo>
                    <a:pt x="3259" y="1"/>
                  </a:moveTo>
                  <a:lnTo>
                    <a:pt x="1" y="3035"/>
                  </a:lnTo>
                  <a:cubicBezTo>
                    <a:pt x="1" y="3035"/>
                    <a:pt x="3074" y="10987"/>
                    <a:pt x="4604" y="13091"/>
                  </a:cubicBezTo>
                  <a:cubicBezTo>
                    <a:pt x="5661" y="14546"/>
                    <a:pt x="6271" y="14920"/>
                    <a:pt x="6620" y="14920"/>
                  </a:cubicBezTo>
                  <a:cubicBezTo>
                    <a:pt x="6989" y="14920"/>
                    <a:pt x="7064" y="14499"/>
                    <a:pt x="7064" y="14499"/>
                  </a:cubicBezTo>
                  <a:lnTo>
                    <a:pt x="8304" y="12628"/>
                  </a:lnTo>
                  <a:cubicBezTo>
                    <a:pt x="8918" y="11533"/>
                    <a:pt x="9012" y="10318"/>
                    <a:pt x="8399" y="9220"/>
                  </a:cubicBezTo>
                  <a:lnTo>
                    <a:pt x="3259"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7" name="Google Shape;997;p36"/>
            <p:cNvSpPr/>
            <p:nvPr/>
          </p:nvSpPr>
          <p:spPr>
            <a:xfrm>
              <a:off x="2540242" y="3821246"/>
              <a:ext cx="747385" cy="923122"/>
            </a:xfrm>
            <a:custGeom>
              <a:rect b="b" l="l" r="r" t="t"/>
              <a:pathLst>
                <a:path extrusionOk="0" h="16536" w="13388">
                  <a:moveTo>
                    <a:pt x="5139" y="0"/>
                  </a:moveTo>
                  <a:cubicBezTo>
                    <a:pt x="4865" y="0"/>
                    <a:pt x="4574" y="19"/>
                    <a:pt x="4272" y="66"/>
                  </a:cubicBezTo>
                  <a:cubicBezTo>
                    <a:pt x="1728" y="459"/>
                    <a:pt x="1" y="971"/>
                    <a:pt x="1178" y="4504"/>
                  </a:cubicBezTo>
                  <a:cubicBezTo>
                    <a:pt x="2112" y="7303"/>
                    <a:pt x="3137" y="8501"/>
                    <a:pt x="2851" y="10310"/>
                  </a:cubicBezTo>
                  <a:cubicBezTo>
                    <a:pt x="2565" y="12114"/>
                    <a:pt x="1757" y="13449"/>
                    <a:pt x="1286" y="14403"/>
                  </a:cubicBezTo>
                  <a:cubicBezTo>
                    <a:pt x="824" y="15336"/>
                    <a:pt x="1814" y="16496"/>
                    <a:pt x="3921" y="16496"/>
                  </a:cubicBezTo>
                  <a:cubicBezTo>
                    <a:pt x="3970" y="16496"/>
                    <a:pt x="4020" y="16495"/>
                    <a:pt x="4070" y="16494"/>
                  </a:cubicBezTo>
                  <a:cubicBezTo>
                    <a:pt x="4326" y="16488"/>
                    <a:pt x="4561" y="16485"/>
                    <a:pt x="4781" y="16485"/>
                  </a:cubicBezTo>
                  <a:cubicBezTo>
                    <a:pt x="5768" y="16485"/>
                    <a:pt x="6459" y="16535"/>
                    <a:pt x="7410" y="16535"/>
                  </a:cubicBezTo>
                  <a:cubicBezTo>
                    <a:pt x="7827" y="16535"/>
                    <a:pt x="8294" y="16526"/>
                    <a:pt x="8858" y="16498"/>
                  </a:cubicBezTo>
                  <a:cubicBezTo>
                    <a:pt x="10990" y="16393"/>
                    <a:pt x="13388" y="15163"/>
                    <a:pt x="12495" y="14355"/>
                  </a:cubicBezTo>
                  <a:cubicBezTo>
                    <a:pt x="11607" y="13546"/>
                    <a:pt x="10416" y="9072"/>
                    <a:pt x="10248" y="8630"/>
                  </a:cubicBezTo>
                  <a:cubicBezTo>
                    <a:pt x="10084" y="8184"/>
                    <a:pt x="11224" y="7407"/>
                    <a:pt x="11332" y="6584"/>
                  </a:cubicBezTo>
                  <a:cubicBezTo>
                    <a:pt x="11440" y="5762"/>
                    <a:pt x="10702" y="4741"/>
                    <a:pt x="10377" y="4284"/>
                  </a:cubicBezTo>
                  <a:cubicBezTo>
                    <a:pt x="10057" y="3829"/>
                    <a:pt x="11154" y="2351"/>
                    <a:pt x="10001" y="1880"/>
                  </a:cubicBezTo>
                  <a:cubicBezTo>
                    <a:pt x="8816" y="1396"/>
                    <a:pt x="7199" y="354"/>
                    <a:pt x="7199" y="354"/>
                  </a:cubicBezTo>
                  <a:cubicBezTo>
                    <a:pt x="7199" y="354"/>
                    <a:pt x="6328" y="0"/>
                    <a:pt x="5139"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8" name="Google Shape;998;p36"/>
            <p:cNvSpPr/>
            <p:nvPr/>
          </p:nvSpPr>
          <p:spPr>
            <a:xfrm>
              <a:off x="2192453" y="3823367"/>
              <a:ext cx="768989" cy="1636231"/>
            </a:xfrm>
            <a:custGeom>
              <a:rect b="b" l="l" r="r" t="t"/>
              <a:pathLst>
                <a:path extrusionOk="0" h="29310" w="13775">
                  <a:moveTo>
                    <a:pt x="10131" y="1"/>
                  </a:moveTo>
                  <a:cubicBezTo>
                    <a:pt x="9040" y="1"/>
                    <a:pt x="8101" y="668"/>
                    <a:pt x="8101" y="668"/>
                  </a:cubicBezTo>
                  <a:cubicBezTo>
                    <a:pt x="8101" y="668"/>
                    <a:pt x="6416" y="919"/>
                    <a:pt x="6966" y="4794"/>
                  </a:cubicBezTo>
                  <a:cubicBezTo>
                    <a:pt x="7373" y="7665"/>
                    <a:pt x="4087" y="18746"/>
                    <a:pt x="3338" y="20993"/>
                  </a:cubicBezTo>
                  <a:cubicBezTo>
                    <a:pt x="2586" y="23244"/>
                    <a:pt x="1" y="26589"/>
                    <a:pt x="335" y="27551"/>
                  </a:cubicBezTo>
                  <a:cubicBezTo>
                    <a:pt x="596" y="28299"/>
                    <a:pt x="1792" y="29166"/>
                    <a:pt x="4426" y="29166"/>
                  </a:cubicBezTo>
                  <a:cubicBezTo>
                    <a:pt x="5175" y="29166"/>
                    <a:pt x="6040" y="29096"/>
                    <a:pt x="7032" y="28934"/>
                  </a:cubicBezTo>
                  <a:cubicBezTo>
                    <a:pt x="7658" y="28831"/>
                    <a:pt x="8232" y="28790"/>
                    <a:pt x="8757" y="28790"/>
                  </a:cubicBezTo>
                  <a:cubicBezTo>
                    <a:pt x="10642" y="28790"/>
                    <a:pt x="11896" y="29310"/>
                    <a:pt x="12652" y="29310"/>
                  </a:cubicBezTo>
                  <a:cubicBezTo>
                    <a:pt x="13194" y="29310"/>
                    <a:pt x="13479" y="29044"/>
                    <a:pt x="13558" y="28129"/>
                  </a:cubicBezTo>
                  <a:cubicBezTo>
                    <a:pt x="13775" y="25582"/>
                    <a:pt x="13004" y="15996"/>
                    <a:pt x="12241" y="11296"/>
                  </a:cubicBezTo>
                  <a:cubicBezTo>
                    <a:pt x="11478" y="6599"/>
                    <a:pt x="10502" y="28"/>
                    <a:pt x="10502" y="28"/>
                  </a:cubicBezTo>
                  <a:cubicBezTo>
                    <a:pt x="10378" y="9"/>
                    <a:pt x="10253" y="1"/>
                    <a:pt x="1013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9" name="Google Shape;999;p36"/>
            <p:cNvSpPr/>
            <p:nvPr/>
          </p:nvSpPr>
          <p:spPr>
            <a:xfrm>
              <a:off x="2777387" y="3648802"/>
              <a:ext cx="159715" cy="233069"/>
            </a:xfrm>
            <a:custGeom>
              <a:rect b="b" l="l" r="r" t="t"/>
              <a:pathLst>
                <a:path extrusionOk="0" h="4175" w="2861">
                  <a:moveTo>
                    <a:pt x="49" y="1"/>
                  </a:moveTo>
                  <a:lnTo>
                    <a:pt x="0" y="3430"/>
                  </a:lnTo>
                  <a:cubicBezTo>
                    <a:pt x="0" y="3430"/>
                    <a:pt x="703" y="4174"/>
                    <a:pt x="1618" y="4174"/>
                  </a:cubicBezTo>
                  <a:cubicBezTo>
                    <a:pt x="2007" y="4174"/>
                    <a:pt x="2434" y="4040"/>
                    <a:pt x="2861" y="3656"/>
                  </a:cubicBezTo>
                  <a:lnTo>
                    <a:pt x="2641" y="2757"/>
                  </a:lnTo>
                  <a:lnTo>
                    <a:pt x="2404" y="1775"/>
                  </a:lnTo>
                  <a:lnTo>
                    <a:pt x="2237" y="1085"/>
                  </a:lnTo>
                  <a:lnTo>
                    <a:pt x="49" y="1"/>
                  </a:lnTo>
                  <a:close/>
                </a:path>
              </a:pathLst>
            </a:custGeom>
            <a:solidFill>
              <a:srgbClr val="FDA1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0" name="Google Shape;1000;p36"/>
            <p:cNvSpPr/>
            <p:nvPr/>
          </p:nvSpPr>
          <p:spPr>
            <a:xfrm>
              <a:off x="2811952" y="3719892"/>
              <a:ext cx="114999" cy="92614"/>
            </a:xfrm>
            <a:custGeom>
              <a:rect b="b" l="l" r="r" t="t"/>
              <a:pathLst>
                <a:path extrusionOk="0" h="1659" w="2060">
                  <a:moveTo>
                    <a:pt x="0" y="0"/>
                  </a:moveTo>
                  <a:cubicBezTo>
                    <a:pt x="862" y="1432"/>
                    <a:pt x="1558" y="1659"/>
                    <a:pt x="1914" y="1659"/>
                  </a:cubicBezTo>
                  <a:cubicBezTo>
                    <a:pt x="1972" y="1659"/>
                    <a:pt x="2020" y="1653"/>
                    <a:pt x="2059" y="1645"/>
                  </a:cubicBezTo>
                  <a:lnTo>
                    <a:pt x="1822" y="663"/>
                  </a:lnTo>
                  <a:lnTo>
                    <a:pt x="0" y="0"/>
                  </a:lnTo>
                  <a:close/>
                </a:path>
              </a:pathLst>
            </a:custGeom>
            <a:solidFill>
              <a:srgbClr val="2729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1" name="Google Shape;1001;p36"/>
            <p:cNvSpPr/>
            <p:nvPr/>
          </p:nvSpPr>
          <p:spPr>
            <a:xfrm>
              <a:off x="2889037" y="3646681"/>
              <a:ext cx="74303" cy="48791"/>
            </a:xfrm>
            <a:custGeom>
              <a:rect b="b" l="l" r="r" t="t"/>
              <a:pathLst>
                <a:path extrusionOk="0" h="874" w="1331">
                  <a:moveTo>
                    <a:pt x="1279" y="1"/>
                  </a:moveTo>
                  <a:cubicBezTo>
                    <a:pt x="1279" y="1"/>
                    <a:pt x="847" y="25"/>
                    <a:pt x="0" y="84"/>
                  </a:cubicBezTo>
                  <a:cubicBezTo>
                    <a:pt x="0" y="84"/>
                    <a:pt x="183" y="873"/>
                    <a:pt x="715" y="873"/>
                  </a:cubicBezTo>
                  <a:cubicBezTo>
                    <a:pt x="747" y="873"/>
                    <a:pt x="781" y="871"/>
                    <a:pt x="816" y="864"/>
                  </a:cubicBezTo>
                  <a:cubicBezTo>
                    <a:pt x="1331" y="774"/>
                    <a:pt x="1279" y="1"/>
                    <a:pt x="127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2" name="Google Shape;1002;p36"/>
            <p:cNvSpPr/>
            <p:nvPr/>
          </p:nvSpPr>
          <p:spPr>
            <a:xfrm>
              <a:off x="2941903" y="3590409"/>
              <a:ext cx="16580" cy="20209"/>
            </a:xfrm>
            <a:custGeom>
              <a:rect b="b" l="l" r="r" t="t"/>
              <a:pathLst>
                <a:path extrusionOk="0" h="362" w="297">
                  <a:moveTo>
                    <a:pt x="141" y="1"/>
                  </a:moveTo>
                  <a:cubicBezTo>
                    <a:pt x="136" y="1"/>
                    <a:pt x="131" y="1"/>
                    <a:pt x="126" y="2"/>
                  </a:cubicBezTo>
                  <a:cubicBezTo>
                    <a:pt x="49" y="12"/>
                    <a:pt x="1" y="99"/>
                    <a:pt x="15" y="200"/>
                  </a:cubicBezTo>
                  <a:cubicBezTo>
                    <a:pt x="28" y="292"/>
                    <a:pt x="93" y="361"/>
                    <a:pt x="161" y="361"/>
                  </a:cubicBezTo>
                  <a:cubicBezTo>
                    <a:pt x="166" y="361"/>
                    <a:pt x="170" y="361"/>
                    <a:pt x="175" y="360"/>
                  </a:cubicBezTo>
                  <a:cubicBezTo>
                    <a:pt x="248" y="350"/>
                    <a:pt x="297" y="259"/>
                    <a:pt x="283" y="161"/>
                  </a:cubicBezTo>
                  <a:cubicBezTo>
                    <a:pt x="270" y="71"/>
                    <a:pt x="208" y="1"/>
                    <a:pt x="141" y="1"/>
                  </a:cubicBezTo>
                  <a:close/>
                </a:path>
              </a:pathLst>
            </a:custGeom>
            <a:solidFill>
              <a:srgbClr val="2729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3" name="Google Shape;1003;p36"/>
            <p:cNvSpPr/>
            <p:nvPr/>
          </p:nvSpPr>
          <p:spPr>
            <a:xfrm>
              <a:off x="2876923" y="3590800"/>
              <a:ext cx="16580" cy="19985"/>
            </a:xfrm>
            <a:custGeom>
              <a:rect b="b" l="l" r="r" t="t"/>
              <a:pathLst>
                <a:path extrusionOk="0" h="358" w="297">
                  <a:moveTo>
                    <a:pt x="137" y="0"/>
                  </a:moveTo>
                  <a:cubicBezTo>
                    <a:pt x="132" y="0"/>
                    <a:pt x="128" y="1"/>
                    <a:pt x="123" y="1"/>
                  </a:cubicBezTo>
                  <a:cubicBezTo>
                    <a:pt x="50" y="12"/>
                    <a:pt x="1" y="99"/>
                    <a:pt x="15" y="200"/>
                  </a:cubicBezTo>
                  <a:cubicBezTo>
                    <a:pt x="28" y="291"/>
                    <a:pt x="89" y="358"/>
                    <a:pt x="160" y="358"/>
                  </a:cubicBezTo>
                  <a:cubicBezTo>
                    <a:pt x="165" y="358"/>
                    <a:pt x="170" y="358"/>
                    <a:pt x="176" y="357"/>
                  </a:cubicBezTo>
                  <a:cubicBezTo>
                    <a:pt x="248" y="347"/>
                    <a:pt x="297" y="259"/>
                    <a:pt x="284" y="162"/>
                  </a:cubicBezTo>
                  <a:cubicBezTo>
                    <a:pt x="270" y="67"/>
                    <a:pt x="206" y="0"/>
                    <a:pt x="137" y="0"/>
                  </a:cubicBezTo>
                  <a:close/>
                </a:path>
              </a:pathLst>
            </a:custGeom>
            <a:solidFill>
              <a:srgbClr val="2729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4" name="Google Shape;1004;p36"/>
            <p:cNvSpPr/>
            <p:nvPr/>
          </p:nvSpPr>
          <p:spPr>
            <a:xfrm>
              <a:off x="2913656" y="3700887"/>
              <a:ext cx="29978" cy="10272"/>
            </a:xfrm>
            <a:custGeom>
              <a:rect b="b" l="l" r="r" t="t"/>
              <a:pathLst>
                <a:path extrusionOk="0" h="184" w="537">
                  <a:moveTo>
                    <a:pt x="95" y="1"/>
                  </a:moveTo>
                  <a:cubicBezTo>
                    <a:pt x="44" y="1"/>
                    <a:pt x="1" y="71"/>
                    <a:pt x="54" y="110"/>
                  </a:cubicBezTo>
                  <a:cubicBezTo>
                    <a:pt x="119" y="162"/>
                    <a:pt x="193" y="184"/>
                    <a:pt x="267" y="184"/>
                  </a:cubicBezTo>
                  <a:cubicBezTo>
                    <a:pt x="336" y="184"/>
                    <a:pt x="406" y="166"/>
                    <a:pt x="472" y="138"/>
                  </a:cubicBezTo>
                  <a:cubicBezTo>
                    <a:pt x="537" y="109"/>
                    <a:pt x="512" y="14"/>
                    <a:pt x="454" y="14"/>
                  </a:cubicBezTo>
                  <a:cubicBezTo>
                    <a:pt x="446" y="14"/>
                    <a:pt x="438" y="15"/>
                    <a:pt x="430" y="19"/>
                  </a:cubicBezTo>
                  <a:cubicBezTo>
                    <a:pt x="377" y="42"/>
                    <a:pt x="321" y="59"/>
                    <a:pt x="266" y="59"/>
                  </a:cubicBezTo>
                  <a:cubicBezTo>
                    <a:pt x="220" y="59"/>
                    <a:pt x="175" y="47"/>
                    <a:pt x="134" y="15"/>
                  </a:cubicBezTo>
                  <a:cubicBezTo>
                    <a:pt x="121" y="5"/>
                    <a:pt x="108" y="1"/>
                    <a:pt x="95" y="1"/>
                  </a:cubicBezTo>
                  <a:close/>
                </a:path>
              </a:pathLst>
            </a:custGeom>
            <a:solidFill>
              <a:srgbClr val="CA68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5" name="Google Shape;1005;p36"/>
            <p:cNvSpPr/>
            <p:nvPr/>
          </p:nvSpPr>
          <p:spPr>
            <a:xfrm>
              <a:off x="2842535" y="3616368"/>
              <a:ext cx="41645" cy="21548"/>
            </a:xfrm>
            <a:custGeom>
              <a:rect b="b" l="l" r="r" t="t"/>
              <a:pathLst>
                <a:path extrusionOk="0" h="386" w="746">
                  <a:moveTo>
                    <a:pt x="417" y="1"/>
                  </a:moveTo>
                  <a:cubicBezTo>
                    <a:pt x="397" y="1"/>
                    <a:pt x="377" y="1"/>
                    <a:pt x="356" y="3"/>
                  </a:cubicBezTo>
                  <a:cubicBezTo>
                    <a:pt x="154" y="21"/>
                    <a:pt x="1" y="119"/>
                    <a:pt x="7" y="223"/>
                  </a:cubicBezTo>
                  <a:cubicBezTo>
                    <a:pt x="17" y="317"/>
                    <a:pt x="156" y="386"/>
                    <a:pt x="331" y="386"/>
                  </a:cubicBezTo>
                  <a:cubicBezTo>
                    <a:pt x="350" y="386"/>
                    <a:pt x="370" y="385"/>
                    <a:pt x="390" y="383"/>
                  </a:cubicBezTo>
                  <a:cubicBezTo>
                    <a:pt x="589" y="365"/>
                    <a:pt x="746" y="268"/>
                    <a:pt x="739" y="161"/>
                  </a:cubicBezTo>
                  <a:cubicBezTo>
                    <a:pt x="730" y="67"/>
                    <a:pt x="591" y="1"/>
                    <a:pt x="417" y="1"/>
                  </a:cubicBezTo>
                  <a:close/>
                </a:path>
              </a:pathLst>
            </a:custGeom>
            <a:solidFill>
              <a:srgbClr val="CA68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6" name="Google Shape;1006;p36"/>
            <p:cNvSpPr/>
            <p:nvPr/>
          </p:nvSpPr>
          <p:spPr>
            <a:xfrm>
              <a:off x="2959432" y="3612516"/>
              <a:ext cx="35449" cy="21548"/>
            </a:xfrm>
            <a:custGeom>
              <a:rect b="b" l="l" r="r" t="t"/>
              <a:pathLst>
                <a:path extrusionOk="0" h="386" w="635">
                  <a:moveTo>
                    <a:pt x="423" y="0"/>
                  </a:moveTo>
                  <a:cubicBezTo>
                    <a:pt x="402" y="0"/>
                    <a:pt x="381" y="1"/>
                    <a:pt x="359" y="3"/>
                  </a:cubicBezTo>
                  <a:cubicBezTo>
                    <a:pt x="157" y="20"/>
                    <a:pt x="1" y="117"/>
                    <a:pt x="11" y="222"/>
                  </a:cubicBezTo>
                  <a:cubicBezTo>
                    <a:pt x="20" y="316"/>
                    <a:pt x="160" y="385"/>
                    <a:pt x="333" y="385"/>
                  </a:cubicBezTo>
                  <a:cubicBezTo>
                    <a:pt x="352" y="385"/>
                    <a:pt x="371" y="384"/>
                    <a:pt x="391" y="383"/>
                  </a:cubicBezTo>
                  <a:cubicBezTo>
                    <a:pt x="488" y="376"/>
                    <a:pt x="572" y="347"/>
                    <a:pt x="634" y="313"/>
                  </a:cubicBezTo>
                  <a:cubicBezTo>
                    <a:pt x="624" y="222"/>
                    <a:pt x="610" y="132"/>
                    <a:pt x="596" y="37"/>
                  </a:cubicBezTo>
                  <a:lnTo>
                    <a:pt x="596" y="27"/>
                  </a:lnTo>
                  <a:cubicBezTo>
                    <a:pt x="546" y="9"/>
                    <a:pt x="486" y="0"/>
                    <a:pt x="423" y="0"/>
                  </a:cubicBezTo>
                  <a:close/>
                </a:path>
              </a:pathLst>
            </a:custGeom>
            <a:solidFill>
              <a:srgbClr val="CA68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7" name="Google Shape;1007;p36"/>
            <p:cNvSpPr/>
            <p:nvPr/>
          </p:nvSpPr>
          <p:spPr>
            <a:xfrm>
              <a:off x="2730047" y="3571875"/>
              <a:ext cx="94456" cy="105900"/>
            </a:xfrm>
            <a:custGeom>
              <a:rect b="b" l="l" r="r" t="t"/>
              <a:pathLst>
                <a:path extrusionOk="0" h="1897" w="1692">
                  <a:moveTo>
                    <a:pt x="599" y="0"/>
                  </a:moveTo>
                  <a:cubicBezTo>
                    <a:pt x="572" y="0"/>
                    <a:pt x="544" y="3"/>
                    <a:pt x="517" y="9"/>
                  </a:cubicBezTo>
                  <a:cubicBezTo>
                    <a:pt x="26" y="117"/>
                    <a:pt x="1" y="564"/>
                    <a:pt x="89" y="1009"/>
                  </a:cubicBezTo>
                  <a:cubicBezTo>
                    <a:pt x="166" y="1406"/>
                    <a:pt x="448" y="1897"/>
                    <a:pt x="938" y="1897"/>
                  </a:cubicBezTo>
                  <a:cubicBezTo>
                    <a:pt x="999" y="1897"/>
                    <a:pt x="1063" y="1889"/>
                    <a:pt x="1130" y="1873"/>
                  </a:cubicBezTo>
                  <a:cubicBezTo>
                    <a:pt x="1437" y="1800"/>
                    <a:pt x="1573" y="1591"/>
                    <a:pt x="1628" y="1376"/>
                  </a:cubicBezTo>
                  <a:cubicBezTo>
                    <a:pt x="1691" y="1114"/>
                    <a:pt x="1622" y="839"/>
                    <a:pt x="1454" y="626"/>
                  </a:cubicBezTo>
                  <a:cubicBezTo>
                    <a:pt x="1256" y="374"/>
                    <a:pt x="913" y="0"/>
                    <a:pt x="599" y="0"/>
                  </a:cubicBezTo>
                  <a:close/>
                </a:path>
              </a:pathLst>
            </a:custGeom>
            <a:solidFill>
              <a:srgbClr val="FDA1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8" name="Google Shape;1008;p36"/>
            <p:cNvSpPr/>
            <p:nvPr/>
          </p:nvSpPr>
          <p:spPr>
            <a:xfrm>
              <a:off x="2722120" y="3661363"/>
              <a:ext cx="73801" cy="70898"/>
            </a:xfrm>
            <a:custGeom>
              <a:rect b="b" l="l" r="r" t="t"/>
              <a:pathLst>
                <a:path extrusionOk="0" h="1270" w="1322">
                  <a:moveTo>
                    <a:pt x="661" y="140"/>
                  </a:moveTo>
                  <a:cubicBezTo>
                    <a:pt x="914" y="140"/>
                    <a:pt x="1131" y="339"/>
                    <a:pt x="1151" y="598"/>
                  </a:cubicBezTo>
                  <a:cubicBezTo>
                    <a:pt x="1172" y="866"/>
                    <a:pt x="969" y="1106"/>
                    <a:pt x="697" y="1127"/>
                  </a:cubicBezTo>
                  <a:cubicBezTo>
                    <a:pt x="685" y="1128"/>
                    <a:pt x="672" y="1129"/>
                    <a:pt x="660" y="1129"/>
                  </a:cubicBezTo>
                  <a:cubicBezTo>
                    <a:pt x="407" y="1129"/>
                    <a:pt x="188" y="931"/>
                    <a:pt x="168" y="672"/>
                  </a:cubicBezTo>
                  <a:cubicBezTo>
                    <a:pt x="147" y="403"/>
                    <a:pt x="352" y="162"/>
                    <a:pt x="624" y="141"/>
                  </a:cubicBezTo>
                  <a:cubicBezTo>
                    <a:pt x="636" y="140"/>
                    <a:pt x="649" y="140"/>
                    <a:pt x="661" y="140"/>
                  </a:cubicBezTo>
                  <a:close/>
                  <a:moveTo>
                    <a:pt x="663" y="0"/>
                  </a:moveTo>
                  <a:cubicBezTo>
                    <a:pt x="645" y="0"/>
                    <a:pt x="628" y="1"/>
                    <a:pt x="610" y="3"/>
                  </a:cubicBezTo>
                  <a:cubicBezTo>
                    <a:pt x="262" y="27"/>
                    <a:pt x="1" y="333"/>
                    <a:pt x="28" y="685"/>
                  </a:cubicBezTo>
                  <a:cubicBezTo>
                    <a:pt x="51" y="1017"/>
                    <a:pt x="330" y="1269"/>
                    <a:pt x="657" y="1269"/>
                  </a:cubicBezTo>
                  <a:cubicBezTo>
                    <a:pt x="674" y="1269"/>
                    <a:pt x="691" y="1268"/>
                    <a:pt x="707" y="1267"/>
                  </a:cubicBezTo>
                  <a:cubicBezTo>
                    <a:pt x="1060" y="1243"/>
                    <a:pt x="1321" y="936"/>
                    <a:pt x="1293" y="584"/>
                  </a:cubicBezTo>
                  <a:cubicBezTo>
                    <a:pt x="1270" y="253"/>
                    <a:pt x="992" y="0"/>
                    <a:pt x="66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9" name="Google Shape;1009;p36"/>
            <p:cNvSpPr/>
            <p:nvPr/>
          </p:nvSpPr>
          <p:spPr>
            <a:xfrm>
              <a:off x="2748414" y="3592698"/>
              <a:ext cx="42818" cy="57500"/>
            </a:xfrm>
            <a:custGeom>
              <a:rect b="b" l="l" r="r" t="t"/>
              <a:pathLst>
                <a:path extrusionOk="0" h="1030" w="767">
                  <a:moveTo>
                    <a:pt x="192" y="1"/>
                  </a:moveTo>
                  <a:cubicBezTo>
                    <a:pt x="148" y="1"/>
                    <a:pt x="104" y="9"/>
                    <a:pt x="59" y="27"/>
                  </a:cubicBezTo>
                  <a:cubicBezTo>
                    <a:pt x="0" y="51"/>
                    <a:pt x="35" y="132"/>
                    <a:pt x="90" y="132"/>
                  </a:cubicBezTo>
                  <a:cubicBezTo>
                    <a:pt x="97" y="132"/>
                    <a:pt x="104" y="131"/>
                    <a:pt x="111" y="128"/>
                  </a:cubicBezTo>
                  <a:cubicBezTo>
                    <a:pt x="140" y="116"/>
                    <a:pt x="169" y="111"/>
                    <a:pt x="198" y="111"/>
                  </a:cubicBezTo>
                  <a:cubicBezTo>
                    <a:pt x="364" y="111"/>
                    <a:pt x="512" y="289"/>
                    <a:pt x="571" y="421"/>
                  </a:cubicBezTo>
                  <a:cubicBezTo>
                    <a:pt x="651" y="595"/>
                    <a:pt x="648" y="786"/>
                    <a:pt x="638" y="974"/>
                  </a:cubicBezTo>
                  <a:cubicBezTo>
                    <a:pt x="634" y="1011"/>
                    <a:pt x="662" y="1030"/>
                    <a:pt x="691" y="1030"/>
                  </a:cubicBezTo>
                  <a:cubicBezTo>
                    <a:pt x="718" y="1030"/>
                    <a:pt x="746" y="1013"/>
                    <a:pt x="749" y="978"/>
                  </a:cubicBezTo>
                  <a:cubicBezTo>
                    <a:pt x="767" y="710"/>
                    <a:pt x="749" y="424"/>
                    <a:pt x="568" y="204"/>
                  </a:cubicBezTo>
                  <a:cubicBezTo>
                    <a:pt x="471" y="89"/>
                    <a:pt x="336" y="1"/>
                    <a:pt x="192" y="1"/>
                  </a:cubicBezTo>
                  <a:close/>
                </a:path>
              </a:pathLst>
            </a:custGeom>
            <a:solidFill>
              <a:srgbClr val="2729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0" name="Google Shape;1010;p36"/>
            <p:cNvSpPr/>
            <p:nvPr/>
          </p:nvSpPr>
          <p:spPr>
            <a:xfrm>
              <a:off x="2920745" y="3599174"/>
              <a:ext cx="25289" cy="40585"/>
            </a:xfrm>
            <a:custGeom>
              <a:rect b="b" l="l" r="r" t="t"/>
              <a:pathLst>
                <a:path extrusionOk="0" h="727" w="453">
                  <a:moveTo>
                    <a:pt x="58" y="1"/>
                  </a:moveTo>
                  <a:cubicBezTo>
                    <a:pt x="51" y="1"/>
                    <a:pt x="45" y="2"/>
                    <a:pt x="39" y="4"/>
                  </a:cubicBezTo>
                  <a:cubicBezTo>
                    <a:pt x="14" y="15"/>
                    <a:pt x="0" y="46"/>
                    <a:pt x="14" y="71"/>
                  </a:cubicBezTo>
                  <a:lnTo>
                    <a:pt x="115" y="301"/>
                  </a:lnTo>
                  <a:cubicBezTo>
                    <a:pt x="126" y="318"/>
                    <a:pt x="139" y="329"/>
                    <a:pt x="160" y="329"/>
                  </a:cubicBezTo>
                  <a:cubicBezTo>
                    <a:pt x="168" y="332"/>
                    <a:pt x="338" y="339"/>
                    <a:pt x="345" y="472"/>
                  </a:cubicBezTo>
                  <a:cubicBezTo>
                    <a:pt x="352" y="597"/>
                    <a:pt x="198" y="625"/>
                    <a:pt x="192" y="628"/>
                  </a:cubicBezTo>
                  <a:cubicBezTo>
                    <a:pt x="164" y="632"/>
                    <a:pt x="147" y="660"/>
                    <a:pt x="153" y="684"/>
                  </a:cubicBezTo>
                  <a:cubicBezTo>
                    <a:pt x="156" y="710"/>
                    <a:pt x="177" y="726"/>
                    <a:pt x="202" y="726"/>
                  </a:cubicBezTo>
                  <a:cubicBezTo>
                    <a:pt x="205" y="726"/>
                    <a:pt x="207" y="726"/>
                    <a:pt x="209" y="726"/>
                  </a:cubicBezTo>
                  <a:cubicBezTo>
                    <a:pt x="296" y="709"/>
                    <a:pt x="453" y="636"/>
                    <a:pt x="443" y="464"/>
                  </a:cubicBezTo>
                  <a:cubicBezTo>
                    <a:pt x="432" y="308"/>
                    <a:pt x="290" y="249"/>
                    <a:pt x="195" y="234"/>
                  </a:cubicBezTo>
                  <a:lnTo>
                    <a:pt x="101" y="29"/>
                  </a:lnTo>
                  <a:cubicBezTo>
                    <a:pt x="93" y="11"/>
                    <a:pt x="76" y="1"/>
                    <a:pt x="58" y="1"/>
                  </a:cubicBezTo>
                  <a:close/>
                </a:path>
              </a:pathLst>
            </a:custGeom>
            <a:solidFill>
              <a:srgbClr val="2729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1" name="Google Shape;1011;p36"/>
            <p:cNvSpPr/>
            <p:nvPr/>
          </p:nvSpPr>
          <p:spPr>
            <a:xfrm>
              <a:off x="2714807" y="4028970"/>
              <a:ext cx="365542" cy="51973"/>
            </a:xfrm>
            <a:custGeom>
              <a:rect b="b" l="l" r="r" t="t"/>
              <a:pathLst>
                <a:path extrusionOk="0" h="931" w="6548">
                  <a:moveTo>
                    <a:pt x="6448" y="0"/>
                  </a:moveTo>
                  <a:cubicBezTo>
                    <a:pt x="6425" y="0"/>
                    <a:pt x="6403" y="12"/>
                    <a:pt x="6390" y="41"/>
                  </a:cubicBezTo>
                  <a:cubicBezTo>
                    <a:pt x="6191" y="470"/>
                    <a:pt x="5738" y="626"/>
                    <a:pt x="5299" y="700"/>
                  </a:cubicBezTo>
                  <a:cubicBezTo>
                    <a:pt x="4924" y="761"/>
                    <a:pt x="4537" y="779"/>
                    <a:pt x="4153" y="779"/>
                  </a:cubicBezTo>
                  <a:cubicBezTo>
                    <a:pt x="3969" y="779"/>
                    <a:pt x="3786" y="775"/>
                    <a:pt x="3606" y="769"/>
                  </a:cubicBezTo>
                  <a:cubicBezTo>
                    <a:pt x="2424" y="738"/>
                    <a:pt x="1257" y="550"/>
                    <a:pt x="124" y="216"/>
                  </a:cubicBezTo>
                  <a:cubicBezTo>
                    <a:pt x="116" y="213"/>
                    <a:pt x="108" y="212"/>
                    <a:pt x="101" y="212"/>
                  </a:cubicBezTo>
                  <a:cubicBezTo>
                    <a:pt x="25" y="212"/>
                    <a:pt x="1" y="333"/>
                    <a:pt x="86" y="359"/>
                  </a:cubicBezTo>
                  <a:cubicBezTo>
                    <a:pt x="1319" y="724"/>
                    <a:pt x="2602" y="919"/>
                    <a:pt x="3887" y="926"/>
                  </a:cubicBezTo>
                  <a:cubicBezTo>
                    <a:pt x="4029" y="927"/>
                    <a:pt x="4189" y="930"/>
                    <a:pt x="4357" y="930"/>
                  </a:cubicBezTo>
                  <a:cubicBezTo>
                    <a:pt x="5160" y="930"/>
                    <a:pt x="6176" y="860"/>
                    <a:pt x="6522" y="114"/>
                  </a:cubicBezTo>
                  <a:cubicBezTo>
                    <a:pt x="6548" y="55"/>
                    <a:pt x="6496" y="0"/>
                    <a:pt x="6448"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2" name="Google Shape;1012;p36"/>
            <p:cNvSpPr/>
            <p:nvPr/>
          </p:nvSpPr>
          <p:spPr>
            <a:xfrm>
              <a:off x="2796256" y="4288668"/>
              <a:ext cx="301734" cy="41143"/>
            </a:xfrm>
            <a:custGeom>
              <a:rect b="b" l="l" r="r" t="t"/>
              <a:pathLst>
                <a:path extrusionOk="0" h="737" w="5405">
                  <a:moveTo>
                    <a:pt x="4437" y="0"/>
                  </a:moveTo>
                  <a:cubicBezTo>
                    <a:pt x="2968" y="0"/>
                    <a:pt x="1504" y="198"/>
                    <a:pt x="87" y="588"/>
                  </a:cubicBezTo>
                  <a:cubicBezTo>
                    <a:pt x="0" y="610"/>
                    <a:pt x="27" y="737"/>
                    <a:pt x="105" y="737"/>
                  </a:cubicBezTo>
                  <a:cubicBezTo>
                    <a:pt x="111" y="737"/>
                    <a:pt x="118" y="736"/>
                    <a:pt x="125" y="734"/>
                  </a:cubicBezTo>
                  <a:cubicBezTo>
                    <a:pt x="1532" y="345"/>
                    <a:pt x="2978" y="150"/>
                    <a:pt x="4434" y="150"/>
                  </a:cubicBezTo>
                  <a:cubicBezTo>
                    <a:pt x="4725" y="150"/>
                    <a:pt x="5016" y="157"/>
                    <a:pt x="5307" y="173"/>
                  </a:cubicBezTo>
                  <a:cubicBezTo>
                    <a:pt x="5309" y="173"/>
                    <a:pt x="5312" y="173"/>
                    <a:pt x="5314" y="173"/>
                  </a:cubicBezTo>
                  <a:cubicBezTo>
                    <a:pt x="5405" y="173"/>
                    <a:pt x="5402" y="30"/>
                    <a:pt x="5307" y="23"/>
                  </a:cubicBezTo>
                  <a:cubicBezTo>
                    <a:pt x="5017" y="8"/>
                    <a:pt x="4727" y="0"/>
                    <a:pt x="4437"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3" name="Google Shape;1013;p36"/>
            <p:cNvSpPr/>
            <p:nvPr/>
          </p:nvSpPr>
          <p:spPr>
            <a:xfrm>
              <a:off x="2727200" y="3832243"/>
              <a:ext cx="255790" cy="120247"/>
            </a:xfrm>
            <a:custGeom>
              <a:rect b="b" l="l" r="r" t="t"/>
              <a:pathLst>
                <a:path extrusionOk="0" h="2154" w="4582">
                  <a:moveTo>
                    <a:pt x="140" y="1"/>
                  </a:moveTo>
                  <a:cubicBezTo>
                    <a:pt x="90" y="11"/>
                    <a:pt x="45" y="18"/>
                    <a:pt x="0" y="28"/>
                  </a:cubicBezTo>
                  <a:cubicBezTo>
                    <a:pt x="153" y="450"/>
                    <a:pt x="443" y="813"/>
                    <a:pt x="798" y="1098"/>
                  </a:cubicBezTo>
                  <a:cubicBezTo>
                    <a:pt x="1321" y="1516"/>
                    <a:pt x="1986" y="1850"/>
                    <a:pt x="2623" y="2053"/>
                  </a:cubicBezTo>
                  <a:cubicBezTo>
                    <a:pt x="2825" y="2116"/>
                    <a:pt x="3040" y="2153"/>
                    <a:pt x="3252" y="2153"/>
                  </a:cubicBezTo>
                  <a:cubicBezTo>
                    <a:pt x="3628" y="2153"/>
                    <a:pt x="3992" y="2034"/>
                    <a:pt x="4244" y="1722"/>
                  </a:cubicBezTo>
                  <a:cubicBezTo>
                    <a:pt x="4505" y="1401"/>
                    <a:pt x="4579" y="1008"/>
                    <a:pt x="4582" y="607"/>
                  </a:cubicBezTo>
                  <a:cubicBezTo>
                    <a:pt x="4533" y="575"/>
                    <a:pt x="4484" y="548"/>
                    <a:pt x="4439" y="520"/>
                  </a:cubicBezTo>
                  <a:lnTo>
                    <a:pt x="4439" y="520"/>
                  </a:lnTo>
                  <a:cubicBezTo>
                    <a:pt x="4450" y="917"/>
                    <a:pt x="4390" y="1311"/>
                    <a:pt x="4136" y="1628"/>
                  </a:cubicBezTo>
                  <a:cubicBezTo>
                    <a:pt x="3913" y="1910"/>
                    <a:pt x="3597" y="2013"/>
                    <a:pt x="3268" y="2013"/>
                  </a:cubicBezTo>
                  <a:cubicBezTo>
                    <a:pt x="3007" y="2013"/>
                    <a:pt x="2738" y="1949"/>
                    <a:pt x="2498" y="1858"/>
                  </a:cubicBezTo>
                  <a:cubicBezTo>
                    <a:pt x="1596" y="1523"/>
                    <a:pt x="491" y="956"/>
                    <a:pt x="140"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4" name="Google Shape;1014;p36"/>
            <p:cNvSpPr/>
            <p:nvPr/>
          </p:nvSpPr>
          <p:spPr>
            <a:xfrm>
              <a:off x="2942126" y="3841008"/>
              <a:ext cx="759834" cy="1531112"/>
            </a:xfrm>
            <a:custGeom>
              <a:rect b="b" l="l" r="r" t="t"/>
              <a:pathLst>
                <a:path extrusionOk="0" h="27427" w="13611">
                  <a:moveTo>
                    <a:pt x="0" y="0"/>
                  </a:moveTo>
                  <a:cubicBezTo>
                    <a:pt x="0" y="0"/>
                    <a:pt x="446" y="3959"/>
                    <a:pt x="1307" y="6548"/>
                  </a:cubicBezTo>
                  <a:cubicBezTo>
                    <a:pt x="2102" y="8931"/>
                    <a:pt x="2321" y="12209"/>
                    <a:pt x="3136" y="13670"/>
                  </a:cubicBezTo>
                  <a:cubicBezTo>
                    <a:pt x="3175" y="13740"/>
                    <a:pt x="3217" y="13806"/>
                    <a:pt x="3258" y="13869"/>
                  </a:cubicBezTo>
                  <a:cubicBezTo>
                    <a:pt x="3390" y="14049"/>
                    <a:pt x="3638" y="14572"/>
                    <a:pt x="3955" y="15311"/>
                  </a:cubicBezTo>
                  <a:cubicBezTo>
                    <a:pt x="4185" y="15847"/>
                    <a:pt x="4460" y="16503"/>
                    <a:pt x="4736" y="17231"/>
                  </a:cubicBezTo>
                  <a:cubicBezTo>
                    <a:pt x="6000" y="20559"/>
                    <a:pt x="6544" y="25513"/>
                    <a:pt x="6788" y="27426"/>
                  </a:cubicBezTo>
                  <a:cubicBezTo>
                    <a:pt x="6788" y="27426"/>
                    <a:pt x="9356" y="26712"/>
                    <a:pt x="10820" y="25991"/>
                  </a:cubicBezTo>
                  <a:cubicBezTo>
                    <a:pt x="12297" y="25263"/>
                    <a:pt x="13610" y="24332"/>
                    <a:pt x="12931" y="23524"/>
                  </a:cubicBezTo>
                  <a:cubicBezTo>
                    <a:pt x="11576" y="21910"/>
                    <a:pt x="6457" y="15488"/>
                    <a:pt x="6091" y="14726"/>
                  </a:cubicBezTo>
                  <a:cubicBezTo>
                    <a:pt x="5464" y="13422"/>
                    <a:pt x="3934" y="9788"/>
                    <a:pt x="3802" y="9112"/>
                  </a:cubicBezTo>
                  <a:cubicBezTo>
                    <a:pt x="3670" y="8436"/>
                    <a:pt x="4297" y="6704"/>
                    <a:pt x="4286" y="6077"/>
                  </a:cubicBezTo>
                  <a:cubicBezTo>
                    <a:pt x="4279" y="5453"/>
                    <a:pt x="3297" y="4094"/>
                    <a:pt x="3390" y="3429"/>
                  </a:cubicBezTo>
                  <a:cubicBezTo>
                    <a:pt x="3488" y="2764"/>
                    <a:pt x="3680" y="2126"/>
                    <a:pt x="3262" y="1760"/>
                  </a:cubicBezTo>
                  <a:cubicBezTo>
                    <a:pt x="2840" y="1391"/>
                    <a:pt x="1" y="0"/>
                    <a:pt x="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5" name="Google Shape;1015;p36"/>
            <p:cNvSpPr/>
            <p:nvPr/>
          </p:nvSpPr>
          <p:spPr>
            <a:xfrm>
              <a:off x="3511430" y="5132072"/>
              <a:ext cx="133645" cy="106347"/>
            </a:xfrm>
            <a:custGeom>
              <a:rect b="b" l="l" r="r" t="t"/>
              <a:pathLst>
                <a:path extrusionOk="0" h="1905" w="2394">
                  <a:moveTo>
                    <a:pt x="2304" y="0"/>
                  </a:moveTo>
                  <a:cubicBezTo>
                    <a:pt x="2284" y="0"/>
                    <a:pt x="2264" y="10"/>
                    <a:pt x="2252" y="34"/>
                  </a:cubicBezTo>
                  <a:cubicBezTo>
                    <a:pt x="1796" y="902"/>
                    <a:pt x="1026" y="1522"/>
                    <a:pt x="78" y="1773"/>
                  </a:cubicBezTo>
                  <a:cubicBezTo>
                    <a:pt x="1" y="1792"/>
                    <a:pt x="24" y="1905"/>
                    <a:pt x="95" y="1905"/>
                  </a:cubicBezTo>
                  <a:cubicBezTo>
                    <a:pt x="100" y="1905"/>
                    <a:pt x="106" y="1904"/>
                    <a:pt x="113" y="1902"/>
                  </a:cubicBezTo>
                  <a:cubicBezTo>
                    <a:pt x="1092" y="1641"/>
                    <a:pt x="1897" y="999"/>
                    <a:pt x="2367" y="100"/>
                  </a:cubicBezTo>
                  <a:cubicBezTo>
                    <a:pt x="2393" y="48"/>
                    <a:pt x="2347" y="0"/>
                    <a:pt x="230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6" name="Google Shape;1016;p36"/>
            <p:cNvSpPr/>
            <p:nvPr/>
          </p:nvSpPr>
          <p:spPr>
            <a:xfrm>
              <a:off x="2995216" y="4079659"/>
              <a:ext cx="549541" cy="1114658"/>
            </a:xfrm>
            <a:custGeom>
              <a:rect b="b" l="l" r="r" t="t"/>
              <a:pathLst>
                <a:path extrusionOk="0" h="19967" w="9844">
                  <a:moveTo>
                    <a:pt x="219" y="1"/>
                  </a:moveTo>
                  <a:cubicBezTo>
                    <a:pt x="206" y="1"/>
                    <a:pt x="194" y="2"/>
                    <a:pt x="182" y="4"/>
                  </a:cubicBezTo>
                  <a:cubicBezTo>
                    <a:pt x="74" y="25"/>
                    <a:pt x="1" y="130"/>
                    <a:pt x="22" y="237"/>
                  </a:cubicBezTo>
                  <a:cubicBezTo>
                    <a:pt x="43" y="335"/>
                    <a:pt x="126" y="401"/>
                    <a:pt x="220" y="401"/>
                  </a:cubicBezTo>
                  <a:cubicBezTo>
                    <a:pt x="231" y="401"/>
                    <a:pt x="244" y="401"/>
                    <a:pt x="259" y="398"/>
                  </a:cubicBezTo>
                  <a:cubicBezTo>
                    <a:pt x="366" y="380"/>
                    <a:pt x="440" y="273"/>
                    <a:pt x="419" y="165"/>
                  </a:cubicBezTo>
                  <a:cubicBezTo>
                    <a:pt x="401" y="69"/>
                    <a:pt x="313" y="1"/>
                    <a:pt x="219" y="1"/>
                  </a:cubicBezTo>
                  <a:close/>
                  <a:moveTo>
                    <a:pt x="591" y="1804"/>
                  </a:moveTo>
                  <a:cubicBezTo>
                    <a:pt x="577" y="1804"/>
                    <a:pt x="562" y="1806"/>
                    <a:pt x="548" y="1809"/>
                  </a:cubicBezTo>
                  <a:cubicBezTo>
                    <a:pt x="440" y="1830"/>
                    <a:pt x="370" y="1938"/>
                    <a:pt x="394" y="2046"/>
                  </a:cubicBezTo>
                  <a:cubicBezTo>
                    <a:pt x="412" y="2140"/>
                    <a:pt x="495" y="2206"/>
                    <a:pt x="590" y="2206"/>
                  </a:cubicBezTo>
                  <a:cubicBezTo>
                    <a:pt x="603" y="2206"/>
                    <a:pt x="617" y="2203"/>
                    <a:pt x="631" y="2199"/>
                  </a:cubicBezTo>
                  <a:cubicBezTo>
                    <a:pt x="739" y="2178"/>
                    <a:pt x="809" y="2071"/>
                    <a:pt x="785" y="1963"/>
                  </a:cubicBezTo>
                  <a:cubicBezTo>
                    <a:pt x="766" y="1869"/>
                    <a:pt x="683" y="1804"/>
                    <a:pt x="591" y="1804"/>
                  </a:cubicBezTo>
                  <a:close/>
                  <a:moveTo>
                    <a:pt x="998" y="3594"/>
                  </a:moveTo>
                  <a:cubicBezTo>
                    <a:pt x="982" y="3594"/>
                    <a:pt x="965" y="3596"/>
                    <a:pt x="948" y="3600"/>
                  </a:cubicBezTo>
                  <a:cubicBezTo>
                    <a:pt x="841" y="3624"/>
                    <a:pt x="774" y="3732"/>
                    <a:pt x="799" y="3841"/>
                  </a:cubicBezTo>
                  <a:cubicBezTo>
                    <a:pt x="823" y="3935"/>
                    <a:pt x="903" y="3997"/>
                    <a:pt x="994" y="3997"/>
                  </a:cubicBezTo>
                  <a:cubicBezTo>
                    <a:pt x="1011" y="3997"/>
                    <a:pt x="1025" y="3994"/>
                    <a:pt x="1042" y="3991"/>
                  </a:cubicBezTo>
                  <a:cubicBezTo>
                    <a:pt x="1151" y="3966"/>
                    <a:pt x="1217" y="3854"/>
                    <a:pt x="1193" y="3746"/>
                  </a:cubicBezTo>
                  <a:cubicBezTo>
                    <a:pt x="1169" y="3655"/>
                    <a:pt x="1088" y="3594"/>
                    <a:pt x="998" y="3594"/>
                  </a:cubicBezTo>
                  <a:close/>
                  <a:moveTo>
                    <a:pt x="1445" y="5373"/>
                  </a:moveTo>
                  <a:cubicBezTo>
                    <a:pt x="1427" y="5373"/>
                    <a:pt x="1409" y="5375"/>
                    <a:pt x="1391" y="5380"/>
                  </a:cubicBezTo>
                  <a:cubicBezTo>
                    <a:pt x="1286" y="5409"/>
                    <a:pt x="1220" y="5520"/>
                    <a:pt x="1251" y="5628"/>
                  </a:cubicBezTo>
                  <a:cubicBezTo>
                    <a:pt x="1276" y="5715"/>
                    <a:pt x="1356" y="5774"/>
                    <a:pt x="1443" y="5774"/>
                  </a:cubicBezTo>
                  <a:cubicBezTo>
                    <a:pt x="1460" y="5774"/>
                    <a:pt x="1481" y="5774"/>
                    <a:pt x="1499" y="5768"/>
                  </a:cubicBezTo>
                  <a:cubicBezTo>
                    <a:pt x="1603" y="5739"/>
                    <a:pt x="1669" y="5628"/>
                    <a:pt x="1638" y="5520"/>
                  </a:cubicBezTo>
                  <a:cubicBezTo>
                    <a:pt x="1615" y="5433"/>
                    <a:pt x="1534" y="5373"/>
                    <a:pt x="1445" y="5373"/>
                  </a:cubicBezTo>
                  <a:close/>
                  <a:moveTo>
                    <a:pt x="1967" y="7134"/>
                  </a:moveTo>
                  <a:cubicBezTo>
                    <a:pt x="1946" y="7134"/>
                    <a:pt x="1924" y="7137"/>
                    <a:pt x="1903" y="7144"/>
                  </a:cubicBezTo>
                  <a:cubicBezTo>
                    <a:pt x="1799" y="7178"/>
                    <a:pt x="1740" y="7294"/>
                    <a:pt x="1774" y="7398"/>
                  </a:cubicBezTo>
                  <a:cubicBezTo>
                    <a:pt x="1802" y="7482"/>
                    <a:pt x="1883" y="7534"/>
                    <a:pt x="1966" y="7534"/>
                  </a:cubicBezTo>
                  <a:cubicBezTo>
                    <a:pt x="1987" y="7534"/>
                    <a:pt x="2008" y="7534"/>
                    <a:pt x="2029" y="7524"/>
                  </a:cubicBezTo>
                  <a:cubicBezTo>
                    <a:pt x="2133" y="7492"/>
                    <a:pt x="2192" y="7377"/>
                    <a:pt x="2158" y="7273"/>
                  </a:cubicBezTo>
                  <a:cubicBezTo>
                    <a:pt x="2130" y="7187"/>
                    <a:pt x="2051" y="7134"/>
                    <a:pt x="1967" y="7134"/>
                  </a:cubicBezTo>
                  <a:close/>
                  <a:moveTo>
                    <a:pt x="2656" y="8832"/>
                  </a:moveTo>
                  <a:cubicBezTo>
                    <a:pt x="2623" y="8832"/>
                    <a:pt x="2589" y="8841"/>
                    <a:pt x="2558" y="8858"/>
                  </a:cubicBezTo>
                  <a:cubicBezTo>
                    <a:pt x="2460" y="8910"/>
                    <a:pt x="2426" y="9032"/>
                    <a:pt x="2478" y="9130"/>
                  </a:cubicBezTo>
                  <a:cubicBezTo>
                    <a:pt x="2516" y="9196"/>
                    <a:pt x="2582" y="9235"/>
                    <a:pt x="2656" y="9235"/>
                  </a:cubicBezTo>
                  <a:cubicBezTo>
                    <a:pt x="2687" y="9235"/>
                    <a:pt x="2722" y="9227"/>
                    <a:pt x="2753" y="9210"/>
                  </a:cubicBezTo>
                  <a:cubicBezTo>
                    <a:pt x="2848" y="9155"/>
                    <a:pt x="2886" y="9032"/>
                    <a:pt x="2830" y="8935"/>
                  </a:cubicBezTo>
                  <a:cubicBezTo>
                    <a:pt x="2794" y="8871"/>
                    <a:pt x="2726" y="8832"/>
                    <a:pt x="2656" y="8832"/>
                  </a:cubicBezTo>
                  <a:close/>
                  <a:moveTo>
                    <a:pt x="3483" y="10465"/>
                  </a:moveTo>
                  <a:cubicBezTo>
                    <a:pt x="3455" y="10465"/>
                    <a:pt x="3426" y="10472"/>
                    <a:pt x="3398" y="10485"/>
                  </a:cubicBezTo>
                  <a:cubicBezTo>
                    <a:pt x="3297" y="10531"/>
                    <a:pt x="3251" y="10649"/>
                    <a:pt x="3300" y="10750"/>
                  </a:cubicBezTo>
                  <a:cubicBezTo>
                    <a:pt x="3332" y="10827"/>
                    <a:pt x="3405" y="10869"/>
                    <a:pt x="3481" y="10869"/>
                  </a:cubicBezTo>
                  <a:cubicBezTo>
                    <a:pt x="3509" y="10869"/>
                    <a:pt x="3537" y="10861"/>
                    <a:pt x="3565" y="10851"/>
                  </a:cubicBezTo>
                  <a:cubicBezTo>
                    <a:pt x="3666" y="10803"/>
                    <a:pt x="3711" y="10684"/>
                    <a:pt x="3663" y="10583"/>
                  </a:cubicBezTo>
                  <a:lnTo>
                    <a:pt x="3666" y="10583"/>
                  </a:lnTo>
                  <a:cubicBezTo>
                    <a:pt x="3631" y="10509"/>
                    <a:pt x="3559" y="10465"/>
                    <a:pt x="3483" y="10465"/>
                  </a:cubicBezTo>
                  <a:close/>
                  <a:moveTo>
                    <a:pt x="4272" y="12120"/>
                  </a:moveTo>
                  <a:cubicBezTo>
                    <a:pt x="4240" y="12120"/>
                    <a:pt x="4208" y="12128"/>
                    <a:pt x="4178" y="12144"/>
                  </a:cubicBezTo>
                  <a:cubicBezTo>
                    <a:pt x="4078" y="12193"/>
                    <a:pt x="4039" y="12315"/>
                    <a:pt x="4091" y="12413"/>
                  </a:cubicBezTo>
                  <a:cubicBezTo>
                    <a:pt x="4126" y="12482"/>
                    <a:pt x="4196" y="12524"/>
                    <a:pt x="4269" y="12524"/>
                  </a:cubicBezTo>
                  <a:cubicBezTo>
                    <a:pt x="4300" y="12524"/>
                    <a:pt x="4332" y="12513"/>
                    <a:pt x="4363" y="12500"/>
                  </a:cubicBezTo>
                  <a:cubicBezTo>
                    <a:pt x="4461" y="12447"/>
                    <a:pt x="4499" y="12325"/>
                    <a:pt x="4446" y="12228"/>
                  </a:cubicBezTo>
                  <a:cubicBezTo>
                    <a:pt x="4413" y="12160"/>
                    <a:pt x="4344" y="12120"/>
                    <a:pt x="4272" y="12120"/>
                  </a:cubicBezTo>
                  <a:close/>
                  <a:moveTo>
                    <a:pt x="5227" y="13677"/>
                  </a:moveTo>
                  <a:cubicBezTo>
                    <a:pt x="5186" y="13677"/>
                    <a:pt x="5145" y="13689"/>
                    <a:pt x="5109" y="13715"/>
                  </a:cubicBezTo>
                  <a:cubicBezTo>
                    <a:pt x="5022" y="13782"/>
                    <a:pt x="5001" y="13907"/>
                    <a:pt x="5067" y="13997"/>
                  </a:cubicBezTo>
                  <a:cubicBezTo>
                    <a:pt x="5105" y="14050"/>
                    <a:pt x="5168" y="14081"/>
                    <a:pt x="5231" y="14081"/>
                  </a:cubicBezTo>
                  <a:cubicBezTo>
                    <a:pt x="5269" y="14081"/>
                    <a:pt x="5311" y="14068"/>
                    <a:pt x="5349" y="14039"/>
                  </a:cubicBezTo>
                  <a:cubicBezTo>
                    <a:pt x="5437" y="13973"/>
                    <a:pt x="5458" y="13848"/>
                    <a:pt x="5391" y="13761"/>
                  </a:cubicBezTo>
                  <a:cubicBezTo>
                    <a:pt x="5351" y="13706"/>
                    <a:pt x="5289" y="13677"/>
                    <a:pt x="5227" y="13677"/>
                  </a:cubicBezTo>
                  <a:close/>
                  <a:moveTo>
                    <a:pt x="6373" y="15113"/>
                  </a:moveTo>
                  <a:cubicBezTo>
                    <a:pt x="6329" y="15113"/>
                    <a:pt x="6285" y="15127"/>
                    <a:pt x="6248" y="15155"/>
                  </a:cubicBezTo>
                  <a:cubicBezTo>
                    <a:pt x="6161" y="15224"/>
                    <a:pt x="6143" y="15350"/>
                    <a:pt x="6214" y="15437"/>
                  </a:cubicBezTo>
                  <a:cubicBezTo>
                    <a:pt x="6252" y="15489"/>
                    <a:pt x="6311" y="15513"/>
                    <a:pt x="6370" y="15513"/>
                  </a:cubicBezTo>
                  <a:cubicBezTo>
                    <a:pt x="6415" y="15513"/>
                    <a:pt x="6457" y="15499"/>
                    <a:pt x="6495" y="15472"/>
                  </a:cubicBezTo>
                  <a:cubicBezTo>
                    <a:pt x="6582" y="15406"/>
                    <a:pt x="6597" y="15280"/>
                    <a:pt x="6530" y="15189"/>
                  </a:cubicBezTo>
                  <a:cubicBezTo>
                    <a:pt x="6492" y="15139"/>
                    <a:pt x="6433" y="15113"/>
                    <a:pt x="6373" y="15113"/>
                  </a:cubicBezTo>
                  <a:close/>
                  <a:moveTo>
                    <a:pt x="7472" y="16581"/>
                  </a:moveTo>
                  <a:cubicBezTo>
                    <a:pt x="7430" y="16581"/>
                    <a:pt x="7389" y="16593"/>
                    <a:pt x="7352" y="16618"/>
                  </a:cubicBezTo>
                  <a:cubicBezTo>
                    <a:pt x="7266" y="16684"/>
                    <a:pt x="7245" y="16810"/>
                    <a:pt x="7311" y="16900"/>
                  </a:cubicBezTo>
                  <a:cubicBezTo>
                    <a:pt x="7352" y="16956"/>
                    <a:pt x="7412" y="16984"/>
                    <a:pt x="7475" y="16984"/>
                  </a:cubicBezTo>
                  <a:cubicBezTo>
                    <a:pt x="7516" y="16984"/>
                    <a:pt x="7558" y="16970"/>
                    <a:pt x="7593" y="16942"/>
                  </a:cubicBezTo>
                  <a:cubicBezTo>
                    <a:pt x="7684" y="16876"/>
                    <a:pt x="7701" y="16750"/>
                    <a:pt x="7635" y="16663"/>
                  </a:cubicBezTo>
                  <a:cubicBezTo>
                    <a:pt x="7595" y="16609"/>
                    <a:pt x="7534" y="16581"/>
                    <a:pt x="7472" y="16581"/>
                  </a:cubicBezTo>
                  <a:close/>
                  <a:moveTo>
                    <a:pt x="8548" y="18066"/>
                  </a:moveTo>
                  <a:cubicBezTo>
                    <a:pt x="8508" y="18066"/>
                    <a:pt x="8468" y="18078"/>
                    <a:pt x="8433" y="18103"/>
                  </a:cubicBezTo>
                  <a:cubicBezTo>
                    <a:pt x="8346" y="18169"/>
                    <a:pt x="8325" y="18294"/>
                    <a:pt x="8388" y="18384"/>
                  </a:cubicBezTo>
                  <a:cubicBezTo>
                    <a:pt x="8430" y="18440"/>
                    <a:pt x="8489" y="18468"/>
                    <a:pt x="8552" y="18468"/>
                  </a:cubicBezTo>
                  <a:cubicBezTo>
                    <a:pt x="8593" y="18468"/>
                    <a:pt x="8631" y="18455"/>
                    <a:pt x="8670" y="18429"/>
                  </a:cubicBezTo>
                  <a:cubicBezTo>
                    <a:pt x="8761" y="18367"/>
                    <a:pt x="8782" y="18238"/>
                    <a:pt x="8715" y="18151"/>
                  </a:cubicBezTo>
                  <a:cubicBezTo>
                    <a:pt x="8674" y="18096"/>
                    <a:pt x="8612" y="18066"/>
                    <a:pt x="8548" y="18066"/>
                  </a:cubicBezTo>
                  <a:close/>
                  <a:moveTo>
                    <a:pt x="9614" y="19564"/>
                  </a:moveTo>
                  <a:cubicBezTo>
                    <a:pt x="9574" y="19564"/>
                    <a:pt x="9534" y="19576"/>
                    <a:pt x="9499" y="19600"/>
                  </a:cubicBezTo>
                  <a:cubicBezTo>
                    <a:pt x="9409" y="19663"/>
                    <a:pt x="9388" y="19788"/>
                    <a:pt x="9451" y="19880"/>
                  </a:cubicBezTo>
                  <a:cubicBezTo>
                    <a:pt x="9488" y="19935"/>
                    <a:pt x="9551" y="19967"/>
                    <a:pt x="9618" y="19967"/>
                  </a:cubicBezTo>
                  <a:cubicBezTo>
                    <a:pt x="9656" y="19967"/>
                    <a:pt x="9697" y="19952"/>
                    <a:pt x="9732" y="19928"/>
                  </a:cubicBezTo>
                  <a:cubicBezTo>
                    <a:pt x="9823" y="19865"/>
                    <a:pt x="9844" y="19740"/>
                    <a:pt x="9781" y="19650"/>
                  </a:cubicBezTo>
                  <a:cubicBezTo>
                    <a:pt x="9740" y="19594"/>
                    <a:pt x="9678" y="19564"/>
                    <a:pt x="9614" y="19564"/>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7" name="Google Shape;1017;p36"/>
            <p:cNvSpPr/>
            <p:nvPr/>
          </p:nvSpPr>
          <p:spPr>
            <a:xfrm>
              <a:off x="3026255" y="4094397"/>
              <a:ext cx="574551" cy="1102376"/>
            </a:xfrm>
            <a:custGeom>
              <a:rect b="b" l="l" r="r" t="t"/>
              <a:pathLst>
                <a:path extrusionOk="0" h="19747" w="10292">
                  <a:moveTo>
                    <a:pt x="83" y="0"/>
                  </a:moveTo>
                  <a:cubicBezTo>
                    <a:pt x="43" y="0"/>
                    <a:pt x="0" y="35"/>
                    <a:pt x="13" y="86"/>
                  </a:cubicBezTo>
                  <a:cubicBezTo>
                    <a:pt x="452" y="1803"/>
                    <a:pt x="894" y="3524"/>
                    <a:pt x="1417" y="5221"/>
                  </a:cubicBezTo>
                  <a:cubicBezTo>
                    <a:pt x="2274" y="7998"/>
                    <a:pt x="3358" y="10734"/>
                    <a:pt x="4964" y="13169"/>
                  </a:cubicBezTo>
                  <a:cubicBezTo>
                    <a:pt x="5738" y="14347"/>
                    <a:pt x="6643" y="15396"/>
                    <a:pt x="7623" y="16406"/>
                  </a:cubicBezTo>
                  <a:cubicBezTo>
                    <a:pt x="8594" y="17406"/>
                    <a:pt x="9564" y="18427"/>
                    <a:pt x="10152" y="19713"/>
                  </a:cubicBezTo>
                  <a:cubicBezTo>
                    <a:pt x="10163" y="19737"/>
                    <a:pt x="10182" y="19747"/>
                    <a:pt x="10201" y="19747"/>
                  </a:cubicBezTo>
                  <a:cubicBezTo>
                    <a:pt x="10244" y="19747"/>
                    <a:pt x="10291" y="19698"/>
                    <a:pt x="10267" y="19643"/>
                  </a:cubicBezTo>
                  <a:cubicBezTo>
                    <a:pt x="9619" y="18232"/>
                    <a:pt x="8518" y="17138"/>
                    <a:pt x="7452" y="16037"/>
                  </a:cubicBezTo>
                  <a:cubicBezTo>
                    <a:pt x="5455" y="13974"/>
                    <a:pt x="3977" y="11538"/>
                    <a:pt x="2869" y="8897"/>
                  </a:cubicBezTo>
                  <a:cubicBezTo>
                    <a:pt x="1678" y="6044"/>
                    <a:pt x="908" y="3037"/>
                    <a:pt x="142" y="47"/>
                  </a:cubicBezTo>
                  <a:cubicBezTo>
                    <a:pt x="133" y="14"/>
                    <a:pt x="109" y="0"/>
                    <a:pt x="8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8" name="Google Shape;1018;p36"/>
            <p:cNvSpPr/>
            <p:nvPr/>
          </p:nvSpPr>
          <p:spPr>
            <a:xfrm>
              <a:off x="3184519" y="4443471"/>
              <a:ext cx="132417" cy="264778"/>
            </a:xfrm>
            <a:custGeom>
              <a:rect b="b" l="l" r="r" t="t"/>
              <a:pathLst>
                <a:path extrusionOk="0" h="4743" w="2372">
                  <a:moveTo>
                    <a:pt x="81" y="1"/>
                  </a:moveTo>
                  <a:cubicBezTo>
                    <a:pt x="40" y="1"/>
                    <a:pt x="1" y="33"/>
                    <a:pt x="18" y="84"/>
                  </a:cubicBezTo>
                  <a:cubicBezTo>
                    <a:pt x="586" y="1697"/>
                    <a:pt x="1268" y="3286"/>
                    <a:pt x="2223" y="4711"/>
                  </a:cubicBezTo>
                  <a:cubicBezTo>
                    <a:pt x="2238" y="4733"/>
                    <a:pt x="2259" y="4742"/>
                    <a:pt x="2280" y="4742"/>
                  </a:cubicBezTo>
                  <a:cubicBezTo>
                    <a:pt x="2327" y="4742"/>
                    <a:pt x="2372" y="4695"/>
                    <a:pt x="2338" y="4645"/>
                  </a:cubicBezTo>
                  <a:cubicBezTo>
                    <a:pt x="1390" y="3226"/>
                    <a:pt x="711" y="1652"/>
                    <a:pt x="146" y="48"/>
                  </a:cubicBezTo>
                  <a:cubicBezTo>
                    <a:pt x="135" y="15"/>
                    <a:pt x="108" y="1"/>
                    <a:pt x="8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9" name="Google Shape;1019;p36"/>
            <p:cNvSpPr/>
            <p:nvPr/>
          </p:nvSpPr>
          <p:spPr>
            <a:xfrm>
              <a:off x="2932971" y="3824874"/>
              <a:ext cx="114050" cy="310499"/>
            </a:xfrm>
            <a:custGeom>
              <a:rect b="b" l="l" r="r" t="t"/>
              <a:pathLst>
                <a:path extrusionOk="0" h="5562" w="2043">
                  <a:moveTo>
                    <a:pt x="21" y="1"/>
                  </a:moveTo>
                  <a:lnTo>
                    <a:pt x="21" y="1"/>
                  </a:lnTo>
                  <a:cubicBezTo>
                    <a:pt x="0" y="1857"/>
                    <a:pt x="1105" y="5562"/>
                    <a:pt x="1105" y="5562"/>
                  </a:cubicBezTo>
                  <a:lnTo>
                    <a:pt x="2043" y="5098"/>
                  </a:lnTo>
                  <a:lnTo>
                    <a:pt x="1576" y="2774"/>
                  </a:lnTo>
                  <a:lnTo>
                    <a:pt x="941" y="2373"/>
                  </a:lnTo>
                  <a:lnTo>
                    <a:pt x="1576" y="2049"/>
                  </a:lnTo>
                  <a:lnTo>
                    <a:pt x="1440" y="930"/>
                  </a:lnTo>
                  <a:cubicBezTo>
                    <a:pt x="1063" y="112"/>
                    <a:pt x="21" y="1"/>
                    <a:pt x="2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0" name="Google Shape;1020;p36"/>
            <p:cNvSpPr/>
            <p:nvPr/>
          </p:nvSpPr>
          <p:spPr>
            <a:xfrm>
              <a:off x="3206514" y="4802928"/>
              <a:ext cx="339639" cy="569192"/>
            </a:xfrm>
            <a:custGeom>
              <a:rect b="b" l="l" r="r" t="t"/>
              <a:pathLst>
                <a:path extrusionOk="0" h="10196" w="6084">
                  <a:moveTo>
                    <a:pt x="0" y="0"/>
                  </a:moveTo>
                  <a:lnTo>
                    <a:pt x="0" y="0"/>
                  </a:lnTo>
                  <a:cubicBezTo>
                    <a:pt x="1271" y="3310"/>
                    <a:pt x="1777" y="8139"/>
                    <a:pt x="2052" y="10195"/>
                  </a:cubicBezTo>
                  <a:cubicBezTo>
                    <a:pt x="2052" y="10195"/>
                    <a:pt x="4620" y="9481"/>
                    <a:pt x="6084" y="8760"/>
                  </a:cubicBezTo>
                  <a:cubicBezTo>
                    <a:pt x="5230" y="7317"/>
                    <a:pt x="3592" y="4721"/>
                    <a:pt x="1919" y="3021"/>
                  </a:cubicBezTo>
                  <a:cubicBezTo>
                    <a:pt x="1184" y="2271"/>
                    <a:pt x="539" y="1171"/>
                    <a:pt x="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1" name="Google Shape;1021;p36"/>
            <p:cNvSpPr/>
            <p:nvPr/>
          </p:nvSpPr>
          <p:spPr>
            <a:xfrm>
              <a:off x="2569104" y="4878124"/>
              <a:ext cx="160106" cy="186121"/>
            </a:xfrm>
            <a:custGeom>
              <a:rect b="b" l="l" r="r" t="t"/>
              <a:pathLst>
                <a:path extrusionOk="0" h="3334" w="2868">
                  <a:moveTo>
                    <a:pt x="2805" y="0"/>
                  </a:moveTo>
                  <a:cubicBezTo>
                    <a:pt x="2773" y="0"/>
                    <a:pt x="2742" y="20"/>
                    <a:pt x="2742" y="61"/>
                  </a:cubicBezTo>
                  <a:cubicBezTo>
                    <a:pt x="2707" y="1587"/>
                    <a:pt x="1546" y="2883"/>
                    <a:pt x="76" y="3211"/>
                  </a:cubicBezTo>
                  <a:cubicBezTo>
                    <a:pt x="1" y="3226"/>
                    <a:pt x="26" y="3334"/>
                    <a:pt x="93" y="3334"/>
                  </a:cubicBezTo>
                  <a:cubicBezTo>
                    <a:pt x="98" y="3334"/>
                    <a:pt x="102" y="3333"/>
                    <a:pt x="108" y="3332"/>
                  </a:cubicBezTo>
                  <a:cubicBezTo>
                    <a:pt x="1634" y="2994"/>
                    <a:pt x="2832" y="1643"/>
                    <a:pt x="2867" y="61"/>
                  </a:cubicBezTo>
                  <a:cubicBezTo>
                    <a:pt x="2867" y="20"/>
                    <a:pt x="2836" y="0"/>
                    <a:pt x="280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2" name="Google Shape;1022;p36"/>
            <p:cNvSpPr/>
            <p:nvPr/>
          </p:nvSpPr>
          <p:spPr>
            <a:xfrm>
              <a:off x="2773702" y="4137829"/>
              <a:ext cx="143414" cy="1141342"/>
            </a:xfrm>
            <a:custGeom>
              <a:rect b="b" l="l" r="r" t="t"/>
              <a:pathLst>
                <a:path extrusionOk="0" h="20445" w="2569">
                  <a:moveTo>
                    <a:pt x="218" y="1"/>
                  </a:moveTo>
                  <a:cubicBezTo>
                    <a:pt x="206" y="1"/>
                    <a:pt x="193" y="2"/>
                    <a:pt x="181" y="4"/>
                  </a:cubicBezTo>
                  <a:cubicBezTo>
                    <a:pt x="69" y="25"/>
                    <a:pt x="0" y="130"/>
                    <a:pt x="21" y="241"/>
                  </a:cubicBezTo>
                  <a:cubicBezTo>
                    <a:pt x="39" y="335"/>
                    <a:pt x="122" y="405"/>
                    <a:pt x="216" y="405"/>
                  </a:cubicBezTo>
                  <a:cubicBezTo>
                    <a:pt x="230" y="405"/>
                    <a:pt x="243" y="401"/>
                    <a:pt x="254" y="401"/>
                  </a:cubicBezTo>
                  <a:cubicBezTo>
                    <a:pt x="362" y="380"/>
                    <a:pt x="436" y="276"/>
                    <a:pt x="415" y="165"/>
                  </a:cubicBezTo>
                  <a:cubicBezTo>
                    <a:pt x="396" y="69"/>
                    <a:pt x="312" y="1"/>
                    <a:pt x="218" y="1"/>
                  </a:cubicBezTo>
                  <a:close/>
                  <a:moveTo>
                    <a:pt x="537" y="1814"/>
                  </a:moveTo>
                  <a:cubicBezTo>
                    <a:pt x="527" y="1814"/>
                    <a:pt x="516" y="1815"/>
                    <a:pt x="505" y="1816"/>
                  </a:cubicBezTo>
                  <a:cubicBezTo>
                    <a:pt x="397" y="1833"/>
                    <a:pt x="320" y="1938"/>
                    <a:pt x="341" y="2050"/>
                  </a:cubicBezTo>
                  <a:cubicBezTo>
                    <a:pt x="359" y="2147"/>
                    <a:pt x="442" y="2217"/>
                    <a:pt x="540" y="2217"/>
                  </a:cubicBezTo>
                  <a:cubicBezTo>
                    <a:pt x="550" y="2217"/>
                    <a:pt x="561" y="2214"/>
                    <a:pt x="571" y="2214"/>
                  </a:cubicBezTo>
                  <a:cubicBezTo>
                    <a:pt x="682" y="2196"/>
                    <a:pt x="756" y="2091"/>
                    <a:pt x="738" y="1979"/>
                  </a:cubicBezTo>
                  <a:cubicBezTo>
                    <a:pt x="720" y="1882"/>
                    <a:pt x="633" y="1814"/>
                    <a:pt x="537" y="1814"/>
                  </a:cubicBezTo>
                  <a:close/>
                  <a:moveTo>
                    <a:pt x="840" y="3625"/>
                  </a:moveTo>
                  <a:cubicBezTo>
                    <a:pt x="829" y="3625"/>
                    <a:pt x="819" y="3626"/>
                    <a:pt x="808" y="3628"/>
                  </a:cubicBezTo>
                  <a:cubicBezTo>
                    <a:pt x="697" y="3645"/>
                    <a:pt x="624" y="3750"/>
                    <a:pt x="641" y="3858"/>
                  </a:cubicBezTo>
                  <a:cubicBezTo>
                    <a:pt x="655" y="3955"/>
                    <a:pt x="742" y="4028"/>
                    <a:pt x="840" y="4028"/>
                  </a:cubicBezTo>
                  <a:cubicBezTo>
                    <a:pt x="850" y="4028"/>
                    <a:pt x="861" y="4025"/>
                    <a:pt x="871" y="4025"/>
                  </a:cubicBezTo>
                  <a:cubicBezTo>
                    <a:pt x="979" y="4007"/>
                    <a:pt x="1055" y="3903"/>
                    <a:pt x="1038" y="3795"/>
                  </a:cubicBezTo>
                  <a:cubicBezTo>
                    <a:pt x="1023" y="3695"/>
                    <a:pt x="936" y="3625"/>
                    <a:pt x="840" y="3625"/>
                  </a:cubicBezTo>
                  <a:close/>
                  <a:moveTo>
                    <a:pt x="1122" y="5437"/>
                  </a:moveTo>
                  <a:cubicBezTo>
                    <a:pt x="1112" y="5437"/>
                    <a:pt x="1101" y="5438"/>
                    <a:pt x="1091" y="5440"/>
                  </a:cubicBezTo>
                  <a:cubicBezTo>
                    <a:pt x="983" y="5457"/>
                    <a:pt x="906" y="5559"/>
                    <a:pt x="923" y="5670"/>
                  </a:cubicBezTo>
                  <a:cubicBezTo>
                    <a:pt x="938" y="5771"/>
                    <a:pt x="1021" y="5840"/>
                    <a:pt x="1121" y="5840"/>
                  </a:cubicBezTo>
                  <a:cubicBezTo>
                    <a:pt x="1129" y="5840"/>
                    <a:pt x="1139" y="5840"/>
                    <a:pt x="1150" y="5837"/>
                  </a:cubicBezTo>
                  <a:cubicBezTo>
                    <a:pt x="1261" y="5823"/>
                    <a:pt x="1338" y="5718"/>
                    <a:pt x="1321" y="5610"/>
                  </a:cubicBezTo>
                  <a:cubicBezTo>
                    <a:pt x="1305" y="5510"/>
                    <a:pt x="1220" y="5437"/>
                    <a:pt x="1122" y="5437"/>
                  </a:cubicBezTo>
                  <a:close/>
                  <a:moveTo>
                    <a:pt x="1382" y="7254"/>
                  </a:moveTo>
                  <a:cubicBezTo>
                    <a:pt x="1373" y="7254"/>
                    <a:pt x="1365" y="7254"/>
                    <a:pt x="1356" y="7255"/>
                  </a:cubicBezTo>
                  <a:cubicBezTo>
                    <a:pt x="1247" y="7273"/>
                    <a:pt x="1171" y="7373"/>
                    <a:pt x="1184" y="7482"/>
                  </a:cubicBezTo>
                  <a:cubicBezTo>
                    <a:pt x="1198" y="7582"/>
                    <a:pt x="1285" y="7656"/>
                    <a:pt x="1383" y="7656"/>
                  </a:cubicBezTo>
                  <a:cubicBezTo>
                    <a:pt x="1393" y="7656"/>
                    <a:pt x="1401" y="7656"/>
                    <a:pt x="1411" y="7653"/>
                  </a:cubicBezTo>
                  <a:cubicBezTo>
                    <a:pt x="1523" y="7638"/>
                    <a:pt x="1599" y="7537"/>
                    <a:pt x="1581" y="7426"/>
                  </a:cubicBezTo>
                  <a:cubicBezTo>
                    <a:pt x="1569" y="7327"/>
                    <a:pt x="1483" y="7254"/>
                    <a:pt x="1382" y="7254"/>
                  </a:cubicBezTo>
                  <a:close/>
                  <a:moveTo>
                    <a:pt x="1628" y="9073"/>
                  </a:moveTo>
                  <a:cubicBezTo>
                    <a:pt x="1620" y="9073"/>
                    <a:pt x="1611" y="9073"/>
                    <a:pt x="1602" y="9074"/>
                  </a:cubicBezTo>
                  <a:cubicBezTo>
                    <a:pt x="1491" y="9088"/>
                    <a:pt x="1414" y="9189"/>
                    <a:pt x="1428" y="9297"/>
                  </a:cubicBezTo>
                  <a:cubicBezTo>
                    <a:pt x="1439" y="9401"/>
                    <a:pt x="1526" y="9475"/>
                    <a:pt x="1627" y="9475"/>
                  </a:cubicBezTo>
                  <a:cubicBezTo>
                    <a:pt x="1634" y="9475"/>
                    <a:pt x="1644" y="9475"/>
                    <a:pt x="1652" y="9471"/>
                  </a:cubicBezTo>
                  <a:cubicBezTo>
                    <a:pt x="1763" y="9457"/>
                    <a:pt x="1840" y="9359"/>
                    <a:pt x="1826" y="9248"/>
                  </a:cubicBezTo>
                  <a:cubicBezTo>
                    <a:pt x="1813" y="9146"/>
                    <a:pt x="1727" y="9073"/>
                    <a:pt x="1628" y="9073"/>
                  </a:cubicBezTo>
                  <a:close/>
                  <a:moveTo>
                    <a:pt x="1842" y="10892"/>
                  </a:moveTo>
                  <a:cubicBezTo>
                    <a:pt x="1836" y="10892"/>
                    <a:pt x="1829" y="10892"/>
                    <a:pt x="1822" y="10893"/>
                  </a:cubicBezTo>
                  <a:cubicBezTo>
                    <a:pt x="1714" y="10906"/>
                    <a:pt x="1634" y="11008"/>
                    <a:pt x="1644" y="11116"/>
                  </a:cubicBezTo>
                  <a:cubicBezTo>
                    <a:pt x="1658" y="11220"/>
                    <a:pt x="1745" y="11294"/>
                    <a:pt x="1847" y="11294"/>
                  </a:cubicBezTo>
                  <a:lnTo>
                    <a:pt x="1867" y="11294"/>
                  </a:lnTo>
                  <a:cubicBezTo>
                    <a:pt x="1979" y="11283"/>
                    <a:pt x="2059" y="11182"/>
                    <a:pt x="2046" y="11070"/>
                  </a:cubicBezTo>
                  <a:cubicBezTo>
                    <a:pt x="2032" y="10969"/>
                    <a:pt x="1945" y="10892"/>
                    <a:pt x="1842" y="10892"/>
                  </a:cubicBezTo>
                  <a:close/>
                  <a:moveTo>
                    <a:pt x="2036" y="12718"/>
                  </a:moveTo>
                  <a:cubicBezTo>
                    <a:pt x="2030" y="12718"/>
                    <a:pt x="2024" y="12718"/>
                    <a:pt x="2017" y="12719"/>
                  </a:cubicBezTo>
                  <a:cubicBezTo>
                    <a:pt x="1909" y="12730"/>
                    <a:pt x="1826" y="12827"/>
                    <a:pt x="1836" y="12939"/>
                  </a:cubicBezTo>
                  <a:cubicBezTo>
                    <a:pt x="1847" y="13043"/>
                    <a:pt x="1933" y="13119"/>
                    <a:pt x="2038" y="13119"/>
                  </a:cubicBezTo>
                  <a:lnTo>
                    <a:pt x="2056" y="13119"/>
                  </a:lnTo>
                  <a:cubicBezTo>
                    <a:pt x="2167" y="13109"/>
                    <a:pt x="2247" y="13008"/>
                    <a:pt x="2237" y="12900"/>
                  </a:cubicBezTo>
                  <a:cubicBezTo>
                    <a:pt x="2227" y="12794"/>
                    <a:pt x="2140" y="12718"/>
                    <a:pt x="2036" y="12718"/>
                  </a:cubicBezTo>
                  <a:close/>
                  <a:moveTo>
                    <a:pt x="2193" y="14544"/>
                  </a:moveTo>
                  <a:cubicBezTo>
                    <a:pt x="2189" y="14544"/>
                    <a:pt x="2185" y="14544"/>
                    <a:pt x="2181" y="14544"/>
                  </a:cubicBezTo>
                  <a:cubicBezTo>
                    <a:pt x="2070" y="14555"/>
                    <a:pt x="1986" y="14649"/>
                    <a:pt x="1996" y="14761"/>
                  </a:cubicBezTo>
                  <a:cubicBezTo>
                    <a:pt x="2004" y="14865"/>
                    <a:pt x="2091" y="14949"/>
                    <a:pt x="2195" y="14949"/>
                  </a:cubicBezTo>
                  <a:cubicBezTo>
                    <a:pt x="2202" y="14949"/>
                    <a:pt x="2205" y="14946"/>
                    <a:pt x="2213" y="14946"/>
                  </a:cubicBezTo>
                  <a:cubicBezTo>
                    <a:pt x="2321" y="14938"/>
                    <a:pt x="2404" y="14841"/>
                    <a:pt x="2397" y="14729"/>
                  </a:cubicBezTo>
                  <a:cubicBezTo>
                    <a:pt x="2387" y="14625"/>
                    <a:pt x="2299" y="14544"/>
                    <a:pt x="2193" y="14544"/>
                  </a:cubicBezTo>
                  <a:close/>
                  <a:moveTo>
                    <a:pt x="2312" y="16377"/>
                  </a:moveTo>
                  <a:cubicBezTo>
                    <a:pt x="2308" y="16377"/>
                    <a:pt x="2304" y="16377"/>
                    <a:pt x="2300" y="16377"/>
                  </a:cubicBezTo>
                  <a:cubicBezTo>
                    <a:pt x="2192" y="16381"/>
                    <a:pt x="2104" y="16475"/>
                    <a:pt x="2112" y="16586"/>
                  </a:cubicBezTo>
                  <a:cubicBezTo>
                    <a:pt x="2115" y="16694"/>
                    <a:pt x="2205" y="16778"/>
                    <a:pt x="2310" y="16778"/>
                  </a:cubicBezTo>
                  <a:lnTo>
                    <a:pt x="2321" y="16778"/>
                  </a:lnTo>
                  <a:cubicBezTo>
                    <a:pt x="2432" y="16771"/>
                    <a:pt x="2516" y="16677"/>
                    <a:pt x="2512" y="16565"/>
                  </a:cubicBezTo>
                  <a:cubicBezTo>
                    <a:pt x="2506" y="16461"/>
                    <a:pt x="2418" y="16377"/>
                    <a:pt x="2312" y="16377"/>
                  </a:cubicBezTo>
                  <a:close/>
                  <a:moveTo>
                    <a:pt x="2372" y="18210"/>
                  </a:moveTo>
                  <a:cubicBezTo>
                    <a:pt x="2370" y="18210"/>
                    <a:pt x="2368" y="18210"/>
                    <a:pt x="2366" y="18210"/>
                  </a:cubicBezTo>
                  <a:cubicBezTo>
                    <a:pt x="2255" y="18210"/>
                    <a:pt x="2163" y="18301"/>
                    <a:pt x="2163" y="18412"/>
                  </a:cubicBezTo>
                  <a:cubicBezTo>
                    <a:pt x="2167" y="18524"/>
                    <a:pt x="2258" y="18611"/>
                    <a:pt x="2366" y="18611"/>
                  </a:cubicBezTo>
                  <a:lnTo>
                    <a:pt x="2369" y="18611"/>
                  </a:lnTo>
                  <a:cubicBezTo>
                    <a:pt x="2480" y="18611"/>
                    <a:pt x="2568" y="18521"/>
                    <a:pt x="2568" y="18409"/>
                  </a:cubicBezTo>
                  <a:cubicBezTo>
                    <a:pt x="2568" y="18299"/>
                    <a:pt x="2480" y="18210"/>
                    <a:pt x="2372" y="18210"/>
                  </a:cubicBezTo>
                  <a:close/>
                  <a:moveTo>
                    <a:pt x="2338" y="20039"/>
                  </a:moveTo>
                  <a:cubicBezTo>
                    <a:pt x="2230" y="20039"/>
                    <a:pt x="2139" y="20122"/>
                    <a:pt x="2133" y="20231"/>
                  </a:cubicBezTo>
                  <a:cubicBezTo>
                    <a:pt x="2125" y="20343"/>
                    <a:pt x="2213" y="20436"/>
                    <a:pt x="2324" y="20444"/>
                  </a:cubicBezTo>
                  <a:lnTo>
                    <a:pt x="2334" y="20444"/>
                  </a:lnTo>
                  <a:cubicBezTo>
                    <a:pt x="2439" y="20444"/>
                    <a:pt x="2530" y="20360"/>
                    <a:pt x="2533" y="20252"/>
                  </a:cubicBezTo>
                  <a:cubicBezTo>
                    <a:pt x="2540" y="20140"/>
                    <a:pt x="2453" y="20047"/>
                    <a:pt x="2345" y="20039"/>
                  </a:cubicBezTo>
                  <a:cubicBezTo>
                    <a:pt x="2343" y="20039"/>
                    <a:pt x="2341" y="20039"/>
                    <a:pt x="2338" y="20039"/>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3" name="Google Shape;1023;p36"/>
            <p:cNvSpPr/>
            <p:nvPr/>
          </p:nvSpPr>
          <p:spPr>
            <a:xfrm>
              <a:off x="2742273" y="4143914"/>
              <a:ext cx="124992" cy="1228150"/>
            </a:xfrm>
            <a:custGeom>
              <a:rect b="b" l="l" r="r" t="t"/>
              <a:pathLst>
                <a:path extrusionOk="0" h="22000" w="2239">
                  <a:moveTo>
                    <a:pt x="83" y="0"/>
                  </a:moveTo>
                  <a:cubicBezTo>
                    <a:pt x="44" y="0"/>
                    <a:pt x="1" y="33"/>
                    <a:pt x="9" y="83"/>
                  </a:cubicBezTo>
                  <a:cubicBezTo>
                    <a:pt x="291" y="1672"/>
                    <a:pt x="545" y="3264"/>
                    <a:pt x="772" y="4860"/>
                  </a:cubicBezTo>
                  <a:cubicBezTo>
                    <a:pt x="1570" y="10516"/>
                    <a:pt x="2016" y="16223"/>
                    <a:pt x="2107" y="21934"/>
                  </a:cubicBezTo>
                  <a:cubicBezTo>
                    <a:pt x="2107" y="21977"/>
                    <a:pt x="2140" y="21999"/>
                    <a:pt x="2173" y="21999"/>
                  </a:cubicBezTo>
                  <a:cubicBezTo>
                    <a:pt x="2206" y="21999"/>
                    <a:pt x="2239" y="21977"/>
                    <a:pt x="2239" y="21934"/>
                  </a:cubicBezTo>
                  <a:cubicBezTo>
                    <a:pt x="2215" y="20321"/>
                    <a:pt x="2162" y="18711"/>
                    <a:pt x="2078" y="17098"/>
                  </a:cubicBezTo>
                  <a:cubicBezTo>
                    <a:pt x="1789" y="11383"/>
                    <a:pt x="1138" y="5683"/>
                    <a:pt x="137" y="48"/>
                  </a:cubicBezTo>
                  <a:cubicBezTo>
                    <a:pt x="132" y="15"/>
                    <a:pt x="108" y="0"/>
                    <a:pt x="8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4" name="Google Shape;1024;p36"/>
            <p:cNvSpPr/>
            <p:nvPr/>
          </p:nvSpPr>
          <p:spPr>
            <a:xfrm>
              <a:off x="2279484" y="4115332"/>
              <a:ext cx="353707" cy="1233398"/>
            </a:xfrm>
            <a:custGeom>
              <a:rect b="b" l="l" r="r" t="t"/>
              <a:pathLst>
                <a:path extrusionOk="0" h="22094" w="6336">
                  <a:moveTo>
                    <a:pt x="6272" y="0"/>
                  </a:moveTo>
                  <a:cubicBezTo>
                    <a:pt x="6239" y="0"/>
                    <a:pt x="6203" y="22"/>
                    <a:pt x="6198" y="66"/>
                  </a:cubicBezTo>
                  <a:cubicBezTo>
                    <a:pt x="6002" y="1742"/>
                    <a:pt x="5748" y="3414"/>
                    <a:pt x="5434" y="5073"/>
                  </a:cubicBezTo>
                  <a:cubicBezTo>
                    <a:pt x="4884" y="7985"/>
                    <a:pt x="4156" y="10864"/>
                    <a:pt x="3253" y="13686"/>
                  </a:cubicBezTo>
                  <a:cubicBezTo>
                    <a:pt x="2351" y="16519"/>
                    <a:pt x="1271" y="19292"/>
                    <a:pt x="27" y="21989"/>
                  </a:cubicBezTo>
                  <a:cubicBezTo>
                    <a:pt x="1" y="22045"/>
                    <a:pt x="48" y="22093"/>
                    <a:pt x="92" y="22093"/>
                  </a:cubicBezTo>
                  <a:cubicBezTo>
                    <a:pt x="112" y="22093"/>
                    <a:pt x="131" y="22083"/>
                    <a:pt x="142" y="22060"/>
                  </a:cubicBezTo>
                  <a:cubicBezTo>
                    <a:pt x="843" y="20540"/>
                    <a:pt x="1494" y="18996"/>
                    <a:pt x="2089" y="17432"/>
                  </a:cubicBezTo>
                  <a:cubicBezTo>
                    <a:pt x="3152" y="14634"/>
                    <a:pt x="4041" y="11774"/>
                    <a:pt x="4752" y="8868"/>
                  </a:cubicBezTo>
                  <a:cubicBezTo>
                    <a:pt x="5459" y="5968"/>
                    <a:pt x="5986" y="3027"/>
                    <a:pt x="6330" y="66"/>
                  </a:cubicBezTo>
                  <a:cubicBezTo>
                    <a:pt x="6335" y="22"/>
                    <a:pt x="6305" y="0"/>
                    <a:pt x="627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5" name="Google Shape;1025;p36"/>
            <p:cNvSpPr/>
            <p:nvPr/>
          </p:nvSpPr>
          <p:spPr>
            <a:xfrm>
              <a:off x="2232032" y="5273254"/>
              <a:ext cx="719640" cy="125327"/>
            </a:xfrm>
            <a:custGeom>
              <a:rect b="b" l="l" r="r" t="t"/>
              <a:pathLst>
                <a:path extrusionOk="0" h="2245" w="12891">
                  <a:moveTo>
                    <a:pt x="66" y="0"/>
                  </a:moveTo>
                  <a:cubicBezTo>
                    <a:pt x="33" y="0"/>
                    <a:pt x="1" y="21"/>
                    <a:pt x="2" y="63"/>
                  </a:cubicBezTo>
                  <a:cubicBezTo>
                    <a:pt x="58" y="885"/>
                    <a:pt x="786" y="1408"/>
                    <a:pt x="1532" y="1575"/>
                  </a:cubicBezTo>
                  <a:cubicBezTo>
                    <a:pt x="1990" y="1679"/>
                    <a:pt x="2470" y="1708"/>
                    <a:pt x="2950" y="1708"/>
                  </a:cubicBezTo>
                  <a:cubicBezTo>
                    <a:pt x="3383" y="1708"/>
                    <a:pt x="3817" y="1685"/>
                    <a:pt x="4236" y="1673"/>
                  </a:cubicBezTo>
                  <a:cubicBezTo>
                    <a:pt x="5215" y="1645"/>
                    <a:pt x="6191" y="1593"/>
                    <a:pt x="7170" y="1572"/>
                  </a:cubicBezTo>
                  <a:cubicBezTo>
                    <a:pt x="7403" y="1567"/>
                    <a:pt x="7637" y="1564"/>
                    <a:pt x="7870" y="1564"/>
                  </a:cubicBezTo>
                  <a:cubicBezTo>
                    <a:pt x="9532" y="1564"/>
                    <a:pt x="11200" y="1703"/>
                    <a:pt x="12780" y="2241"/>
                  </a:cubicBezTo>
                  <a:cubicBezTo>
                    <a:pt x="12788" y="2243"/>
                    <a:pt x="12795" y="2245"/>
                    <a:pt x="12802" y="2245"/>
                  </a:cubicBezTo>
                  <a:cubicBezTo>
                    <a:pt x="12869" y="2245"/>
                    <a:pt x="12890" y="2137"/>
                    <a:pt x="12815" y="2112"/>
                  </a:cubicBezTo>
                  <a:cubicBezTo>
                    <a:pt x="11887" y="1798"/>
                    <a:pt x="10926" y="1614"/>
                    <a:pt x="9954" y="1519"/>
                  </a:cubicBezTo>
                  <a:cubicBezTo>
                    <a:pt x="9271" y="1453"/>
                    <a:pt x="8588" y="1430"/>
                    <a:pt x="7904" y="1430"/>
                  </a:cubicBezTo>
                  <a:cubicBezTo>
                    <a:pt x="6783" y="1430"/>
                    <a:pt x="5661" y="1492"/>
                    <a:pt x="4543" y="1527"/>
                  </a:cubicBezTo>
                  <a:cubicBezTo>
                    <a:pt x="4056" y="1544"/>
                    <a:pt x="3557" y="1571"/>
                    <a:pt x="3061" y="1571"/>
                  </a:cubicBezTo>
                  <a:cubicBezTo>
                    <a:pt x="2658" y="1571"/>
                    <a:pt x="2256" y="1553"/>
                    <a:pt x="1863" y="1498"/>
                  </a:cubicBezTo>
                  <a:cubicBezTo>
                    <a:pt x="1082" y="1394"/>
                    <a:pt x="197" y="951"/>
                    <a:pt x="138" y="63"/>
                  </a:cubicBezTo>
                  <a:cubicBezTo>
                    <a:pt x="135" y="21"/>
                    <a:pt x="100" y="0"/>
                    <a:pt x="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6" name="Google Shape;1026;p36"/>
            <p:cNvSpPr/>
            <p:nvPr/>
          </p:nvSpPr>
          <p:spPr>
            <a:xfrm>
              <a:off x="2705205" y="3811699"/>
              <a:ext cx="127839" cy="371125"/>
            </a:xfrm>
            <a:custGeom>
              <a:rect b="b" l="l" r="r" t="t"/>
              <a:pathLst>
                <a:path extrusionOk="0" h="6648" w="2290">
                  <a:moveTo>
                    <a:pt x="953" y="1"/>
                  </a:moveTo>
                  <a:cubicBezTo>
                    <a:pt x="287" y="1"/>
                    <a:pt x="0" y="483"/>
                    <a:pt x="0" y="483"/>
                  </a:cubicBezTo>
                  <a:lnTo>
                    <a:pt x="0" y="2285"/>
                  </a:lnTo>
                  <a:lnTo>
                    <a:pt x="861" y="2689"/>
                  </a:lnTo>
                  <a:lnTo>
                    <a:pt x="314" y="3320"/>
                  </a:lnTo>
                  <a:lnTo>
                    <a:pt x="718" y="6166"/>
                  </a:lnTo>
                  <a:lnTo>
                    <a:pt x="2290" y="6647"/>
                  </a:lnTo>
                  <a:lnTo>
                    <a:pt x="1345" y="52"/>
                  </a:lnTo>
                  <a:cubicBezTo>
                    <a:pt x="1202" y="16"/>
                    <a:pt x="1072" y="1"/>
                    <a:pt x="95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7" name="Google Shape;1027;p36"/>
            <p:cNvSpPr/>
            <p:nvPr/>
          </p:nvSpPr>
          <p:spPr>
            <a:xfrm>
              <a:off x="2537898" y="4864559"/>
              <a:ext cx="232065" cy="178584"/>
            </a:xfrm>
            <a:custGeom>
              <a:rect b="b" l="l" r="r" t="t"/>
              <a:pathLst>
                <a:path extrusionOk="0" h="3199" w="4157">
                  <a:moveTo>
                    <a:pt x="1346" y="0"/>
                  </a:moveTo>
                  <a:lnTo>
                    <a:pt x="1" y="1317"/>
                  </a:lnTo>
                  <a:lnTo>
                    <a:pt x="1346" y="3199"/>
                  </a:lnTo>
                  <a:cubicBezTo>
                    <a:pt x="2405" y="2711"/>
                    <a:pt x="2862" y="1944"/>
                    <a:pt x="3098" y="1265"/>
                  </a:cubicBezTo>
                  <a:lnTo>
                    <a:pt x="2854" y="652"/>
                  </a:lnTo>
                  <a:lnTo>
                    <a:pt x="2854" y="652"/>
                  </a:lnTo>
                  <a:cubicBezTo>
                    <a:pt x="2854" y="652"/>
                    <a:pt x="3143" y="684"/>
                    <a:pt x="3435" y="684"/>
                  </a:cubicBezTo>
                  <a:cubicBezTo>
                    <a:pt x="3793" y="684"/>
                    <a:pt x="4156" y="637"/>
                    <a:pt x="4001" y="426"/>
                  </a:cubicBezTo>
                  <a:cubicBezTo>
                    <a:pt x="3719" y="38"/>
                    <a:pt x="1346" y="0"/>
                    <a:pt x="1346" y="0"/>
                  </a:cubicBezTo>
                  <a:close/>
                </a:path>
              </a:pathLst>
            </a:custGeom>
            <a:solidFill>
              <a:srgbClr val="FDA1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8" name="Google Shape;1028;p36"/>
            <p:cNvSpPr/>
            <p:nvPr/>
          </p:nvSpPr>
          <p:spPr>
            <a:xfrm>
              <a:off x="2192453" y="3880643"/>
              <a:ext cx="558920" cy="1057493"/>
            </a:xfrm>
            <a:custGeom>
              <a:rect b="b" l="l" r="r" t="t"/>
              <a:pathLst>
                <a:path extrusionOk="0" h="18943" w="10012">
                  <a:moveTo>
                    <a:pt x="7524" y="1"/>
                  </a:moveTo>
                  <a:cubicBezTo>
                    <a:pt x="7524" y="1"/>
                    <a:pt x="1" y="8301"/>
                    <a:pt x="1" y="10901"/>
                  </a:cubicBezTo>
                  <a:cubicBezTo>
                    <a:pt x="1" y="12500"/>
                    <a:pt x="6189" y="18942"/>
                    <a:pt x="6189" y="18942"/>
                  </a:cubicBezTo>
                  <a:lnTo>
                    <a:pt x="7524" y="17525"/>
                  </a:lnTo>
                  <a:cubicBezTo>
                    <a:pt x="7524" y="17525"/>
                    <a:pt x="4137" y="11057"/>
                    <a:pt x="4332" y="10803"/>
                  </a:cubicBezTo>
                  <a:cubicBezTo>
                    <a:pt x="5195" y="9691"/>
                    <a:pt x="8767" y="5810"/>
                    <a:pt x="8767" y="5810"/>
                  </a:cubicBezTo>
                  <a:cubicBezTo>
                    <a:pt x="8767" y="5810"/>
                    <a:pt x="10011" y="876"/>
                    <a:pt x="752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9" name="Google Shape;1029;p36"/>
            <p:cNvSpPr/>
            <p:nvPr/>
          </p:nvSpPr>
          <p:spPr>
            <a:xfrm>
              <a:off x="2427587" y="4821239"/>
              <a:ext cx="114720" cy="119075"/>
            </a:xfrm>
            <a:custGeom>
              <a:rect b="b" l="l" r="r" t="t"/>
              <a:pathLst>
                <a:path extrusionOk="0" h="2133" w="2055">
                  <a:moveTo>
                    <a:pt x="89" y="1"/>
                  </a:moveTo>
                  <a:cubicBezTo>
                    <a:pt x="42" y="1"/>
                    <a:pt x="0" y="65"/>
                    <a:pt x="43" y="107"/>
                  </a:cubicBezTo>
                  <a:lnTo>
                    <a:pt x="1924" y="2114"/>
                  </a:lnTo>
                  <a:cubicBezTo>
                    <a:pt x="1937" y="2127"/>
                    <a:pt x="1951" y="2132"/>
                    <a:pt x="1965" y="2132"/>
                  </a:cubicBezTo>
                  <a:cubicBezTo>
                    <a:pt x="2012" y="2132"/>
                    <a:pt x="2055" y="2070"/>
                    <a:pt x="2011" y="2024"/>
                  </a:cubicBezTo>
                  <a:cubicBezTo>
                    <a:pt x="1384" y="1355"/>
                    <a:pt x="757" y="689"/>
                    <a:pt x="130" y="20"/>
                  </a:cubicBezTo>
                  <a:cubicBezTo>
                    <a:pt x="117" y="6"/>
                    <a:pt x="103" y="1"/>
                    <a:pt x="8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0" name="Google Shape;1030;p36"/>
            <p:cNvSpPr/>
            <p:nvPr/>
          </p:nvSpPr>
          <p:spPr>
            <a:xfrm>
              <a:off x="2483859" y="4607429"/>
              <a:ext cx="136269" cy="256348"/>
            </a:xfrm>
            <a:custGeom>
              <a:rect b="b" l="l" r="r" t="t"/>
              <a:pathLst>
                <a:path extrusionOk="0" h="4592" w="2441">
                  <a:moveTo>
                    <a:pt x="78" y="0"/>
                  </a:moveTo>
                  <a:cubicBezTo>
                    <a:pt x="39" y="0"/>
                    <a:pt x="1" y="30"/>
                    <a:pt x="17" y="77"/>
                  </a:cubicBezTo>
                  <a:cubicBezTo>
                    <a:pt x="641" y="1637"/>
                    <a:pt x="1405" y="3139"/>
                    <a:pt x="2304" y="4561"/>
                  </a:cubicBezTo>
                  <a:cubicBezTo>
                    <a:pt x="2317" y="4583"/>
                    <a:pt x="2336" y="4592"/>
                    <a:pt x="2355" y="4592"/>
                  </a:cubicBezTo>
                  <a:cubicBezTo>
                    <a:pt x="2398" y="4592"/>
                    <a:pt x="2440" y="4547"/>
                    <a:pt x="2411" y="4498"/>
                  </a:cubicBezTo>
                  <a:cubicBezTo>
                    <a:pt x="1519" y="3084"/>
                    <a:pt x="760" y="1595"/>
                    <a:pt x="139" y="42"/>
                  </a:cubicBezTo>
                  <a:cubicBezTo>
                    <a:pt x="129" y="13"/>
                    <a:pt x="103" y="0"/>
                    <a:pt x="7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1" name="Google Shape;1031;p36"/>
            <p:cNvSpPr/>
            <p:nvPr/>
          </p:nvSpPr>
          <p:spPr>
            <a:xfrm>
              <a:off x="2493517" y="4809627"/>
              <a:ext cx="99089" cy="86920"/>
            </a:xfrm>
            <a:custGeom>
              <a:rect b="b" l="l" r="r" t="t"/>
              <a:pathLst>
                <a:path extrusionOk="0" h="1557" w="1775">
                  <a:moveTo>
                    <a:pt x="1680" y="1"/>
                  </a:moveTo>
                  <a:cubicBezTo>
                    <a:pt x="1670" y="1"/>
                    <a:pt x="1660" y="3"/>
                    <a:pt x="1650" y="9"/>
                  </a:cubicBezTo>
                  <a:cubicBezTo>
                    <a:pt x="994" y="353"/>
                    <a:pt x="444" y="852"/>
                    <a:pt x="32" y="1465"/>
                  </a:cubicBezTo>
                  <a:cubicBezTo>
                    <a:pt x="1" y="1512"/>
                    <a:pt x="44" y="1556"/>
                    <a:pt x="88" y="1556"/>
                  </a:cubicBezTo>
                  <a:cubicBezTo>
                    <a:pt x="107" y="1556"/>
                    <a:pt x="127" y="1548"/>
                    <a:pt x="140" y="1528"/>
                  </a:cubicBezTo>
                  <a:cubicBezTo>
                    <a:pt x="542" y="932"/>
                    <a:pt x="1078" y="451"/>
                    <a:pt x="1712" y="117"/>
                  </a:cubicBezTo>
                  <a:cubicBezTo>
                    <a:pt x="1775" y="84"/>
                    <a:pt x="1736" y="1"/>
                    <a:pt x="168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5" name="Shape 1035"/>
        <p:cNvGrpSpPr/>
        <p:nvPr/>
      </p:nvGrpSpPr>
      <p:grpSpPr>
        <a:xfrm>
          <a:off x="0" y="0"/>
          <a:ext cx="0" cy="0"/>
          <a:chOff x="0" y="0"/>
          <a:chExt cx="0" cy="0"/>
        </a:xfrm>
      </p:grpSpPr>
      <p:sp>
        <p:nvSpPr>
          <p:cNvPr id="1036" name="Google Shape;1036;p37"/>
          <p:cNvSpPr/>
          <p:nvPr/>
        </p:nvSpPr>
        <p:spPr>
          <a:xfrm rot="-451049">
            <a:off x="6126327" y="1305645"/>
            <a:ext cx="2449917" cy="1212461"/>
          </a:xfrm>
          <a:custGeom>
            <a:rect b="b" l="l" r="r" t="t"/>
            <a:pathLst>
              <a:path extrusionOk="0" h="31882" w="64426">
                <a:moveTo>
                  <a:pt x="42385" y="2987"/>
                </a:moveTo>
                <a:cubicBezTo>
                  <a:pt x="37964" y="2270"/>
                  <a:pt x="31154" y="359"/>
                  <a:pt x="25897" y="120"/>
                </a:cubicBezTo>
                <a:cubicBezTo>
                  <a:pt x="20640" y="-119"/>
                  <a:pt x="14786" y="657"/>
                  <a:pt x="10843" y="1553"/>
                </a:cubicBezTo>
                <a:cubicBezTo>
                  <a:pt x="6900" y="2449"/>
                  <a:pt x="4032" y="3704"/>
                  <a:pt x="2240" y="5496"/>
                </a:cubicBezTo>
                <a:cubicBezTo>
                  <a:pt x="448" y="7288"/>
                  <a:pt x="-89" y="9678"/>
                  <a:pt x="90" y="12306"/>
                </a:cubicBezTo>
                <a:cubicBezTo>
                  <a:pt x="269" y="14935"/>
                  <a:pt x="90" y="18459"/>
                  <a:pt x="3316" y="21267"/>
                </a:cubicBezTo>
                <a:cubicBezTo>
                  <a:pt x="6542" y="24075"/>
                  <a:pt x="12754" y="27421"/>
                  <a:pt x="19445" y="29153"/>
                </a:cubicBezTo>
                <a:cubicBezTo>
                  <a:pt x="26136" y="30886"/>
                  <a:pt x="36471" y="32379"/>
                  <a:pt x="43460" y="31662"/>
                </a:cubicBezTo>
                <a:cubicBezTo>
                  <a:pt x="50450" y="30945"/>
                  <a:pt x="58037" y="28017"/>
                  <a:pt x="61382" y="24851"/>
                </a:cubicBezTo>
                <a:cubicBezTo>
                  <a:pt x="64727" y="21685"/>
                  <a:pt x="65026" y="16070"/>
                  <a:pt x="63532" y="12665"/>
                </a:cubicBezTo>
                <a:cubicBezTo>
                  <a:pt x="62039" y="9260"/>
                  <a:pt x="55946" y="6034"/>
                  <a:pt x="52421" y="4421"/>
                </a:cubicBezTo>
                <a:cubicBezTo>
                  <a:pt x="48897" y="2808"/>
                  <a:pt x="46806" y="3704"/>
                  <a:pt x="42385" y="2987"/>
                </a:cubicBezTo>
                <a:close/>
              </a:path>
            </a:pathLst>
          </a:custGeom>
          <a:noFill/>
          <a:ln cap="flat" cmpd="sng" w="9525">
            <a:solidFill>
              <a:schemeClr val="dk2"/>
            </a:solidFill>
            <a:prstDash val="solid"/>
            <a:round/>
            <a:headEnd len="med" w="med" type="none"/>
            <a:tailEnd len="med" w="med" type="none"/>
          </a:ln>
        </p:spPr>
      </p:sp>
      <p:sp>
        <p:nvSpPr>
          <p:cNvPr id="1037" name="Google Shape;1037;p37"/>
          <p:cNvSpPr/>
          <p:nvPr/>
        </p:nvSpPr>
        <p:spPr>
          <a:xfrm flipH="1" rot="-10348951">
            <a:off x="3418302" y="2765770"/>
            <a:ext cx="2449917" cy="1212461"/>
          </a:xfrm>
          <a:custGeom>
            <a:rect b="b" l="l" r="r" t="t"/>
            <a:pathLst>
              <a:path extrusionOk="0" h="31882" w="64426">
                <a:moveTo>
                  <a:pt x="42385" y="2987"/>
                </a:moveTo>
                <a:cubicBezTo>
                  <a:pt x="37964" y="2270"/>
                  <a:pt x="31154" y="359"/>
                  <a:pt x="25897" y="120"/>
                </a:cubicBezTo>
                <a:cubicBezTo>
                  <a:pt x="20640" y="-119"/>
                  <a:pt x="14786" y="657"/>
                  <a:pt x="10843" y="1553"/>
                </a:cubicBezTo>
                <a:cubicBezTo>
                  <a:pt x="6900" y="2449"/>
                  <a:pt x="4032" y="3704"/>
                  <a:pt x="2240" y="5496"/>
                </a:cubicBezTo>
                <a:cubicBezTo>
                  <a:pt x="448" y="7288"/>
                  <a:pt x="-89" y="9678"/>
                  <a:pt x="90" y="12306"/>
                </a:cubicBezTo>
                <a:cubicBezTo>
                  <a:pt x="269" y="14935"/>
                  <a:pt x="90" y="18459"/>
                  <a:pt x="3316" y="21267"/>
                </a:cubicBezTo>
                <a:cubicBezTo>
                  <a:pt x="6542" y="24075"/>
                  <a:pt x="12754" y="27421"/>
                  <a:pt x="19445" y="29153"/>
                </a:cubicBezTo>
                <a:cubicBezTo>
                  <a:pt x="26136" y="30886"/>
                  <a:pt x="36471" y="32379"/>
                  <a:pt x="43460" y="31662"/>
                </a:cubicBezTo>
                <a:cubicBezTo>
                  <a:pt x="50450" y="30945"/>
                  <a:pt x="58037" y="28017"/>
                  <a:pt x="61382" y="24851"/>
                </a:cubicBezTo>
                <a:cubicBezTo>
                  <a:pt x="64727" y="21685"/>
                  <a:pt x="65026" y="16070"/>
                  <a:pt x="63532" y="12665"/>
                </a:cubicBezTo>
                <a:cubicBezTo>
                  <a:pt x="62039" y="9260"/>
                  <a:pt x="55946" y="6034"/>
                  <a:pt x="52421" y="4421"/>
                </a:cubicBezTo>
                <a:cubicBezTo>
                  <a:pt x="48897" y="2808"/>
                  <a:pt x="46806" y="3704"/>
                  <a:pt x="42385" y="2987"/>
                </a:cubicBezTo>
                <a:close/>
              </a:path>
            </a:pathLst>
          </a:custGeom>
          <a:noFill/>
          <a:ln cap="flat" cmpd="sng" w="9525">
            <a:solidFill>
              <a:schemeClr val="dk2"/>
            </a:solidFill>
            <a:prstDash val="solid"/>
            <a:round/>
            <a:headEnd len="med" w="med" type="none"/>
            <a:tailEnd len="med" w="med" type="none"/>
          </a:ln>
        </p:spPr>
      </p:sp>
      <p:sp>
        <p:nvSpPr>
          <p:cNvPr id="1038" name="Google Shape;1038;p37"/>
          <p:cNvSpPr/>
          <p:nvPr/>
        </p:nvSpPr>
        <p:spPr>
          <a:xfrm rot="-451049">
            <a:off x="710277" y="1305645"/>
            <a:ext cx="2449917" cy="1212461"/>
          </a:xfrm>
          <a:custGeom>
            <a:rect b="b" l="l" r="r" t="t"/>
            <a:pathLst>
              <a:path extrusionOk="0" h="31882" w="64426">
                <a:moveTo>
                  <a:pt x="42385" y="2987"/>
                </a:moveTo>
                <a:cubicBezTo>
                  <a:pt x="37964" y="2270"/>
                  <a:pt x="31154" y="359"/>
                  <a:pt x="25897" y="120"/>
                </a:cubicBezTo>
                <a:cubicBezTo>
                  <a:pt x="20640" y="-119"/>
                  <a:pt x="14786" y="657"/>
                  <a:pt x="10843" y="1553"/>
                </a:cubicBezTo>
                <a:cubicBezTo>
                  <a:pt x="6900" y="2449"/>
                  <a:pt x="4032" y="3704"/>
                  <a:pt x="2240" y="5496"/>
                </a:cubicBezTo>
                <a:cubicBezTo>
                  <a:pt x="448" y="7288"/>
                  <a:pt x="-89" y="9678"/>
                  <a:pt x="90" y="12306"/>
                </a:cubicBezTo>
                <a:cubicBezTo>
                  <a:pt x="269" y="14935"/>
                  <a:pt x="90" y="18459"/>
                  <a:pt x="3316" y="21267"/>
                </a:cubicBezTo>
                <a:cubicBezTo>
                  <a:pt x="6542" y="24075"/>
                  <a:pt x="12754" y="27421"/>
                  <a:pt x="19445" y="29153"/>
                </a:cubicBezTo>
                <a:cubicBezTo>
                  <a:pt x="26136" y="30886"/>
                  <a:pt x="36471" y="32379"/>
                  <a:pt x="43460" y="31662"/>
                </a:cubicBezTo>
                <a:cubicBezTo>
                  <a:pt x="50450" y="30945"/>
                  <a:pt x="58037" y="28017"/>
                  <a:pt x="61382" y="24851"/>
                </a:cubicBezTo>
                <a:cubicBezTo>
                  <a:pt x="64727" y="21685"/>
                  <a:pt x="65026" y="16070"/>
                  <a:pt x="63532" y="12665"/>
                </a:cubicBezTo>
                <a:cubicBezTo>
                  <a:pt x="62039" y="9260"/>
                  <a:pt x="55946" y="6034"/>
                  <a:pt x="52421" y="4421"/>
                </a:cubicBezTo>
                <a:cubicBezTo>
                  <a:pt x="48897" y="2808"/>
                  <a:pt x="46806" y="3704"/>
                  <a:pt x="42385" y="2987"/>
                </a:cubicBezTo>
                <a:close/>
              </a:path>
            </a:pathLst>
          </a:custGeom>
          <a:noFill/>
          <a:ln cap="flat" cmpd="sng" w="9525">
            <a:solidFill>
              <a:schemeClr val="dk2"/>
            </a:solidFill>
            <a:prstDash val="solid"/>
            <a:round/>
            <a:headEnd len="med" w="med" type="none"/>
            <a:tailEnd len="med" w="med" type="none"/>
          </a:ln>
        </p:spPr>
      </p:sp>
      <p:grpSp>
        <p:nvGrpSpPr>
          <p:cNvPr id="1039" name="Google Shape;1039;p37"/>
          <p:cNvGrpSpPr/>
          <p:nvPr/>
        </p:nvGrpSpPr>
        <p:grpSpPr>
          <a:xfrm>
            <a:off x="5416969" y="3488840"/>
            <a:ext cx="1649395" cy="3691826"/>
            <a:chOff x="9736400" y="2155417"/>
            <a:chExt cx="1649395" cy="3691826"/>
          </a:xfrm>
        </p:grpSpPr>
        <p:sp>
          <p:nvSpPr>
            <p:cNvPr id="1040" name="Google Shape;1040;p37"/>
            <p:cNvSpPr/>
            <p:nvPr/>
          </p:nvSpPr>
          <p:spPr>
            <a:xfrm rot="-5400000">
              <a:off x="10435439" y="2966927"/>
              <a:ext cx="195081" cy="170419"/>
            </a:xfrm>
            <a:custGeom>
              <a:rect b="b" l="l" r="r" t="t"/>
              <a:pathLst>
                <a:path extrusionOk="0" h="3082" w="3528">
                  <a:moveTo>
                    <a:pt x="1764" y="385"/>
                  </a:moveTo>
                  <a:lnTo>
                    <a:pt x="3172" y="2826"/>
                  </a:lnTo>
                  <a:lnTo>
                    <a:pt x="353" y="2826"/>
                  </a:lnTo>
                  <a:lnTo>
                    <a:pt x="1764" y="385"/>
                  </a:lnTo>
                  <a:close/>
                  <a:moveTo>
                    <a:pt x="1764" y="1"/>
                  </a:moveTo>
                  <a:cubicBezTo>
                    <a:pt x="1719" y="1"/>
                    <a:pt x="1677" y="25"/>
                    <a:pt x="1652" y="67"/>
                  </a:cubicBezTo>
                  <a:lnTo>
                    <a:pt x="22" y="2889"/>
                  </a:lnTo>
                  <a:cubicBezTo>
                    <a:pt x="1" y="2928"/>
                    <a:pt x="1" y="2977"/>
                    <a:pt x="22" y="3019"/>
                  </a:cubicBezTo>
                  <a:cubicBezTo>
                    <a:pt x="47" y="3056"/>
                    <a:pt x="89" y="3081"/>
                    <a:pt x="134" y="3081"/>
                  </a:cubicBezTo>
                  <a:lnTo>
                    <a:pt x="3395" y="3081"/>
                  </a:lnTo>
                  <a:cubicBezTo>
                    <a:pt x="3440" y="3081"/>
                    <a:pt x="3482" y="3056"/>
                    <a:pt x="3503" y="3019"/>
                  </a:cubicBezTo>
                  <a:cubicBezTo>
                    <a:pt x="3527" y="2977"/>
                    <a:pt x="3527" y="2928"/>
                    <a:pt x="3503" y="2889"/>
                  </a:cubicBezTo>
                  <a:lnTo>
                    <a:pt x="1872" y="67"/>
                  </a:lnTo>
                  <a:cubicBezTo>
                    <a:pt x="1851" y="25"/>
                    <a:pt x="1810" y="1"/>
                    <a:pt x="1764" y="1"/>
                  </a:cubicBezTo>
                  <a:close/>
                </a:path>
              </a:pathLst>
            </a:custGeom>
            <a:solidFill>
              <a:srgbClr val="D1CB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1" name="Google Shape;1041;p37"/>
            <p:cNvSpPr/>
            <p:nvPr/>
          </p:nvSpPr>
          <p:spPr>
            <a:xfrm rot="-5400000">
              <a:off x="9650526" y="3163611"/>
              <a:ext cx="906230" cy="356487"/>
            </a:xfrm>
            <a:custGeom>
              <a:rect b="b" l="l" r="r" t="t"/>
              <a:pathLst>
                <a:path extrusionOk="0" h="6447" w="16389">
                  <a:moveTo>
                    <a:pt x="3861" y="1"/>
                  </a:moveTo>
                  <a:cubicBezTo>
                    <a:pt x="1907" y="1"/>
                    <a:pt x="0" y="1948"/>
                    <a:pt x="2427" y="4187"/>
                  </a:cubicBezTo>
                  <a:cubicBezTo>
                    <a:pt x="4213" y="5834"/>
                    <a:pt x="8217" y="6446"/>
                    <a:pt x="11489" y="6446"/>
                  </a:cubicBezTo>
                  <a:cubicBezTo>
                    <a:pt x="13982" y="6446"/>
                    <a:pt x="16050" y="6091"/>
                    <a:pt x="16389" y="5567"/>
                  </a:cubicBezTo>
                  <a:cubicBezTo>
                    <a:pt x="16389" y="5567"/>
                    <a:pt x="7573" y="2228"/>
                    <a:pt x="5493" y="552"/>
                  </a:cubicBezTo>
                  <a:cubicBezTo>
                    <a:pt x="5018" y="170"/>
                    <a:pt x="4437" y="1"/>
                    <a:pt x="386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2" name="Google Shape;1042;p37"/>
            <p:cNvSpPr/>
            <p:nvPr/>
          </p:nvSpPr>
          <p:spPr>
            <a:xfrm rot="-5400000">
              <a:off x="10023878" y="3364332"/>
              <a:ext cx="122036" cy="108323"/>
            </a:xfrm>
            <a:custGeom>
              <a:rect b="b" l="l" r="r" t="t"/>
              <a:pathLst>
                <a:path extrusionOk="0" h="1959" w="2207">
                  <a:moveTo>
                    <a:pt x="2120" y="1"/>
                  </a:moveTo>
                  <a:cubicBezTo>
                    <a:pt x="2101" y="1"/>
                    <a:pt x="2083" y="8"/>
                    <a:pt x="2070" y="27"/>
                  </a:cubicBezTo>
                  <a:cubicBezTo>
                    <a:pt x="1544" y="780"/>
                    <a:pt x="861" y="1396"/>
                    <a:pt x="60" y="1843"/>
                  </a:cubicBezTo>
                  <a:cubicBezTo>
                    <a:pt x="1" y="1875"/>
                    <a:pt x="38" y="1959"/>
                    <a:pt x="93" y="1959"/>
                  </a:cubicBezTo>
                  <a:cubicBezTo>
                    <a:pt x="103" y="1959"/>
                    <a:pt x="113" y="1956"/>
                    <a:pt x="123" y="1951"/>
                  </a:cubicBezTo>
                  <a:cubicBezTo>
                    <a:pt x="941" y="1494"/>
                    <a:pt x="1638" y="860"/>
                    <a:pt x="2175" y="90"/>
                  </a:cubicBezTo>
                  <a:cubicBezTo>
                    <a:pt x="2207" y="44"/>
                    <a:pt x="2163" y="1"/>
                    <a:pt x="212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3" name="Google Shape;1043;p37"/>
            <p:cNvSpPr/>
            <p:nvPr/>
          </p:nvSpPr>
          <p:spPr>
            <a:xfrm rot="-5400000">
              <a:off x="10098471" y="3368977"/>
              <a:ext cx="7022" cy="54908"/>
            </a:xfrm>
            <a:custGeom>
              <a:rect b="b" l="l" r="r" t="t"/>
              <a:pathLst>
                <a:path extrusionOk="0" h="993" w="127">
                  <a:moveTo>
                    <a:pt x="64" y="0"/>
                  </a:moveTo>
                  <a:cubicBezTo>
                    <a:pt x="32" y="0"/>
                    <a:pt x="1" y="20"/>
                    <a:pt x="1" y="61"/>
                  </a:cubicBezTo>
                  <a:lnTo>
                    <a:pt x="1" y="932"/>
                  </a:lnTo>
                  <a:cubicBezTo>
                    <a:pt x="1" y="972"/>
                    <a:pt x="32" y="992"/>
                    <a:pt x="64" y="992"/>
                  </a:cubicBezTo>
                  <a:cubicBezTo>
                    <a:pt x="95" y="992"/>
                    <a:pt x="126" y="972"/>
                    <a:pt x="126" y="932"/>
                  </a:cubicBezTo>
                  <a:lnTo>
                    <a:pt x="126" y="61"/>
                  </a:lnTo>
                  <a:cubicBezTo>
                    <a:pt x="126" y="20"/>
                    <a:pt x="95" y="0"/>
                    <a:pt x="6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4" name="Google Shape;1044;p37"/>
            <p:cNvSpPr/>
            <p:nvPr/>
          </p:nvSpPr>
          <p:spPr>
            <a:xfrm rot="-5400000">
              <a:off x="9742897" y="3088769"/>
              <a:ext cx="78851" cy="25933"/>
            </a:xfrm>
            <a:custGeom>
              <a:rect b="b" l="l" r="r" t="t"/>
              <a:pathLst>
                <a:path extrusionOk="0" h="469" w="1426">
                  <a:moveTo>
                    <a:pt x="1053" y="0"/>
                  </a:moveTo>
                  <a:cubicBezTo>
                    <a:pt x="607" y="0"/>
                    <a:pt x="1" y="137"/>
                    <a:pt x="1" y="137"/>
                  </a:cubicBezTo>
                  <a:lnTo>
                    <a:pt x="394" y="468"/>
                  </a:lnTo>
                  <a:lnTo>
                    <a:pt x="1426" y="60"/>
                  </a:lnTo>
                  <a:cubicBezTo>
                    <a:pt x="1342" y="17"/>
                    <a:pt x="1207" y="0"/>
                    <a:pt x="1053" y="0"/>
                  </a:cubicBezTo>
                  <a:close/>
                </a:path>
              </a:pathLst>
            </a:custGeom>
            <a:solidFill>
              <a:srgbClr val="A43B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5" name="Google Shape;1045;p37"/>
            <p:cNvSpPr/>
            <p:nvPr/>
          </p:nvSpPr>
          <p:spPr>
            <a:xfrm rot="-5400000">
              <a:off x="9776599" y="2947795"/>
              <a:ext cx="404483" cy="433900"/>
            </a:xfrm>
            <a:custGeom>
              <a:rect b="b" l="l" r="r" t="t"/>
              <a:pathLst>
                <a:path extrusionOk="0" h="7847" w="7315">
                  <a:moveTo>
                    <a:pt x="7042" y="1"/>
                  </a:moveTo>
                  <a:cubicBezTo>
                    <a:pt x="7008" y="1"/>
                    <a:pt x="6973" y="7"/>
                    <a:pt x="6938" y="21"/>
                  </a:cubicBezTo>
                  <a:lnTo>
                    <a:pt x="175" y="2691"/>
                  </a:lnTo>
                  <a:cubicBezTo>
                    <a:pt x="67" y="2733"/>
                    <a:pt x="0" y="2837"/>
                    <a:pt x="0" y="2948"/>
                  </a:cubicBezTo>
                  <a:lnTo>
                    <a:pt x="0" y="7572"/>
                  </a:lnTo>
                  <a:cubicBezTo>
                    <a:pt x="0" y="7730"/>
                    <a:pt x="128" y="7847"/>
                    <a:pt x="273" y="7847"/>
                  </a:cubicBezTo>
                  <a:cubicBezTo>
                    <a:pt x="307" y="7847"/>
                    <a:pt x="342" y="7840"/>
                    <a:pt x="377" y="7826"/>
                  </a:cubicBezTo>
                  <a:lnTo>
                    <a:pt x="7140" y="5158"/>
                  </a:lnTo>
                  <a:cubicBezTo>
                    <a:pt x="7245" y="5116"/>
                    <a:pt x="7314" y="5011"/>
                    <a:pt x="7314" y="4899"/>
                  </a:cubicBezTo>
                  <a:lnTo>
                    <a:pt x="7314" y="276"/>
                  </a:lnTo>
                  <a:cubicBezTo>
                    <a:pt x="7314" y="118"/>
                    <a:pt x="7187" y="1"/>
                    <a:pt x="704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6" name="Google Shape;1046;p37"/>
            <p:cNvSpPr/>
            <p:nvPr/>
          </p:nvSpPr>
          <p:spPr>
            <a:xfrm rot="-5400000">
              <a:off x="9751108" y="2947795"/>
              <a:ext cx="404483" cy="433900"/>
            </a:xfrm>
            <a:custGeom>
              <a:rect b="b" l="l" r="r" t="t"/>
              <a:pathLst>
                <a:path extrusionOk="0" h="7847" w="7315">
                  <a:moveTo>
                    <a:pt x="7039" y="0"/>
                  </a:moveTo>
                  <a:cubicBezTo>
                    <a:pt x="7005" y="0"/>
                    <a:pt x="6971" y="6"/>
                    <a:pt x="6938" y="19"/>
                  </a:cubicBezTo>
                  <a:lnTo>
                    <a:pt x="175" y="2692"/>
                  </a:lnTo>
                  <a:cubicBezTo>
                    <a:pt x="67" y="2734"/>
                    <a:pt x="0" y="2834"/>
                    <a:pt x="0" y="2949"/>
                  </a:cubicBezTo>
                  <a:lnTo>
                    <a:pt x="0" y="7570"/>
                  </a:lnTo>
                  <a:cubicBezTo>
                    <a:pt x="0" y="7729"/>
                    <a:pt x="130" y="7846"/>
                    <a:pt x="276" y="7846"/>
                  </a:cubicBezTo>
                  <a:cubicBezTo>
                    <a:pt x="309" y="7846"/>
                    <a:pt x="343" y="7840"/>
                    <a:pt x="377" y="7827"/>
                  </a:cubicBezTo>
                  <a:lnTo>
                    <a:pt x="7140" y="5155"/>
                  </a:lnTo>
                  <a:cubicBezTo>
                    <a:pt x="7245" y="5113"/>
                    <a:pt x="7314" y="5012"/>
                    <a:pt x="7314" y="4897"/>
                  </a:cubicBezTo>
                  <a:lnTo>
                    <a:pt x="7314" y="277"/>
                  </a:lnTo>
                  <a:cubicBezTo>
                    <a:pt x="7314" y="118"/>
                    <a:pt x="7185" y="0"/>
                    <a:pt x="703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7" name="Google Shape;1047;p37"/>
            <p:cNvSpPr/>
            <p:nvPr/>
          </p:nvSpPr>
          <p:spPr>
            <a:xfrm rot="-5400000">
              <a:off x="9921887" y="3079480"/>
              <a:ext cx="338405" cy="137629"/>
            </a:xfrm>
            <a:custGeom>
              <a:rect b="b" l="l" r="r" t="t"/>
              <a:pathLst>
                <a:path extrusionOk="0" h="2489" w="6120">
                  <a:moveTo>
                    <a:pt x="6051" y="1"/>
                  </a:moveTo>
                  <a:cubicBezTo>
                    <a:pt x="6044" y="1"/>
                    <a:pt x="6037" y="2"/>
                    <a:pt x="6030" y="5"/>
                  </a:cubicBezTo>
                  <a:lnTo>
                    <a:pt x="39" y="2372"/>
                  </a:lnTo>
                  <a:cubicBezTo>
                    <a:pt x="19" y="2379"/>
                    <a:pt x="1" y="2403"/>
                    <a:pt x="1" y="2427"/>
                  </a:cubicBezTo>
                  <a:cubicBezTo>
                    <a:pt x="1" y="2435"/>
                    <a:pt x="4" y="2441"/>
                    <a:pt x="8" y="2448"/>
                  </a:cubicBezTo>
                  <a:cubicBezTo>
                    <a:pt x="16" y="2472"/>
                    <a:pt x="38" y="2488"/>
                    <a:pt x="62" y="2488"/>
                  </a:cubicBezTo>
                  <a:cubicBezTo>
                    <a:pt x="70" y="2488"/>
                    <a:pt x="77" y="2487"/>
                    <a:pt x="85" y="2483"/>
                  </a:cubicBezTo>
                  <a:lnTo>
                    <a:pt x="6075" y="121"/>
                  </a:lnTo>
                  <a:cubicBezTo>
                    <a:pt x="6106" y="107"/>
                    <a:pt x="6120" y="72"/>
                    <a:pt x="6106" y="41"/>
                  </a:cubicBezTo>
                  <a:cubicBezTo>
                    <a:pt x="6098" y="17"/>
                    <a:pt x="6075" y="1"/>
                    <a:pt x="605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8" name="Google Shape;1048;p37"/>
            <p:cNvSpPr/>
            <p:nvPr/>
          </p:nvSpPr>
          <p:spPr>
            <a:xfrm rot="-5400000">
              <a:off x="9718954" y="3293858"/>
              <a:ext cx="510207" cy="366163"/>
            </a:xfrm>
            <a:custGeom>
              <a:rect b="b" l="l" r="r" t="t"/>
              <a:pathLst>
                <a:path extrusionOk="0" h="6622" w="9227">
                  <a:moveTo>
                    <a:pt x="8561" y="0"/>
                  </a:moveTo>
                  <a:cubicBezTo>
                    <a:pt x="8561" y="0"/>
                    <a:pt x="4230" y="830"/>
                    <a:pt x="1877" y="1809"/>
                  </a:cubicBezTo>
                  <a:cubicBezTo>
                    <a:pt x="1181" y="2098"/>
                    <a:pt x="658" y="2398"/>
                    <a:pt x="473" y="2697"/>
                  </a:cubicBezTo>
                  <a:cubicBezTo>
                    <a:pt x="156" y="3203"/>
                    <a:pt x="0" y="3921"/>
                    <a:pt x="84" y="4607"/>
                  </a:cubicBezTo>
                  <a:cubicBezTo>
                    <a:pt x="208" y="5655"/>
                    <a:pt x="892" y="6622"/>
                    <a:pt x="2424" y="6622"/>
                  </a:cubicBezTo>
                  <a:cubicBezTo>
                    <a:pt x="2481" y="6622"/>
                    <a:pt x="2540" y="6621"/>
                    <a:pt x="2599" y="6618"/>
                  </a:cubicBezTo>
                  <a:cubicBezTo>
                    <a:pt x="5293" y="6496"/>
                    <a:pt x="9226" y="1624"/>
                    <a:pt x="9226" y="1624"/>
                  </a:cubicBezTo>
                  <a:lnTo>
                    <a:pt x="8561"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9" name="Google Shape;1049;p37"/>
            <p:cNvSpPr/>
            <p:nvPr/>
          </p:nvSpPr>
          <p:spPr>
            <a:xfrm rot="-5400000">
              <a:off x="9916440" y="3602764"/>
              <a:ext cx="103844" cy="154715"/>
            </a:xfrm>
            <a:custGeom>
              <a:rect b="b" l="l" r="r" t="t"/>
              <a:pathLst>
                <a:path extrusionOk="0" h="2798" w="1878">
                  <a:moveTo>
                    <a:pt x="1877" y="0"/>
                  </a:moveTo>
                  <a:cubicBezTo>
                    <a:pt x="1181" y="289"/>
                    <a:pt x="658" y="589"/>
                    <a:pt x="473" y="888"/>
                  </a:cubicBezTo>
                  <a:cubicBezTo>
                    <a:pt x="156" y="1394"/>
                    <a:pt x="0" y="2112"/>
                    <a:pt x="84" y="2798"/>
                  </a:cubicBezTo>
                  <a:cubicBezTo>
                    <a:pt x="1498" y="2324"/>
                    <a:pt x="1826" y="937"/>
                    <a:pt x="187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0" name="Google Shape;1050;p37"/>
            <p:cNvSpPr/>
            <p:nvPr/>
          </p:nvSpPr>
          <p:spPr>
            <a:xfrm rot="-5400000">
              <a:off x="9841598" y="3342131"/>
              <a:ext cx="73155" cy="31297"/>
            </a:xfrm>
            <a:custGeom>
              <a:rect b="b" l="l" r="r" t="t"/>
              <a:pathLst>
                <a:path extrusionOk="0" h="566" w="1323">
                  <a:moveTo>
                    <a:pt x="1238" y="0"/>
                  </a:moveTo>
                  <a:cubicBezTo>
                    <a:pt x="1232" y="0"/>
                    <a:pt x="1227" y="1"/>
                    <a:pt x="1220" y="3"/>
                  </a:cubicBezTo>
                  <a:cubicBezTo>
                    <a:pt x="816" y="107"/>
                    <a:pt x="429" y="257"/>
                    <a:pt x="60" y="453"/>
                  </a:cubicBezTo>
                  <a:cubicBezTo>
                    <a:pt x="1" y="485"/>
                    <a:pt x="37" y="565"/>
                    <a:pt x="93" y="565"/>
                  </a:cubicBezTo>
                  <a:cubicBezTo>
                    <a:pt x="102" y="565"/>
                    <a:pt x="113" y="563"/>
                    <a:pt x="123" y="557"/>
                  </a:cubicBezTo>
                  <a:cubicBezTo>
                    <a:pt x="482" y="369"/>
                    <a:pt x="858" y="223"/>
                    <a:pt x="1252" y="118"/>
                  </a:cubicBezTo>
                  <a:cubicBezTo>
                    <a:pt x="1322" y="102"/>
                    <a:pt x="1302" y="0"/>
                    <a:pt x="123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1" name="Google Shape;1051;p37"/>
            <p:cNvSpPr/>
            <p:nvPr/>
          </p:nvSpPr>
          <p:spPr>
            <a:xfrm rot="-5400000">
              <a:off x="9833194" y="3278321"/>
              <a:ext cx="119161" cy="153388"/>
            </a:xfrm>
            <a:custGeom>
              <a:rect b="b" l="l" r="r" t="t"/>
              <a:pathLst>
                <a:path extrusionOk="0" h="2774" w="2155">
                  <a:moveTo>
                    <a:pt x="410" y="1"/>
                  </a:moveTo>
                  <a:cubicBezTo>
                    <a:pt x="385" y="1"/>
                    <a:pt x="361" y="14"/>
                    <a:pt x="353" y="45"/>
                  </a:cubicBezTo>
                  <a:cubicBezTo>
                    <a:pt x="1" y="1243"/>
                    <a:pt x="778" y="2602"/>
                    <a:pt x="2050" y="2773"/>
                  </a:cubicBezTo>
                  <a:cubicBezTo>
                    <a:pt x="2053" y="2773"/>
                    <a:pt x="2056" y="2773"/>
                    <a:pt x="2059" y="2773"/>
                  </a:cubicBezTo>
                  <a:cubicBezTo>
                    <a:pt x="2129" y="2773"/>
                    <a:pt x="2154" y="2664"/>
                    <a:pt x="2081" y="2655"/>
                  </a:cubicBezTo>
                  <a:cubicBezTo>
                    <a:pt x="876" y="2491"/>
                    <a:pt x="134" y="1219"/>
                    <a:pt x="472" y="76"/>
                  </a:cubicBezTo>
                  <a:cubicBezTo>
                    <a:pt x="484" y="30"/>
                    <a:pt x="447" y="1"/>
                    <a:pt x="41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2" name="Google Shape;1052;p37"/>
            <p:cNvSpPr/>
            <p:nvPr/>
          </p:nvSpPr>
          <p:spPr>
            <a:xfrm rot="-5400000">
              <a:off x="9664599" y="3110058"/>
              <a:ext cx="367491" cy="142495"/>
            </a:xfrm>
            <a:custGeom>
              <a:rect b="b" l="l" r="r" t="t"/>
              <a:pathLst>
                <a:path extrusionOk="0" h="2577" w="6646">
                  <a:moveTo>
                    <a:pt x="3974" y="1"/>
                  </a:moveTo>
                  <a:cubicBezTo>
                    <a:pt x="3089" y="1"/>
                    <a:pt x="1384" y="279"/>
                    <a:pt x="697" y="701"/>
                  </a:cubicBezTo>
                  <a:cubicBezTo>
                    <a:pt x="0" y="1133"/>
                    <a:pt x="1067" y="2213"/>
                    <a:pt x="1067" y="2213"/>
                  </a:cubicBezTo>
                  <a:cubicBezTo>
                    <a:pt x="1067" y="2213"/>
                    <a:pt x="1160" y="2218"/>
                    <a:pt x="1320" y="2218"/>
                  </a:cubicBezTo>
                  <a:cubicBezTo>
                    <a:pt x="1685" y="2218"/>
                    <a:pt x="2394" y="2196"/>
                    <a:pt x="3133" y="2053"/>
                  </a:cubicBezTo>
                  <a:cubicBezTo>
                    <a:pt x="3133" y="2053"/>
                    <a:pt x="4035" y="2474"/>
                    <a:pt x="4732" y="2565"/>
                  </a:cubicBezTo>
                  <a:cubicBezTo>
                    <a:pt x="4793" y="2573"/>
                    <a:pt x="4843" y="2577"/>
                    <a:pt x="4884" y="2577"/>
                  </a:cubicBezTo>
                  <a:cubicBezTo>
                    <a:pt x="5530" y="2577"/>
                    <a:pt x="3852" y="1656"/>
                    <a:pt x="3851" y="1656"/>
                  </a:cubicBezTo>
                  <a:lnTo>
                    <a:pt x="3851" y="1656"/>
                  </a:lnTo>
                  <a:cubicBezTo>
                    <a:pt x="3852" y="1656"/>
                    <a:pt x="5193" y="2385"/>
                    <a:pt x="5704" y="2385"/>
                  </a:cubicBezTo>
                  <a:cubicBezTo>
                    <a:pt x="5761" y="2385"/>
                    <a:pt x="5807" y="2376"/>
                    <a:pt x="5840" y="2356"/>
                  </a:cubicBezTo>
                  <a:cubicBezTo>
                    <a:pt x="6109" y="2201"/>
                    <a:pt x="4906" y="1515"/>
                    <a:pt x="4398" y="1239"/>
                  </a:cubicBezTo>
                  <a:lnTo>
                    <a:pt x="4398" y="1239"/>
                  </a:lnTo>
                  <a:cubicBezTo>
                    <a:pt x="4811" y="1454"/>
                    <a:pt x="5703" y="1896"/>
                    <a:pt x="6093" y="1896"/>
                  </a:cubicBezTo>
                  <a:cubicBezTo>
                    <a:pt x="6147" y="1896"/>
                    <a:pt x="6192" y="1887"/>
                    <a:pt x="6224" y="1868"/>
                  </a:cubicBezTo>
                  <a:cubicBezTo>
                    <a:pt x="6558" y="1670"/>
                    <a:pt x="4517" y="684"/>
                    <a:pt x="4516" y="684"/>
                  </a:cubicBezTo>
                  <a:lnTo>
                    <a:pt x="4516" y="684"/>
                  </a:lnTo>
                  <a:cubicBezTo>
                    <a:pt x="4517" y="684"/>
                    <a:pt x="5900" y="1164"/>
                    <a:pt x="6339" y="1164"/>
                  </a:cubicBezTo>
                  <a:cubicBezTo>
                    <a:pt x="6393" y="1164"/>
                    <a:pt x="6433" y="1157"/>
                    <a:pt x="6454" y="1140"/>
                  </a:cubicBezTo>
                  <a:cubicBezTo>
                    <a:pt x="6645" y="994"/>
                    <a:pt x="4896" y="241"/>
                    <a:pt x="4460" y="57"/>
                  </a:cubicBezTo>
                  <a:cubicBezTo>
                    <a:pt x="4371" y="18"/>
                    <a:pt x="4199" y="1"/>
                    <a:pt x="3974" y="1"/>
                  </a:cubicBezTo>
                  <a:close/>
                </a:path>
              </a:pathLst>
            </a:custGeom>
            <a:solidFill>
              <a:srgbClr val="E878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3" name="Google Shape;1053;p37"/>
            <p:cNvSpPr/>
            <p:nvPr/>
          </p:nvSpPr>
          <p:spPr>
            <a:xfrm rot="-5400000">
              <a:off x="10231843" y="3796462"/>
              <a:ext cx="842253" cy="572303"/>
            </a:xfrm>
            <a:custGeom>
              <a:rect b="b" l="l" r="r" t="t"/>
              <a:pathLst>
                <a:path extrusionOk="0" h="10350" w="15232">
                  <a:moveTo>
                    <a:pt x="7835" y="0"/>
                  </a:moveTo>
                  <a:cubicBezTo>
                    <a:pt x="5039" y="0"/>
                    <a:pt x="2385" y="66"/>
                    <a:pt x="450" y="218"/>
                  </a:cubicBezTo>
                  <a:cubicBezTo>
                    <a:pt x="304" y="1151"/>
                    <a:pt x="1" y="3493"/>
                    <a:pt x="158" y="4821"/>
                  </a:cubicBezTo>
                  <a:cubicBezTo>
                    <a:pt x="747" y="9887"/>
                    <a:pt x="2140" y="10350"/>
                    <a:pt x="2140" y="10350"/>
                  </a:cubicBezTo>
                  <a:cubicBezTo>
                    <a:pt x="4377" y="9295"/>
                    <a:pt x="9318" y="8325"/>
                    <a:pt x="12105" y="7988"/>
                  </a:cubicBezTo>
                  <a:cubicBezTo>
                    <a:pt x="12872" y="7894"/>
                    <a:pt x="13987" y="7751"/>
                    <a:pt x="15231" y="7594"/>
                  </a:cubicBezTo>
                  <a:lnTo>
                    <a:pt x="15231" y="225"/>
                  </a:lnTo>
                  <a:cubicBezTo>
                    <a:pt x="13973" y="130"/>
                    <a:pt x="12872" y="67"/>
                    <a:pt x="12022" y="46"/>
                  </a:cubicBezTo>
                  <a:cubicBezTo>
                    <a:pt x="10638" y="17"/>
                    <a:pt x="9219" y="0"/>
                    <a:pt x="783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4" name="Google Shape;1054;p37"/>
            <p:cNvSpPr/>
            <p:nvPr/>
          </p:nvSpPr>
          <p:spPr>
            <a:xfrm rot="-5400000">
              <a:off x="10738456" y="5530514"/>
              <a:ext cx="248219" cy="155877"/>
            </a:xfrm>
            <a:custGeom>
              <a:rect b="b" l="l" r="r" t="t"/>
              <a:pathLst>
                <a:path extrusionOk="0" h="2819" w="4489">
                  <a:moveTo>
                    <a:pt x="4268" y="0"/>
                  </a:moveTo>
                  <a:lnTo>
                    <a:pt x="0" y="714"/>
                  </a:lnTo>
                  <a:lnTo>
                    <a:pt x="146" y="2564"/>
                  </a:lnTo>
                  <a:lnTo>
                    <a:pt x="4488" y="2818"/>
                  </a:lnTo>
                  <a:lnTo>
                    <a:pt x="4268" y="0"/>
                  </a:lnTo>
                  <a:close/>
                </a:path>
              </a:pathLst>
            </a:custGeom>
            <a:solidFill>
              <a:srgbClr val="E878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5" name="Google Shape;1055;p37"/>
            <p:cNvSpPr/>
            <p:nvPr/>
          </p:nvSpPr>
          <p:spPr>
            <a:xfrm rot="-5400000">
              <a:off x="9947986" y="4499842"/>
              <a:ext cx="1644363" cy="490190"/>
            </a:xfrm>
            <a:custGeom>
              <a:rect b="b" l="l" r="r" t="t"/>
              <a:pathLst>
                <a:path extrusionOk="0" h="8865" w="29738">
                  <a:moveTo>
                    <a:pt x="28678" y="0"/>
                  </a:moveTo>
                  <a:lnTo>
                    <a:pt x="1" y="3802"/>
                  </a:lnTo>
                  <a:lnTo>
                    <a:pt x="1" y="8864"/>
                  </a:lnTo>
                  <a:lnTo>
                    <a:pt x="29737" y="7314"/>
                  </a:lnTo>
                  <a:lnTo>
                    <a:pt x="2867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6" name="Google Shape;1056;p37"/>
            <p:cNvSpPr/>
            <p:nvPr/>
          </p:nvSpPr>
          <p:spPr>
            <a:xfrm rot="-5400000">
              <a:off x="10824439" y="5362030"/>
              <a:ext cx="82721" cy="341281"/>
            </a:xfrm>
            <a:custGeom>
              <a:rect b="b" l="l" r="r" t="t"/>
              <a:pathLst>
                <a:path extrusionOk="0" h="6172" w="1496">
                  <a:moveTo>
                    <a:pt x="1475" y="1"/>
                  </a:moveTo>
                  <a:lnTo>
                    <a:pt x="1" y="74"/>
                  </a:lnTo>
                  <a:lnTo>
                    <a:pt x="46" y="6171"/>
                  </a:lnTo>
                  <a:lnTo>
                    <a:pt x="1496" y="6141"/>
                  </a:lnTo>
                  <a:lnTo>
                    <a:pt x="1475"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7" name="Google Shape;1057;p37"/>
            <p:cNvSpPr/>
            <p:nvPr/>
          </p:nvSpPr>
          <p:spPr>
            <a:xfrm rot="-5400000">
              <a:off x="10863809" y="5343340"/>
              <a:ext cx="7022" cy="286705"/>
            </a:xfrm>
            <a:custGeom>
              <a:rect b="b" l="l" r="r" t="t"/>
              <a:pathLst>
                <a:path extrusionOk="0" h="5185" w="127">
                  <a:moveTo>
                    <a:pt x="62" y="1"/>
                  </a:moveTo>
                  <a:cubicBezTo>
                    <a:pt x="31" y="1"/>
                    <a:pt x="1" y="20"/>
                    <a:pt x="1" y="58"/>
                  </a:cubicBezTo>
                  <a:cubicBezTo>
                    <a:pt x="1" y="1748"/>
                    <a:pt x="4" y="3439"/>
                    <a:pt x="1" y="5124"/>
                  </a:cubicBezTo>
                  <a:cubicBezTo>
                    <a:pt x="1" y="5165"/>
                    <a:pt x="31" y="5185"/>
                    <a:pt x="62" y="5185"/>
                  </a:cubicBezTo>
                  <a:cubicBezTo>
                    <a:pt x="92" y="5185"/>
                    <a:pt x="123" y="5165"/>
                    <a:pt x="123" y="5124"/>
                  </a:cubicBezTo>
                  <a:cubicBezTo>
                    <a:pt x="126" y="3439"/>
                    <a:pt x="123" y="1748"/>
                    <a:pt x="123" y="58"/>
                  </a:cubicBezTo>
                  <a:cubicBezTo>
                    <a:pt x="123" y="20"/>
                    <a:pt x="92" y="1"/>
                    <a:pt x="6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8" name="Google Shape;1058;p37"/>
            <p:cNvSpPr/>
            <p:nvPr/>
          </p:nvSpPr>
          <p:spPr>
            <a:xfrm rot="-5400000">
              <a:off x="9480798" y="4419996"/>
              <a:ext cx="1795539" cy="465418"/>
            </a:xfrm>
            <a:custGeom>
              <a:rect b="b" l="l" r="r" t="t"/>
              <a:pathLst>
                <a:path extrusionOk="0" h="8417" w="32472">
                  <a:moveTo>
                    <a:pt x="17049" y="1"/>
                  </a:moveTo>
                  <a:lnTo>
                    <a:pt x="0" y="1596"/>
                  </a:lnTo>
                  <a:lnTo>
                    <a:pt x="0" y="7405"/>
                  </a:lnTo>
                  <a:lnTo>
                    <a:pt x="16433" y="6524"/>
                  </a:lnTo>
                  <a:lnTo>
                    <a:pt x="30614" y="8416"/>
                  </a:lnTo>
                  <a:lnTo>
                    <a:pt x="32471" y="1952"/>
                  </a:lnTo>
                  <a:lnTo>
                    <a:pt x="17049"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9" name="Google Shape;1059;p37"/>
            <p:cNvSpPr/>
            <p:nvPr/>
          </p:nvSpPr>
          <p:spPr>
            <a:xfrm rot="-5400000">
              <a:off x="10480477" y="3988198"/>
              <a:ext cx="158863" cy="85375"/>
            </a:xfrm>
            <a:custGeom>
              <a:rect b="b" l="l" r="r" t="t"/>
              <a:pathLst>
                <a:path extrusionOk="0" h="1544" w="2873">
                  <a:moveTo>
                    <a:pt x="332" y="0"/>
                  </a:moveTo>
                  <a:cubicBezTo>
                    <a:pt x="311" y="0"/>
                    <a:pt x="289" y="9"/>
                    <a:pt x="272" y="28"/>
                  </a:cubicBezTo>
                  <a:cubicBezTo>
                    <a:pt x="262" y="41"/>
                    <a:pt x="0" y="334"/>
                    <a:pt x="0" y="661"/>
                  </a:cubicBezTo>
                  <a:cubicBezTo>
                    <a:pt x="0" y="697"/>
                    <a:pt x="5" y="731"/>
                    <a:pt x="11" y="766"/>
                  </a:cubicBezTo>
                  <a:cubicBezTo>
                    <a:pt x="42" y="954"/>
                    <a:pt x="168" y="1104"/>
                    <a:pt x="381" y="1219"/>
                  </a:cubicBezTo>
                  <a:cubicBezTo>
                    <a:pt x="761" y="1417"/>
                    <a:pt x="2702" y="1536"/>
                    <a:pt x="2781" y="1543"/>
                  </a:cubicBezTo>
                  <a:cubicBezTo>
                    <a:pt x="2783" y="1543"/>
                    <a:pt x="2785" y="1543"/>
                    <a:pt x="2787" y="1543"/>
                  </a:cubicBezTo>
                  <a:cubicBezTo>
                    <a:pt x="2830" y="1543"/>
                    <a:pt x="2865" y="1510"/>
                    <a:pt x="2869" y="1466"/>
                  </a:cubicBezTo>
                  <a:cubicBezTo>
                    <a:pt x="2872" y="1421"/>
                    <a:pt x="2837" y="1382"/>
                    <a:pt x="2792" y="1379"/>
                  </a:cubicBezTo>
                  <a:cubicBezTo>
                    <a:pt x="2242" y="1345"/>
                    <a:pt x="746" y="1226"/>
                    <a:pt x="457" y="1073"/>
                  </a:cubicBezTo>
                  <a:cubicBezTo>
                    <a:pt x="290" y="985"/>
                    <a:pt x="196" y="874"/>
                    <a:pt x="172" y="738"/>
                  </a:cubicBezTo>
                  <a:cubicBezTo>
                    <a:pt x="119" y="449"/>
                    <a:pt x="391" y="139"/>
                    <a:pt x="394" y="135"/>
                  </a:cubicBezTo>
                  <a:cubicBezTo>
                    <a:pt x="426" y="104"/>
                    <a:pt x="423" y="52"/>
                    <a:pt x="388" y="20"/>
                  </a:cubicBezTo>
                  <a:cubicBezTo>
                    <a:pt x="371" y="7"/>
                    <a:pt x="352" y="0"/>
                    <a:pt x="33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0" name="Google Shape;1060;p37"/>
            <p:cNvSpPr/>
            <p:nvPr/>
          </p:nvSpPr>
          <p:spPr>
            <a:xfrm rot="-5400000">
              <a:off x="9725396" y="4670621"/>
              <a:ext cx="1548371" cy="88140"/>
            </a:xfrm>
            <a:custGeom>
              <a:rect b="b" l="l" r="r" t="t"/>
              <a:pathLst>
                <a:path extrusionOk="0" h="1594" w="28002">
                  <a:moveTo>
                    <a:pt x="15143" y="0"/>
                  </a:moveTo>
                  <a:cubicBezTo>
                    <a:pt x="15141" y="0"/>
                    <a:pt x="15139" y="0"/>
                    <a:pt x="15137" y="0"/>
                  </a:cubicBezTo>
                  <a:cubicBezTo>
                    <a:pt x="14399" y="7"/>
                    <a:pt x="663" y="830"/>
                    <a:pt x="78" y="864"/>
                  </a:cubicBezTo>
                  <a:cubicBezTo>
                    <a:pt x="32" y="868"/>
                    <a:pt x="1" y="906"/>
                    <a:pt x="1" y="948"/>
                  </a:cubicBezTo>
                  <a:lnTo>
                    <a:pt x="1" y="951"/>
                  </a:lnTo>
                  <a:cubicBezTo>
                    <a:pt x="4" y="995"/>
                    <a:pt x="39" y="1028"/>
                    <a:pt x="82" y="1028"/>
                  </a:cubicBezTo>
                  <a:cubicBezTo>
                    <a:pt x="84" y="1028"/>
                    <a:pt x="86" y="1028"/>
                    <a:pt x="88" y="1028"/>
                  </a:cubicBezTo>
                  <a:cubicBezTo>
                    <a:pt x="231" y="1021"/>
                    <a:pt x="14402" y="171"/>
                    <a:pt x="15141" y="164"/>
                  </a:cubicBezTo>
                  <a:cubicBezTo>
                    <a:pt x="15143" y="164"/>
                    <a:pt x="15146" y="164"/>
                    <a:pt x="15149" y="164"/>
                  </a:cubicBezTo>
                  <a:cubicBezTo>
                    <a:pt x="15963" y="164"/>
                    <a:pt x="27786" y="1578"/>
                    <a:pt x="27904" y="1593"/>
                  </a:cubicBezTo>
                  <a:cubicBezTo>
                    <a:pt x="27908" y="1593"/>
                    <a:pt x="27913" y="1594"/>
                    <a:pt x="27917" y="1594"/>
                  </a:cubicBezTo>
                  <a:cubicBezTo>
                    <a:pt x="27957" y="1594"/>
                    <a:pt x="27992" y="1564"/>
                    <a:pt x="27998" y="1523"/>
                  </a:cubicBezTo>
                  <a:cubicBezTo>
                    <a:pt x="28001" y="1478"/>
                    <a:pt x="27970" y="1436"/>
                    <a:pt x="27925" y="1432"/>
                  </a:cubicBezTo>
                  <a:cubicBezTo>
                    <a:pt x="27435" y="1374"/>
                    <a:pt x="15939" y="0"/>
                    <a:pt x="1514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1" name="Google Shape;1061;p37"/>
            <p:cNvSpPr/>
            <p:nvPr/>
          </p:nvSpPr>
          <p:spPr>
            <a:xfrm rot="-5400000">
              <a:off x="10203864" y="4557432"/>
              <a:ext cx="26652" cy="129169"/>
            </a:xfrm>
            <a:custGeom>
              <a:rect b="b" l="l" r="r" t="t"/>
              <a:pathLst>
                <a:path extrusionOk="0" h="2336" w="482">
                  <a:moveTo>
                    <a:pt x="348" y="1"/>
                  </a:moveTo>
                  <a:cubicBezTo>
                    <a:pt x="311" y="1"/>
                    <a:pt x="274" y="20"/>
                    <a:pt x="259" y="64"/>
                  </a:cubicBezTo>
                  <a:cubicBezTo>
                    <a:pt x="1" y="774"/>
                    <a:pt x="4" y="1566"/>
                    <a:pt x="276" y="2273"/>
                  </a:cubicBezTo>
                  <a:cubicBezTo>
                    <a:pt x="294" y="2317"/>
                    <a:pt x="333" y="2336"/>
                    <a:pt x="370" y="2336"/>
                  </a:cubicBezTo>
                  <a:cubicBezTo>
                    <a:pt x="427" y="2336"/>
                    <a:pt x="481" y="2291"/>
                    <a:pt x="454" y="2224"/>
                  </a:cubicBezTo>
                  <a:cubicBezTo>
                    <a:pt x="192" y="1545"/>
                    <a:pt x="189" y="799"/>
                    <a:pt x="436" y="112"/>
                  </a:cubicBezTo>
                  <a:cubicBezTo>
                    <a:pt x="460" y="45"/>
                    <a:pt x="404" y="1"/>
                    <a:pt x="34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2" name="Google Shape;1062;p37"/>
            <p:cNvSpPr/>
            <p:nvPr/>
          </p:nvSpPr>
          <p:spPr>
            <a:xfrm rot="-5400000">
              <a:off x="10259629" y="5530486"/>
              <a:ext cx="248219" cy="155932"/>
            </a:xfrm>
            <a:custGeom>
              <a:rect b="b" l="l" r="r" t="t"/>
              <a:pathLst>
                <a:path extrusionOk="0" h="2820" w="4489">
                  <a:moveTo>
                    <a:pt x="4268" y="1"/>
                  </a:moveTo>
                  <a:lnTo>
                    <a:pt x="0" y="716"/>
                  </a:lnTo>
                  <a:lnTo>
                    <a:pt x="146" y="2565"/>
                  </a:lnTo>
                  <a:lnTo>
                    <a:pt x="4488" y="2820"/>
                  </a:lnTo>
                  <a:lnTo>
                    <a:pt x="4268" y="1"/>
                  </a:lnTo>
                  <a:close/>
                </a:path>
              </a:pathLst>
            </a:custGeom>
            <a:solidFill>
              <a:srgbClr val="E878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3" name="Google Shape;1063;p37"/>
            <p:cNvSpPr/>
            <p:nvPr/>
          </p:nvSpPr>
          <p:spPr>
            <a:xfrm rot="-5400000">
              <a:off x="10190620" y="5548512"/>
              <a:ext cx="203541" cy="393922"/>
            </a:xfrm>
            <a:custGeom>
              <a:rect b="b" l="l" r="r" t="t"/>
              <a:pathLst>
                <a:path extrusionOk="0" h="7124" w="3681">
                  <a:moveTo>
                    <a:pt x="81" y="1"/>
                  </a:moveTo>
                  <a:cubicBezTo>
                    <a:pt x="30" y="1"/>
                    <a:pt x="1" y="4"/>
                    <a:pt x="1" y="4"/>
                  </a:cubicBezTo>
                  <a:lnTo>
                    <a:pt x="1" y="7108"/>
                  </a:lnTo>
                  <a:cubicBezTo>
                    <a:pt x="112" y="7119"/>
                    <a:pt x="220" y="7122"/>
                    <a:pt x="335" y="7122"/>
                  </a:cubicBezTo>
                  <a:cubicBezTo>
                    <a:pt x="384" y="7122"/>
                    <a:pt x="433" y="7119"/>
                    <a:pt x="482" y="7119"/>
                  </a:cubicBezTo>
                  <a:cubicBezTo>
                    <a:pt x="627" y="7122"/>
                    <a:pt x="796" y="7124"/>
                    <a:pt x="976" y="7124"/>
                  </a:cubicBezTo>
                  <a:cubicBezTo>
                    <a:pt x="2012" y="7124"/>
                    <a:pt x="3451" y="7052"/>
                    <a:pt x="3196" y="6673"/>
                  </a:cubicBezTo>
                  <a:cubicBezTo>
                    <a:pt x="2423" y="6237"/>
                    <a:pt x="2746" y="5094"/>
                    <a:pt x="2746" y="5094"/>
                  </a:cubicBezTo>
                  <a:cubicBezTo>
                    <a:pt x="2746" y="5094"/>
                    <a:pt x="3680" y="4383"/>
                    <a:pt x="3398" y="3899"/>
                  </a:cubicBezTo>
                  <a:cubicBezTo>
                    <a:pt x="3273" y="3689"/>
                    <a:pt x="3101" y="3676"/>
                    <a:pt x="2906" y="3676"/>
                  </a:cubicBezTo>
                  <a:cubicBezTo>
                    <a:pt x="2877" y="3676"/>
                    <a:pt x="2849" y="3676"/>
                    <a:pt x="2820" y="3676"/>
                  </a:cubicBezTo>
                  <a:cubicBezTo>
                    <a:pt x="2590" y="3676"/>
                    <a:pt x="2335" y="3659"/>
                    <a:pt x="2095" y="3349"/>
                  </a:cubicBezTo>
                  <a:cubicBezTo>
                    <a:pt x="1729" y="2871"/>
                    <a:pt x="1939" y="2275"/>
                    <a:pt x="1806" y="1572"/>
                  </a:cubicBezTo>
                  <a:cubicBezTo>
                    <a:pt x="1764" y="1358"/>
                    <a:pt x="1691" y="1133"/>
                    <a:pt x="1558" y="899"/>
                  </a:cubicBezTo>
                  <a:cubicBezTo>
                    <a:pt x="1249" y="352"/>
                    <a:pt x="816" y="136"/>
                    <a:pt x="482" y="52"/>
                  </a:cubicBezTo>
                  <a:cubicBezTo>
                    <a:pt x="310" y="9"/>
                    <a:pt x="165" y="1"/>
                    <a:pt x="8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4" name="Google Shape;1064;p37"/>
            <p:cNvSpPr/>
            <p:nvPr/>
          </p:nvSpPr>
          <p:spPr>
            <a:xfrm rot="-5400000">
              <a:off x="10378596" y="5723935"/>
              <a:ext cx="114018" cy="102185"/>
            </a:xfrm>
            <a:custGeom>
              <a:rect b="b" l="l" r="r" t="t"/>
              <a:pathLst>
                <a:path extrusionOk="0" h="1848" w="2062">
                  <a:moveTo>
                    <a:pt x="103" y="1"/>
                  </a:moveTo>
                  <a:cubicBezTo>
                    <a:pt x="26" y="1"/>
                    <a:pt x="1" y="131"/>
                    <a:pt x="88" y="162"/>
                  </a:cubicBezTo>
                  <a:cubicBezTo>
                    <a:pt x="893" y="437"/>
                    <a:pt x="1538" y="1030"/>
                    <a:pt x="1894" y="1807"/>
                  </a:cubicBezTo>
                  <a:cubicBezTo>
                    <a:pt x="1906" y="1836"/>
                    <a:pt x="1929" y="1848"/>
                    <a:pt x="1952" y="1848"/>
                  </a:cubicBezTo>
                  <a:cubicBezTo>
                    <a:pt x="2004" y="1848"/>
                    <a:pt x="2061" y="1788"/>
                    <a:pt x="2032" y="1723"/>
                  </a:cubicBezTo>
                  <a:cubicBezTo>
                    <a:pt x="1664" y="911"/>
                    <a:pt x="974" y="295"/>
                    <a:pt x="130" y="6"/>
                  </a:cubicBezTo>
                  <a:cubicBezTo>
                    <a:pt x="120" y="2"/>
                    <a:pt x="111" y="1"/>
                    <a:pt x="10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5" name="Google Shape;1065;p37"/>
            <p:cNvSpPr/>
            <p:nvPr/>
          </p:nvSpPr>
          <p:spPr>
            <a:xfrm rot="-5400000">
              <a:off x="10279009" y="5637012"/>
              <a:ext cx="26652" cy="393811"/>
            </a:xfrm>
            <a:custGeom>
              <a:rect b="b" l="l" r="r" t="t"/>
              <a:pathLst>
                <a:path extrusionOk="0" h="7122" w="482">
                  <a:moveTo>
                    <a:pt x="81" y="1"/>
                  </a:moveTo>
                  <a:cubicBezTo>
                    <a:pt x="30" y="1"/>
                    <a:pt x="1" y="4"/>
                    <a:pt x="1" y="4"/>
                  </a:cubicBezTo>
                  <a:lnTo>
                    <a:pt x="1" y="7108"/>
                  </a:lnTo>
                  <a:cubicBezTo>
                    <a:pt x="112" y="7119"/>
                    <a:pt x="220" y="7122"/>
                    <a:pt x="335" y="7122"/>
                  </a:cubicBezTo>
                  <a:lnTo>
                    <a:pt x="482" y="7122"/>
                  </a:lnTo>
                  <a:lnTo>
                    <a:pt x="482" y="52"/>
                  </a:lnTo>
                  <a:cubicBezTo>
                    <a:pt x="310" y="9"/>
                    <a:pt x="165" y="1"/>
                    <a:pt x="8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6" name="Google Shape;1066;p37"/>
            <p:cNvSpPr/>
            <p:nvPr/>
          </p:nvSpPr>
          <p:spPr>
            <a:xfrm rot="-5400000">
              <a:off x="10344534" y="5341018"/>
              <a:ext cx="90186" cy="360358"/>
            </a:xfrm>
            <a:custGeom>
              <a:rect b="b" l="l" r="r" t="t"/>
              <a:pathLst>
                <a:path extrusionOk="0" h="6517" w="1631">
                  <a:moveTo>
                    <a:pt x="1631" y="1"/>
                  </a:moveTo>
                  <a:lnTo>
                    <a:pt x="150" y="60"/>
                  </a:lnTo>
                  <a:lnTo>
                    <a:pt x="0" y="6517"/>
                  </a:lnTo>
                  <a:lnTo>
                    <a:pt x="1453" y="6499"/>
                  </a:lnTo>
                  <a:lnTo>
                    <a:pt x="1631"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7" name="Google Shape;1067;p37"/>
            <p:cNvSpPr/>
            <p:nvPr/>
          </p:nvSpPr>
          <p:spPr>
            <a:xfrm rot="-5400000">
              <a:off x="10380476" y="5320503"/>
              <a:ext cx="14211" cy="316343"/>
            </a:xfrm>
            <a:custGeom>
              <a:rect b="b" l="l" r="r" t="t"/>
              <a:pathLst>
                <a:path extrusionOk="0" h="5721" w="257">
                  <a:moveTo>
                    <a:pt x="194" y="1"/>
                  </a:moveTo>
                  <a:cubicBezTo>
                    <a:pt x="162" y="1"/>
                    <a:pt x="130" y="21"/>
                    <a:pt x="130" y="61"/>
                  </a:cubicBezTo>
                  <a:cubicBezTo>
                    <a:pt x="85" y="1929"/>
                    <a:pt x="43" y="3793"/>
                    <a:pt x="1" y="5661"/>
                  </a:cubicBezTo>
                  <a:cubicBezTo>
                    <a:pt x="1" y="5701"/>
                    <a:pt x="32" y="5721"/>
                    <a:pt x="64" y="5721"/>
                  </a:cubicBezTo>
                  <a:cubicBezTo>
                    <a:pt x="96" y="5721"/>
                    <a:pt x="128" y="5701"/>
                    <a:pt x="130" y="5661"/>
                  </a:cubicBezTo>
                  <a:cubicBezTo>
                    <a:pt x="172" y="3793"/>
                    <a:pt x="213" y="1929"/>
                    <a:pt x="255" y="61"/>
                  </a:cubicBezTo>
                  <a:cubicBezTo>
                    <a:pt x="257" y="21"/>
                    <a:pt x="225" y="1"/>
                    <a:pt x="19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8" name="Google Shape;1068;p37"/>
            <p:cNvSpPr/>
            <p:nvPr/>
          </p:nvSpPr>
          <p:spPr>
            <a:xfrm rot="-5400000">
              <a:off x="9931508" y="2878759"/>
              <a:ext cx="1370652" cy="871947"/>
            </a:xfrm>
            <a:custGeom>
              <a:rect b="b" l="l" r="r" t="t"/>
              <a:pathLst>
                <a:path extrusionOk="0" h="15769" w="24788">
                  <a:moveTo>
                    <a:pt x="2737" y="0"/>
                  </a:moveTo>
                  <a:cubicBezTo>
                    <a:pt x="2306" y="0"/>
                    <a:pt x="1987" y="83"/>
                    <a:pt x="1816" y="284"/>
                  </a:cubicBezTo>
                  <a:cubicBezTo>
                    <a:pt x="843" y="1427"/>
                    <a:pt x="0" y="4298"/>
                    <a:pt x="338" y="8142"/>
                  </a:cubicBezTo>
                  <a:cubicBezTo>
                    <a:pt x="676" y="11981"/>
                    <a:pt x="84" y="12745"/>
                    <a:pt x="42" y="13967"/>
                  </a:cubicBezTo>
                  <a:cubicBezTo>
                    <a:pt x="10" y="14899"/>
                    <a:pt x="908" y="15636"/>
                    <a:pt x="2233" y="15636"/>
                  </a:cubicBezTo>
                  <a:cubicBezTo>
                    <a:pt x="2648" y="15636"/>
                    <a:pt x="3105" y="15564"/>
                    <a:pt x="3588" y="15403"/>
                  </a:cubicBezTo>
                  <a:cubicBezTo>
                    <a:pt x="4289" y="15169"/>
                    <a:pt x="5813" y="15082"/>
                    <a:pt x="7618" y="15082"/>
                  </a:cubicBezTo>
                  <a:cubicBezTo>
                    <a:pt x="11035" y="15082"/>
                    <a:pt x="15461" y="15394"/>
                    <a:pt x="17230" y="15615"/>
                  </a:cubicBezTo>
                  <a:cubicBezTo>
                    <a:pt x="17972" y="15708"/>
                    <a:pt x="18634" y="15769"/>
                    <a:pt x="19225" y="15769"/>
                  </a:cubicBezTo>
                  <a:cubicBezTo>
                    <a:pt x="20788" y="15769"/>
                    <a:pt x="21857" y="15345"/>
                    <a:pt x="22592" y="13967"/>
                  </a:cubicBezTo>
                  <a:cubicBezTo>
                    <a:pt x="23607" y="12069"/>
                    <a:pt x="24788" y="10166"/>
                    <a:pt x="24788" y="10166"/>
                  </a:cubicBezTo>
                  <a:lnTo>
                    <a:pt x="24704" y="7169"/>
                  </a:lnTo>
                  <a:cubicBezTo>
                    <a:pt x="24704" y="7169"/>
                    <a:pt x="22509" y="2187"/>
                    <a:pt x="20903" y="1748"/>
                  </a:cubicBezTo>
                  <a:cubicBezTo>
                    <a:pt x="20354" y="1596"/>
                    <a:pt x="19637" y="1545"/>
                    <a:pt x="18776" y="1545"/>
                  </a:cubicBezTo>
                  <a:cubicBezTo>
                    <a:pt x="17120" y="1545"/>
                    <a:pt x="14930" y="1734"/>
                    <a:pt x="12373" y="1762"/>
                  </a:cubicBezTo>
                  <a:cubicBezTo>
                    <a:pt x="12341" y="1762"/>
                    <a:pt x="12308" y="1763"/>
                    <a:pt x="12275" y="1763"/>
                  </a:cubicBezTo>
                  <a:cubicBezTo>
                    <a:pt x="9084" y="1763"/>
                    <a:pt x="4723" y="0"/>
                    <a:pt x="273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9" name="Google Shape;1069;p37"/>
            <p:cNvSpPr/>
            <p:nvPr/>
          </p:nvSpPr>
          <p:spPr>
            <a:xfrm rot="-5400000">
              <a:off x="10573317" y="2531949"/>
              <a:ext cx="102959" cy="373297"/>
            </a:xfrm>
            <a:custGeom>
              <a:rect b="b" l="l" r="r" t="t"/>
              <a:pathLst>
                <a:path extrusionOk="0" h="6751" w="1862">
                  <a:moveTo>
                    <a:pt x="1181" y="1"/>
                  </a:moveTo>
                  <a:cubicBezTo>
                    <a:pt x="377" y="1049"/>
                    <a:pt x="1" y="2394"/>
                    <a:pt x="178" y="3708"/>
                  </a:cubicBezTo>
                  <a:cubicBezTo>
                    <a:pt x="335" y="4875"/>
                    <a:pt x="924" y="5966"/>
                    <a:pt x="1795" y="6750"/>
                  </a:cubicBezTo>
                  <a:cubicBezTo>
                    <a:pt x="1819" y="6715"/>
                    <a:pt x="1840" y="6677"/>
                    <a:pt x="1861" y="6642"/>
                  </a:cubicBezTo>
                  <a:cubicBezTo>
                    <a:pt x="1046" y="5893"/>
                    <a:pt x="485" y="4879"/>
                    <a:pt x="314" y="3782"/>
                  </a:cubicBezTo>
                  <a:cubicBezTo>
                    <a:pt x="115" y="2495"/>
                    <a:pt x="471" y="1154"/>
                    <a:pt x="1247" y="120"/>
                  </a:cubicBezTo>
                  <a:cubicBezTo>
                    <a:pt x="1223" y="81"/>
                    <a:pt x="1202" y="43"/>
                    <a:pt x="118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0" name="Google Shape;1070;p37"/>
            <p:cNvSpPr/>
            <p:nvPr/>
          </p:nvSpPr>
          <p:spPr>
            <a:xfrm rot="-5400000">
              <a:off x="10336157" y="2834025"/>
              <a:ext cx="327789" cy="160411"/>
            </a:xfrm>
            <a:custGeom>
              <a:rect b="b" l="l" r="r" t="t"/>
              <a:pathLst>
                <a:path extrusionOk="0" h="2901" w="5928">
                  <a:moveTo>
                    <a:pt x="79" y="0"/>
                  </a:moveTo>
                  <a:cubicBezTo>
                    <a:pt x="43" y="0"/>
                    <a:pt x="1" y="32"/>
                    <a:pt x="7" y="81"/>
                  </a:cubicBezTo>
                  <a:cubicBezTo>
                    <a:pt x="101" y="631"/>
                    <a:pt x="331" y="1150"/>
                    <a:pt x="672" y="1590"/>
                  </a:cubicBezTo>
                  <a:cubicBezTo>
                    <a:pt x="1282" y="2377"/>
                    <a:pt x="2212" y="2879"/>
                    <a:pt x="3209" y="2900"/>
                  </a:cubicBezTo>
                  <a:cubicBezTo>
                    <a:pt x="3236" y="2901"/>
                    <a:pt x="3262" y="2901"/>
                    <a:pt x="3289" y="2901"/>
                  </a:cubicBezTo>
                  <a:cubicBezTo>
                    <a:pt x="4275" y="2901"/>
                    <a:pt x="5244" y="2465"/>
                    <a:pt x="5889" y="1715"/>
                  </a:cubicBezTo>
                  <a:cubicBezTo>
                    <a:pt x="5928" y="1670"/>
                    <a:pt x="5885" y="1607"/>
                    <a:pt x="5840" y="1607"/>
                  </a:cubicBezTo>
                  <a:cubicBezTo>
                    <a:pt x="5825" y="1607"/>
                    <a:pt x="5811" y="1613"/>
                    <a:pt x="5798" y="1628"/>
                  </a:cubicBezTo>
                  <a:cubicBezTo>
                    <a:pt x="5174" y="2355"/>
                    <a:pt x="4232" y="2777"/>
                    <a:pt x="3282" y="2777"/>
                  </a:cubicBezTo>
                  <a:cubicBezTo>
                    <a:pt x="2985" y="2777"/>
                    <a:pt x="2686" y="2735"/>
                    <a:pt x="2397" y="2649"/>
                  </a:cubicBezTo>
                  <a:cubicBezTo>
                    <a:pt x="1226" y="2297"/>
                    <a:pt x="331" y="1245"/>
                    <a:pt x="128" y="46"/>
                  </a:cubicBezTo>
                  <a:cubicBezTo>
                    <a:pt x="124" y="14"/>
                    <a:pt x="103" y="0"/>
                    <a:pt x="7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1" name="Google Shape;1071;p37"/>
            <p:cNvSpPr/>
            <p:nvPr/>
          </p:nvSpPr>
          <p:spPr>
            <a:xfrm rot="-5400000">
              <a:off x="10474090" y="2928331"/>
              <a:ext cx="498706" cy="246118"/>
            </a:xfrm>
            <a:custGeom>
              <a:rect b="b" l="l" r="r" t="t"/>
              <a:pathLst>
                <a:path extrusionOk="0" h="4451" w="9019">
                  <a:moveTo>
                    <a:pt x="3988" y="0"/>
                  </a:moveTo>
                  <a:cubicBezTo>
                    <a:pt x="2499" y="0"/>
                    <a:pt x="1027" y="640"/>
                    <a:pt x="43" y="1760"/>
                  </a:cubicBezTo>
                  <a:cubicBezTo>
                    <a:pt x="1" y="1805"/>
                    <a:pt x="43" y="1869"/>
                    <a:pt x="90" y="1869"/>
                  </a:cubicBezTo>
                  <a:cubicBezTo>
                    <a:pt x="105" y="1869"/>
                    <a:pt x="120" y="1863"/>
                    <a:pt x="134" y="1848"/>
                  </a:cubicBezTo>
                  <a:cubicBezTo>
                    <a:pt x="701" y="1203"/>
                    <a:pt x="1433" y="715"/>
                    <a:pt x="2245" y="429"/>
                  </a:cubicBezTo>
                  <a:cubicBezTo>
                    <a:pt x="2803" y="233"/>
                    <a:pt x="3386" y="134"/>
                    <a:pt x="3966" y="134"/>
                  </a:cubicBezTo>
                  <a:cubicBezTo>
                    <a:pt x="4862" y="134"/>
                    <a:pt x="5752" y="371"/>
                    <a:pt x="6528" y="858"/>
                  </a:cubicBezTo>
                  <a:cubicBezTo>
                    <a:pt x="7775" y="1639"/>
                    <a:pt x="8663" y="2948"/>
                    <a:pt x="8890" y="4405"/>
                  </a:cubicBezTo>
                  <a:cubicBezTo>
                    <a:pt x="8894" y="4437"/>
                    <a:pt x="8916" y="4450"/>
                    <a:pt x="8939" y="4450"/>
                  </a:cubicBezTo>
                  <a:cubicBezTo>
                    <a:pt x="8976" y="4450"/>
                    <a:pt x="9018" y="4418"/>
                    <a:pt x="9012" y="4370"/>
                  </a:cubicBezTo>
                  <a:cubicBezTo>
                    <a:pt x="8879" y="3520"/>
                    <a:pt x="8524" y="2718"/>
                    <a:pt x="8001" y="2036"/>
                  </a:cubicBezTo>
                  <a:cubicBezTo>
                    <a:pt x="7085" y="840"/>
                    <a:pt x="5688" y="60"/>
                    <a:pt x="4172" y="4"/>
                  </a:cubicBezTo>
                  <a:cubicBezTo>
                    <a:pt x="4110" y="2"/>
                    <a:pt x="4049" y="0"/>
                    <a:pt x="398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2" name="Google Shape;1072;p37"/>
            <p:cNvSpPr/>
            <p:nvPr/>
          </p:nvSpPr>
          <p:spPr>
            <a:xfrm rot="-5400000">
              <a:off x="10431928" y="3133116"/>
              <a:ext cx="397239" cy="319992"/>
            </a:xfrm>
            <a:custGeom>
              <a:rect b="b" l="l" r="r" t="t"/>
              <a:pathLst>
                <a:path extrusionOk="0" h="5787" w="7184">
                  <a:moveTo>
                    <a:pt x="7106" y="0"/>
                  </a:moveTo>
                  <a:cubicBezTo>
                    <a:pt x="7105" y="0"/>
                    <a:pt x="7104" y="0"/>
                    <a:pt x="7103" y="0"/>
                  </a:cubicBezTo>
                  <a:cubicBezTo>
                    <a:pt x="6362" y="21"/>
                    <a:pt x="5622" y="150"/>
                    <a:pt x="4919" y="387"/>
                  </a:cubicBezTo>
                  <a:cubicBezTo>
                    <a:pt x="2497" y="1202"/>
                    <a:pt x="633" y="3230"/>
                    <a:pt x="13" y="5708"/>
                  </a:cubicBezTo>
                  <a:cubicBezTo>
                    <a:pt x="0" y="5756"/>
                    <a:pt x="39" y="5786"/>
                    <a:pt x="77" y="5786"/>
                  </a:cubicBezTo>
                  <a:cubicBezTo>
                    <a:pt x="102" y="5786"/>
                    <a:pt x="126" y="5773"/>
                    <a:pt x="135" y="5743"/>
                  </a:cubicBezTo>
                  <a:cubicBezTo>
                    <a:pt x="302" y="5070"/>
                    <a:pt x="560" y="4426"/>
                    <a:pt x="905" y="3826"/>
                  </a:cubicBezTo>
                  <a:cubicBezTo>
                    <a:pt x="2180" y="1613"/>
                    <a:pt x="4553" y="206"/>
                    <a:pt x="7103" y="126"/>
                  </a:cubicBezTo>
                  <a:cubicBezTo>
                    <a:pt x="7182" y="122"/>
                    <a:pt x="7184" y="0"/>
                    <a:pt x="710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3" name="Google Shape;1073;p37"/>
            <p:cNvSpPr/>
            <p:nvPr/>
          </p:nvSpPr>
          <p:spPr>
            <a:xfrm rot="-5400000">
              <a:off x="10212628" y="3395712"/>
              <a:ext cx="494780" cy="143822"/>
            </a:xfrm>
            <a:custGeom>
              <a:rect b="b" l="l" r="r" t="t"/>
              <a:pathLst>
                <a:path extrusionOk="0" h="2601" w="8948">
                  <a:moveTo>
                    <a:pt x="77" y="0"/>
                  </a:moveTo>
                  <a:cubicBezTo>
                    <a:pt x="38" y="0"/>
                    <a:pt x="0" y="30"/>
                    <a:pt x="19" y="76"/>
                  </a:cubicBezTo>
                  <a:cubicBezTo>
                    <a:pt x="287" y="711"/>
                    <a:pt x="720" y="1247"/>
                    <a:pt x="1270" y="1662"/>
                  </a:cubicBezTo>
                  <a:cubicBezTo>
                    <a:pt x="2111" y="2293"/>
                    <a:pt x="3144" y="2601"/>
                    <a:pt x="4183" y="2601"/>
                  </a:cubicBezTo>
                  <a:cubicBezTo>
                    <a:pt x="4436" y="2601"/>
                    <a:pt x="4689" y="2583"/>
                    <a:pt x="4940" y="2547"/>
                  </a:cubicBezTo>
                  <a:cubicBezTo>
                    <a:pt x="6420" y="2334"/>
                    <a:pt x="7765" y="1571"/>
                    <a:pt x="8898" y="616"/>
                  </a:cubicBezTo>
                  <a:cubicBezTo>
                    <a:pt x="8947" y="576"/>
                    <a:pt x="8901" y="510"/>
                    <a:pt x="8849" y="510"/>
                  </a:cubicBezTo>
                  <a:cubicBezTo>
                    <a:pt x="8835" y="510"/>
                    <a:pt x="8821" y="515"/>
                    <a:pt x="8807" y="526"/>
                  </a:cubicBezTo>
                  <a:cubicBezTo>
                    <a:pt x="8201" y="1038"/>
                    <a:pt x="7539" y="1491"/>
                    <a:pt x="6817" y="1832"/>
                  </a:cubicBezTo>
                  <a:cubicBezTo>
                    <a:pt x="5987" y="2230"/>
                    <a:pt x="5074" y="2474"/>
                    <a:pt x="4160" y="2474"/>
                  </a:cubicBezTo>
                  <a:cubicBezTo>
                    <a:pt x="3734" y="2474"/>
                    <a:pt x="3309" y="2421"/>
                    <a:pt x="2891" y="2307"/>
                  </a:cubicBezTo>
                  <a:cubicBezTo>
                    <a:pt x="1706" y="1982"/>
                    <a:pt x="625" y="1195"/>
                    <a:pt x="141" y="42"/>
                  </a:cubicBezTo>
                  <a:cubicBezTo>
                    <a:pt x="129" y="13"/>
                    <a:pt x="103" y="0"/>
                    <a:pt x="7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4" name="Google Shape;1074;p37"/>
            <p:cNvSpPr/>
            <p:nvPr/>
          </p:nvSpPr>
          <p:spPr>
            <a:xfrm rot="-5400000">
              <a:off x="10404253" y="3600055"/>
              <a:ext cx="133206" cy="517506"/>
            </a:xfrm>
            <a:custGeom>
              <a:rect b="b" l="l" r="r" t="t"/>
              <a:pathLst>
                <a:path extrusionOk="0" h="9359" w="2409">
                  <a:moveTo>
                    <a:pt x="2333" y="0"/>
                  </a:moveTo>
                  <a:cubicBezTo>
                    <a:pt x="2325" y="0"/>
                    <a:pt x="2317" y="2"/>
                    <a:pt x="2309" y="5"/>
                  </a:cubicBezTo>
                  <a:cubicBezTo>
                    <a:pt x="1730" y="224"/>
                    <a:pt x="1277" y="657"/>
                    <a:pt x="974" y="1189"/>
                  </a:cubicBezTo>
                  <a:cubicBezTo>
                    <a:pt x="284" y="2399"/>
                    <a:pt x="490" y="3848"/>
                    <a:pt x="730" y="5152"/>
                  </a:cubicBezTo>
                  <a:cubicBezTo>
                    <a:pt x="876" y="5935"/>
                    <a:pt x="1043" y="6723"/>
                    <a:pt x="1040" y="7524"/>
                  </a:cubicBezTo>
                  <a:cubicBezTo>
                    <a:pt x="1040" y="8207"/>
                    <a:pt x="834" y="9044"/>
                    <a:pt x="75" y="9232"/>
                  </a:cubicBezTo>
                  <a:cubicBezTo>
                    <a:pt x="0" y="9251"/>
                    <a:pt x="26" y="9359"/>
                    <a:pt x="95" y="9359"/>
                  </a:cubicBezTo>
                  <a:cubicBezTo>
                    <a:pt x="100" y="9359"/>
                    <a:pt x="105" y="9358"/>
                    <a:pt x="110" y="9357"/>
                  </a:cubicBezTo>
                  <a:cubicBezTo>
                    <a:pt x="741" y="9197"/>
                    <a:pt x="1064" y="8587"/>
                    <a:pt x="1141" y="7981"/>
                  </a:cubicBezTo>
                  <a:cubicBezTo>
                    <a:pt x="1235" y="7249"/>
                    <a:pt x="1103" y="6486"/>
                    <a:pt x="974" y="5765"/>
                  </a:cubicBezTo>
                  <a:cubicBezTo>
                    <a:pt x="834" y="5002"/>
                    <a:pt x="667" y="4238"/>
                    <a:pt x="633" y="3462"/>
                  </a:cubicBezTo>
                  <a:cubicBezTo>
                    <a:pt x="577" y="2162"/>
                    <a:pt x="1005" y="636"/>
                    <a:pt x="2343" y="127"/>
                  </a:cubicBezTo>
                  <a:cubicBezTo>
                    <a:pt x="2408" y="99"/>
                    <a:pt x="2391" y="0"/>
                    <a:pt x="233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5" name="Google Shape;1075;p37"/>
            <p:cNvSpPr/>
            <p:nvPr/>
          </p:nvSpPr>
          <p:spPr>
            <a:xfrm rot="-5400000">
              <a:off x="10485896" y="2161417"/>
              <a:ext cx="343603" cy="331604"/>
            </a:xfrm>
            <a:custGeom>
              <a:rect b="b" l="l" r="r" t="t"/>
              <a:pathLst>
                <a:path extrusionOk="0" h="5997" w="6214">
                  <a:moveTo>
                    <a:pt x="4875" y="1"/>
                  </a:moveTo>
                  <a:cubicBezTo>
                    <a:pt x="3527" y="1"/>
                    <a:pt x="3255" y="806"/>
                    <a:pt x="3255" y="806"/>
                  </a:cubicBezTo>
                  <a:lnTo>
                    <a:pt x="1" y="4381"/>
                  </a:lnTo>
                  <a:cubicBezTo>
                    <a:pt x="1" y="4381"/>
                    <a:pt x="1416" y="5788"/>
                    <a:pt x="1990" y="5952"/>
                  </a:cubicBezTo>
                  <a:cubicBezTo>
                    <a:pt x="2100" y="5984"/>
                    <a:pt x="2191" y="5996"/>
                    <a:pt x="2266" y="5996"/>
                  </a:cubicBezTo>
                  <a:cubicBezTo>
                    <a:pt x="2581" y="5996"/>
                    <a:pt x="2617" y="5771"/>
                    <a:pt x="2617" y="5771"/>
                  </a:cubicBezTo>
                  <a:cubicBezTo>
                    <a:pt x="2617" y="5771"/>
                    <a:pt x="3021" y="5889"/>
                    <a:pt x="3496" y="5889"/>
                  </a:cubicBezTo>
                  <a:cubicBezTo>
                    <a:pt x="3997" y="5889"/>
                    <a:pt x="4578" y="5757"/>
                    <a:pt x="4848" y="5217"/>
                  </a:cubicBezTo>
                  <a:cubicBezTo>
                    <a:pt x="5266" y="4381"/>
                    <a:pt x="5032" y="3583"/>
                    <a:pt x="5032" y="3583"/>
                  </a:cubicBezTo>
                  <a:cubicBezTo>
                    <a:pt x="5032" y="3583"/>
                    <a:pt x="6213" y="1"/>
                    <a:pt x="487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6" name="Google Shape;1076;p37"/>
            <p:cNvSpPr/>
            <p:nvPr/>
          </p:nvSpPr>
          <p:spPr>
            <a:xfrm rot="-5400000">
              <a:off x="10519266" y="2532861"/>
              <a:ext cx="267628" cy="190989"/>
            </a:xfrm>
            <a:custGeom>
              <a:rect b="b" l="l" r="r" t="t"/>
              <a:pathLst>
                <a:path extrusionOk="0" h="3454" w="4840">
                  <a:moveTo>
                    <a:pt x="1585" y="1"/>
                  </a:moveTo>
                  <a:lnTo>
                    <a:pt x="1585" y="1"/>
                  </a:lnTo>
                  <a:cubicBezTo>
                    <a:pt x="1" y="966"/>
                    <a:pt x="1844" y="3454"/>
                    <a:pt x="1844" y="3454"/>
                  </a:cubicBezTo>
                  <a:cubicBezTo>
                    <a:pt x="2458" y="3295"/>
                    <a:pt x="3128" y="3207"/>
                    <a:pt x="3866" y="3207"/>
                  </a:cubicBezTo>
                  <a:cubicBezTo>
                    <a:pt x="4178" y="3207"/>
                    <a:pt x="4502" y="3222"/>
                    <a:pt x="4840" y="3256"/>
                  </a:cubicBezTo>
                  <a:lnTo>
                    <a:pt x="4401" y="789"/>
                  </a:lnTo>
                  <a:lnTo>
                    <a:pt x="3788" y="615"/>
                  </a:lnTo>
                  <a:lnTo>
                    <a:pt x="2913" y="370"/>
                  </a:lnTo>
                  <a:lnTo>
                    <a:pt x="1585" y="1"/>
                  </a:lnTo>
                  <a:close/>
                </a:path>
              </a:pathLst>
            </a:custGeom>
            <a:solidFill>
              <a:srgbClr val="E878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7" name="Google Shape;1077;p37"/>
            <p:cNvSpPr/>
            <p:nvPr/>
          </p:nvSpPr>
          <p:spPr>
            <a:xfrm rot="-5400000">
              <a:off x="10598642" y="2519784"/>
              <a:ext cx="81394" cy="132542"/>
            </a:xfrm>
            <a:custGeom>
              <a:rect b="b" l="l" r="r" t="t"/>
              <a:pathLst>
                <a:path extrusionOk="0" h="2397" w="1472">
                  <a:moveTo>
                    <a:pt x="130" y="0"/>
                  </a:moveTo>
                  <a:cubicBezTo>
                    <a:pt x="1" y="320"/>
                    <a:pt x="154" y="1303"/>
                    <a:pt x="1471" y="2397"/>
                  </a:cubicBezTo>
                  <a:lnTo>
                    <a:pt x="1339" y="335"/>
                  </a:lnTo>
                  <a:lnTo>
                    <a:pt x="130" y="0"/>
                  </a:lnTo>
                  <a:close/>
                </a:path>
              </a:pathLst>
            </a:custGeom>
            <a:solidFill>
              <a:srgbClr val="2729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8" name="Google Shape;1078;p37"/>
            <p:cNvSpPr/>
            <p:nvPr/>
          </p:nvSpPr>
          <p:spPr>
            <a:xfrm rot="-5400000">
              <a:off x="10480007" y="2349171"/>
              <a:ext cx="105669" cy="31795"/>
            </a:xfrm>
            <a:custGeom>
              <a:rect b="b" l="l" r="r" t="t"/>
              <a:pathLst>
                <a:path extrusionOk="0" h="575" w="1911">
                  <a:moveTo>
                    <a:pt x="1290" y="1"/>
                  </a:moveTo>
                  <a:cubicBezTo>
                    <a:pt x="465" y="1"/>
                    <a:pt x="1" y="374"/>
                    <a:pt x="1" y="374"/>
                  </a:cubicBezTo>
                  <a:cubicBezTo>
                    <a:pt x="1" y="374"/>
                    <a:pt x="618" y="574"/>
                    <a:pt x="1167" y="574"/>
                  </a:cubicBezTo>
                  <a:cubicBezTo>
                    <a:pt x="1478" y="574"/>
                    <a:pt x="1766" y="511"/>
                    <a:pt x="1911" y="311"/>
                  </a:cubicBezTo>
                  <a:cubicBezTo>
                    <a:pt x="1911" y="311"/>
                    <a:pt x="1610" y="1"/>
                    <a:pt x="129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9" name="Google Shape;1079;p37"/>
            <p:cNvSpPr/>
            <p:nvPr/>
          </p:nvSpPr>
          <p:spPr>
            <a:xfrm rot="-5400000">
              <a:off x="10489739" y="2310022"/>
              <a:ext cx="308325" cy="234119"/>
            </a:xfrm>
            <a:custGeom>
              <a:rect b="b" l="l" r="r" t="t"/>
              <a:pathLst>
                <a:path extrusionOk="0" h="4234" w="5576">
                  <a:moveTo>
                    <a:pt x="1767" y="1"/>
                  </a:moveTo>
                  <a:cubicBezTo>
                    <a:pt x="753" y="1"/>
                    <a:pt x="112" y="350"/>
                    <a:pt x="38" y="1564"/>
                  </a:cubicBezTo>
                  <a:cubicBezTo>
                    <a:pt x="0" y="2174"/>
                    <a:pt x="157" y="2818"/>
                    <a:pt x="641" y="3236"/>
                  </a:cubicBezTo>
                  <a:cubicBezTo>
                    <a:pt x="952" y="3498"/>
                    <a:pt x="1188" y="3693"/>
                    <a:pt x="1418" y="3826"/>
                  </a:cubicBezTo>
                  <a:cubicBezTo>
                    <a:pt x="1596" y="3926"/>
                    <a:pt x="1767" y="3996"/>
                    <a:pt x="1969" y="4038"/>
                  </a:cubicBezTo>
                  <a:cubicBezTo>
                    <a:pt x="2052" y="4056"/>
                    <a:pt x="2147" y="4069"/>
                    <a:pt x="2244" y="4077"/>
                  </a:cubicBezTo>
                  <a:cubicBezTo>
                    <a:pt x="2568" y="4101"/>
                    <a:pt x="3087" y="4233"/>
                    <a:pt x="3620" y="4233"/>
                  </a:cubicBezTo>
                  <a:cubicBezTo>
                    <a:pt x="3625" y="4233"/>
                    <a:pt x="3630" y="4233"/>
                    <a:pt x="3634" y="4233"/>
                  </a:cubicBezTo>
                  <a:cubicBezTo>
                    <a:pt x="4414" y="4233"/>
                    <a:pt x="5214" y="3957"/>
                    <a:pt x="5471" y="2676"/>
                  </a:cubicBezTo>
                  <a:cubicBezTo>
                    <a:pt x="5481" y="2637"/>
                    <a:pt x="5488" y="2596"/>
                    <a:pt x="5495" y="2554"/>
                  </a:cubicBezTo>
                  <a:cubicBezTo>
                    <a:pt x="5498" y="2533"/>
                    <a:pt x="5502" y="2515"/>
                    <a:pt x="5502" y="2498"/>
                  </a:cubicBezTo>
                  <a:cubicBezTo>
                    <a:pt x="5509" y="2470"/>
                    <a:pt x="5513" y="2442"/>
                    <a:pt x="5513" y="2418"/>
                  </a:cubicBezTo>
                  <a:cubicBezTo>
                    <a:pt x="5516" y="2407"/>
                    <a:pt x="5516" y="2397"/>
                    <a:pt x="5519" y="2387"/>
                  </a:cubicBezTo>
                  <a:cubicBezTo>
                    <a:pt x="5523" y="2366"/>
                    <a:pt x="5523" y="2341"/>
                    <a:pt x="5526" y="2316"/>
                  </a:cubicBezTo>
                  <a:cubicBezTo>
                    <a:pt x="5537" y="2208"/>
                    <a:pt x="5547" y="2101"/>
                    <a:pt x="5551" y="1982"/>
                  </a:cubicBezTo>
                  <a:cubicBezTo>
                    <a:pt x="5575" y="1380"/>
                    <a:pt x="5376" y="783"/>
                    <a:pt x="4979" y="334"/>
                  </a:cubicBezTo>
                  <a:cubicBezTo>
                    <a:pt x="4962" y="313"/>
                    <a:pt x="4945" y="296"/>
                    <a:pt x="4927" y="278"/>
                  </a:cubicBezTo>
                  <a:lnTo>
                    <a:pt x="4927" y="275"/>
                  </a:lnTo>
                  <a:cubicBezTo>
                    <a:pt x="4770" y="160"/>
                    <a:pt x="4579" y="135"/>
                    <a:pt x="4338" y="135"/>
                  </a:cubicBezTo>
                  <a:cubicBezTo>
                    <a:pt x="4143" y="135"/>
                    <a:pt x="3917" y="151"/>
                    <a:pt x="3649" y="151"/>
                  </a:cubicBezTo>
                  <a:cubicBezTo>
                    <a:pt x="3432" y="151"/>
                    <a:pt x="3188" y="140"/>
                    <a:pt x="2913" y="100"/>
                  </a:cubicBezTo>
                  <a:cubicBezTo>
                    <a:pt x="2494" y="41"/>
                    <a:pt x="2109" y="1"/>
                    <a:pt x="1767" y="1"/>
                  </a:cubicBezTo>
                  <a:close/>
                </a:path>
              </a:pathLst>
            </a:custGeom>
            <a:solidFill>
              <a:srgbClr val="E878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0" name="Google Shape;1080;p37"/>
            <p:cNvSpPr/>
            <p:nvPr/>
          </p:nvSpPr>
          <p:spPr>
            <a:xfrm rot="-5400000">
              <a:off x="10546969" y="2358958"/>
              <a:ext cx="26763" cy="44457"/>
            </a:xfrm>
            <a:custGeom>
              <a:rect b="b" l="l" r="r" t="t"/>
              <a:pathLst>
                <a:path extrusionOk="0" h="804" w="484">
                  <a:moveTo>
                    <a:pt x="8" y="1"/>
                  </a:moveTo>
                  <a:lnTo>
                    <a:pt x="8" y="1"/>
                  </a:lnTo>
                  <a:cubicBezTo>
                    <a:pt x="1" y="39"/>
                    <a:pt x="64" y="263"/>
                    <a:pt x="88" y="803"/>
                  </a:cubicBezTo>
                  <a:cubicBezTo>
                    <a:pt x="88" y="803"/>
                    <a:pt x="98" y="804"/>
                    <a:pt x="115" y="804"/>
                  </a:cubicBezTo>
                  <a:cubicBezTo>
                    <a:pt x="205" y="804"/>
                    <a:pt x="483" y="774"/>
                    <a:pt x="440" y="402"/>
                  </a:cubicBezTo>
                  <a:cubicBezTo>
                    <a:pt x="401" y="74"/>
                    <a:pt x="8" y="1"/>
                    <a:pt x="8" y="1"/>
                  </a:cubicBezTo>
                  <a:close/>
                </a:path>
              </a:pathLst>
            </a:custGeom>
            <a:solidFill>
              <a:srgbClr val="2729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1" name="Google Shape;1081;p37"/>
            <p:cNvSpPr/>
            <p:nvPr/>
          </p:nvSpPr>
          <p:spPr>
            <a:xfrm rot="-5400000">
              <a:off x="10609342" y="2359732"/>
              <a:ext cx="33951" cy="47222"/>
            </a:xfrm>
            <a:custGeom>
              <a:rect b="b" l="l" r="r" t="t"/>
              <a:pathLst>
                <a:path extrusionOk="0" h="854" w="614">
                  <a:moveTo>
                    <a:pt x="178" y="0"/>
                  </a:moveTo>
                  <a:cubicBezTo>
                    <a:pt x="147" y="370"/>
                    <a:pt x="0" y="812"/>
                    <a:pt x="0" y="854"/>
                  </a:cubicBezTo>
                  <a:cubicBezTo>
                    <a:pt x="0" y="854"/>
                    <a:pt x="401" y="840"/>
                    <a:pt x="491" y="526"/>
                  </a:cubicBezTo>
                  <a:cubicBezTo>
                    <a:pt x="613" y="98"/>
                    <a:pt x="178" y="0"/>
                    <a:pt x="178" y="0"/>
                  </a:cubicBezTo>
                  <a:close/>
                </a:path>
              </a:pathLst>
            </a:custGeom>
            <a:solidFill>
              <a:srgbClr val="2729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2" name="Google Shape;1082;p37"/>
            <p:cNvSpPr/>
            <p:nvPr/>
          </p:nvSpPr>
          <p:spPr>
            <a:xfrm rot="-5400000">
              <a:off x="10583685" y="2178033"/>
              <a:ext cx="125686" cy="231520"/>
            </a:xfrm>
            <a:custGeom>
              <a:rect b="b" l="l" r="r" t="t"/>
              <a:pathLst>
                <a:path extrusionOk="0" h="4187" w="2273">
                  <a:moveTo>
                    <a:pt x="808" y="0"/>
                  </a:moveTo>
                  <a:cubicBezTo>
                    <a:pt x="754" y="0"/>
                    <a:pt x="710" y="30"/>
                    <a:pt x="680" y="103"/>
                  </a:cubicBezTo>
                  <a:cubicBezTo>
                    <a:pt x="517" y="510"/>
                    <a:pt x="966" y="1409"/>
                    <a:pt x="966" y="1409"/>
                  </a:cubicBezTo>
                  <a:cubicBezTo>
                    <a:pt x="966" y="1409"/>
                    <a:pt x="706" y="1220"/>
                    <a:pt x="546" y="1220"/>
                  </a:cubicBezTo>
                  <a:cubicBezTo>
                    <a:pt x="496" y="1220"/>
                    <a:pt x="455" y="1239"/>
                    <a:pt x="436" y="1288"/>
                  </a:cubicBezTo>
                  <a:cubicBezTo>
                    <a:pt x="353" y="1489"/>
                    <a:pt x="597" y="1779"/>
                    <a:pt x="597" y="2065"/>
                  </a:cubicBezTo>
                  <a:cubicBezTo>
                    <a:pt x="597" y="2350"/>
                    <a:pt x="26" y="2674"/>
                    <a:pt x="1" y="2681"/>
                  </a:cubicBezTo>
                  <a:lnTo>
                    <a:pt x="189" y="4186"/>
                  </a:lnTo>
                  <a:cubicBezTo>
                    <a:pt x="189" y="4186"/>
                    <a:pt x="1457" y="3779"/>
                    <a:pt x="1865" y="2800"/>
                  </a:cubicBezTo>
                  <a:cubicBezTo>
                    <a:pt x="2273" y="1817"/>
                    <a:pt x="1496" y="716"/>
                    <a:pt x="1496" y="674"/>
                  </a:cubicBezTo>
                  <a:cubicBezTo>
                    <a:pt x="1496" y="640"/>
                    <a:pt x="1056" y="0"/>
                    <a:pt x="80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3" name="Google Shape;1083;p37"/>
            <p:cNvSpPr/>
            <p:nvPr/>
          </p:nvSpPr>
          <p:spPr>
            <a:xfrm rot="-5400000">
              <a:off x="10612134" y="2407590"/>
              <a:ext cx="17971" cy="13381"/>
            </a:xfrm>
            <a:custGeom>
              <a:rect b="b" l="l" r="r" t="t"/>
              <a:pathLst>
                <a:path extrusionOk="0" h="242" w="325">
                  <a:moveTo>
                    <a:pt x="160" y="1"/>
                  </a:moveTo>
                  <a:cubicBezTo>
                    <a:pt x="70" y="5"/>
                    <a:pt x="1" y="60"/>
                    <a:pt x="4" y="126"/>
                  </a:cubicBezTo>
                  <a:cubicBezTo>
                    <a:pt x="7" y="191"/>
                    <a:pt x="76" y="242"/>
                    <a:pt x="160" y="242"/>
                  </a:cubicBezTo>
                  <a:cubicBezTo>
                    <a:pt x="162" y="242"/>
                    <a:pt x="165" y="242"/>
                    <a:pt x="168" y="241"/>
                  </a:cubicBezTo>
                  <a:cubicBezTo>
                    <a:pt x="255" y="238"/>
                    <a:pt x="324" y="182"/>
                    <a:pt x="324" y="116"/>
                  </a:cubicBezTo>
                  <a:cubicBezTo>
                    <a:pt x="321" y="50"/>
                    <a:pt x="248" y="1"/>
                    <a:pt x="160" y="1"/>
                  </a:cubicBezTo>
                  <a:close/>
                </a:path>
              </a:pathLst>
            </a:custGeom>
            <a:solidFill>
              <a:srgbClr val="2729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4" name="Google Shape;1084;p37"/>
            <p:cNvSpPr/>
            <p:nvPr/>
          </p:nvSpPr>
          <p:spPr>
            <a:xfrm rot="-5400000">
              <a:off x="10553466" y="2405212"/>
              <a:ext cx="17971" cy="13160"/>
            </a:xfrm>
            <a:custGeom>
              <a:rect b="b" l="l" r="r" t="t"/>
              <a:pathLst>
                <a:path extrusionOk="0" h="238" w="325">
                  <a:moveTo>
                    <a:pt x="166" y="1"/>
                  </a:moveTo>
                  <a:cubicBezTo>
                    <a:pt x="163" y="1"/>
                    <a:pt x="160" y="1"/>
                    <a:pt x="157" y="1"/>
                  </a:cubicBezTo>
                  <a:cubicBezTo>
                    <a:pt x="70" y="4"/>
                    <a:pt x="1" y="60"/>
                    <a:pt x="4" y="126"/>
                  </a:cubicBezTo>
                  <a:cubicBezTo>
                    <a:pt x="4" y="190"/>
                    <a:pt x="73" y="238"/>
                    <a:pt x="159" y="238"/>
                  </a:cubicBezTo>
                  <a:cubicBezTo>
                    <a:pt x="162" y="238"/>
                    <a:pt x="165" y="238"/>
                    <a:pt x="168" y="238"/>
                  </a:cubicBezTo>
                  <a:cubicBezTo>
                    <a:pt x="255" y="234"/>
                    <a:pt x="324" y="178"/>
                    <a:pt x="321" y="112"/>
                  </a:cubicBezTo>
                  <a:cubicBezTo>
                    <a:pt x="321" y="48"/>
                    <a:pt x="250" y="1"/>
                    <a:pt x="166" y="1"/>
                  </a:cubicBezTo>
                  <a:close/>
                </a:path>
              </a:pathLst>
            </a:custGeom>
            <a:solidFill>
              <a:srgbClr val="2729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5" name="Google Shape;1085;p37"/>
            <p:cNvSpPr/>
            <p:nvPr/>
          </p:nvSpPr>
          <p:spPr>
            <a:xfrm rot="-5400000">
              <a:off x="10632483" y="2423681"/>
              <a:ext cx="17971" cy="34393"/>
            </a:xfrm>
            <a:custGeom>
              <a:rect b="b" l="l" r="r" t="t"/>
              <a:pathLst>
                <a:path extrusionOk="0" h="622" w="325">
                  <a:moveTo>
                    <a:pt x="161" y="0"/>
                  </a:moveTo>
                  <a:cubicBezTo>
                    <a:pt x="79" y="0"/>
                    <a:pt x="28" y="61"/>
                    <a:pt x="14" y="224"/>
                  </a:cubicBezTo>
                  <a:cubicBezTo>
                    <a:pt x="1" y="395"/>
                    <a:pt x="35" y="614"/>
                    <a:pt x="126" y="621"/>
                  </a:cubicBezTo>
                  <a:cubicBezTo>
                    <a:pt x="128" y="621"/>
                    <a:pt x="130" y="621"/>
                    <a:pt x="132" y="621"/>
                  </a:cubicBezTo>
                  <a:cubicBezTo>
                    <a:pt x="217" y="621"/>
                    <a:pt x="297" y="492"/>
                    <a:pt x="311" y="324"/>
                  </a:cubicBezTo>
                  <a:cubicBezTo>
                    <a:pt x="324" y="154"/>
                    <a:pt x="262" y="7"/>
                    <a:pt x="175" y="1"/>
                  </a:cubicBezTo>
                  <a:cubicBezTo>
                    <a:pt x="170" y="0"/>
                    <a:pt x="166" y="0"/>
                    <a:pt x="161" y="0"/>
                  </a:cubicBezTo>
                  <a:close/>
                </a:path>
              </a:pathLst>
            </a:custGeom>
            <a:solidFill>
              <a:srgbClr val="A43B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6" name="Google Shape;1086;p37"/>
            <p:cNvSpPr/>
            <p:nvPr/>
          </p:nvSpPr>
          <p:spPr>
            <a:xfrm rot="-5400000">
              <a:off x="10535468" y="2423598"/>
              <a:ext cx="18966" cy="30910"/>
            </a:xfrm>
            <a:custGeom>
              <a:rect b="b" l="l" r="r" t="t"/>
              <a:pathLst>
                <a:path extrusionOk="0" h="559" w="343">
                  <a:moveTo>
                    <a:pt x="95" y="0"/>
                  </a:moveTo>
                  <a:cubicBezTo>
                    <a:pt x="53" y="52"/>
                    <a:pt x="22" y="140"/>
                    <a:pt x="15" y="237"/>
                  </a:cubicBezTo>
                  <a:cubicBezTo>
                    <a:pt x="1" y="408"/>
                    <a:pt x="60" y="551"/>
                    <a:pt x="151" y="558"/>
                  </a:cubicBezTo>
                  <a:cubicBezTo>
                    <a:pt x="153" y="558"/>
                    <a:pt x="155" y="558"/>
                    <a:pt x="157" y="558"/>
                  </a:cubicBezTo>
                  <a:cubicBezTo>
                    <a:pt x="242" y="558"/>
                    <a:pt x="322" y="429"/>
                    <a:pt x="335" y="261"/>
                  </a:cubicBezTo>
                  <a:cubicBezTo>
                    <a:pt x="342" y="168"/>
                    <a:pt x="329" y="84"/>
                    <a:pt x="297" y="25"/>
                  </a:cubicBezTo>
                  <a:lnTo>
                    <a:pt x="95" y="0"/>
                  </a:lnTo>
                  <a:close/>
                </a:path>
              </a:pathLst>
            </a:custGeom>
            <a:solidFill>
              <a:srgbClr val="A43B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7" name="Google Shape;1087;p37"/>
            <p:cNvSpPr/>
            <p:nvPr/>
          </p:nvSpPr>
          <p:spPr>
            <a:xfrm rot="-5400000">
              <a:off x="10563668" y="2417129"/>
              <a:ext cx="37214" cy="22837"/>
            </a:xfrm>
            <a:custGeom>
              <a:rect b="b" l="l" r="r" t="t"/>
              <a:pathLst>
                <a:path extrusionOk="0" h="413" w="673">
                  <a:moveTo>
                    <a:pt x="150" y="1"/>
                  </a:moveTo>
                  <a:cubicBezTo>
                    <a:pt x="137" y="1"/>
                    <a:pt x="124" y="7"/>
                    <a:pt x="116" y="19"/>
                  </a:cubicBezTo>
                  <a:cubicBezTo>
                    <a:pt x="111" y="23"/>
                    <a:pt x="7" y="140"/>
                    <a:pt x="0" y="357"/>
                  </a:cubicBezTo>
                  <a:lnTo>
                    <a:pt x="0" y="364"/>
                  </a:lnTo>
                  <a:cubicBezTo>
                    <a:pt x="4" y="388"/>
                    <a:pt x="24" y="409"/>
                    <a:pt x="53" y="412"/>
                  </a:cubicBezTo>
                  <a:cubicBezTo>
                    <a:pt x="80" y="412"/>
                    <a:pt x="105" y="388"/>
                    <a:pt x="105" y="360"/>
                  </a:cubicBezTo>
                  <a:cubicBezTo>
                    <a:pt x="108" y="259"/>
                    <a:pt x="136" y="186"/>
                    <a:pt x="161" y="140"/>
                  </a:cubicBezTo>
                  <a:cubicBezTo>
                    <a:pt x="320" y="294"/>
                    <a:pt x="596" y="340"/>
                    <a:pt x="610" y="340"/>
                  </a:cubicBezTo>
                  <a:cubicBezTo>
                    <a:pt x="613" y="340"/>
                    <a:pt x="617" y="341"/>
                    <a:pt x="621" y="341"/>
                  </a:cubicBezTo>
                  <a:cubicBezTo>
                    <a:pt x="645" y="341"/>
                    <a:pt x="666" y="322"/>
                    <a:pt x="669" y="298"/>
                  </a:cubicBezTo>
                  <a:cubicBezTo>
                    <a:pt x="673" y="266"/>
                    <a:pt x="655" y="242"/>
                    <a:pt x="627" y="235"/>
                  </a:cubicBezTo>
                  <a:cubicBezTo>
                    <a:pt x="624" y="235"/>
                    <a:pt x="314" y="186"/>
                    <a:pt x="199" y="23"/>
                  </a:cubicBezTo>
                  <a:cubicBezTo>
                    <a:pt x="188" y="8"/>
                    <a:pt x="174" y="2"/>
                    <a:pt x="157" y="2"/>
                  </a:cubicBezTo>
                  <a:cubicBezTo>
                    <a:pt x="155" y="1"/>
                    <a:pt x="152" y="1"/>
                    <a:pt x="150" y="1"/>
                  </a:cubicBezTo>
                  <a:close/>
                </a:path>
              </a:pathLst>
            </a:custGeom>
            <a:solidFill>
              <a:srgbClr val="2729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8" name="Google Shape;1088;p37"/>
            <p:cNvSpPr/>
            <p:nvPr/>
          </p:nvSpPr>
          <p:spPr>
            <a:xfrm rot="-5400000">
              <a:off x="10718909" y="2471566"/>
              <a:ext cx="30468" cy="32071"/>
            </a:xfrm>
            <a:custGeom>
              <a:rect b="b" l="l" r="r" t="t"/>
              <a:pathLst>
                <a:path extrusionOk="0" h="580" w="551">
                  <a:moveTo>
                    <a:pt x="418" y="0"/>
                  </a:moveTo>
                  <a:cubicBezTo>
                    <a:pt x="227" y="84"/>
                    <a:pt x="94" y="213"/>
                    <a:pt x="0" y="367"/>
                  </a:cubicBezTo>
                  <a:cubicBezTo>
                    <a:pt x="178" y="467"/>
                    <a:pt x="349" y="537"/>
                    <a:pt x="551" y="579"/>
                  </a:cubicBezTo>
                  <a:cubicBezTo>
                    <a:pt x="449" y="422"/>
                    <a:pt x="398" y="227"/>
                    <a:pt x="418" y="0"/>
                  </a:cubicBezTo>
                  <a:close/>
                </a:path>
              </a:pathLst>
            </a:custGeom>
            <a:solidFill>
              <a:srgbClr val="2729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9" name="Google Shape;1089;p37"/>
            <p:cNvSpPr/>
            <p:nvPr/>
          </p:nvSpPr>
          <p:spPr>
            <a:xfrm rot="-5400000">
              <a:off x="10662370" y="2342204"/>
              <a:ext cx="141058" cy="118497"/>
            </a:xfrm>
            <a:custGeom>
              <a:rect b="b" l="l" r="r" t="t"/>
              <a:pathLst>
                <a:path extrusionOk="0" h="2143" w="2551">
                  <a:moveTo>
                    <a:pt x="2498" y="0"/>
                  </a:moveTo>
                  <a:lnTo>
                    <a:pt x="2498" y="0"/>
                  </a:lnTo>
                  <a:cubicBezTo>
                    <a:pt x="2383" y="75"/>
                    <a:pt x="2217" y="100"/>
                    <a:pt x="2031" y="100"/>
                  </a:cubicBezTo>
                  <a:cubicBezTo>
                    <a:pt x="1672" y="100"/>
                    <a:pt x="1240" y="8"/>
                    <a:pt x="957" y="8"/>
                  </a:cubicBezTo>
                  <a:cubicBezTo>
                    <a:pt x="822" y="8"/>
                    <a:pt x="722" y="29"/>
                    <a:pt x="679" y="90"/>
                  </a:cubicBezTo>
                  <a:cubicBezTo>
                    <a:pt x="463" y="404"/>
                    <a:pt x="1561" y="557"/>
                    <a:pt x="1686" y="1216"/>
                  </a:cubicBezTo>
                  <a:cubicBezTo>
                    <a:pt x="1710" y="1362"/>
                    <a:pt x="1694" y="1480"/>
                    <a:pt x="1644" y="1578"/>
                  </a:cubicBezTo>
                  <a:cubicBezTo>
                    <a:pt x="1111" y="1578"/>
                    <a:pt x="592" y="1446"/>
                    <a:pt x="268" y="1422"/>
                  </a:cubicBezTo>
                  <a:cubicBezTo>
                    <a:pt x="174" y="1414"/>
                    <a:pt x="84" y="1401"/>
                    <a:pt x="0" y="1383"/>
                  </a:cubicBezTo>
                  <a:lnTo>
                    <a:pt x="0" y="1383"/>
                  </a:lnTo>
                  <a:cubicBezTo>
                    <a:pt x="652" y="1686"/>
                    <a:pt x="1418" y="2024"/>
                    <a:pt x="1749" y="2112"/>
                  </a:cubicBezTo>
                  <a:cubicBezTo>
                    <a:pt x="1815" y="2125"/>
                    <a:pt x="1878" y="2139"/>
                    <a:pt x="1937" y="2143"/>
                  </a:cubicBezTo>
                  <a:cubicBezTo>
                    <a:pt x="1958" y="2128"/>
                    <a:pt x="1975" y="2115"/>
                    <a:pt x="1990" y="2101"/>
                  </a:cubicBezTo>
                  <a:cubicBezTo>
                    <a:pt x="2062" y="2038"/>
                    <a:pt x="2128" y="1965"/>
                    <a:pt x="2184" y="1885"/>
                  </a:cubicBezTo>
                  <a:cubicBezTo>
                    <a:pt x="2271" y="1763"/>
                    <a:pt x="2337" y="1620"/>
                    <a:pt x="2387" y="1473"/>
                  </a:cubicBezTo>
                  <a:cubicBezTo>
                    <a:pt x="2551" y="986"/>
                    <a:pt x="2540" y="411"/>
                    <a:pt x="24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0" name="Google Shape;1090;p37"/>
            <p:cNvSpPr/>
            <p:nvPr/>
          </p:nvSpPr>
          <p:spPr>
            <a:xfrm rot="-5400000">
              <a:off x="10561954" y="2460093"/>
              <a:ext cx="44181" cy="62870"/>
            </a:xfrm>
            <a:custGeom>
              <a:rect b="b" l="l" r="r" t="t"/>
              <a:pathLst>
                <a:path extrusionOk="0" h="1137" w="799">
                  <a:moveTo>
                    <a:pt x="770" y="1"/>
                  </a:moveTo>
                  <a:cubicBezTo>
                    <a:pt x="770" y="1"/>
                    <a:pt x="87" y="18"/>
                    <a:pt x="46" y="478"/>
                  </a:cubicBezTo>
                  <a:cubicBezTo>
                    <a:pt x="0" y="1022"/>
                    <a:pt x="798" y="1136"/>
                    <a:pt x="798" y="1136"/>
                  </a:cubicBezTo>
                  <a:cubicBezTo>
                    <a:pt x="781" y="384"/>
                    <a:pt x="770" y="1"/>
                    <a:pt x="77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1" name="Google Shape;1091;p37"/>
            <p:cNvSpPr/>
            <p:nvPr/>
          </p:nvSpPr>
          <p:spPr>
            <a:xfrm rot="-5400000">
              <a:off x="10576884" y="2512623"/>
              <a:ext cx="10948" cy="22671"/>
            </a:xfrm>
            <a:custGeom>
              <a:rect b="b" l="l" r="r" t="t"/>
              <a:pathLst>
                <a:path extrusionOk="0" h="410" w="198">
                  <a:moveTo>
                    <a:pt x="110" y="0"/>
                  </a:moveTo>
                  <a:cubicBezTo>
                    <a:pt x="90" y="0"/>
                    <a:pt x="70" y="10"/>
                    <a:pt x="60" y="33"/>
                  </a:cubicBezTo>
                  <a:cubicBezTo>
                    <a:pt x="11" y="152"/>
                    <a:pt x="0" y="284"/>
                    <a:pt x="84" y="388"/>
                  </a:cubicBezTo>
                  <a:cubicBezTo>
                    <a:pt x="95" y="403"/>
                    <a:pt x="109" y="409"/>
                    <a:pt x="122" y="409"/>
                  </a:cubicBezTo>
                  <a:cubicBezTo>
                    <a:pt x="161" y="409"/>
                    <a:pt x="198" y="360"/>
                    <a:pt x="164" y="319"/>
                  </a:cubicBezTo>
                  <a:cubicBezTo>
                    <a:pt x="105" y="246"/>
                    <a:pt x="126" y="152"/>
                    <a:pt x="161" y="71"/>
                  </a:cubicBezTo>
                  <a:cubicBezTo>
                    <a:pt x="179" y="30"/>
                    <a:pt x="144" y="0"/>
                    <a:pt x="110" y="0"/>
                  </a:cubicBezTo>
                  <a:close/>
                </a:path>
              </a:pathLst>
            </a:custGeom>
            <a:solidFill>
              <a:srgbClr val="A43B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2" name="Google Shape;1092;p37"/>
            <p:cNvSpPr/>
            <p:nvPr/>
          </p:nvSpPr>
          <p:spPr>
            <a:xfrm rot="-5400000">
              <a:off x="10676138" y="2387325"/>
              <a:ext cx="117944" cy="90297"/>
            </a:xfrm>
            <a:custGeom>
              <a:rect b="b" l="l" r="r" t="t"/>
              <a:pathLst>
                <a:path extrusionOk="0" h="1633" w="2133">
                  <a:moveTo>
                    <a:pt x="856" y="1"/>
                  </a:moveTo>
                  <a:cubicBezTo>
                    <a:pt x="788" y="1"/>
                    <a:pt x="719" y="9"/>
                    <a:pt x="651" y="25"/>
                  </a:cubicBezTo>
                  <a:cubicBezTo>
                    <a:pt x="436" y="81"/>
                    <a:pt x="219" y="220"/>
                    <a:pt x="146" y="534"/>
                  </a:cubicBezTo>
                  <a:cubicBezTo>
                    <a:pt x="0" y="1158"/>
                    <a:pt x="578" y="1506"/>
                    <a:pt x="1034" y="1593"/>
                  </a:cubicBezTo>
                  <a:cubicBezTo>
                    <a:pt x="1157" y="1617"/>
                    <a:pt x="1280" y="1632"/>
                    <a:pt x="1396" y="1632"/>
                  </a:cubicBezTo>
                  <a:cubicBezTo>
                    <a:pt x="1709" y="1632"/>
                    <a:pt x="1974" y="1520"/>
                    <a:pt x="2056" y="1154"/>
                  </a:cubicBezTo>
                  <a:cubicBezTo>
                    <a:pt x="2133" y="813"/>
                    <a:pt x="1704" y="419"/>
                    <a:pt x="1422" y="199"/>
                  </a:cubicBezTo>
                  <a:cubicBezTo>
                    <a:pt x="1257" y="72"/>
                    <a:pt x="1058" y="1"/>
                    <a:pt x="856" y="1"/>
                  </a:cubicBezTo>
                  <a:close/>
                </a:path>
              </a:pathLst>
            </a:custGeom>
            <a:solidFill>
              <a:srgbClr val="E878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3" name="Google Shape;1093;p37"/>
            <p:cNvSpPr/>
            <p:nvPr/>
          </p:nvSpPr>
          <p:spPr>
            <a:xfrm rot="-5400000">
              <a:off x="10708347" y="2404881"/>
              <a:ext cx="62981" cy="43020"/>
            </a:xfrm>
            <a:custGeom>
              <a:rect b="b" l="l" r="r" t="t"/>
              <a:pathLst>
                <a:path extrusionOk="0" h="778" w="1139">
                  <a:moveTo>
                    <a:pt x="191" y="0"/>
                  </a:moveTo>
                  <a:cubicBezTo>
                    <a:pt x="152" y="0"/>
                    <a:pt x="114" y="1"/>
                    <a:pt x="75" y="3"/>
                  </a:cubicBezTo>
                  <a:cubicBezTo>
                    <a:pt x="0" y="11"/>
                    <a:pt x="3" y="122"/>
                    <a:pt x="76" y="122"/>
                  </a:cubicBezTo>
                  <a:cubicBezTo>
                    <a:pt x="77" y="122"/>
                    <a:pt x="79" y="122"/>
                    <a:pt x="80" y="122"/>
                  </a:cubicBezTo>
                  <a:cubicBezTo>
                    <a:pt x="125" y="120"/>
                    <a:pt x="171" y="118"/>
                    <a:pt x="216" y="118"/>
                  </a:cubicBezTo>
                  <a:cubicBezTo>
                    <a:pt x="367" y="118"/>
                    <a:pt x="518" y="135"/>
                    <a:pt x="654" y="202"/>
                  </a:cubicBezTo>
                  <a:cubicBezTo>
                    <a:pt x="815" y="279"/>
                    <a:pt x="1041" y="484"/>
                    <a:pt x="953" y="690"/>
                  </a:cubicBezTo>
                  <a:cubicBezTo>
                    <a:pt x="935" y="737"/>
                    <a:pt x="975" y="778"/>
                    <a:pt x="1012" y="778"/>
                  </a:cubicBezTo>
                  <a:cubicBezTo>
                    <a:pt x="1031" y="778"/>
                    <a:pt x="1048" y="768"/>
                    <a:pt x="1058" y="746"/>
                  </a:cubicBezTo>
                  <a:cubicBezTo>
                    <a:pt x="1138" y="547"/>
                    <a:pt x="1034" y="345"/>
                    <a:pt x="881" y="209"/>
                  </a:cubicBezTo>
                  <a:cubicBezTo>
                    <a:pt x="688" y="43"/>
                    <a:pt x="438" y="0"/>
                    <a:pt x="191" y="0"/>
                  </a:cubicBezTo>
                  <a:close/>
                </a:path>
              </a:pathLst>
            </a:custGeom>
            <a:solidFill>
              <a:srgbClr val="2729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4" name="Google Shape;1094;p37"/>
            <p:cNvSpPr/>
            <p:nvPr/>
          </p:nvSpPr>
          <p:spPr>
            <a:xfrm rot="-5400000">
              <a:off x="10002396" y="3284292"/>
              <a:ext cx="1868805" cy="570091"/>
            </a:xfrm>
            <a:custGeom>
              <a:rect b="b" l="l" r="r" t="t"/>
              <a:pathLst>
                <a:path extrusionOk="0" h="10310" w="33797">
                  <a:moveTo>
                    <a:pt x="12795" y="0"/>
                  </a:moveTo>
                  <a:cubicBezTo>
                    <a:pt x="12519" y="0"/>
                    <a:pt x="12260" y="2"/>
                    <a:pt x="12022" y="5"/>
                  </a:cubicBezTo>
                  <a:cubicBezTo>
                    <a:pt x="10662" y="25"/>
                    <a:pt x="9269" y="26"/>
                    <a:pt x="7908" y="26"/>
                  </a:cubicBezTo>
                  <a:cubicBezTo>
                    <a:pt x="7781" y="26"/>
                    <a:pt x="7654" y="26"/>
                    <a:pt x="7528" y="26"/>
                  </a:cubicBezTo>
                  <a:cubicBezTo>
                    <a:pt x="4845" y="26"/>
                    <a:pt x="2314" y="29"/>
                    <a:pt x="450" y="173"/>
                  </a:cubicBezTo>
                  <a:cubicBezTo>
                    <a:pt x="304" y="1110"/>
                    <a:pt x="1" y="3448"/>
                    <a:pt x="158" y="4775"/>
                  </a:cubicBezTo>
                  <a:cubicBezTo>
                    <a:pt x="747" y="9842"/>
                    <a:pt x="2140" y="10309"/>
                    <a:pt x="2140" y="10309"/>
                  </a:cubicBezTo>
                  <a:cubicBezTo>
                    <a:pt x="4377" y="9253"/>
                    <a:pt x="9318" y="8281"/>
                    <a:pt x="12105" y="7943"/>
                  </a:cubicBezTo>
                  <a:cubicBezTo>
                    <a:pt x="14585" y="7642"/>
                    <a:pt x="20724" y="6804"/>
                    <a:pt x="23137" y="6804"/>
                  </a:cubicBezTo>
                  <a:cubicBezTo>
                    <a:pt x="23436" y="6804"/>
                    <a:pt x="23678" y="6817"/>
                    <a:pt x="23848" y="6845"/>
                  </a:cubicBezTo>
                  <a:cubicBezTo>
                    <a:pt x="25921" y="7190"/>
                    <a:pt x="27976" y="7476"/>
                    <a:pt x="29301" y="7476"/>
                  </a:cubicBezTo>
                  <a:cubicBezTo>
                    <a:pt x="29918" y="7476"/>
                    <a:pt x="30376" y="7414"/>
                    <a:pt x="30604" y="7267"/>
                  </a:cubicBezTo>
                  <a:cubicBezTo>
                    <a:pt x="31183" y="6894"/>
                    <a:pt x="33131" y="3121"/>
                    <a:pt x="33796" y="1813"/>
                  </a:cubicBezTo>
                  <a:cubicBezTo>
                    <a:pt x="29663" y="619"/>
                    <a:pt x="18004" y="0"/>
                    <a:pt x="1279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5" name="Google Shape;1095;p37"/>
            <p:cNvSpPr/>
            <p:nvPr/>
          </p:nvSpPr>
          <p:spPr>
            <a:xfrm rot="-5400000">
              <a:off x="10465630" y="3700526"/>
              <a:ext cx="1104739" cy="170474"/>
            </a:xfrm>
            <a:custGeom>
              <a:rect b="b" l="l" r="r" t="t"/>
              <a:pathLst>
                <a:path extrusionOk="0" h="3083" w="19979">
                  <a:moveTo>
                    <a:pt x="19905" y="0"/>
                  </a:moveTo>
                  <a:cubicBezTo>
                    <a:pt x="19903" y="0"/>
                    <a:pt x="19900" y="0"/>
                    <a:pt x="19898" y="0"/>
                  </a:cubicBezTo>
                  <a:cubicBezTo>
                    <a:pt x="13232" y="541"/>
                    <a:pt x="6608" y="1527"/>
                    <a:pt x="75" y="2958"/>
                  </a:cubicBezTo>
                  <a:cubicBezTo>
                    <a:pt x="1" y="2975"/>
                    <a:pt x="26" y="3082"/>
                    <a:pt x="95" y="3082"/>
                  </a:cubicBezTo>
                  <a:cubicBezTo>
                    <a:pt x="100" y="3082"/>
                    <a:pt x="105" y="3082"/>
                    <a:pt x="111" y="3080"/>
                  </a:cubicBezTo>
                  <a:cubicBezTo>
                    <a:pt x="6633" y="1652"/>
                    <a:pt x="13243" y="666"/>
                    <a:pt x="19898" y="126"/>
                  </a:cubicBezTo>
                  <a:cubicBezTo>
                    <a:pt x="19976" y="119"/>
                    <a:pt x="19978" y="0"/>
                    <a:pt x="1990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6" name="Google Shape;1096;p37"/>
            <p:cNvSpPr/>
            <p:nvPr/>
          </p:nvSpPr>
          <p:spPr>
            <a:xfrm rot="-5400000">
              <a:off x="10873569" y="4110842"/>
              <a:ext cx="111972" cy="523533"/>
            </a:xfrm>
            <a:custGeom>
              <a:rect b="b" l="l" r="r" t="t"/>
              <a:pathLst>
                <a:path extrusionOk="0" h="9468" w="2025">
                  <a:moveTo>
                    <a:pt x="324" y="0"/>
                  </a:moveTo>
                  <a:cubicBezTo>
                    <a:pt x="293" y="0"/>
                    <a:pt x="258" y="20"/>
                    <a:pt x="255" y="60"/>
                  </a:cubicBezTo>
                  <a:cubicBezTo>
                    <a:pt x="164" y="806"/>
                    <a:pt x="98" y="1552"/>
                    <a:pt x="67" y="2301"/>
                  </a:cubicBezTo>
                  <a:cubicBezTo>
                    <a:pt x="11" y="3583"/>
                    <a:pt x="0" y="4907"/>
                    <a:pt x="311" y="6158"/>
                  </a:cubicBezTo>
                  <a:cubicBezTo>
                    <a:pt x="610" y="7340"/>
                    <a:pt x="1150" y="8461"/>
                    <a:pt x="1879" y="9440"/>
                  </a:cubicBezTo>
                  <a:cubicBezTo>
                    <a:pt x="1893" y="9460"/>
                    <a:pt x="1913" y="9468"/>
                    <a:pt x="1932" y="9468"/>
                  </a:cubicBezTo>
                  <a:cubicBezTo>
                    <a:pt x="1979" y="9468"/>
                    <a:pt x="2025" y="9422"/>
                    <a:pt x="1990" y="9378"/>
                  </a:cubicBezTo>
                  <a:cubicBezTo>
                    <a:pt x="1053" y="8120"/>
                    <a:pt x="404" y="6604"/>
                    <a:pt x="241" y="5040"/>
                  </a:cubicBezTo>
                  <a:cubicBezTo>
                    <a:pt x="70" y="3392"/>
                    <a:pt x="185" y="1702"/>
                    <a:pt x="380" y="60"/>
                  </a:cubicBezTo>
                  <a:cubicBezTo>
                    <a:pt x="386" y="20"/>
                    <a:pt x="356" y="0"/>
                    <a:pt x="32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7" name="Google Shape;1097;p37"/>
            <p:cNvSpPr/>
            <p:nvPr/>
          </p:nvSpPr>
          <p:spPr>
            <a:xfrm rot="-5400000">
              <a:off x="10404197" y="2872815"/>
              <a:ext cx="704403" cy="174787"/>
            </a:xfrm>
            <a:custGeom>
              <a:rect b="b" l="l" r="r" t="t"/>
              <a:pathLst>
                <a:path extrusionOk="0" h="3161" w="12739">
                  <a:moveTo>
                    <a:pt x="0" y="0"/>
                  </a:moveTo>
                  <a:lnTo>
                    <a:pt x="861" y="1467"/>
                  </a:lnTo>
                  <a:lnTo>
                    <a:pt x="7136" y="2450"/>
                  </a:lnTo>
                  <a:lnTo>
                    <a:pt x="7916" y="1711"/>
                  </a:lnTo>
                  <a:lnTo>
                    <a:pt x="8133" y="2662"/>
                  </a:lnTo>
                  <a:lnTo>
                    <a:pt x="11390" y="3161"/>
                  </a:lnTo>
                  <a:cubicBezTo>
                    <a:pt x="12258" y="2788"/>
                    <a:pt x="12739" y="1282"/>
                    <a:pt x="12739" y="1282"/>
                  </a:cubicBezTo>
                  <a:cubicBezTo>
                    <a:pt x="7718" y="380"/>
                    <a:pt x="0" y="0"/>
                    <a:pt x="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8" name="Google Shape;1098;p37"/>
            <p:cNvSpPr/>
            <p:nvPr/>
          </p:nvSpPr>
          <p:spPr>
            <a:xfrm rot="-5400000">
              <a:off x="9351851" y="3265879"/>
              <a:ext cx="1836181" cy="586680"/>
            </a:xfrm>
            <a:custGeom>
              <a:rect b="b" l="l" r="r" t="t"/>
              <a:pathLst>
                <a:path extrusionOk="0" h="10610" w="33207">
                  <a:moveTo>
                    <a:pt x="1812" y="0"/>
                  </a:moveTo>
                  <a:cubicBezTo>
                    <a:pt x="1451" y="0"/>
                    <a:pt x="271" y="271"/>
                    <a:pt x="59" y="3769"/>
                  </a:cubicBezTo>
                  <a:cubicBezTo>
                    <a:pt x="0" y="4696"/>
                    <a:pt x="293" y="6111"/>
                    <a:pt x="227" y="6978"/>
                  </a:cubicBezTo>
                  <a:cubicBezTo>
                    <a:pt x="3781" y="7076"/>
                    <a:pt x="13478" y="7379"/>
                    <a:pt x="17499" y="8285"/>
                  </a:cubicBezTo>
                  <a:cubicBezTo>
                    <a:pt x="21907" y="9285"/>
                    <a:pt x="29788" y="9330"/>
                    <a:pt x="33206" y="10609"/>
                  </a:cubicBezTo>
                  <a:cubicBezTo>
                    <a:pt x="33123" y="10059"/>
                    <a:pt x="32447" y="8285"/>
                    <a:pt x="31053" y="6219"/>
                  </a:cubicBezTo>
                  <a:cubicBezTo>
                    <a:pt x="30210" y="4965"/>
                    <a:pt x="29432" y="4616"/>
                    <a:pt x="28237" y="4616"/>
                  </a:cubicBezTo>
                  <a:cubicBezTo>
                    <a:pt x="27689" y="4616"/>
                    <a:pt x="27053" y="4690"/>
                    <a:pt x="26283" y="4783"/>
                  </a:cubicBezTo>
                  <a:cubicBezTo>
                    <a:pt x="25825" y="4838"/>
                    <a:pt x="25259" y="4864"/>
                    <a:pt x="24611" y="4864"/>
                  </a:cubicBezTo>
                  <a:cubicBezTo>
                    <a:pt x="21793" y="4864"/>
                    <a:pt x="17423" y="4357"/>
                    <a:pt x="13614" y="3431"/>
                  </a:cubicBezTo>
                  <a:cubicBezTo>
                    <a:pt x="8927" y="2292"/>
                    <a:pt x="1917" y="9"/>
                    <a:pt x="1917" y="9"/>
                  </a:cubicBezTo>
                  <a:cubicBezTo>
                    <a:pt x="1917" y="9"/>
                    <a:pt x="1878" y="0"/>
                    <a:pt x="181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9" name="Google Shape;1099;p37"/>
            <p:cNvSpPr/>
            <p:nvPr/>
          </p:nvSpPr>
          <p:spPr>
            <a:xfrm rot="-5400000">
              <a:off x="10020367" y="3899449"/>
              <a:ext cx="251979" cy="141002"/>
            </a:xfrm>
            <a:custGeom>
              <a:rect b="b" l="l" r="r" t="t"/>
              <a:pathLst>
                <a:path extrusionOk="0" h="2550" w="4557">
                  <a:moveTo>
                    <a:pt x="86" y="1"/>
                  </a:moveTo>
                  <a:cubicBezTo>
                    <a:pt x="44" y="1"/>
                    <a:pt x="0" y="46"/>
                    <a:pt x="26" y="96"/>
                  </a:cubicBezTo>
                  <a:cubicBezTo>
                    <a:pt x="772" y="1637"/>
                    <a:pt x="2240" y="2550"/>
                    <a:pt x="3903" y="2550"/>
                  </a:cubicBezTo>
                  <a:cubicBezTo>
                    <a:pt x="4091" y="2550"/>
                    <a:pt x="4281" y="2538"/>
                    <a:pt x="4473" y="2514"/>
                  </a:cubicBezTo>
                  <a:cubicBezTo>
                    <a:pt x="4550" y="2504"/>
                    <a:pt x="4556" y="2385"/>
                    <a:pt x="4483" y="2385"/>
                  </a:cubicBezTo>
                  <a:cubicBezTo>
                    <a:pt x="4479" y="2385"/>
                    <a:pt x="4476" y="2385"/>
                    <a:pt x="4473" y="2386"/>
                  </a:cubicBezTo>
                  <a:cubicBezTo>
                    <a:pt x="4285" y="2409"/>
                    <a:pt x="4100" y="2420"/>
                    <a:pt x="3916" y="2420"/>
                  </a:cubicBezTo>
                  <a:cubicBezTo>
                    <a:pt x="2296" y="2420"/>
                    <a:pt x="864" y="1539"/>
                    <a:pt x="134" y="33"/>
                  </a:cubicBezTo>
                  <a:cubicBezTo>
                    <a:pt x="124" y="10"/>
                    <a:pt x="105" y="1"/>
                    <a:pt x="8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0" name="Google Shape;1100;p37"/>
            <p:cNvSpPr/>
            <p:nvPr/>
          </p:nvSpPr>
          <p:spPr>
            <a:xfrm rot="-5400000">
              <a:off x="10132948" y="4195941"/>
              <a:ext cx="78851" cy="371859"/>
            </a:xfrm>
            <a:custGeom>
              <a:rect b="b" l="l" r="r" t="t"/>
              <a:pathLst>
                <a:path extrusionOk="0" h="6725" w="1426">
                  <a:moveTo>
                    <a:pt x="1333" y="0"/>
                  </a:moveTo>
                  <a:cubicBezTo>
                    <a:pt x="1323" y="0"/>
                    <a:pt x="1312" y="3"/>
                    <a:pt x="1301" y="10"/>
                  </a:cubicBezTo>
                  <a:cubicBezTo>
                    <a:pt x="343" y="574"/>
                    <a:pt x="217" y="1787"/>
                    <a:pt x="123" y="2786"/>
                  </a:cubicBezTo>
                  <a:cubicBezTo>
                    <a:pt x="1" y="4075"/>
                    <a:pt x="15" y="5375"/>
                    <a:pt x="158" y="6665"/>
                  </a:cubicBezTo>
                  <a:cubicBezTo>
                    <a:pt x="161" y="6705"/>
                    <a:pt x="195" y="6725"/>
                    <a:pt x="227" y="6725"/>
                  </a:cubicBezTo>
                  <a:cubicBezTo>
                    <a:pt x="259" y="6725"/>
                    <a:pt x="288" y="6705"/>
                    <a:pt x="283" y="6665"/>
                  </a:cubicBezTo>
                  <a:cubicBezTo>
                    <a:pt x="154" y="5487"/>
                    <a:pt x="130" y="4299"/>
                    <a:pt x="221" y="3117"/>
                  </a:cubicBezTo>
                  <a:cubicBezTo>
                    <a:pt x="301" y="2083"/>
                    <a:pt x="364" y="709"/>
                    <a:pt x="1364" y="117"/>
                  </a:cubicBezTo>
                  <a:cubicBezTo>
                    <a:pt x="1425" y="82"/>
                    <a:pt x="1388" y="0"/>
                    <a:pt x="133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1" name="Google Shape;1101;p37"/>
            <p:cNvSpPr/>
            <p:nvPr/>
          </p:nvSpPr>
          <p:spPr>
            <a:xfrm rot="-5400000">
              <a:off x="9764877" y="3743656"/>
              <a:ext cx="1227051" cy="112415"/>
            </a:xfrm>
            <a:custGeom>
              <a:rect b="b" l="l" r="r" t="t"/>
              <a:pathLst>
                <a:path extrusionOk="0" h="2033" w="22191">
                  <a:moveTo>
                    <a:pt x="80" y="0"/>
                  </a:moveTo>
                  <a:cubicBezTo>
                    <a:pt x="1" y="0"/>
                    <a:pt x="2" y="126"/>
                    <a:pt x="84" y="126"/>
                  </a:cubicBezTo>
                  <a:cubicBezTo>
                    <a:pt x="1702" y="164"/>
                    <a:pt x="3321" y="223"/>
                    <a:pt x="4938" y="307"/>
                  </a:cubicBezTo>
                  <a:cubicBezTo>
                    <a:pt x="7795" y="450"/>
                    <a:pt x="10650" y="665"/>
                    <a:pt x="13496" y="951"/>
                  </a:cubicBezTo>
                  <a:cubicBezTo>
                    <a:pt x="16367" y="1241"/>
                    <a:pt x="19228" y="1599"/>
                    <a:pt x="22078" y="2032"/>
                  </a:cubicBezTo>
                  <a:cubicBezTo>
                    <a:pt x="22081" y="2032"/>
                    <a:pt x="22084" y="2032"/>
                    <a:pt x="22087" y="2032"/>
                  </a:cubicBezTo>
                  <a:cubicBezTo>
                    <a:pt x="22161" y="2032"/>
                    <a:pt x="22190" y="1919"/>
                    <a:pt x="22113" y="1910"/>
                  </a:cubicBezTo>
                  <a:cubicBezTo>
                    <a:pt x="20521" y="1669"/>
                    <a:pt x="18924" y="1450"/>
                    <a:pt x="17325" y="1251"/>
                  </a:cubicBezTo>
                  <a:cubicBezTo>
                    <a:pt x="14471" y="903"/>
                    <a:pt x="11607" y="623"/>
                    <a:pt x="8740" y="414"/>
                  </a:cubicBezTo>
                  <a:cubicBezTo>
                    <a:pt x="5858" y="202"/>
                    <a:pt x="2973" y="66"/>
                    <a:pt x="84" y="0"/>
                  </a:cubicBezTo>
                  <a:cubicBezTo>
                    <a:pt x="83" y="0"/>
                    <a:pt x="82" y="0"/>
                    <a:pt x="8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2" name="Google Shape;1102;p37"/>
            <p:cNvSpPr/>
            <p:nvPr/>
          </p:nvSpPr>
          <p:spPr>
            <a:xfrm rot="-5400000">
              <a:off x="10116027" y="3805614"/>
              <a:ext cx="1174189" cy="36274"/>
            </a:xfrm>
            <a:custGeom>
              <a:rect b="b" l="l" r="r" t="t"/>
              <a:pathLst>
                <a:path extrusionOk="0" h="656" w="21235">
                  <a:moveTo>
                    <a:pt x="9269" y="1"/>
                  </a:moveTo>
                  <a:cubicBezTo>
                    <a:pt x="6205" y="1"/>
                    <a:pt x="3141" y="106"/>
                    <a:pt x="83" y="313"/>
                  </a:cubicBezTo>
                  <a:cubicBezTo>
                    <a:pt x="6" y="321"/>
                    <a:pt x="0" y="439"/>
                    <a:pt x="76" y="439"/>
                  </a:cubicBezTo>
                  <a:cubicBezTo>
                    <a:pt x="79" y="439"/>
                    <a:pt x="81" y="439"/>
                    <a:pt x="83" y="439"/>
                  </a:cubicBezTo>
                  <a:cubicBezTo>
                    <a:pt x="1620" y="334"/>
                    <a:pt x="3161" y="258"/>
                    <a:pt x="4700" y="206"/>
                  </a:cubicBezTo>
                  <a:cubicBezTo>
                    <a:pt x="6216" y="154"/>
                    <a:pt x="7733" y="128"/>
                    <a:pt x="9250" y="128"/>
                  </a:cubicBezTo>
                  <a:cubicBezTo>
                    <a:pt x="13222" y="128"/>
                    <a:pt x="17196" y="305"/>
                    <a:pt x="21154" y="656"/>
                  </a:cubicBezTo>
                  <a:cubicBezTo>
                    <a:pt x="21156" y="656"/>
                    <a:pt x="21158" y="656"/>
                    <a:pt x="21160" y="656"/>
                  </a:cubicBezTo>
                  <a:cubicBezTo>
                    <a:pt x="21234" y="656"/>
                    <a:pt x="21232" y="533"/>
                    <a:pt x="21154" y="527"/>
                  </a:cubicBezTo>
                  <a:cubicBezTo>
                    <a:pt x="19618" y="390"/>
                    <a:pt x="18081" y="279"/>
                    <a:pt x="16544" y="199"/>
                  </a:cubicBezTo>
                  <a:cubicBezTo>
                    <a:pt x="14121" y="67"/>
                    <a:pt x="11695" y="1"/>
                    <a:pt x="926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3" name="Google Shape;1103;p37"/>
            <p:cNvSpPr/>
            <p:nvPr/>
          </p:nvSpPr>
          <p:spPr>
            <a:xfrm rot="-5400000">
              <a:off x="10026422" y="3193692"/>
              <a:ext cx="433900" cy="43628"/>
            </a:xfrm>
            <a:custGeom>
              <a:rect b="b" l="l" r="r" t="t"/>
              <a:pathLst>
                <a:path extrusionOk="0" h="789" w="7847">
                  <a:moveTo>
                    <a:pt x="71" y="1"/>
                  </a:moveTo>
                  <a:cubicBezTo>
                    <a:pt x="0" y="1"/>
                    <a:pt x="4" y="117"/>
                    <a:pt x="80" y="127"/>
                  </a:cubicBezTo>
                  <a:cubicBezTo>
                    <a:pt x="2631" y="468"/>
                    <a:pt x="5195" y="687"/>
                    <a:pt x="7767" y="788"/>
                  </a:cubicBezTo>
                  <a:cubicBezTo>
                    <a:pt x="7847" y="788"/>
                    <a:pt x="7847" y="663"/>
                    <a:pt x="7767" y="660"/>
                  </a:cubicBezTo>
                  <a:cubicBezTo>
                    <a:pt x="5195" y="562"/>
                    <a:pt x="2631" y="343"/>
                    <a:pt x="80" y="2"/>
                  </a:cubicBezTo>
                  <a:cubicBezTo>
                    <a:pt x="77" y="1"/>
                    <a:pt x="74" y="1"/>
                    <a:pt x="7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4" name="Google Shape;1104;p37"/>
            <p:cNvSpPr/>
            <p:nvPr/>
          </p:nvSpPr>
          <p:spPr>
            <a:xfrm rot="-5400000">
              <a:off x="10145583" y="2884427"/>
              <a:ext cx="692846" cy="163120"/>
            </a:xfrm>
            <a:custGeom>
              <a:rect b="b" l="l" r="r" t="t"/>
              <a:pathLst>
                <a:path extrusionOk="0" h="2950" w="12530">
                  <a:moveTo>
                    <a:pt x="2578" y="0"/>
                  </a:moveTo>
                  <a:lnTo>
                    <a:pt x="0" y="1014"/>
                  </a:lnTo>
                  <a:cubicBezTo>
                    <a:pt x="5329" y="1778"/>
                    <a:pt x="11880" y="2950"/>
                    <a:pt x="12485" y="2950"/>
                  </a:cubicBezTo>
                  <a:cubicBezTo>
                    <a:pt x="12514" y="2950"/>
                    <a:pt x="12530" y="2947"/>
                    <a:pt x="12530" y="2941"/>
                  </a:cubicBezTo>
                  <a:cubicBezTo>
                    <a:pt x="12530" y="2941"/>
                    <a:pt x="12439" y="1631"/>
                    <a:pt x="11735" y="1470"/>
                  </a:cubicBezTo>
                  <a:cubicBezTo>
                    <a:pt x="11031" y="1310"/>
                    <a:pt x="9132" y="815"/>
                    <a:pt x="9132" y="815"/>
                  </a:cubicBezTo>
                  <a:lnTo>
                    <a:pt x="8348" y="1470"/>
                  </a:lnTo>
                  <a:lnTo>
                    <a:pt x="8000" y="815"/>
                  </a:lnTo>
                  <a:lnTo>
                    <a:pt x="257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5" name="Google Shape;1105;p37"/>
            <p:cNvSpPr/>
            <p:nvPr/>
          </p:nvSpPr>
          <p:spPr>
            <a:xfrm rot="-5400000">
              <a:off x="10841691" y="2806129"/>
              <a:ext cx="181146" cy="166327"/>
            </a:xfrm>
            <a:custGeom>
              <a:rect b="b" l="l" r="r" t="t"/>
              <a:pathLst>
                <a:path extrusionOk="0" h="3008" w="3276">
                  <a:moveTo>
                    <a:pt x="79" y="1"/>
                  </a:moveTo>
                  <a:cubicBezTo>
                    <a:pt x="19" y="1"/>
                    <a:pt x="1" y="104"/>
                    <a:pt x="70" y="126"/>
                  </a:cubicBezTo>
                  <a:cubicBezTo>
                    <a:pt x="1379" y="579"/>
                    <a:pt x="3146" y="1287"/>
                    <a:pt x="3146" y="2945"/>
                  </a:cubicBezTo>
                  <a:cubicBezTo>
                    <a:pt x="3146" y="2987"/>
                    <a:pt x="3179" y="3008"/>
                    <a:pt x="3211" y="3008"/>
                  </a:cubicBezTo>
                  <a:cubicBezTo>
                    <a:pt x="3243" y="3008"/>
                    <a:pt x="3275" y="2987"/>
                    <a:pt x="3275" y="2945"/>
                  </a:cubicBezTo>
                  <a:cubicBezTo>
                    <a:pt x="3272" y="1224"/>
                    <a:pt x="1471" y="475"/>
                    <a:pt x="101" y="5"/>
                  </a:cubicBezTo>
                  <a:cubicBezTo>
                    <a:pt x="93" y="2"/>
                    <a:pt x="86" y="1"/>
                    <a:pt x="7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6" name="Google Shape;1106;p37"/>
            <p:cNvSpPr/>
            <p:nvPr/>
          </p:nvSpPr>
          <p:spPr>
            <a:xfrm rot="-5400000">
              <a:off x="10843295" y="5636459"/>
              <a:ext cx="171746" cy="249823"/>
            </a:xfrm>
            <a:custGeom>
              <a:rect b="b" l="l" r="r" t="t"/>
              <a:pathLst>
                <a:path extrusionOk="0" h="4518" w="3106">
                  <a:moveTo>
                    <a:pt x="1615" y="0"/>
                  </a:moveTo>
                  <a:cubicBezTo>
                    <a:pt x="1275" y="0"/>
                    <a:pt x="1145" y="17"/>
                    <a:pt x="820" y="17"/>
                  </a:cubicBezTo>
                  <a:lnTo>
                    <a:pt x="1" y="17"/>
                  </a:lnTo>
                  <a:lnTo>
                    <a:pt x="1" y="4387"/>
                  </a:lnTo>
                  <a:cubicBezTo>
                    <a:pt x="1" y="4387"/>
                    <a:pt x="196" y="4499"/>
                    <a:pt x="482" y="4516"/>
                  </a:cubicBezTo>
                  <a:cubicBezTo>
                    <a:pt x="502" y="4517"/>
                    <a:pt x="523" y="4518"/>
                    <a:pt x="545" y="4518"/>
                  </a:cubicBezTo>
                  <a:cubicBezTo>
                    <a:pt x="1011" y="4518"/>
                    <a:pt x="1682" y="4249"/>
                    <a:pt x="2169" y="2916"/>
                  </a:cubicBezTo>
                  <a:cubicBezTo>
                    <a:pt x="2169" y="2916"/>
                    <a:pt x="3026" y="2630"/>
                    <a:pt x="3067" y="1895"/>
                  </a:cubicBezTo>
                  <a:cubicBezTo>
                    <a:pt x="3105" y="1160"/>
                    <a:pt x="2169" y="795"/>
                    <a:pt x="2169" y="795"/>
                  </a:cubicBezTo>
                  <a:cubicBezTo>
                    <a:pt x="2169" y="795"/>
                    <a:pt x="2333" y="328"/>
                    <a:pt x="2637" y="328"/>
                  </a:cubicBezTo>
                  <a:cubicBezTo>
                    <a:pt x="2670" y="328"/>
                    <a:pt x="2704" y="333"/>
                    <a:pt x="2740" y="345"/>
                  </a:cubicBezTo>
                  <a:cubicBezTo>
                    <a:pt x="2740" y="345"/>
                    <a:pt x="2719" y="31"/>
                    <a:pt x="2332" y="17"/>
                  </a:cubicBezTo>
                  <a:cubicBezTo>
                    <a:pt x="2007" y="5"/>
                    <a:pt x="1784" y="0"/>
                    <a:pt x="161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7" name="Google Shape;1107;p37"/>
            <p:cNvSpPr/>
            <p:nvPr/>
          </p:nvSpPr>
          <p:spPr>
            <a:xfrm rot="-5400000">
              <a:off x="10916284" y="5709503"/>
              <a:ext cx="26652" cy="248827"/>
            </a:xfrm>
            <a:custGeom>
              <a:rect b="b" l="l" r="r" t="t"/>
              <a:pathLst>
                <a:path extrusionOk="0" h="4500" w="482">
                  <a:moveTo>
                    <a:pt x="1" y="0"/>
                  </a:moveTo>
                  <a:lnTo>
                    <a:pt x="1" y="4370"/>
                  </a:lnTo>
                  <a:cubicBezTo>
                    <a:pt x="1" y="4370"/>
                    <a:pt x="196" y="4482"/>
                    <a:pt x="482" y="4499"/>
                  </a:cubicBezTo>
                  <a:lnTo>
                    <a:pt x="48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8" name="Google Shape;1108;p37"/>
            <p:cNvSpPr/>
            <p:nvPr/>
          </p:nvSpPr>
          <p:spPr>
            <a:xfrm rot="-5400000">
              <a:off x="10787972" y="5767923"/>
              <a:ext cx="87974" cy="55184"/>
            </a:xfrm>
            <a:custGeom>
              <a:rect b="b" l="l" r="r" t="t"/>
              <a:pathLst>
                <a:path extrusionOk="0" h="998" w="1591">
                  <a:moveTo>
                    <a:pt x="1507" y="1"/>
                  </a:moveTo>
                  <a:cubicBezTo>
                    <a:pt x="1488" y="1"/>
                    <a:pt x="1469" y="9"/>
                    <a:pt x="1457" y="29"/>
                  </a:cubicBezTo>
                  <a:cubicBezTo>
                    <a:pt x="1160" y="517"/>
                    <a:pt x="652" y="835"/>
                    <a:pt x="80" y="877"/>
                  </a:cubicBezTo>
                  <a:cubicBezTo>
                    <a:pt x="2" y="880"/>
                    <a:pt x="1" y="998"/>
                    <a:pt x="76" y="998"/>
                  </a:cubicBezTo>
                  <a:cubicBezTo>
                    <a:pt x="77" y="998"/>
                    <a:pt x="79" y="998"/>
                    <a:pt x="80" y="998"/>
                  </a:cubicBezTo>
                  <a:cubicBezTo>
                    <a:pt x="694" y="953"/>
                    <a:pt x="1244" y="618"/>
                    <a:pt x="1561" y="92"/>
                  </a:cubicBezTo>
                  <a:cubicBezTo>
                    <a:pt x="1590" y="44"/>
                    <a:pt x="1549" y="1"/>
                    <a:pt x="15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9" name="Google Shape;1109;p37"/>
            <p:cNvSpPr/>
            <p:nvPr/>
          </p:nvSpPr>
          <p:spPr>
            <a:xfrm rot="-5400000">
              <a:off x="10844539" y="4573772"/>
              <a:ext cx="37490" cy="161074"/>
            </a:xfrm>
            <a:custGeom>
              <a:rect b="b" l="l" r="r" t="t"/>
              <a:pathLst>
                <a:path extrusionOk="0" h="2913" w="678">
                  <a:moveTo>
                    <a:pt x="433" y="0"/>
                  </a:moveTo>
                  <a:cubicBezTo>
                    <a:pt x="396" y="0"/>
                    <a:pt x="358" y="19"/>
                    <a:pt x="341" y="62"/>
                  </a:cubicBezTo>
                  <a:cubicBezTo>
                    <a:pt x="0" y="975"/>
                    <a:pt x="52" y="1992"/>
                    <a:pt x="484" y="2866"/>
                  </a:cubicBezTo>
                  <a:cubicBezTo>
                    <a:pt x="500" y="2899"/>
                    <a:pt x="526" y="2912"/>
                    <a:pt x="553" y="2912"/>
                  </a:cubicBezTo>
                  <a:cubicBezTo>
                    <a:pt x="613" y="2912"/>
                    <a:pt x="677" y="2845"/>
                    <a:pt x="641" y="2773"/>
                  </a:cubicBezTo>
                  <a:cubicBezTo>
                    <a:pt x="234" y="1940"/>
                    <a:pt x="195" y="978"/>
                    <a:pt x="519" y="110"/>
                  </a:cubicBezTo>
                  <a:cubicBezTo>
                    <a:pt x="544" y="43"/>
                    <a:pt x="489" y="0"/>
                    <a:pt x="43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0" name="Google Shape;1110;p37"/>
            <p:cNvSpPr/>
            <p:nvPr/>
          </p:nvSpPr>
          <p:spPr>
            <a:xfrm rot="-5400000">
              <a:off x="10542214" y="3120647"/>
              <a:ext cx="1152790" cy="534371"/>
            </a:xfrm>
            <a:custGeom>
              <a:rect b="b" l="l" r="r" t="t"/>
              <a:pathLst>
                <a:path extrusionOk="0" h="9664" w="20848">
                  <a:moveTo>
                    <a:pt x="14441" y="0"/>
                  </a:moveTo>
                  <a:cubicBezTo>
                    <a:pt x="14419" y="0"/>
                    <a:pt x="14408" y="0"/>
                    <a:pt x="14408" y="0"/>
                  </a:cubicBezTo>
                  <a:lnTo>
                    <a:pt x="7781" y="3387"/>
                  </a:lnTo>
                  <a:lnTo>
                    <a:pt x="2425" y="695"/>
                  </a:lnTo>
                  <a:lnTo>
                    <a:pt x="0" y="2614"/>
                  </a:lnTo>
                  <a:cubicBezTo>
                    <a:pt x="0" y="2614"/>
                    <a:pt x="3115" y="6834"/>
                    <a:pt x="5739" y="8747"/>
                  </a:cubicBezTo>
                  <a:cubicBezTo>
                    <a:pt x="6505" y="9303"/>
                    <a:pt x="7233" y="9663"/>
                    <a:pt x="7824" y="9663"/>
                  </a:cubicBezTo>
                  <a:cubicBezTo>
                    <a:pt x="7892" y="9663"/>
                    <a:pt x="7957" y="9659"/>
                    <a:pt x="8021" y="9649"/>
                  </a:cubicBezTo>
                  <a:cubicBezTo>
                    <a:pt x="8575" y="9569"/>
                    <a:pt x="9279" y="9356"/>
                    <a:pt x="10074" y="9057"/>
                  </a:cubicBezTo>
                  <a:cubicBezTo>
                    <a:pt x="14276" y="7475"/>
                    <a:pt x="20847" y="3656"/>
                    <a:pt x="20847" y="3656"/>
                  </a:cubicBezTo>
                  <a:cubicBezTo>
                    <a:pt x="18639" y="94"/>
                    <a:pt x="14836" y="0"/>
                    <a:pt x="1444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1" name="Google Shape;1111;p37"/>
            <p:cNvSpPr/>
            <p:nvPr/>
          </p:nvSpPr>
          <p:spPr>
            <a:xfrm rot="-5400000">
              <a:off x="11222370" y="3483520"/>
              <a:ext cx="239759" cy="87090"/>
            </a:xfrm>
            <a:custGeom>
              <a:rect b="b" l="l" r="r" t="t"/>
              <a:pathLst>
                <a:path extrusionOk="0" h="1575" w="4336">
                  <a:moveTo>
                    <a:pt x="1843" y="0"/>
                  </a:moveTo>
                  <a:cubicBezTo>
                    <a:pt x="1255" y="0"/>
                    <a:pt x="625" y="177"/>
                    <a:pt x="1" y="658"/>
                  </a:cubicBezTo>
                  <a:cubicBezTo>
                    <a:pt x="767" y="1214"/>
                    <a:pt x="1495" y="1574"/>
                    <a:pt x="2086" y="1574"/>
                  </a:cubicBezTo>
                  <a:cubicBezTo>
                    <a:pt x="2154" y="1574"/>
                    <a:pt x="2219" y="1570"/>
                    <a:pt x="2283" y="1560"/>
                  </a:cubicBezTo>
                  <a:cubicBezTo>
                    <a:pt x="2837" y="1480"/>
                    <a:pt x="3541" y="1267"/>
                    <a:pt x="4336" y="968"/>
                  </a:cubicBezTo>
                  <a:cubicBezTo>
                    <a:pt x="3827" y="573"/>
                    <a:pt x="2903" y="0"/>
                    <a:pt x="184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2" name="Google Shape;1112;p37"/>
            <p:cNvSpPr/>
            <p:nvPr/>
          </p:nvSpPr>
          <p:spPr>
            <a:xfrm rot="-5400000">
              <a:off x="10985320" y="3888335"/>
              <a:ext cx="21067" cy="21012"/>
            </a:xfrm>
            <a:custGeom>
              <a:rect b="b" l="l" r="r" t="t"/>
              <a:pathLst>
                <a:path extrusionOk="0" h="380" w="381">
                  <a:moveTo>
                    <a:pt x="189" y="0"/>
                  </a:moveTo>
                  <a:cubicBezTo>
                    <a:pt x="84" y="0"/>
                    <a:pt x="1" y="87"/>
                    <a:pt x="1" y="192"/>
                  </a:cubicBezTo>
                  <a:cubicBezTo>
                    <a:pt x="1" y="296"/>
                    <a:pt x="84" y="380"/>
                    <a:pt x="189" y="380"/>
                  </a:cubicBezTo>
                  <a:cubicBezTo>
                    <a:pt x="294" y="380"/>
                    <a:pt x="381" y="296"/>
                    <a:pt x="381" y="192"/>
                  </a:cubicBezTo>
                  <a:cubicBezTo>
                    <a:pt x="381" y="87"/>
                    <a:pt x="294" y="0"/>
                    <a:pt x="18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3" name="Google Shape;1113;p37"/>
            <p:cNvSpPr/>
            <p:nvPr/>
          </p:nvSpPr>
          <p:spPr>
            <a:xfrm rot="-5400000">
              <a:off x="10791788" y="3822479"/>
              <a:ext cx="192924" cy="236220"/>
            </a:xfrm>
            <a:custGeom>
              <a:rect b="b" l="l" r="r" t="t"/>
              <a:pathLst>
                <a:path extrusionOk="0" h="4272" w="3489">
                  <a:moveTo>
                    <a:pt x="2670" y="0"/>
                  </a:moveTo>
                  <a:cubicBezTo>
                    <a:pt x="2413" y="0"/>
                    <a:pt x="2501" y="1150"/>
                    <a:pt x="2501" y="1150"/>
                  </a:cubicBezTo>
                  <a:lnTo>
                    <a:pt x="1975" y="934"/>
                  </a:lnTo>
                  <a:cubicBezTo>
                    <a:pt x="1965" y="934"/>
                    <a:pt x="1954" y="934"/>
                    <a:pt x="1944" y="934"/>
                  </a:cubicBezTo>
                  <a:cubicBezTo>
                    <a:pt x="1133" y="934"/>
                    <a:pt x="485" y="1481"/>
                    <a:pt x="0" y="2568"/>
                  </a:cubicBezTo>
                  <a:lnTo>
                    <a:pt x="1387" y="4272"/>
                  </a:lnTo>
                  <a:lnTo>
                    <a:pt x="3488" y="2258"/>
                  </a:lnTo>
                  <a:cubicBezTo>
                    <a:pt x="3488" y="2258"/>
                    <a:pt x="3125" y="328"/>
                    <a:pt x="2760" y="39"/>
                  </a:cubicBezTo>
                  <a:cubicBezTo>
                    <a:pt x="2726" y="12"/>
                    <a:pt x="2696" y="0"/>
                    <a:pt x="2670" y="0"/>
                  </a:cubicBezTo>
                  <a:close/>
                </a:path>
              </a:pathLst>
            </a:custGeom>
            <a:solidFill>
              <a:srgbClr val="E878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4" name="Google Shape;1114;p37"/>
            <p:cNvSpPr/>
            <p:nvPr/>
          </p:nvSpPr>
          <p:spPr>
            <a:xfrm rot="-5400000">
              <a:off x="10813850" y="3905863"/>
              <a:ext cx="147472" cy="152393"/>
            </a:xfrm>
            <a:custGeom>
              <a:rect b="b" l="l" r="r" t="t"/>
              <a:pathLst>
                <a:path extrusionOk="0" h="2756" w="2667">
                  <a:moveTo>
                    <a:pt x="2584" y="0"/>
                  </a:moveTo>
                  <a:cubicBezTo>
                    <a:pt x="1111" y="0"/>
                    <a:pt x="300" y="1409"/>
                    <a:pt x="11" y="2680"/>
                  </a:cubicBezTo>
                  <a:cubicBezTo>
                    <a:pt x="1" y="2726"/>
                    <a:pt x="39" y="2755"/>
                    <a:pt x="75" y="2755"/>
                  </a:cubicBezTo>
                  <a:cubicBezTo>
                    <a:pt x="99" y="2755"/>
                    <a:pt x="123" y="2742"/>
                    <a:pt x="130" y="2711"/>
                  </a:cubicBezTo>
                  <a:cubicBezTo>
                    <a:pt x="405" y="1500"/>
                    <a:pt x="1166" y="122"/>
                    <a:pt x="2583" y="122"/>
                  </a:cubicBezTo>
                  <a:cubicBezTo>
                    <a:pt x="2585" y="122"/>
                    <a:pt x="2587" y="122"/>
                    <a:pt x="2589" y="122"/>
                  </a:cubicBezTo>
                  <a:cubicBezTo>
                    <a:pt x="2590" y="122"/>
                    <a:pt x="2591" y="122"/>
                    <a:pt x="2592" y="122"/>
                  </a:cubicBezTo>
                  <a:cubicBezTo>
                    <a:pt x="2666" y="122"/>
                    <a:pt x="2665" y="0"/>
                    <a:pt x="2589" y="0"/>
                  </a:cubicBezTo>
                  <a:cubicBezTo>
                    <a:pt x="2588" y="0"/>
                    <a:pt x="2586" y="0"/>
                    <a:pt x="258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5" name="Google Shape;1115;p37"/>
            <p:cNvSpPr/>
            <p:nvPr/>
          </p:nvSpPr>
          <p:spPr>
            <a:xfrm rot="-5400000">
              <a:off x="10765744" y="3239946"/>
              <a:ext cx="365942" cy="221456"/>
            </a:xfrm>
            <a:custGeom>
              <a:rect b="b" l="l" r="r" t="t"/>
              <a:pathLst>
                <a:path extrusionOk="0" h="4005" w="6618">
                  <a:moveTo>
                    <a:pt x="6531" y="1"/>
                  </a:moveTo>
                  <a:cubicBezTo>
                    <a:pt x="6521" y="1"/>
                    <a:pt x="6510" y="4"/>
                    <a:pt x="6499" y="10"/>
                  </a:cubicBezTo>
                  <a:cubicBezTo>
                    <a:pt x="4346" y="1293"/>
                    <a:pt x="2213" y="2610"/>
                    <a:pt x="56" y="3889"/>
                  </a:cubicBezTo>
                  <a:cubicBezTo>
                    <a:pt x="0" y="3924"/>
                    <a:pt x="37" y="4005"/>
                    <a:pt x="90" y="4005"/>
                  </a:cubicBezTo>
                  <a:cubicBezTo>
                    <a:pt x="99" y="4005"/>
                    <a:pt x="109" y="4002"/>
                    <a:pt x="119" y="3997"/>
                  </a:cubicBezTo>
                  <a:cubicBezTo>
                    <a:pt x="2273" y="2715"/>
                    <a:pt x="4408" y="1397"/>
                    <a:pt x="6562" y="115"/>
                  </a:cubicBezTo>
                  <a:cubicBezTo>
                    <a:pt x="6617" y="82"/>
                    <a:pt x="6584" y="1"/>
                    <a:pt x="653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6" name="Google Shape;1116;p37"/>
            <p:cNvSpPr/>
            <p:nvPr/>
          </p:nvSpPr>
          <p:spPr>
            <a:xfrm rot="-5400000">
              <a:off x="10812468" y="3600746"/>
              <a:ext cx="324139" cy="169700"/>
            </a:xfrm>
            <a:custGeom>
              <a:rect b="b" l="l" r="r" t="t"/>
              <a:pathLst>
                <a:path extrusionOk="0" h="3069" w="5862">
                  <a:moveTo>
                    <a:pt x="89" y="1"/>
                  </a:moveTo>
                  <a:cubicBezTo>
                    <a:pt x="36" y="1"/>
                    <a:pt x="0" y="81"/>
                    <a:pt x="59" y="114"/>
                  </a:cubicBezTo>
                  <a:cubicBezTo>
                    <a:pt x="1930" y="1138"/>
                    <a:pt x="3822" y="2121"/>
                    <a:pt x="5735" y="3062"/>
                  </a:cubicBezTo>
                  <a:cubicBezTo>
                    <a:pt x="5745" y="3066"/>
                    <a:pt x="5755" y="3068"/>
                    <a:pt x="5764" y="3068"/>
                  </a:cubicBezTo>
                  <a:cubicBezTo>
                    <a:pt x="5823" y="3068"/>
                    <a:pt x="5861" y="2983"/>
                    <a:pt x="5798" y="2954"/>
                  </a:cubicBezTo>
                  <a:cubicBezTo>
                    <a:pt x="3885" y="2016"/>
                    <a:pt x="1990" y="1034"/>
                    <a:pt x="118" y="9"/>
                  </a:cubicBezTo>
                  <a:cubicBezTo>
                    <a:pt x="108" y="3"/>
                    <a:pt x="98" y="1"/>
                    <a:pt x="8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7" name="Google Shape;1117;p37"/>
            <p:cNvSpPr/>
            <p:nvPr/>
          </p:nvSpPr>
          <p:spPr>
            <a:xfrm rot="-5400000">
              <a:off x="11097901" y="3448021"/>
              <a:ext cx="42190" cy="126626"/>
            </a:xfrm>
            <a:custGeom>
              <a:rect b="b" l="l" r="r" t="t"/>
              <a:pathLst>
                <a:path extrusionOk="0" h="2290" w="763">
                  <a:moveTo>
                    <a:pt x="74" y="1"/>
                  </a:moveTo>
                  <a:cubicBezTo>
                    <a:pt x="37" y="1"/>
                    <a:pt x="0" y="29"/>
                    <a:pt x="17" y="74"/>
                  </a:cubicBezTo>
                  <a:cubicBezTo>
                    <a:pt x="268" y="785"/>
                    <a:pt x="474" y="1509"/>
                    <a:pt x="634" y="2244"/>
                  </a:cubicBezTo>
                  <a:cubicBezTo>
                    <a:pt x="641" y="2276"/>
                    <a:pt x="664" y="2290"/>
                    <a:pt x="688" y="2290"/>
                  </a:cubicBezTo>
                  <a:cubicBezTo>
                    <a:pt x="724" y="2290"/>
                    <a:pt x="763" y="2259"/>
                    <a:pt x="752" y="2213"/>
                  </a:cubicBezTo>
                  <a:cubicBezTo>
                    <a:pt x="592" y="1478"/>
                    <a:pt x="387" y="753"/>
                    <a:pt x="136" y="42"/>
                  </a:cubicBezTo>
                  <a:cubicBezTo>
                    <a:pt x="124" y="13"/>
                    <a:pt x="99" y="1"/>
                    <a:pt x="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8" name="Google Shape;1118;p37"/>
            <p:cNvSpPr/>
            <p:nvPr/>
          </p:nvSpPr>
          <p:spPr>
            <a:xfrm rot="-5400000">
              <a:off x="11048854" y="3470747"/>
              <a:ext cx="63645" cy="54742"/>
            </a:xfrm>
            <a:custGeom>
              <a:rect b="b" l="l" r="r" t="t"/>
              <a:pathLst>
                <a:path extrusionOk="0" h="990" w="1151">
                  <a:moveTo>
                    <a:pt x="83" y="1"/>
                  </a:moveTo>
                  <a:cubicBezTo>
                    <a:pt x="34" y="1"/>
                    <a:pt x="1" y="79"/>
                    <a:pt x="56" y="117"/>
                  </a:cubicBezTo>
                  <a:cubicBezTo>
                    <a:pt x="408" y="371"/>
                    <a:pt x="728" y="653"/>
                    <a:pt x="1024" y="970"/>
                  </a:cubicBezTo>
                  <a:cubicBezTo>
                    <a:pt x="1036" y="984"/>
                    <a:pt x="1051" y="990"/>
                    <a:pt x="1065" y="990"/>
                  </a:cubicBezTo>
                  <a:cubicBezTo>
                    <a:pt x="1110" y="990"/>
                    <a:pt x="1150" y="928"/>
                    <a:pt x="1108" y="883"/>
                  </a:cubicBezTo>
                  <a:cubicBezTo>
                    <a:pt x="808" y="559"/>
                    <a:pt x="477" y="270"/>
                    <a:pt x="115" y="12"/>
                  </a:cubicBezTo>
                  <a:cubicBezTo>
                    <a:pt x="104" y="4"/>
                    <a:pt x="93" y="1"/>
                    <a:pt x="8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9" name="Google Shape;1119;p37"/>
            <p:cNvSpPr/>
            <p:nvPr/>
          </p:nvSpPr>
          <p:spPr>
            <a:xfrm rot="-5400000">
              <a:off x="10920044" y="3785514"/>
              <a:ext cx="140726" cy="133869"/>
            </a:xfrm>
            <a:custGeom>
              <a:rect b="b" l="l" r="r" t="t"/>
              <a:pathLst>
                <a:path extrusionOk="0" h="2421" w="2545">
                  <a:moveTo>
                    <a:pt x="2459" y="0"/>
                  </a:moveTo>
                  <a:cubicBezTo>
                    <a:pt x="2440" y="0"/>
                    <a:pt x="2421" y="8"/>
                    <a:pt x="2408" y="29"/>
                  </a:cubicBezTo>
                  <a:cubicBezTo>
                    <a:pt x="1833" y="976"/>
                    <a:pt x="1025" y="1761"/>
                    <a:pt x="59" y="2304"/>
                  </a:cubicBezTo>
                  <a:cubicBezTo>
                    <a:pt x="0" y="2340"/>
                    <a:pt x="36" y="2420"/>
                    <a:pt x="91" y="2420"/>
                  </a:cubicBezTo>
                  <a:cubicBezTo>
                    <a:pt x="101" y="2420"/>
                    <a:pt x="111" y="2418"/>
                    <a:pt x="122" y="2412"/>
                  </a:cubicBezTo>
                  <a:cubicBezTo>
                    <a:pt x="1104" y="1854"/>
                    <a:pt x="1927" y="1057"/>
                    <a:pt x="2516" y="91"/>
                  </a:cubicBezTo>
                  <a:cubicBezTo>
                    <a:pt x="2545" y="43"/>
                    <a:pt x="2502" y="0"/>
                    <a:pt x="245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0" name="Google Shape;1120;p37"/>
            <p:cNvSpPr/>
            <p:nvPr/>
          </p:nvSpPr>
          <p:spPr>
            <a:xfrm rot="-5400000">
              <a:off x="10920819" y="3822893"/>
              <a:ext cx="57728" cy="47443"/>
            </a:xfrm>
            <a:custGeom>
              <a:rect b="b" l="l" r="r" t="t"/>
              <a:pathLst>
                <a:path extrusionOk="0" h="858" w="1044">
                  <a:moveTo>
                    <a:pt x="94" y="1"/>
                  </a:moveTo>
                  <a:cubicBezTo>
                    <a:pt x="44" y="1"/>
                    <a:pt x="0" y="61"/>
                    <a:pt x="47" y="102"/>
                  </a:cubicBezTo>
                  <a:cubicBezTo>
                    <a:pt x="47" y="102"/>
                    <a:pt x="47" y="102"/>
                    <a:pt x="47" y="102"/>
                  </a:cubicBezTo>
                  <a:lnTo>
                    <a:pt x="47" y="102"/>
                  </a:lnTo>
                  <a:cubicBezTo>
                    <a:pt x="48" y="103"/>
                    <a:pt x="49" y="104"/>
                    <a:pt x="50" y="105"/>
                  </a:cubicBezTo>
                  <a:lnTo>
                    <a:pt x="50" y="105"/>
                  </a:lnTo>
                  <a:cubicBezTo>
                    <a:pt x="348" y="337"/>
                    <a:pt x="633" y="587"/>
                    <a:pt x="911" y="841"/>
                  </a:cubicBezTo>
                  <a:cubicBezTo>
                    <a:pt x="924" y="853"/>
                    <a:pt x="939" y="858"/>
                    <a:pt x="953" y="858"/>
                  </a:cubicBezTo>
                  <a:cubicBezTo>
                    <a:pt x="1002" y="858"/>
                    <a:pt x="1044" y="797"/>
                    <a:pt x="998" y="754"/>
                  </a:cubicBezTo>
                  <a:cubicBezTo>
                    <a:pt x="725" y="505"/>
                    <a:pt x="441" y="259"/>
                    <a:pt x="151" y="29"/>
                  </a:cubicBezTo>
                  <a:lnTo>
                    <a:pt x="151" y="29"/>
                  </a:lnTo>
                  <a:cubicBezTo>
                    <a:pt x="149" y="27"/>
                    <a:pt x="147" y="25"/>
                    <a:pt x="144" y="22"/>
                  </a:cubicBezTo>
                  <a:cubicBezTo>
                    <a:pt x="141" y="20"/>
                    <a:pt x="139" y="19"/>
                    <a:pt x="136" y="18"/>
                  </a:cubicBezTo>
                  <a:lnTo>
                    <a:pt x="136" y="18"/>
                  </a:lnTo>
                  <a:cubicBezTo>
                    <a:pt x="135" y="17"/>
                    <a:pt x="135" y="16"/>
                    <a:pt x="134" y="16"/>
                  </a:cubicBezTo>
                  <a:cubicBezTo>
                    <a:pt x="121" y="5"/>
                    <a:pt x="107" y="1"/>
                    <a:pt x="9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1" name="Google Shape;1121;p37"/>
            <p:cNvSpPr/>
            <p:nvPr/>
          </p:nvSpPr>
          <p:spPr>
            <a:xfrm rot="-5400000">
              <a:off x="11008903" y="3871221"/>
              <a:ext cx="82002" cy="97043"/>
            </a:xfrm>
            <a:custGeom>
              <a:rect b="b" l="l" r="r" t="t"/>
              <a:pathLst>
                <a:path extrusionOk="0" h="1755" w="1483">
                  <a:moveTo>
                    <a:pt x="86" y="1"/>
                  </a:moveTo>
                  <a:cubicBezTo>
                    <a:pt x="43" y="1"/>
                    <a:pt x="1" y="62"/>
                    <a:pt x="38" y="107"/>
                  </a:cubicBezTo>
                  <a:cubicBezTo>
                    <a:pt x="477" y="651"/>
                    <a:pt x="920" y="1191"/>
                    <a:pt x="1359" y="1735"/>
                  </a:cubicBezTo>
                  <a:cubicBezTo>
                    <a:pt x="1370" y="1749"/>
                    <a:pt x="1384" y="1755"/>
                    <a:pt x="1397" y="1755"/>
                  </a:cubicBezTo>
                  <a:cubicBezTo>
                    <a:pt x="1441" y="1755"/>
                    <a:pt x="1483" y="1693"/>
                    <a:pt x="1446" y="1648"/>
                  </a:cubicBezTo>
                  <a:cubicBezTo>
                    <a:pt x="1007" y="1104"/>
                    <a:pt x="564" y="564"/>
                    <a:pt x="125" y="20"/>
                  </a:cubicBezTo>
                  <a:cubicBezTo>
                    <a:pt x="114" y="6"/>
                    <a:pt x="100" y="1"/>
                    <a:pt x="8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22" name="Google Shape;1122;p37"/>
          <p:cNvSpPr/>
          <p:nvPr/>
        </p:nvSpPr>
        <p:spPr>
          <a:xfrm rot="-451049">
            <a:off x="6050127" y="1381845"/>
            <a:ext cx="2449917" cy="1212461"/>
          </a:xfrm>
          <a:custGeom>
            <a:rect b="b" l="l" r="r" t="t"/>
            <a:pathLst>
              <a:path extrusionOk="0" h="31882" w="64426">
                <a:moveTo>
                  <a:pt x="42385" y="2987"/>
                </a:moveTo>
                <a:cubicBezTo>
                  <a:pt x="37964" y="2270"/>
                  <a:pt x="31154" y="359"/>
                  <a:pt x="25897" y="120"/>
                </a:cubicBezTo>
                <a:cubicBezTo>
                  <a:pt x="20640" y="-119"/>
                  <a:pt x="14786" y="657"/>
                  <a:pt x="10843" y="1553"/>
                </a:cubicBezTo>
                <a:cubicBezTo>
                  <a:pt x="6900" y="2449"/>
                  <a:pt x="4032" y="3704"/>
                  <a:pt x="2240" y="5496"/>
                </a:cubicBezTo>
                <a:cubicBezTo>
                  <a:pt x="448" y="7288"/>
                  <a:pt x="-89" y="9678"/>
                  <a:pt x="90" y="12306"/>
                </a:cubicBezTo>
                <a:cubicBezTo>
                  <a:pt x="269" y="14935"/>
                  <a:pt x="90" y="18459"/>
                  <a:pt x="3316" y="21267"/>
                </a:cubicBezTo>
                <a:cubicBezTo>
                  <a:pt x="6542" y="24075"/>
                  <a:pt x="12754" y="27421"/>
                  <a:pt x="19445" y="29153"/>
                </a:cubicBezTo>
                <a:cubicBezTo>
                  <a:pt x="26136" y="30886"/>
                  <a:pt x="36471" y="32379"/>
                  <a:pt x="43460" y="31662"/>
                </a:cubicBezTo>
                <a:cubicBezTo>
                  <a:pt x="50450" y="30945"/>
                  <a:pt x="58037" y="28017"/>
                  <a:pt x="61382" y="24851"/>
                </a:cubicBezTo>
                <a:cubicBezTo>
                  <a:pt x="64727" y="21685"/>
                  <a:pt x="65026" y="16070"/>
                  <a:pt x="63532" y="12665"/>
                </a:cubicBezTo>
                <a:cubicBezTo>
                  <a:pt x="62039" y="9260"/>
                  <a:pt x="55946" y="6034"/>
                  <a:pt x="52421" y="4421"/>
                </a:cubicBezTo>
                <a:cubicBezTo>
                  <a:pt x="48897" y="2808"/>
                  <a:pt x="46806" y="3704"/>
                  <a:pt x="42385" y="2987"/>
                </a:cubicBezTo>
                <a:close/>
              </a:path>
            </a:pathLst>
          </a:custGeom>
          <a:solidFill>
            <a:srgbClr val="C7CAEA">
              <a:alpha val="52090"/>
            </a:srgbClr>
          </a:solidFill>
          <a:ln>
            <a:noFill/>
          </a:ln>
        </p:spPr>
      </p:sp>
      <p:sp>
        <p:nvSpPr>
          <p:cNvPr id="1123" name="Google Shape;1123;p37"/>
          <p:cNvSpPr/>
          <p:nvPr/>
        </p:nvSpPr>
        <p:spPr>
          <a:xfrm flipH="1" rot="-10348951">
            <a:off x="3342102" y="2841970"/>
            <a:ext cx="2449917" cy="1212461"/>
          </a:xfrm>
          <a:custGeom>
            <a:rect b="b" l="l" r="r" t="t"/>
            <a:pathLst>
              <a:path extrusionOk="0" h="31882" w="64426">
                <a:moveTo>
                  <a:pt x="42385" y="2987"/>
                </a:moveTo>
                <a:cubicBezTo>
                  <a:pt x="37964" y="2270"/>
                  <a:pt x="31154" y="359"/>
                  <a:pt x="25897" y="120"/>
                </a:cubicBezTo>
                <a:cubicBezTo>
                  <a:pt x="20640" y="-119"/>
                  <a:pt x="14786" y="657"/>
                  <a:pt x="10843" y="1553"/>
                </a:cubicBezTo>
                <a:cubicBezTo>
                  <a:pt x="6900" y="2449"/>
                  <a:pt x="4032" y="3704"/>
                  <a:pt x="2240" y="5496"/>
                </a:cubicBezTo>
                <a:cubicBezTo>
                  <a:pt x="448" y="7288"/>
                  <a:pt x="-89" y="9678"/>
                  <a:pt x="90" y="12306"/>
                </a:cubicBezTo>
                <a:cubicBezTo>
                  <a:pt x="269" y="14935"/>
                  <a:pt x="90" y="18459"/>
                  <a:pt x="3316" y="21267"/>
                </a:cubicBezTo>
                <a:cubicBezTo>
                  <a:pt x="6542" y="24075"/>
                  <a:pt x="12754" y="27421"/>
                  <a:pt x="19445" y="29153"/>
                </a:cubicBezTo>
                <a:cubicBezTo>
                  <a:pt x="26136" y="30886"/>
                  <a:pt x="36471" y="32379"/>
                  <a:pt x="43460" y="31662"/>
                </a:cubicBezTo>
                <a:cubicBezTo>
                  <a:pt x="50450" y="30945"/>
                  <a:pt x="58037" y="28017"/>
                  <a:pt x="61382" y="24851"/>
                </a:cubicBezTo>
                <a:cubicBezTo>
                  <a:pt x="64727" y="21685"/>
                  <a:pt x="65026" y="16070"/>
                  <a:pt x="63532" y="12665"/>
                </a:cubicBezTo>
                <a:cubicBezTo>
                  <a:pt x="62039" y="9260"/>
                  <a:pt x="55946" y="6034"/>
                  <a:pt x="52421" y="4421"/>
                </a:cubicBezTo>
                <a:cubicBezTo>
                  <a:pt x="48897" y="2808"/>
                  <a:pt x="46806" y="3704"/>
                  <a:pt x="42385" y="2987"/>
                </a:cubicBezTo>
                <a:close/>
              </a:path>
            </a:pathLst>
          </a:custGeom>
          <a:solidFill>
            <a:srgbClr val="C7CAEA">
              <a:alpha val="52090"/>
            </a:srgbClr>
          </a:solidFill>
          <a:ln>
            <a:noFill/>
          </a:ln>
        </p:spPr>
      </p:sp>
      <p:sp>
        <p:nvSpPr>
          <p:cNvPr id="1124" name="Google Shape;1124;p37"/>
          <p:cNvSpPr/>
          <p:nvPr/>
        </p:nvSpPr>
        <p:spPr>
          <a:xfrm rot="-451049">
            <a:off x="634077" y="1381845"/>
            <a:ext cx="2449917" cy="1212461"/>
          </a:xfrm>
          <a:custGeom>
            <a:rect b="b" l="l" r="r" t="t"/>
            <a:pathLst>
              <a:path extrusionOk="0" h="31882" w="64426">
                <a:moveTo>
                  <a:pt x="42385" y="2987"/>
                </a:moveTo>
                <a:cubicBezTo>
                  <a:pt x="37964" y="2270"/>
                  <a:pt x="31154" y="359"/>
                  <a:pt x="25897" y="120"/>
                </a:cubicBezTo>
                <a:cubicBezTo>
                  <a:pt x="20640" y="-119"/>
                  <a:pt x="14786" y="657"/>
                  <a:pt x="10843" y="1553"/>
                </a:cubicBezTo>
                <a:cubicBezTo>
                  <a:pt x="6900" y="2449"/>
                  <a:pt x="4032" y="3704"/>
                  <a:pt x="2240" y="5496"/>
                </a:cubicBezTo>
                <a:cubicBezTo>
                  <a:pt x="448" y="7288"/>
                  <a:pt x="-89" y="9678"/>
                  <a:pt x="90" y="12306"/>
                </a:cubicBezTo>
                <a:cubicBezTo>
                  <a:pt x="269" y="14935"/>
                  <a:pt x="90" y="18459"/>
                  <a:pt x="3316" y="21267"/>
                </a:cubicBezTo>
                <a:cubicBezTo>
                  <a:pt x="6542" y="24075"/>
                  <a:pt x="12754" y="27421"/>
                  <a:pt x="19445" y="29153"/>
                </a:cubicBezTo>
                <a:cubicBezTo>
                  <a:pt x="26136" y="30886"/>
                  <a:pt x="36471" y="32379"/>
                  <a:pt x="43460" y="31662"/>
                </a:cubicBezTo>
                <a:cubicBezTo>
                  <a:pt x="50450" y="30945"/>
                  <a:pt x="58037" y="28017"/>
                  <a:pt x="61382" y="24851"/>
                </a:cubicBezTo>
                <a:cubicBezTo>
                  <a:pt x="64727" y="21685"/>
                  <a:pt x="65026" y="16070"/>
                  <a:pt x="63532" y="12665"/>
                </a:cubicBezTo>
                <a:cubicBezTo>
                  <a:pt x="62039" y="9260"/>
                  <a:pt x="55946" y="6034"/>
                  <a:pt x="52421" y="4421"/>
                </a:cubicBezTo>
                <a:cubicBezTo>
                  <a:pt x="48897" y="2808"/>
                  <a:pt x="46806" y="3704"/>
                  <a:pt x="42385" y="2987"/>
                </a:cubicBezTo>
                <a:close/>
              </a:path>
            </a:pathLst>
          </a:custGeom>
          <a:solidFill>
            <a:srgbClr val="C7CAEA">
              <a:alpha val="52090"/>
            </a:srgbClr>
          </a:solidFill>
          <a:ln>
            <a:noFill/>
          </a:ln>
        </p:spPr>
      </p:sp>
      <p:sp>
        <p:nvSpPr>
          <p:cNvPr id="1125" name="Google Shape;1125;p37"/>
          <p:cNvSpPr txBox="1"/>
          <p:nvPr>
            <p:ph type="title"/>
          </p:nvPr>
        </p:nvSpPr>
        <p:spPr>
          <a:xfrm>
            <a:off x="721800" y="535000"/>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Algorithms</a:t>
            </a:r>
            <a:endParaRPr/>
          </a:p>
        </p:txBody>
      </p:sp>
      <p:sp>
        <p:nvSpPr>
          <p:cNvPr id="1126" name="Google Shape;1126;p37"/>
          <p:cNvSpPr/>
          <p:nvPr/>
        </p:nvSpPr>
        <p:spPr>
          <a:xfrm>
            <a:off x="709849" y="3168750"/>
            <a:ext cx="2083500" cy="57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solidFill>
                  <a:schemeClr val="dk1"/>
                </a:solidFill>
                <a:latin typeface="Sora"/>
                <a:ea typeface="Sora"/>
                <a:cs typeface="Sora"/>
                <a:sym typeface="Sora"/>
              </a:rPr>
              <a:t>Unsupervised</a:t>
            </a:r>
            <a:endParaRPr b="1" sz="1800">
              <a:solidFill>
                <a:schemeClr val="dk1"/>
              </a:solidFill>
              <a:latin typeface="Sora"/>
              <a:ea typeface="Sora"/>
              <a:cs typeface="Sora"/>
              <a:sym typeface="Sora"/>
            </a:endParaRPr>
          </a:p>
          <a:p>
            <a:pPr indent="0" lvl="0" marL="0" rtl="0" algn="ctr">
              <a:spcBef>
                <a:spcPts val="0"/>
              </a:spcBef>
              <a:spcAft>
                <a:spcPts val="0"/>
              </a:spcAft>
              <a:buNone/>
            </a:pPr>
            <a:r>
              <a:rPr b="1" lang="en" sz="1800">
                <a:solidFill>
                  <a:schemeClr val="dk1"/>
                </a:solidFill>
                <a:latin typeface="Sora"/>
                <a:ea typeface="Sora"/>
                <a:cs typeface="Sora"/>
                <a:sym typeface="Sora"/>
              </a:rPr>
              <a:t>Clustering Technique</a:t>
            </a:r>
            <a:endParaRPr b="1" sz="1800">
              <a:solidFill>
                <a:schemeClr val="dk1"/>
              </a:solidFill>
              <a:latin typeface="Sora"/>
              <a:ea typeface="Sora"/>
              <a:cs typeface="Sora"/>
              <a:sym typeface="Sora"/>
            </a:endParaRPr>
          </a:p>
        </p:txBody>
      </p:sp>
      <p:sp>
        <p:nvSpPr>
          <p:cNvPr id="1127" name="Google Shape;1127;p37"/>
          <p:cNvSpPr/>
          <p:nvPr/>
        </p:nvSpPr>
        <p:spPr>
          <a:xfrm>
            <a:off x="3563400" y="1572863"/>
            <a:ext cx="2083500" cy="57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solidFill>
                  <a:schemeClr val="dk1"/>
                </a:solidFill>
                <a:latin typeface="Sora"/>
                <a:ea typeface="Sora"/>
                <a:cs typeface="Sora"/>
                <a:sym typeface="Sora"/>
              </a:rPr>
              <a:t>Supervised</a:t>
            </a:r>
            <a:endParaRPr b="1" sz="1800">
              <a:solidFill>
                <a:schemeClr val="dk1"/>
              </a:solidFill>
              <a:latin typeface="Sora"/>
              <a:ea typeface="Sora"/>
              <a:cs typeface="Sora"/>
              <a:sym typeface="Sora"/>
            </a:endParaRPr>
          </a:p>
          <a:p>
            <a:pPr indent="0" lvl="0" marL="0" rtl="0" algn="ctr">
              <a:spcBef>
                <a:spcPts val="0"/>
              </a:spcBef>
              <a:spcAft>
                <a:spcPts val="0"/>
              </a:spcAft>
              <a:buNone/>
            </a:pPr>
            <a:r>
              <a:rPr b="1" lang="en" sz="1800">
                <a:solidFill>
                  <a:schemeClr val="dk1"/>
                </a:solidFill>
                <a:latin typeface="Sora"/>
                <a:ea typeface="Sora"/>
                <a:cs typeface="Sora"/>
                <a:sym typeface="Sora"/>
              </a:rPr>
              <a:t>Classification Technique</a:t>
            </a:r>
            <a:endParaRPr b="1" sz="1800">
              <a:solidFill>
                <a:schemeClr val="dk1"/>
              </a:solidFill>
              <a:latin typeface="Sora"/>
              <a:ea typeface="Sora"/>
              <a:cs typeface="Sora"/>
              <a:sym typeface="Sora"/>
            </a:endParaRPr>
          </a:p>
        </p:txBody>
      </p:sp>
      <p:sp>
        <p:nvSpPr>
          <p:cNvPr id="1128" name="Google Shape;1128;p37"/>
          <p:cNvSpPr/>
          <p:nvPr/>
        </p:nvSpPr>
        <p:spPr>
          <a:xfrm>
            <a:off x="6678589" y="3203100"/>
            <a:ext cx="2037600" cy="57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solidFill>
                  <a:schemeClr val="dk1"/>
                </a:solidFill>
                <a:latin typeface="Sora"/>
                <a:ea typeface="Sora"/>
                <a:cs typeface="Sora"/>
                <a:sym typeface="Sora"/>
              </a:rPr>
              <a:t>Unsupervised Anomaly Detection Technique</a:t>
            </a:r>
            <a:endParaRPr b="1" sz="1800">
              <a:solidFill>
                <a:schemeClr val="dk1"/>
              </a:solidFill>
              <a:latin typeface="Sora"/>
              <a:ea typeface="Sora"/>
              <a:cs typeface="Sora"/>
              <a:sym typeface="Sora"/>
            </a:endParaRPr>
          </a:p>
        </p:txBody>
      </p:sp>
      <p:sp>
        <p:nvSpPr>
          <p:cNvPr id="1129" name="Google Shape;1129;p37"/>
          <p:cNvSpPr txBox="1"/>
          <p:nvPr/>
        </p:nvSpPr>
        <p:spPr>
          <a:xfrm flipH="1">
            <a:off x="565250" y="1736675"/>
            <a:ext cx="2651100" cy="502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500">
                <a:solidFill>
                  <a:schemeClr val="dk1"/>
                </a:solidFill>
                <a:latin typeface="Sora"/>
                <a:ea typeface="Sora"/>
                <a:cs typeface="Sora"/>
                <a:sym typeface="Sora"/>
              </a:rPr>
              <a:t>K-Means Clustering</a:t>
            </a:r>
            <a:endParaRPr sz="1500">
              <a:solidFill>
                <a:schemeClr val="dk1"/>
              </a:solidFill>
              <a:latin typeface="Sora"/>
              <a:ea typeface="Sora"/>
              <a:cs typeface="Sora"/>
              <a:sym typeface="Sora"/>
            </a:endParaRPr>
          </a:p>
        </p:txBody>
      </p:sp>
      <p:sp>
        <p:nvSpPr>
          <p:cNvPr id="1130" name="Google Shape;1130;p37"/>
          <p:cNvSpPr txBox="1"/>
          <p:nvPr/>
        </p:nvSpPr>
        <p:spPr>
          <a:xfrm flipH="1">
            <a:off x="715258" y="1789777"/>
            <a:ext cx="2287800" cy="69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Karla"/>
              <a:ea typeface="Karla"/>
              <a:cs typeface="Karla"/>
              <a:sym typeface="Karla"/>
            </a:endParaRPr>
          </a:p>
        </p:txBody>
      </p:sp>
      <p:sp>
        <p:nvSpPr>
          <p:cNvPr id="1131" name="Google Shape;1131;p37"/>
          <p:cNvSpPr txBox="1"/>
          <p:nvPr/>
        </p:nvSpPr>
        <p:spPr>
          <a:xfrm flipH="1">
            <a:off x="3424942" y="3074713"/>
            <a:ext cx="2284200" cy="502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500">
                <a:solidFill>
                  <a:schemeClr val="dk1"/>
                </a:solidFill>
                <a:latin typeface="Sora"/>
                <a:ea typeface="Sora"/>
                <a:cs typeface="Sora"/>
                <a:sym typeface="Sora"/>
              </a:rPr>
              <a:t>Random Forest</a:t>
            </a:r>
            <a:endParaRPr sz="1500">
              <a:solidFill>
                <a:schemeClr val="dk1"/>
              </a:solidFill>
              <a:latin typeface="Sora"/>
              <a:ea typeface="Sora"/>
              <a:cs typeface="Sora"/>
              <a:sym typeface="Sora"/>
            </a:endParaRPr>
          </a:p>
        </p:txBody>
      </p:sp>
      <p:sp>
        <p:nvSpPr>
          <p:cNvPr id="1132" name="Google Shape;1132;p37"/>
          <p:cNvSpPr txBox="1"/>
          <p:nvPr/>
        </p:nvSpPr>
        <p:spPr>
          <a:xfrm flipH="1">
            <a:off x="3348267" y="1990015"/>
            <a:ext cx="2287800" cy="696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Karla"/>
              <a:ea typeface="Karla"/>
              <a:cs typeface="Karla"/>
              <a:sym typeface="Karla"/>
            </a:endParaRPr>
          </a:p>
        </p:txBody>
      </p:sp>
      <p:sp>
        <p:nvSpPr>
          <p:cNvPr id="1133" name="Google Shape;1133;p37"/>
          <p:cNvSpPr txBox="1"/>
          <p:nvPr/>
        </p:nvSpPr>
        <p:spPr>
          <a:xfrm flipH="1">
            <a:off x="6131050" y="1736675"/>
            <a:ext cx="2284200" cy="502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500">
                <a:solidFill>
                  <a:schemeClr val="dk1"/>
                </a:solidFill>
                <a:latin typeface="Sora"/>
                <a:ea typeface="Sora"/>
                <a:cs typeface="Sora"/>
                <a:sym typeface="Sora"/>
              </a:rPr>
              <a:t>Isolation Forest</a:t>
            </a:r>
            <a:endParaRPr sz="1500">
              <a:solidFill>
                <a:schemeClr val="dk1"/>
              </a:solidFill>
              <a:latin typeface="Sora"/>
              <a:ea typeface="Sora"/>
              <a:cs typeface="Sora"/>
              <a:sym typeface="Sora"/>
            </a:endParaRPr>
          </a:p>
        </p:txBody>
      </p:sp>
      <p:sp>
        <p:nvSpPr>
          <p:cNvPr id="1134" name="Google Shape;1134;p37"/>
          <p:cNvSpPr txBox="1"/>
          <p:nvPr/>
        </p:nvSpPr>
        <p:spPr>
          <a:xfrm flipH="1">
            <a:off x="6131325" y="1789777"/>
            <a:ext cx="2287800" cy="69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Karla"/>
              <a:ea typeface="Karla"/>
              <a:cs typeface="Karla"/>
              <a:sym typeface="Karla"/>
            </a:endParaRPr>
          </a:p>
        </p:txBody>
      </p:sp>
      <p:cxnSp>
        <p:nvCxnSpPr>
          <p:cNvPr id="1135" name="Google Shape;1135;p37"/>
          <p:cNvCxnSpPr>
            <a:stCxn id="1130" idx="2"/>
            <a:endCxn id="1126" idx="0"/>
          </p:cNvCxnSpPr>
          <p:nvPr/>
        </p:nvCxnSpPr>
        <p:spPr>
          <a:xfrm flipH="1">
            <a:off x="1751458" y="2486677"/>
            <a:ext cx="107700" cy="682200"/>
          </a:xfrm>
          <a:prstGeom prst="straightConnector1">
            <a:avLst/>
          </a:prstGeom>
          <a:noFill/>
          <a:ln cap="flat" cmpd="sng" w="9525">
            <a:solidFill>
              <a:schemeClr val="accent2"/>
            </a:solidFill>
            <a:prstDash val="dot"/>
            <a:round/>
            <a:headEnd len="med" w="med" type="none"/>
            <a:tailEnd len="med" w="med" type="none"/>
          </a:ln>
        </p:spPr>
      </p:cxnSp>
      <p:cxnSp>
        <p:nvCxnSpPr>
          <p:cNvPr id="1136" name="Google Shape;1136;p37"/>
          <p:cNvCxnSpPr>
            <a:stCxn id="1126" idx="3"/>
            <a:endCxn id="1127" idx="1"/>
          </p:cNvCxnSpPr>
          <p:nvPr/>
        </p:nvCxnSpPr>
        <p:spPr>
          <a:xfrm flipH="1" rot="10800000">
            <a:off x="2793349" y="1859100"/>
            <a:ext cx="770100" cy="1596000"/>
          </a:xfrm>
          <a:prstGeom prst="straightConnector1">
            <a:avLst/>
          </a:prstGeom>
          <a:noFill/>
          <a:ln cap="flat" cmpd="sng" w="9525">
            <a:solidFill>
              <a:schemeClr val="accent2"/>
            </a:solidFill>
            <a:prstDash val="solid"/>
            <a:round/>
            <a:headEnd len="med" w="med" type="none"/>
            <a:tailEnd len="med" w="med" type="oval"/>
          </a:ln>
        </p:spPr>
      </p:cxnSp>
      <p:cxnSp>
        <p:nvCxnSpPr>
          <p:cNvPr id="1137" name="Google Shape;1137;p37"/>
          <p:cNvCxnSpPr>
            <a:stCxn id="1127" idx="3"/>
            <a:endCxn id="1128" idx="1"/>
          </p:cNvCxnSpPr>
          <p:nvPr/>
        </p:nvCxnSpPr>
        <p:spPr>
          <a:xfrm>
            <a:off x="5646900" y="1859213"/>
            <a:ext cx="1031700" cy="1630200"/>
          </a:xfrm>
          <a:prstGeom prst="straightConnector1">
            <a:avLst/>
          </a:prstGeom>
          <a:noFill/>
          <a:ln cap="flat" cmpd="sng" w="9525">
            <a:solidFill>
              <a:schemeClr val="accent2"/>
            </a:solidFill>
            <a:prstDash val="solid"/>
            <a:round/>
            <a:headEnd len="med" w="med" type="none"/>
            <a:tailEnd len="med" w="med" type="oval"/>
          </a:ln>
        </p:spPr>
      </p:cxnSp>
      <p:cxnSp>
        <p:nvCxnSpPr>
          <p:cNvPr id="1138" name="Google Shape;1138;p37"/>
          <p:cNvCxnSpPr>
            <a:stCxn id="1128" idx="3"/>
          </p:cNvCxnSpPr>
          <p:nvPr/>
        </p:nvCxnSpPr>
        <p:spPr>
          <a:xfrm>
            <a:off x="8716189" y="3489450"/>
            <a:ext cx="1407300" cy="0"/>
          </a:xfrm>
          <a:prstGeom prst="straightConnector1">
            <a:avLst/>
          </a:prstGeom>
          <a:noFill/>
          <a:ln cap="flat" cmpd="sng" w="9525">
            <a:solidFill>
              <a:schemeClr val="accent2"/>
            </a:solidFill>
            <a:prstDash val="solid"/>
            <a:round/>
            <a:headEnd len="med" w="med" type="none"/>
            <a:tailEnd len="med" w="med" type="none"/>
          </a:ln>
        </p:spPr>
      </p:cxnSp>
      <p:cxnSp>
        <p:nvCxnSpPr>
          <p:cNvPr id="1139" name="Google Shape;1139;p37"/>
          <p:cNvCxnSpPr>
            <a:stCxn id="1126" idx="1"/>
          </p:cNvCxnSpPr>
          <p:nvPr/>
        </p:nvCxnSpPr>
        <p:spPr>
          <a:xfrm rot="10800000">
            <a:off x="-691451" y="3455100"/>
            <a:ext cx="1401300" cy="0"/>
          </a:xfrm>
          <a:prstGeom prst="straightConnector1">
            <a:avLst/>
          </a:prstGeom>
          <a:noFill/>
          <a:ln cap="flat" cmpd="sng" w="9525">
            <a:solidFill>
              <a:schemeClr val="accent2"/>
            </a:solidFill>
            <a:prstDash val="solid"/>
            <a:round/>
            <a:headEnd len="med" w="med" type="oval"/>
            <a:tailEnd len="med" w="med" type="none"/>
          </a:ln>
        </p:spPr>
      </p:cxnSp>
      <p:cxnSp>
        <p:nvCxnSpPr>
          <p:cNvPr id="1140" name="Google Shape;1140;p37"/>
          <p:cNvCxnSpPr>
            <a:stCxn id="1131" idx="0"/>
            <a:endCxn id="1127" idx="2"/>
          </p:cNvCxnSpPr>
          <p:nvPr/>
        </p:nvCxnSpPr>
        <p:spPr>
          <a:xfrm flipH="1" rot="10800000">
            <a:off x="4567042" y="2145613"/>
            <a:ext cx="38100" cy="929100"/>
          </a:xfrm>
          <a:prstGeom prst="straightConnector1">
            <a:avLst/>
          </a:prstGeom>
          <a:noFill/>
          <a:ln cap="flat" cmpd="sng" w="9525">
            <a:solidFill>
              <a:schemeClr val="accent2"/>
            </a:solidFill>
            <a:prstDash val="dot"/>
            <a:round/>
            <a:headEnd len="med" w="med" type="none"/>
            <a:tailEnd len="med" w="med" type="none"/>
          </a:ln>
        </p:spPr>
      </p:cxnSp>
      <p:cxnSp>
        <p:nvCxnSpPr>
          <p:cNvPr id="1141" name="Google Shape;1141;p37"/>
          <p:cNvCxnSpPr>
            <a:stCxn id="1134" idx="2"/>
            <a:endCxn id="1128" idx="0"/>
          </p:cNvCxnSpPr>
          <p:nvPr/>
        </p:nvCxnSpPr>
        <p:spPr>
          <a:xfrm>
            <a:off x="7275225" y="2486677"/>
            <a:ext cx="422100" cy="716400"/>
          </a:xfrm>
          <a:prstGeom prst="straightConnector1">
            <a:avLst/>
          </a:prstGeom>
          <a:noFill/>
          <a:ln cap="flat" cmpd="sng" w="9525">
            <a:solidFill>
              <a:schemeClr val="accent2"/>
            </a:solidFill>
            <a:prstDash val="dot"/>
            <a:round/>
            <a:headEnd len="med" w="med" type="none"/>
            <a:tailEnd len="med" w="med" type="none"/>
          </a:ln>
        </p:spPr>
      </p:cxnSp>
      <p:grpSp>
        <p:nvGrpSpPr>
          <p:cNvPr id="1142" name="Google Shape;1142;p37"/>
          <p:cNvGrpSpPr/>
          <p:nvPr/>
        </p:nvGrpSpPr>
        <p:grpSpPr>
          <a:xfrm rot="-762952">
            <a:off x="1426048" y="-1061459"/>
            <a:ext cx="651092" cy="555469"/>
            <a:chOff x="682975" y="237527"/>
            <a:chExt cx="348700" cy="297469"/>
          </a:xfrm>
        </p:grpSpPr>
        <p:sp>
          <p:nvSpPr>
            <p:cNvPr id="1143" name="Google Shape;1143;p37"/>
            <p:cNvSpPr/>
            <p:nvPr/>
          </p:nvSpPr>
          <p:spPr>
            <a:xfrm>
              <a:off x="682975" y="237527"/>
              <a:ext cx="348700" cy="297469"/>
            </a:xfrm>
            <a:custGeom>
              <a:rect b="b" l="l" r="r" t="t"/>
              <a:pathLst>
                <a:path extrusionOk="0" h="7258" w="8508">
                  <a:moveTo>
                    <a:pt x="2187" y="0"/>
                  </a:moveTo>
                  <a:cubicBezTo>
                    <a:pt x="1033" y="0"/>
                    <a:pt x="0" y="1009"/>
                    <a:pt x="108" y="2418"/>
                  </a:cubicBezTo>
                  <a:cubicBezTo>
                    <a:pt x="250" y="4265"/>
                    <a:pt x="2850" y="6390"/>
                    <a:pt x="3863" y="7129"/>
                  </a:cubicBezTo>
                  <a:cubicBezTo>
                    <a:pt x="3980" y="7215"/>
                    <a:pt x="4117" y="7257"/>
                    <a:pt x="4254" y="7257"/>
                  </a:cubicBezTo>
                  <a:cubicBezTo>
                    <a:pt x="4390" y="7257"/>
                    <a:pt x="4527" y="7215"/>
                    <a:pt x="4644" y="7129"/>
                  </a:cubicBezTo>
                  <a:cubicBezTo>
                    <a:pt x="5658" y="6390"/>
                    <a:pt x="8257" y="4265"/>
                    <a:pt x="8400" y="2418"/>
                  </a:cubicBezTo>
                  <a:cubicBezTo>
                    <a:pt x="8507" y="1009"/>
                    <a:pt x="7475" y="0"/>
                    <a:pt x="6320" y="0"/>
                  </a:cubicBezTo>
                  <a:cubicBezTo>
                    <a:pt x="5596" y="0"/>
                    <a:pt x="4823" y="397"/>
                    <a:pt x="4254" y="1341"/>
                  </a:cubicBezTo>
                  <a:cubicBezTo>
                    <a:pt x="3684" y="397"/>
                    <a:pt x="2912" y="0"/>
                    <a:pt x="218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4" name="Google Shape;1144;p37"/>
            <p:cNvSpPr/>
            <p:nvPr/>
          </p:nvSpPr>
          <p:spPr>
            <a:xfrm>
              <a:off x="712771" y="325767"/>
              <a:ext cx="289108" cy="126726"/>
            </a:xfrm>
            <a:custGeom>
              <a:rect b="b" l="l" r="r" t="t"/>
              <a:pathLst>
                <a:path extrusionOk="0" h="3092" w="7054">
                  <a:moveTo>
                    <a:pt x="5896" y="0"/>
                  </a:moveTo>
                  <a:cubicBezTo>
                    <a:pt x="5865" y="0"/>
                    <a:pt x="5837" y="21"/>
                    <a:pt x="5823" y="52"/>
                  </a:cubicBezTo>
                  <a:lnTo>
                    <a:pt x="5614" y="583"/>
                  </a:lnTo>
                  <a:lnTo>
                    <a:pt x="5265" y="583"/>
                  </a:lnTo>
                  <a:lnTo>
                    <a:pt x="5067" y="77"/>
                  </a:lnTo>
                  <a:cubicBezTo>
                    <a:pt x="5053" y="49"/>
                    <a:pt x="5025" y="28"/>
                    <a:pt x="4994" y="28"/>
                  </a:cubicBezTo>
                  <a:cubicBezTo>
                    <a:pt x="4958" y="28"/>
                    <a:pt x="4931" y="49"/>
                    <a:pt x="4917" y="77"/>
                  </a:cubicBezTo>
                  <a:lnTo>
                    <a:pt x="4377" y="1450"/>
                  </a:lnTo>
                  <a:lnTo>
                    <a:pt x="4101" y="750"/>
                  </a:lnTo>
                  <a:cubicBezTo>
                    <a:pt x="4088" y="721"/>
                    <a:pt x="4060" y="700"/>
                    <a:pt x="4025" y="700"/>
                  </a:cubicBezTo>
                  <a:cubicBezTo>
                    <a:pt x="3993" y="700"/>
                    <a:pt x="3966" y="721"/>
                    <a:pt x="3955" y="750"/>
                  </a:cubicBezTo>
                  <a:lnTo>
                    <a:pt x="3147" y="2799"/>
                  </a:lnTo>
                  <a:lnTo>
                    <a:pt x="2332" y="736"/>
                  </a:lnTo>
                  <a:cubicBezTo>
                    <a:pt x="2321" y="704"/>
                    <a:pt x="2290" y="683"/>
                    <a:pt x="2258" y="683"/>
                  </a:cubicBezTo>
                  <a:lnTo>
                    <a:pt x="1927" y="683"/>
                  </a:lnTo>
                  <a:lnTo>
                    <a:pt x="1705" y="115"/>
                  </a:lnTo>
                  <a:cubicBezTo>
                    <a:pt x="1690" y="84"/>
                    <a:pt x="1663" y="63"/>
                    <a:pt x="1631" y="63"/>
                  </a:cubicBezTo>
                  <a:cubicBezTo>
                    <a:pt x="1597" y="63"/>
                    <a:pt x="1568" y="84"/>
                    <a:pt x="1558" y="115"/>
                  </a:cubicBezTo>
                  <a:lnTo>
                    <a:pt x="1293" y="781"/>
                  </a:lnTo>
                  <a:lnTo>
                    <a:pt x="84" y="781"/>
                  </a:lnTo>
                  <a:cubicBezTo>
                    <a:pt x="39" y="781"/>
                    <a:pt x="0" y="823"/>
                    <a:pt x="8" y="871"/>
                  </a:cubicBezTo>
                  <a:cubicBezTo>
                    <a:pt x="15" y="909"/>
                    <a:pt x="50" y="938"/>
                    <a:pt x="87" y="938"/>
                  </a:cubicBezTo>
                  <a:lnTo>
                    <a:pt x="1349" y="938"/>
                  </a:lnTo>
                  <a:cubicBezTo>
                    <a:pt x="1380" y="938"/>
                    <a:pt x="1409" y="917"/>
                    <a:pt x="1419" y="889"/>
                  </a:cubicBezTo>
                  <a:lnTo>
                    <a:pt x="1631" y="359"/>
                  </a:lnTo>
                  <a:lnTo>
                    <a:pt x="1802" y="792"/>
                  </a:lnTo>
                  <a:cubicBezTo>
                    <a:pt x="1812" y="823"/>
                    <a:pt x="1843" y="843"/>
                    <a:pt x="1875" y="843"/>
                  </a:cubicBezTo>
                  <a:lnTo>
                    <a:pt x="2206" y="843"/>
                  </a:lnTo>
                  <a:lnTo>
                    <a:pt x="3074" y="3039"/>
                  </a:lnTo>
                  <a:cubicBezTo>
                    <a:pt x="3084" y="3070"/>
                    <a:pt x="3112" y="3091"/>
                    <a:pt x="3147" y="3091"/>
                  </a:cubicBezTo>
                  <a:cubicBezTo>
                    <a:pt x="3178" y="3091"/>
                    <a:pt x="3207" y="3070"/>
                    <a:pt x="3220" y="3039"/>
                  </a:cubicBezTo>
                  <a:lnTo>
                    <a:pt x="4025" y="993"/>
                  </a:lnTo>
                  <a:lnTo>
                    <a:pt x="4304" y="1694"/>
                  </a:lnTo>
                  <a:cubicBezTo>
                    <a:pt x="4315" y="1725"/>
                    <a:pt x="4346" y="1746"/>
                    <a:pt x="4377" y="1746"/>
                  </a:cubicBezTo>
                  <a:cubicBezTo>
                    <a:pt x="4408" y="1746"/>
                    <a:pt x="4436" y="1725"/>
                    <a:pt x="4450" y="1694"/>
                  </a:cubicBezTo>
                  <a:lnTo>
                    <a:pt x="4994" y="321"/>
                  </a:lnTo>
                  <a:lnTo>
                    <a:pt x="5137" y="690"/>
                  </a:lnTo>
                  <a:cubicBezTo>
                    <a:pt x="5151" y="718"/>
                    <a:pt x="5178" y="739"/>
                    <a:pt x="5209" y="739"/>
                  </a:cubicBezTo>
                  <a:lnTo>
                    <a:pt x="5666" y="739"/>
                  </a:lnTo>
                  <a:cubicBezTo>
                    <a:pt x="5701" y="739"/>
                    <a:pt x="5729" y="718"/>
                    <a:pt x="5740" y="690"/>
                  </a:cubicBezTo>
                  <a:lnTo>
                    <a:pt x="5896" y="293"/>
                  </a:lnTo>
                  <a:lnTo>
                    <a:pt x="6092" y="787"/>
                  </a:lnTo>
                  <a:lnTo>
                    <a:pt x="6129" y="882"/>
                  </a:lnTo>
                  <a:cubicBezTo>
                    <a:pt x="6143" y="917"/>
                    <a:pt x="6175" y="938"/>
                    <a:pt x="6210" y="938"/>
                  </a:cubicBezTo>
                  <a:lnTo>
                    <a:pt x="6966" y="938"/>
                  </a:lnTo>
                  <a:cubicBezTo>
                    <a:pt x="7004" y="938"/>
                    <a:pt x="7039" y="909"/>
                    <a:pt x="7046" y="871"/>
                  </a:cubicBezTo>
                  <a:cubicBezTo>
                    <a:pt x="7053" y="823"/>
                    <a:pt x="7018" y="781"/>
                    <a:pt x="6970" y="781"/>
                  </a:cubicBezTo>
                  <a:lnTo>
                    <a:pt x="6259" y="781"/>
                  </a:lnTo>
                  <a:lnTo>
                    <a:pt x="5970" y="52"/>
                  </a:lnTo>
                  <a:cubicBezTo>
                    <a:pt x="5959" y="21"/>
                    <a:pt x="5928" y="0"/>
                    <a:pt x="589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45" name="Google Shape;1145;p37"/>
          <p:cNvGrpSpPr/>
          <p:nvPr/>
        </p:nvGrpSpPr>
        <p:grpSpPr>
          <a:xfrm rot="4387107">
            <a:off x="4434904" y="-180943"/>
            <a:ext cx="416692" cy="539630"/>
            <a:chOff x="5402225" y="3028900"/>
            <a:chExt cx="135050" cy="174900"/>
          </a:xfrm>
        </p:grpSpPr>
        <p:sp>
          <p:nvSpPr>
            <p:cNvPr id="1146" name="Google Shape;1146;p37"/>
            <p:cNvSpPr/>
            <p:nvPr/>
          </p:nvSpPr>
          <p:spPr>
            <a:xfrm>
              <a:off x="5424000" y="3043600"/>
              <a:ext cx="91400" cy="5775"/>
            </a:xfrm>
            <a:custGeom>
              <a:rect b="b" l="l" r="r" t="t"/>
              <a:pathLst>
                <a:path extrusionOk="0" h="231" w="3656">
                  <a:moveTo>
                    <a:pt x="119" y="0"/>
                  </a:moveTo>
                  <a:cubicBezTo>
                    <a:pt x="52" y="0"/>
                    <a:pt x="0" y="49"/>
                    <a:pt x="0" y="115"/>
                  </a:cubicBezTo>
                  <a:cubicBezTo>
                    <a:pt x="0" y="178"/>
                    <a:pt x="52" y="230"/>
                    <a:pt x="119" y="230"/>
                  </a:cubicBezTo>
                  <a:lnTo>
                    <a:pt x="3540" y="230"/>
                  </a:lnTo>
                  <a:cubicBezTo>
                    <a:pt x="3603" y="230"/>
                    <a:pt x="3656" y="178"/>
                    <a:pt x="3656" y="115"/>
                  </a:cubicBezTo>
                  <a:cubicBezTo>
                    <a:pt x="3656" y="49"/>
                    <a:pt x="3603" y="0"/>
                    <a:pt x="35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7" name="Google Shape;1147;p37"/>
            <p:cNvSpPr/>
            <p:nvPr/>
          </p:nvSpPr>
          <p:spPr>
            <a:xfrm>
              <a:off x="5424000" y="3067900"/>
              <a:ext cx="91400" cy="5775"/>
            </a:xfrm>
            <a:custGeom>
              <a:rect b="b" l="l" r="r" t="t"/>
              <a:pathLst>
                <a:path extrusionOk="0" h="231" w="3656">
                  <a:moveTo>
                    <a:pt x="119" y="0"/>
                  </a:moveTo>
                  <a:cubicBezTo>
                    <a:pt x="52" y="0"/>
                    <a:pt x="0" y="53"/>
                    <a:pt x="0" y="116"/>
                  </a:cubicBezTo>
                  <a:cubicBezTo>
                    <a:pt x="0" y="182"/>
                    <a:pt x="52" y="230"/>
                    <a:pt x="119" y="230"/>
                  </a:cubicBezTo>
                  <a:lnTo>
                    <a:pt x="3540" y="230"/>
                  </a:lnTo>
                  <a:cubicBezTo>
                    <a:pt x="3603" y="230"/>
                    <a:pt x="3656" y="182"/>
                    <a:pt x="3656" y="116"/>
                  </a:cubicBezTo>
                  <a:cubicBezTo>
                    <a:pt x="3656" y="53"/>
                    <a:pt x="3603" y="0"/>
                    <a:pt x="35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8" name="Google Shape;1148;p37"/>
            <p:cNvSpPr/>
            <p:nvPr/>
          </p:nvSpPr>
          <p:spPr>
            <a:xfrm>
              <a:off x="5424000" y="3092200"/>
              <a:ext cx="91400" cy="5875"/>
            </a:xfrm>
            <a:custGeom>
              <a:rect b="b" l="l" r="r" t="t"/>
              <a:pathLst>
                <a:path extrusionOk="0" h="235" w="3656">
                  <a:moveTo>
                    <a:pt x="119" y="1"/>
                  </a:moveTo>
                  <a:cubicBezTo>
                    <a:pt x="52" y="1"/>
                    <a:pt x="0" y="53"/>
                    <a:pt x="0" y="119"/>
                  </a:cubicBezTo>
                  <a:cubicBezTo>
                    <a:pt x="0" y="181"/>
                    <a:pt x="52" y="234"/>
                    <a:pt x="119" y="234"/>
                  </a:cubicBezTo>
                  <a:lnTo>
                    <a:pt x="3540" y="234"/>
                  </a:lnTo>
                  <a:cubicBezTo>
                    <a:pt x="3603" y="234"/>
                    <a:pt x="3656" y="181"/>
                    <a:pt x="3656" y="119"/>
                  </a:cubicBezTo>
                  <a:cubicBezTo>
                    <a:pt x="3656" y="53"/>
                    <a:pt x="3603" y="1"/>
                    <a:pt x="35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9" name="Google Shape;1149;p37"/>
            <p:cNvSpPr/>
            <p:nvPr/>
          </p:nvSpPr>
          <p:spPr>
            <a:xfrm>
              <a:off x="5424000" y="3140900"/>
              <a:ext cx="91400" cy="5850"/>
            </a:xfrm>
            <a:custGeom>
              <a:rect b="b" l="l" r="r" t="t"/>
              <a:pathLst>
                <a:path extrusionOk="0" h="234" w="3656">
                  <a:moveTo>
                    <a:pt x="119" y="0"/>
                  </a:moveTo>
                  <a:cubicBezTo>
                    <a:pt x="52" y="0"/>
                    <a:pt x="0" y="52"/>
                    <a:pt x="0" y="115"/>
                  </a:cubicBezTo>
                  <a:cubicBezTo>
                    <a:pt x="0" y="182"/>
                    <a:pt x="52" y="234"/>
                    <a:pt x="119" y="234"/>
                  </a:cubicBezTo>
                  <a:lnTo>
                    <a:pt x="3540" y="234"/>
                  </a:lnTo>
                  <a:cubicBezTo>
                    <a:pt x="3603" y="234"/>
                    <a:pt x="3656" y="182"/>
                    <a:pt x="3656" y="115"/>
                  </a:cubicBezTo>
                  <a:cubicBezTo>
                    <a:pt x="3656" y="52"/>
                    <a:pt x="3603" y="0"/>
                    <a:pt x="35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0" name="Google Shape;1150;p37"/>
            <p:cNvSpPr/>
            <p:nvPr/>
          </p:nvSpPr>
          <p:spPr>
            <a:xfrm>
              <a:off x="5424000" y="3165300"/>
              <a:ext cx="91400" cy="5775"/>
            </a:xfrm>
            <a:custGeom>
              <a:rect b="b" l="l" r="r" t="t"/>
              <a:pathLst>
                <a:path extrusionOk="0" h="231" w="3656">
                  <a:moveTo>
                    <a:pt x="119" y="0"/>
                  </a:moveTo>
                  <a:cubicBezTo>
                    <a:pt x="52" y="0"/>
                    <a:pt x="0" y="52"/>
                    <a:pt x="0" y="115"/>
                  </a:cubicBezTo>
                  <a:cubicBezTo>
                    <a:pt x="0" y="178"/>
                    <a:pt x="52" y="230"/>
                    <a:pt x="119" y="230"/>
                  </a:cubicBezTo>
                  <a:lnTo>
                    <a:pt x="3540" y="230"/>
                  </a:lnTo>
                  <a:cubicBezTo>
                    <a:pt x="3603" y="230"/>
                    <a:pt x="3656" y="178"/>
                    <a:pt x="3656" y="115"/>
                  </a:cubicBezTo>
                  <a:cubicBezTo>
                    <a:pt x="3656" y="52"/>
                    <a:pt x="3603" y="0"/>
                    <a:pt x="35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1" name="Google Shape;1151;p37"/>
            <p:cNvSpPr/>
            <p:nvPr/>
          </p:nvSpPr>
          <p:spPr>
            <a:xfrm>
              <a:off x="5424000" y="3189575"/>
              <a:ext cx="91400" cy="5775"/>
            </a:xfrm>
            <a:custGeom>
              <a:rect b="b" l="l" r="r" t="t"/>
              <a:pathLst>
                <a:path extrusionOk="0" h="231" w="3656">
                  <a:moveTo>
                    <a:pt x="119" y="1"/>
                  </a:moveTo>
                  <a:cubicBezTo>
                    <a:pt x="52" y="1"/>
                    <a:pt x="0" y="54"/>
                    <a:pt x="0" y="116"/>
                  </a:cubicBezTo>
                  <a:cubicBezTo>
                    <a:pt x="0" y="182"/>
                    <a:pt x="52" y="231"/>
                    <a:pt x="119" y="231"/>
                  </a:cubicBezTo>
                  <a:lnTo>
                    <a:pt x="3540" y="231"/>
                  </a:lnTo>
                  <a:cubicBezTo>
                    <a:pt x="3603" y="231"/>
                    <a:pt x="3656" y="182"/>
                    <a:pt x="3656" y="116"/>
                  </a:cubicBezTo>
                  <a:cubicBezTo>
                    <a:pt x="3656" y="54"/>
                    <a:pt x="3603" y="1"/>
                    <a:pt x="35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2" name="Google Shape;1152;p37"/>
            <p:cNvSpPr/>
            <p:nvPr/>
          </p:nvSpPr>
          <p:spPr>
            <a:xfrm>
              <a:off x="5402225" y="3028900"/>
              <a:ext cx="42175" cy="80300"/>
            </a:xfrm>
            <a:custGeom>
              <a:rect b="b" l="l" r="r" t="t"/>
              <a:pathLst>
                <a:path extrusionOk="0" h="3212" w="1687">
                  <a:moveTo>
                    <a:pt x="508" y="0"/>
                  </a:moveTo>
                  <a:cubicBezTo>
                    <a:pt x="385" y="0"/>
                    <a:pt x="277" y="89"/>
                    <a:pt x="258" y="212"/>
                  </a:cubicBezTo>
                  <a:cubicBezTo>
                    <a:pt x="248" y="281"/>
                    <a:pt x="0" y="1919"/>
                    <a:pt x="857" y="2922"/>
                  </a:cubicBezTo>
                  <a:cubicBezTo>
                    <a:pt x="948" y="3031"/>
                    <a:pt x="1053" y="3128"/>
                    <a:pt x="1161" y="3212"/>
                  </a:cubicBezTo>
                  <a:cubicBezTo>
                    <a:pt x="1293" y="3128"/>
                    <a:pt x="1471" y="3034"/>
                    <a:pt x="1687" y="2954"/>
                  </a:cubicBezTo>
                  <a:cubicBezTo>
                    <a:pt x="1513" y="2864"/>
                    <a:pt x="1366" y="2745"/>
                    <a:pt x="1241" y="2599"/>
                  </a:cubicBezTo>
                  <a:cubicBezTo>
                    <a:pt x="805" y="2090"/>
                    <a:pt x="722" y="1338"/>
                    <a:pt x="722" y="832"/>
                  </a:cubicBezTo>
                  <a:cubicBezTo>
                    <a:pt x="722" y="518"/>
                    <a:pt x="753" y="296"/>
                    <a:pt x="753" y="292"/>
                  </a:cubicBezTo>
                  <a:cubicBezTo>
                    <a:pt x="777" y="156"/>
                    <a:pt x="683" y="27"/>
                    <a:pt x="547" y="3"/>
                  </a:cubicBezTo>
                  <a:cubicBezTo>
                    <a:pt x="534" y="1"/>
                    <a:pt x="521" y="0"/>
                    <a:pt x="50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3" name="Google Shape;1153;p37"/>
            <p:cNvSpPr/>
            <p:nvPr/>
          </p:nvSpPr>
          <p:spPr>
            <a:xfrm>
              <a:off x="5494550" y="3121025"/>
              <a:ext cx="42100" cy="82775"/>
            </a:xfrm>
            <a:custGeom>
              <a:rect b="b" l="l" r="r" t="t"/>
              <a:pathLst>
                <a:path extrusionOk="0" h="3311" w="1684">
                  <a:moveTo>
                    <a:pt x="541" y="1"/>
                  </a:moveTo>
                  <a:cubicBezTo>
                    <a:pt x="363" y="102"/>
                    <a:pt x="178" y="175"/>
                    <a:pt x="1" y="231"/>
                  </a:cubicBezTo>
                  <a:cubicBezTo>
                    <a:pt x="147" y="314"/>
                    <a:pt x="276" y="422"/>
                    <a:pt x="387" y="551"/>
                  </a:cubicBezTo>
                  <a:cubicBezTo>
                    <a:pt x="1157" y="1423"/>
                    <a:pt x="966" y="3015"/>
                    <a:pt x="966" y="3029"/>
                  </a:cubicBezTo>
                  <a:cubicBezTo>
                    <a:pt x="948" y="3168"/>
                    <a:pt x="1046" y="3293"/>
                    <a:pt x="1182" y="3311"/>
                  </a:cubicBezTo>
                  <a:lnTo>
                    <a:pt x="1213" y="3311"/>
                  </a:lnTo>
                  <a:cubicBezTo>
                    <a:pt x="1339" y="3311"/>
                    <a:pt x="1447" y="3220"/>
                    <a:pt x="1464" y="3092"/>
                  </a:cubicBezTo>
                  <a:cubicBezTo>
                    <a:pt x="1471" y="3018"/>
                    <a:pt x="1683" y="1262"/>
                    <a:pt x="768" y="220"/>
                  </a:cubicBezTo>
                  <a:cubicBezTo>
                    <a:pt x="694" y="141"/>
                    <a:pt x="621" y="67"/>
                    <a:pt x="5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4" name="Google Shape;1154;p37"/>
            <p:cNvSpPr/>
            <p:nvPr/>
          </p:nvSpPr>
          <p:spPr>
            <a:xfrm>
              <a:off x="5402825" y="3028900"/>
              <a:ext cx="134450" cy="174900"/>
            </a:xfrm>
            <a:custGeom>
              <a:rect b="b" l="l" r="r" t="t"/>
              <a:pathLst>
                <a:path extrusionOk="0" h="6996" w="5378">
                  <a:moveTo>
                    <a:pt x="4868" y="0"/>
                  </a:moveTo>
                  <a:cubicBezTo>
                    <a:pt x="4855" y="0"/>
                    <a:pt x="4842" y="1"/>
                    <a:pt x="4830" y="3"/>
                  </a:cubicBezTo>
                  <a:cubicBezTo>
                    <a:pt x="4694" y="27"/>
                    <a:pt x="4600" y="156"/>
                    <a:pt x="4621" y="292"/>
                  </a:cubicBezTo>
                  <a:cubicBezTo>
                    <a:pt x="4625" y="306"/>
                    <a:pt x="4847" y="1766"/>
                    <a:pt x="4136" y="2595"/>
                  </a:cubicBezTo>
                  <a:cubicBezTo>
                    <a:pt x="3816" y="2975"/>
                    <a:pt x="3335" y="3167"/>
                    <a:pt x="2708" y="3167"/>
                  </a:cubicBezTo>
                  <a:cubicBezTo>
                    <a:pt x="1952" y="3167"/>
                    <a:pt x="1349" y="3414"/>
                    <a:pt x="917" y="3905"/>
                  </a:cubicBezTo>
                  <a:cubicBezTo>
                    <a:pt x="0" y="4947"/>
                    <a:pt x="209" y="6703"/>
                    <a:pt x="220" y="6777"/>
                  </a:cubicBezTo>
                  <a:cubicBezTo>
                    <a:pt x="238" y="6905"/>
                    <a:pt x="346" y="6996"/>
                    <a:pt x="468" y="6996"/>
                  </a:cubicBezTo>
                  <a:lnTo>
                    <a:pt x="502" y="6996"/>
                  </a:lnTo>
                  <a:cubicBezTo>
                    <a:pt x="638" y="6978"/>
                    <a:pt x="736" y="6853"/>
                    <a:pt x="719" y="6714"/>
                  </a:cubicBezTo>
                  <a:cubicBezTo>
                    <a:pt x="715" y="6700"/>
                    <a:pt x="527" y="5108"/>
                    <a:pt x="1293" y="4236"/>
                  </a:cubicBezTo>
                  <a:cubicBezTo>
                    <a:pt x="1628" y="3860"/>
                    <a:pt x="2102" y="3668"/>
                    <a:pt x="2708" y="3668"/>
                  </a:cubicBezTo>
                  <a:cubicBezTo>
                    <a:pt x="3488" y="3668"/>
                    <a:pt x="4095" y="3417"/>
                    <a:pt x="4520" y="2922"/>
                  </a:cubicBezTo>
                  <a:cubicBezTo>
                    <a:pt x="5377" y="1919"/>
                    <a:pt x="5130" y="281"/>
                    <a:pt x="5119" y="212"/>
                  </a:cubicBezTo>
                  <a:cubicBezTo>
                    <a:pt x="5097" y="89"/>
                    <a:pt x="4989" y="0"/>
                    <a:pt x="486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55" name="Google Shape;1155;p37"/>
          <p:cNvSpPr/>
          <p:nvPr/>
        </p:nvSpPr>
        <p:spPr>
          <a:xfrm rot="-1070388">
            <a:off x="8480339" y="3905622"/>
            <a:ext cx="469230" cy="409495"/>
          </a:xfrm>
          <a:custGeom>
            <a:rect b="b" l="l" r="r" t="t"/>
            <a:pathLst>
              <a:path extrusionOk="0" h="3078" w="3527">
                <a:moveTo>
                  <a:pt x="1764" y="380"/>
                </a:moveTo>
                <a:lnTo>
                  <a:pt x="3174" y="2823"/>
                </a:lnTo>
                <a:lnTo>
                  <a:pt x="352" y="2823"/>
                </a:lnTo>
                <a:lnTo>
                  <a:pt x="1764" y="380"/>
                </a:lnTo>
                <a:close/>
                <a:moveTo>
                  <a:pt x="1764" y="1"/>
                </a:moveTo>
                <a:cubicBezTo>
                  <a:pt x="1719" y="1"/>
                  <a:pt x="1677" y="25"/>
                  <a:pt x="1652" y="63"/>
                </a:cubicBezTo>
                <a:lnTo>
                  <a:pt x="22" y="2886"/>
                </a:lnTo>
                <a:cubicBezTo>
                  <a:pt x="1" y="2928"/>
                  <a:pt x="1" y="2976"/>
                  <a:pt x="22" y="3015"/>
                </a:cubicBezTo>
                <a:cubicBezTo>
                  <a:pt x="46" y="3053"/>
                  <a:pt x="88" y="3077"/>
                  <a:pt x="133" y="3077"/>
                </a:cubicBezTo>
                <a:lnTo>
                  <a:pt x="3394" y="3077"/>
                </a:lnTo>
                <a:cubicBezTo>
                  <a:pt x="3440" y="3077"/>
                  <a:pt x="3481" y="3053"/>
                  <a:pt x="3506" y="3015"/>
                </a:cubicBezTo>
                <a:cubicBezTo>
                  <a:pt x="3526" y="2976"/>
                  <a:pt x="3526" y="2928"/>
                  <a:pt x="3506" y="2886"/>
                </a:cubicBezTo>
                <a:lnTo>
                  <a:pt x="1875" y="63"/>
                </a:lnTo>
                <a:cubicBezTo>
                  <a:pt x="1851" y="25"/>
                  <a:pt x="1809" y="1"/>
                  <a:pt x="176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9" name="Shape 1159"/>
        <p:cNvGrpSpPr/>
        <p:nvPr/>
      </p:nvGrpSpPr>
      <p:grpSpPr>
        <a:xfrm>
          <a:off x="0" y="0"/>
          <a:ext cx="0" cy="0"/>
          <a:chOff x="0" y="0"/>
          <a:chExt cx="0" cy="0"/>
        </a:xfrm>
      </p:grpSpPr>
      <p:sp>
        <p:nvSpPr>
          <p:cNvPr id="1160" name="Google Shape;1160;p38"/>
          <p:cNvSpPr txBox="1"/>
          <p:nvPr>
            <p:ph type="title"/>
          </p:nvPr>
        </p:nvSpPr>
        <p:spPr>
          <a:xfrm>
            <a:off x="720000" y="535000"/>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Algorithms</a:t>
            </a:r>
            <a:endParaRPr/>
          </a:p>
        </p:txBody>
      </p:sp>
      <p:sp>
        <p:nvSpPr>
          <p:cNvPr id="1161" name="Google Shape;1161;p38"/>
          <p:cNvSpPr txBox="1"/>
          <p:nvPr/>
        </p:nvSpPr>
        <p:spPr>
          <a:xfrm flipH="1">
            <a:off x="394550" y="2011263"/>
            <a:ext cx="2953500" cy="526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Karla"/>
                <a:ea typeface="Karla"/>
                <a:cs typeface="Karla"/>
                <a:sym typeface="Karla"/>
              </a:rPr>
              <a:t>Clustered our dataset into three distinct clusters which were manually given labels.</a:t>
            </a:r>
            <a:endParaRPr>
              <a:solidFill>
                <a:schemeClr val="dk1"/>
              </a:solidFill>
              <a:latin typeface="Karla"/>
              <a:ea typeface="Karla"/>
              <a:cs typeface="Karla"/>
              <a:sym typeface="Karla"/>
            </a:endParaRPr>
          </a:p>
        </p:txBody>
      </p:sp>
      <p:sp>
        <p:nvSpPr>
          <p:cNvPr id="1162" name="Google Shape;1162;p38"/>
          <p:cNvSpPr txBox="1"/>
          <p:nvPr/>
        </p:nvSpPr>
        <p:spPr>
          <a:xfrm flipH="1">
            <a:off x="595749" y="1640025"/>
            <a:ext cx="2642400" cy="571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solidFill>
                  <a:schemeClr val="dk1"/>
                </a:solidFill>
                <a:latin typeface="Sora"/>
                <a:ea typeface="Sora"/>
                <a:cs typeface="Sora"/>
                <a:sym typeface="Sora"/>
              </a:rPr>
              <a:t>K-Means Clustering</a:t>
            </a:r>
            <a:endParaRPr b="1" sz="1800">
              <a:solidFill>
                <a:schemeClr val="dk1"/>
              </a:solidFill>
              <a:latin typeface="Sora"/>
              <a:ea typeface="Sora"/>
              <a:cs typeface="Sora"/>
              <a:sym typeface="Sora"/>
            </a:endParaRPr>
          </a:p>
        </p:txBody>
      </p:sp>
      <p:sp>
        <p:nvSpPr>
          <p:cNvPr id="1163" name="Google Shape;1163;p38"/>
          <p:cNvSpPr txBox="1"/>
          <p:nvPr/>
        </p:nvSpPr>
        <p:spPr>
          <a:xfrm flipH="1">
            <a:off x="3171150" y="3038525"/>
            <a:ext cx="2990400" cy="526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Karla"/>
                <a:ea typeface="Karla"/>
                <a:cs typeface="Karla"/>
                <a:sym typeface="Karla"/>
              </a:rPr>
              <a:t>Checks for anomalies to allow human review of model predictions.</a:t>
            </a:r>
            <a:endParaRPr>
              <a:solidFill>
                <a:schemeClr val="dk1"/>
              </a:solidFill>
              <a:latin typeface="Karla"/>
              <a:ea typeface="Karla"/>
              <a:cs typeface="Karla"/>
              <a:sym typeface="Karla"/>
            </a:endParaRPr>
          </a:p>
        </p:txBody>
      </p:sp>
      <p:sp>
        <p:nvSpPr>
          <p:cNvPr id="1164" name="Google Shape;1164;p38"/>
          <p:cNvSpPr txBox="1"/>
          <p:nvPr/>
        </p:nvSpPr>
        <p:spPr>
          <a:xfrm flipH="1">
            <a:off x="3516907" y="3871800"/>
            <a:ext cx="2285400" cy="571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solidFill>
                  <a:schemeClr val="dk1"/>
                </a:solidFill>
                <a:latin typeface="Sora"/>
                <a:ea typeface="Sora"/>
                <a:cs typeface="Sora"/>
                <a:sym typeface="Sora"/>
              </a:rPr>
              <a:t>Isolation Forest</a:t>
            </a:r>
            <a:endParaRPr b="1" sz="1800">
              <a:solidFill>
                <a:schemeClr val="dk1"/>
              </a:solidFill>
              <a:latin typeface="Sora"/>
              <a:ea typeface="Sora"/>
              <a:cs typeface="Sora"/>
              <a:sym typeface="Sora"/>
            </a:endParaRPr>
          </a:p>
        </p:txBody>
      </p:sp>
      <p:sp>
        <p:nvSpPr>
          <p:cNvPr id="1165" name="Google Shape;1165;p38"/>
          <p:cNvSpPr txBox="1"/>
          <p:nvPr/>
        </p:nvSpPr>
        <p:spPr>
          <a:xfrm flipH="1">
            <a:off x="5602400" y="1985675"/>
            <a:ext cx="3321900" cy="526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Karla"/>
                <a:ea typeface="Karla"/>
                <a:cs typeface="Karla"/>
                <a:sym typeface="Karla"/>
              </a:rPr>
              <a:t>Classified claimants into determined labels during training and testing.</a:t>
            </a:r>
            <a:endParaRPr>
              <a:solidFill>
                <a:schemeClr val="dk1"/>
              </a:solidFill>
              <a:latin typeface="Karla"/>
              <a:ea typeface="Karla"/>
              <a:cs typeface="Karla"/>
              <a:sym typeface="Karla"/>
            </a:endParaRPr>
          </a:p>
        </p:txBody>
      </p:sp>
      <p:sp>
        <p:nvSpPr>
          <p:cNvPr id="1166" name="Google Shape;1166;p38"/>
          <p:cNvSpPr txBox="1"/>
          <p:nvPr/>
        </p:nvSpPr>
        <p:spPr>
          <a:xfrm flipH="1">
            <a:off x="6290268" y="1640013"/>
            <a:ext cx="2285400" cy="571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solidFill>
                  <a:schemeClr val="dk1"/>
                </a:solidFill>
                <a:latin typeface="Sora"/>
                <a:ea typeface="Sora"/>
                <a:cs typeface="Sora"/>
                <a:sym typeface="Sora"/>
              </a:rPr>
              <a:t>Random Forest</a:t>
            </a:r>
            <a:endParaRPr b="1" sz="1800">
              <a:solidFill>
                <a:schemeClr val="dk1"/>
              </a:solidFill>
              <a:latin typeface="Sora"/>
              <a:ea typeface="Sora"/>
              <a:cs typeface="Sora"/>
              <a:sym typeface="Sora"/>
            </a:endParaRPr>
          </a:p>
        </p:txBody>
      </p:sp>
      <p:sp>
        <p:nvSpPr>
          <p:cNvPr id="1167" name="Google Shape;1167;p38"/>
          <p:cNvSpPr/>
          <p:nvPr/>
        </p:nvSpPr>
        <p:spPr>
          <a:xfrm rot="-2440715">
            <a:off x="6289472" y="3228296"/>
            <a:ext cx="913448" cy="612922"/>
          </a:xfrm>
          <a:custGeom>
            <a:rect b="b" l="l" r="r" t="t"/>
            <a:pathLst>
              <a:path extrusionOk="0" h="27472" w="40942">
                <a:moveTo>
                  <a:pt x="26941" y="3084"/>
                </a:moveTo>
                <a:cubicBezTo>
                  <a:pt x="22042" y="-22"/>
                  <a:pt x="15889" y="-321"/>
                  <a:pt x="11528" y="217"/>
                </a:cubicBezTo>
                <a:cubicBezTo>
                  <a:pt x="7167" y="755"/>
                  <a:pt x="2030" y="3263"/>
                  <a:pt x="775" y="6310"/>
                </a:cubicBezTo>
                <a:cubicBezTo>
                  <a:pt x="-479" y="9357"/>
                  <a:pt x="-539" y="14973"/>
                  <a:pt x="4001" y="18497"/>
                </a:cubicBezTo>
                <a:cubicBezTo>
                  <a:pt x="8541" y="22022"/>
                  <a:pt x="21863" y="27397"/>
                  <a:pt x="28016" y="27457"/>
                </a:cubicBezTo>
                <a:cubicBezTo>
                  <a:pt x="34169" y="27517"/>
                  <a:pt x="41099" y="22917"/>
                  <a:pt x="40920" y="18855"/>
                </a:cubicBezTo>
                <a:cubicBezTo>
                  <a:pt x="40741" y="14793"/>
                  <a:pt x="31840" y="6190"/>
                  <a:pt x="26941" y="3084"/>
                </a:cubicBezTo>
                <a:close/>
              </a:path>
            </a:pathLst>
          </a:custGeom>
          <a:noFill/>
          <a:ln cap="flat" cmpd="sng" w="9525">
            <a:solidFill>
              <a:schemeClr val="dk2"/>
            </a:solidFill>
            <a:prstDash val="solid"/>
            <a:round/>
            <a:headEnd len="med" w="med" type="none"/>
            <a:tailEnd len="med" w="med" type="none"/>
          </a:ln>
        </p:spPr>
      </p:sp>
      <p:sp>
        <p:nvSpPr>
          <p:cNvPr id="1168" name="Google Shape;1168;p38"/>
          <p:cNvSpPr/>
          <p:nvPr/>
        </p:nvSpPr>
        <p:spPr>
          <a:xfrm rot="-2440715">
            <a:off x="4114963" y="1995846"/>
            <a:ext cx="913448" cy="612922"/>
          </a:xfrm>
          <a:custGeom>
            <a:rect b="b" l="l" r="r" t="t"/>
            <a:pathLst>
              <a:path extrusionOk="0" h="27472" w="40942">
                <a:moveTo>
                  <a:pt x="26941" y="3084"/>
                </a:moveTo>
                <a:cubicBezTo>
                  <a:pt x="22042" y="-22"/>
                  <a:pt x="15889" y="-321"/>
                  <a:pt x="11528" y="217"/>
                </a:cubicBezTo>
                <a:cubicBezTo>
                  <a:pt x="7167" y="755"/>
                  <a:pt x="2030" y="3263"/>
                  <a:pt x="775" y="6310"/>
                </a:cubicBezTo>
                <a:cubicBezTo>
                  <a:pt x="-479" y="9357"/>
                  <a:pt x="-539" y="14973"/>
                  <a:pt x="4001" y="18497"/>
                </a:cubicBezTo>
                <a:cubicBezTo>
                  <a:pt x="8541" y="22022"/>
                  <a:pt x="21863" y="27397"/>
                  <a:pt x="28016" y="27457"/>
                </a:cubicBezTo>
                <a:cubicBezTo>
                  <a:pt x="34169" y="27517"/>
                  <a:pt x="41099" y="22917"/>
                  <a:pt x="40920" y="18855"/>
                </a:cubicBezTo>
                <a:cubicBezTo>
                  <a:pt x="40741" y="14793"/>
                  <a:pt x="31840" y="6190"/>
                  <a:pt x="26941" y="3084"/>
                </a:cubicBezTo>
                <a:close/>
              </a:path>
            </a:pathLst>
          </a:custGeom>
          <a:noFill/>
          <a:ln cap="flat" cmpd="sng" w="9525">
            <a:solidFill>
              <a:schemeClr val="dk2"/>
            </a:solidFill>
            <a:prstDash val="solid"/>
            <a:round/>
            <a:headEnd len="med" w="med" type="none"/>
            <a:tailEnd len="med" w="med" type="none"/>
          </a:ln>
        </p:spPr>
      </p:sp>
      <p:sp>
        <p:nvSpPr>
          <p:cNvPr id="1169" name="Google Shape;1169;p38"/>
          <p:cNvSpPr/>
          <p:nvPr/>
        </p:nvSpPr>
        <p:spPr>
          <a:xfrm rot="-2440715">
            <a:off x="6289472" y="3304496"/>
            <a:ext cx="913448" cy="612922"/>
          </a:xfrm>
          <a:custGeom>
            <a:rect b="b" l="l" r="r" t="t"/>
            <a:pathLst>
              <a:path extrusionOk="0" h="27472" w="40942">
                <a:moveTo>
                  <a:pt x="26941" y="3084"/>
                </a:moveTo>
                <a:cubicBezTo>
                  <a:pt x="22042" y="-22"/>
                  <a:pt x="15889" y="-321"/>
                  <a:pt x="11528" y="217"/>
                </a:cubicBezTo>
                <a:cubicBezTo>
                  <a:pt x="7167" y="755"/>
                  <a:pt x="2030" y="3263"/>
                  <a:pt x="775" y="6310"/>
                </a:cubicBezTo>
                <a:cubicBezTo>
                  <a:pt x="-479" y="9357"/>
                  <a:pt x="-539" y="14973"/>
                  <a:pt x="4001" y="18497"/>
                </a:cubicBezTo>
                <a:cubicBezTo>
                  <a:pt x="8541" y="22022"/>
                  <a:pt x="21863" y="27397"/>
                  <a:pt x="28016" y="27457"/>
                </a:cubicBezTo>
                <a:cubicBezTo>
                  <a:pt x="34169" y="27517"/>
                  <a:pt x="41099" y="22917"/>
                  <a:pt x="40920" y="18855"/>
                </a:cubicBezTo>
                <a:cubicBezTo>
                  <a:pt x="40741" y="14793"/>
                  <a:pt x="31840" y="6190"/>
                  <a:pt x="26941" y="3084"/>
                </a:cubicBezTo>
                <a:close/>
              </a:path>
            </a:pathLst>
          </a:custGeom>
          <a:solidFill>
            <a:srgbClr val="C7CAEA">
              <a:alpha val="52090"/>
            </a:srgbClr>
          </a:solidFill>
          <a:ln>
            <a:noFill/>
          </a:ln>
        </p:spPr>
      </p:sp>
      <p:sp>
        <p:nvSpPr>
          <p:cNvPr id="1170" name="Google Shape;1170;p38"/>
          <p:cNvSpPr/>
          <p:nvPr/>
        </p:nvSpPr>
        <p:spPr>
          <a:xfrm rot="-2440715">
            <a:off x="4114963" y="2072046"/>
            <a:ext cx="913448" cy="612922"/>
          </a:xfrm>
          <a:custGeom>
            <a:rect b="b" l="l" r="r" t="t"/>
            <a:pathLst>
              <a:path extrusionOk="0" h="27472" w="40942">
                <a:moveTo>
                  <a:pt x="26941" y="3084"/>
                </a:moveTo>
                <a:cubicBezTo>
                  <a:pt x="22042" y="-22"/>
                  <a:pt x="15889" y="-321"/>
                  <a:pt x="11528" y="217"/>
                </a:cubicBezTo>
                <a:cubicBezTo>
                  <a:pt x="7167" y="755"/>
                  <a:pt x="2030" y="3263"/>
                  <a:pt x="775" y="6310"/>
                </a:cubicBezTo>
                <a:cubicBezTo>
                  <a:pt x="-479" y="9357"/>
                  <a:pt x="-539" y="14973"/>
                  <a:pt x="4001" y="18497"/>
                </a:cubicBezTo>
                <a:cubicBezTo>
                  <a:pt x="8541" y="22022"/>
                  <a:pt x="21863" y="27397"/>
                  <a:pt x="28016" y="27457"/>
                </a:cubicBezTo>
                <a:cubicBezTo>
                  <a:pt x="34169" y="27517"/>
                  <a:pt x="41099" y="22917"/>
                  <a:pt x="40920" y="18855"/>
                </a:cubicBezTo>
                <a:cubicBezTo>
                  <a:pt x="40741" y="14793"/>
                  <a:pt x="31840" y="6190"/>
                  <a:pt x="26941" y="3084"/>
                </a:cubicBezTo>
                <a:close/>
              </a:path>
            </a:pathLst>
          </a:custGeom>
          <a:solidFill>
            <a:srgbClr val="C7CAEA">
              <a:alpha val="52090"/>
            </a:srgbClr>
          </a:solidFill>
          <a:ln>
            <a:noFill/>
          </a:ln>
        </p:spPr>
      </p:sp>
      <p:grpSp>
        <p:nvGrpSpPr>
          <p:cNvPr id="1171" name="Google Shape;1171;p38"/>
          <p:cNvGrpSpPr/>
          <p:nvPr/>
        </p:nvGrpSpPr>
        <p:grpSpPr>
          <a:xfrm>
            <a:off x="1850979" y="3042757"/>
            <a:ext cx="1092250" cy="1136425"/>
            <a:chOff x="1850979" y="3042757"/>
            <a:chExt cx="1092250" cy="1136425"/>
          </a:xfrm>
        </p:grpSpPr>
        <p:sp>
          <p:nvSpPr>
            <p:cNvPr id="1172" name="Google Shape;1172;p38"/>
            <p:cNvSpPr/>
            <p:nvPr/>
          </p:nvSpPr>
          <p:spPr>
            <a:xfrm rot="-2440715">
              <a:off x="1940380" y="3266408"/>
              <a:ext cx="913448" cy="612922"/>
            </a:xfrm>
            <a:custGeom>
              <a:rect b="b" l="l" r="r" t="t"/>
              <a:pathLst>
                <a:path extrusionOk="0" h="27472" w="40942">
                  <a:moveTo>
                    <a:pt x="26941" y="3084"/>
                  </a:moveTo>
                  <a:cubicBezTo>
                    <a:pt x="22042" y="-22"/>
                    <a:pt x="15889" y="-321"/>
                    <a:pt x="11528" y="217"/>
                  </a:cubicBezTo>
                  <a:cubicBezTo>
                    <a:pt x="7167" y="755"/>
                    <a:pt x="2030" y="3263"/>
                    <a:pt x="775" y="6310"/>
                  </a:cubicBezTo>
                  <a:cubicBezTo>
                    <a:pt x="-479" y="9357"/>
                    <a:pt x="-539" y="14973"/>
                    <a:pt x="4001" y="18497"/>
                  </a:cubicBezTo>
                  <a:cubicBezTo>
                    <a:pt x="8541" y="22022"/>
                    <a:pt x="21863" y="27397"/>
                    <a:pt x="28016" y="27457"/>
                  </a:cubicBezTo>
                  <a:cubicBezTo>
                    <a:pt x="34169" y="27517"/>
                    <a:pt x="41099" y="22917"/>
                    <a:pt x="40920" y="18855"/>
                  </a:cubicBezTo>
                  <a:cubicBezTo>
                    <a:pt x="40741" y="14793"/>
                    <a:pt x="31840" y="6190"/>
                    <a:pt x="26941" y="3084"/>
                  </a:cubicBezTo>
                  <a:close/>
                </a:path>
              </a:pathLst>
            </a:custGeom>
            <a:noFill/>
            <a:ln cap="flat" cmpd="sng" w="9525">
              <a:solidFill>
                <a:schemeClr val="dk2"/>
              </a:solidFill>
              <a:prstDash val="solid"/>
              <a:round/>
              <a:headEnd len="med" w="med" type="none"/>
              <a:tailEnd len="med" w="med" type="none"/>
            </a:ln>
          </p:spPr>
        </p:sp>
        <p:sp>
          <p:nvSpPr>
            <p:cNvPr id="1173" name="Google Shape;1173;p38"/>
            <p:cNvSpPr/>
            <p:nvPr/>
          </p:nvSpPr>
          <p:spPr>
            <a:xfrm rot="-2440715">
              <a:off x="1940380" y="3342608"/>
              <a:ext cx="913448" cy="612922"/>
            </a:xfrm>
            <a:custGeom>
              <a:rect b="b" l="l" r="r" t="t"/>
              <a:pathLst>
                <a:path extrusionOk="0" h="27472" w="40942">
                  <a:moveTo>
                    <a:pt x="26941" y="3084"/>
                  </a:moveTo>
                  <a:cubicBezTo>
                    <a:pt x="22042" y="-22"/>
                    <a:pt x="15889" y="-321"/>
                    <a:pt x="11528" y="217"/>
                  </a:cubicBezTo>
                  <a:cubicBezTo>
                    <a:pt x="7167" y="755"/>
                    <a:pt x="2030" y="3263"/>
                    <a:pt x="775" y="6310"/>
                  </a:cubicBezTo>
                  <a:cubicBezTo>
                    <a:pt x="-479" y="9357"/>
                    <a:pt x="-539" y="14973"/>
                    <a:pt x="4001" y="18497"/>
                  </a:cubicBezTo>
                  <a:cubicBezTo>
                    <a:pt x="8541" y="22022"/>
                    <a:pt x="21863" y="27397"/>
                    <a:pt x="28016" y="27457"/>
                  </a:cubicBezTo>
                  <a:cubicBezTo>
                    <a:pt x="34169" y="27517"/>
                    <a:pt x="41099" y="22917"/>
                    <a:pt x="40920" y="18855"/>
                  </a:cubicBezTo>
                  <a:cubicBezTo>
                    <a:pt x="40741" y="14793"/>
                    <a:pt x="31840" y="6190"/>
                    <a:pt x="26941" y="3084"/>
                  </a:cubicBezTo>
                  <a:close/>
                </a:path>
              </a:pathLst>
            </a:custGeom>
            <a:solidFill>
              <a:srgbClr val="C7CAEA">
                <a:alpha val="52090"/>
              </a:srgbClr>
            </a:solidFill>
            <a:ln>
              <a:noFill/>
            </a:ln>
          </p:spPr>
        </p:sp>
      </p:grpSp>
      <p:cxnSp>
        <p:nvCxnSpPr>
          <p:cNvPr id="1174" name="Google Shape;1174;p38"/>
          <p:cNvCxnSpPr/>
          <p:nvPr/>
        </p:nvCxnSpPr>
        <p:spPr>
          <a:xfrm flipH="1" rot="10800000">
            <a:off x="2828475" y="2576375"/>
            <a:ext cx="1234200" cy="810600"/>
          </a:xfrm>
          <a:prstGeom prst="straightConnector1">
            <a:avLst/>
          </a:prstGeom>
          <a:noFill/>
          <a:ln cap="flat" cmpd="sng" w="9525">
            <a:solidFill>
              <a:schemeClr val="accent2"/>
            </a:solidFill>
            <a:prstDash val="solid"/>
            <a:round/>
            <a:headEnd len="med" w="med" type="none"/>
            <a:tailEnd len="med" w="med" type="oval"/>
          </a:ln>
        </p:spPr>
      </p:cxnSp>
      <p:cxnSp>
        <p:nvCxnSpPr>
          <p:cNvPr id="1175" name="Google Shape;1175;p38"/>
          <p:cNvCxnSpPr/>
          <p:nvPr/>
        </p:nvCxnSpPr>
        <p:spPr>
          <a:xfrm>
            <a:off x="4990375" y="2378075"/>
            <a:ext cx="1441200" cy="936900"/>
          </a:xfrm>
          <a:prstGeom prst="straightConnector1">
            <a:avLst/>
          </a:prstGeom>
          <a:noFill/>
          <a:ln cap="flat" cmpd="sng" w="9525">
            <a:solidFill>
              <a:schemeClr val="accent2"/>
            </a:solidFill>
            <a:prstDash val="solid"/>
            <a:round/>
            <a:headEnd len="med" w="med" type="none"/>
            <a:tailEnd len="med" w="med" type="oval"/>
          </a:ln>
        </p:spPr>
      </p:cxnSp>
      <p:cxnSp>
        <p:nvCxnSpPr>
          <p:cNvPr id="1176" name="Google Shape;1176;p38"/>
          <p:cNvCxnSpPr>
            <a:stCxn id="1161" idx="2"/>
          </p:cNvCxnSpPr>
          <p:nvPr/>
        </p:nvCxnSpPr>
        <p:spPr>
          <a:xfrm>
            <a:off x="1871300" y="2537763"/>
            <a:ext cx="0" cy="621300"/>
          </a:xfrm>
          <a:prstGeom prst="straightConnector1">
            <a:avLst/>
          </a:prstGeom>
          <a:noFill/>
          <a:ln cap="flat" cmpd="sng" w="9525">
            <a:solidFill>
              <a:schemeClr val="accent2"/>
            </a:solidFill>
            <a:prstDash val="dot"/>
            <a:round/>
            <a:headEnd len="med" w="med" type="none"/>
            <a:tailEnd len="med" w="med" type="none"/>
          </a:ln>
        </p:spPr>
      </p:cxnSp>
      <p:cxnSp>
        <p:nvCxnSpPr>
          <p:cNvPr id="1177" name="Google Shape;1177;p38"/>
          <p:cNvCxnSpPr>
            <a:stCxn id="1163" idx="0"/>
          </p:cNvCxnSpPr>
          <p:nvPr/>
        </p:nvCxnSpPr>
        <p:spPr>
          <a:xfrm rot="10800000">
            <a:off x="4652850" y="2476325"/>
            <a:ext cx="13500" cy="562200"/>
          </a:xfrm>
          <a:prstGeom prst="straightConnector1">
            <a:avLst/>
          </a:prstGeom>
          <a:noFill/>
          <a:ln cap="flat" cmpd="sng" w="9525">
            <a:solidFill>
              <a:schemeClr val="accent2"/>
            </a:solidFill>
            <a:prstDash val="dot"/>
            <a:round/>
            <a:headEnd len="med" w="med" type="none"/>
            <a:tailEnd len="med" w="med" type="none"/>
          </a:ln>
        </p:spPr>
      </p:cxnSp>
      <p:cxnSp>
        <p:nvCxnSpPr>
          <p:cNvPr id="1178" name="Google Shape;1178;p38"/>
          <p:cNvCxnSpPr>
            <a:stCxn id="1165" idx="2"/>
          </p:cNvCxnSpPr>
          <p:nvPr/>
        </p:nvCxnSpPr>
        <p:spPr>
          <a:xfrm>
            <a:off x="7263350" y="2512175"/>
            <a:ext cx="0" cy="603000"/>
          </a:xfrm>
          <a:prstGeom prst="straightConnector1">
            <a:avLst/>
          </a:prstGeom>
          <a:noFill/>
          <a:ln cap="flat" cmpd="sng" w="9525">
            <a:solidFill>
              <a:schemeClr val="accent2"/>
            </a:solidFill>
            <a:prstDash val="dot"/>
            <a:round/>
            <a:headEnd len="med" w="med" type="none"/>
            <a:tailEnd len="med" w="med" type="none"/>
          </a:ln>
        </p:spPr>
      </p:cxnSp>
      <p:grpSp>
        <p:nvGrpSpPr>
          <p:cNvPr id="1179" name="Google Shape;1179;p38"/>
          <p:cNvGrpSpPr/>
          <p:nvPr/>
        </p:nvGrpSpPr>
        <p:grpSpPr>
          <a:xfrm>
            <a:off x="2228578" y="3441318"/>
            <a:ext cx="339200" cy="339271"/>
            <a:chOff x="5049725" y="2027900"/>
            <a:chExt cx="481750" cy="481850"/>
          </a:xfrm>
        </p:grpSpPr>
        <p:sp>
          <p:nvSpPr>
            <p:cNvPr id="1180" name="Google Shape;1180;p38"/>
            <p:cNvSpPr/>
            <p:nvPr/>
          </p:nvSpPr>
          <p:spPr>
            <a:xfrm>
              <a:off x="5191775" y="2394925"/>
              <a:ext cx="197625" cy="114825"/>
            </a:xfrm>
            <a:custGeom>
              <a:rect b="b" l="l" r="r" t="t"/>
              <a:pathLst>
                <a:path extrusionOk="0" h="4593" w="7905">
                  <a:moveTo>
                    <a:pt x="0" y="0"/>
                  </a:moveTo>
                  <a:lnTo>
                    <a:pt x="0" y="566"/>
                  </a:lnTo>
                  <a:cubicBezTo>
                    <a:pt x="3" y="1298"/>
                    <a:pt x="479" y="1949"/>
                    <a:pt x="1178" y="2171"/>
                  </a:cubicBezTo>
                  <a:cubicBezTo>
                    <a:pt x="1407" y="3502"/>
                    <a:pt x="2560" y="4593"/>
                    <a:pt x="3954" y="4593"/>
                  </a:cubicBezTo>
                  <a:cubicBezTo>
                    <a:pt x="5345" y="4593"/>
                    <a:pt x="6499" y="3502"/>
                    <a:pt x="6728" y="2171"/>
                  </a:cubicBezTo>
                  <a:cubicBezTo>
                    <a:pt x="7426" y="1949"/>
                    <a:pt x="7902" y="1298"/>
                    <a:pt x="7905" y="566"/>
                  </a:cubicBezTo>
                  <a:lnTo>
                    <a:pt x="7905"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181" name="Google Shape;1181;p38"/>
            <p:cNvSpPr/>
            <p:nvPr/>
          </p:nvSpPr>
          <p:spPr>
            <a:xfrm>
              <a:off x="5113625" y="2027900"/>
              <a:ext cx="347300" cy="338825"/>
            </a:xfrm>
            <a:custGeom>
              <a:rect b="b" l="l" r="r" t="t"/>
              <a:pathLst>
                <a:path extrusionOk="0" h="13553" w="13892">
                  <a:moveTo>
                    <a:pt x="7080" y="2260"/>
                  </a:moveTo>
                  <a:cubicBezTo>
                    <a:pt x="9574" y="2263"/>
                    <a:pt x="11594" y="4284"/>
                    <a:pt x="11597" y="6777"/>
                  </a:cubicBezTo>
                  <a:cubicBezTo>
                    <a:pt x="11597" y="7090"/>
                    <a:pt x="11344" y="7340"/>
                    <a:pt x="11031" y="7340"/>
                  </a:cubicBezTo>
                  <a:cubicBezTo>
                    <a:pt x="10718" y="7340"/>
                    <a:pt x="10468" y="7090"/>
                    <a:pt x="10468" y="6777"/>
                  </a:cubicBezTo>
                  <a:cubicBezTo>
                    <a:pt x="10465" y="4907"/>
                    <a:pt x="8950" y="3392"/>
                    <a:pt x="7080" y="3389"/>
                  </a:cubicBezTo>
                  <a:cubicBezTo>
                    <a:pt x="6767" y="3389"/>
                    <a:pt x="6514" y="3136"/>
                    <a:pt x="6514" y="2826"/>
                  </a:cubicBezTo>
                  <a:cubicBezTo>
                    <a:pt x="6514" y="2513"/>
                    <a:pt x="6767" y="2260"/>
                    <a:pt x="7080" y="2260"/>
                  </a:cubicBezTo>
                  <a:close/>
                  <a:moveTo>
                    <a:pt x="7070" y="1"/>
                  </a:moveTo>
                  <a:cubicBezTo>
                    <a:pt x="6595" y="1"/>
                    <a:pt x="6111" y="50"/>
                    <a:pt x="5623" y="152"/>
                  </a:cubicBezTo>
                  <a:cubicBezTo>
                    <a:pt x="3075" y="685"/>
                    <a:pt x="1001" y="2754"/>
                    <a:pt x="459" y="5301"/>
                  </a:cubicBezTo>
                  <a:cubicBezTo>
                    <a:pt x="1" y="7469"/>
                    <a:pt x="567" y="9644"/>
                    <a:pt x="2015" y="11270"/>
                  </a:cubicBezTo>
                  <a:cubicBezTo>
                    <a:pt x="2584" y="11908"/>
                    <a:pt x="2952" y="12703"/>
                    <a:pt x="3072" y="13552"/>
                  </a:cubicBezTo>
                  <a:lnTo>
                    <a:pt x="11088" y="13552"/>
                  </a:lnTo>
                  <a:cubicBezTo>
                    <a:pt x="11221" y="12691"/>
                    <a:pt x="11597" y="11887"/>
                    <a:pt x="12175" y="11233"/>
                  </a:cubicBezTo>
                  <a:cubicBezTo>
                    <a:pt x="13259" y="10002"/>
                    <a:pt x="13892" y="8418"/>
                    <a:pt x="13892" y="6777"/>
                  </a:cubicBezTo>
                  <a:cubicBezTo>
                    <a:pt x="13892" y="2969"/>
                    <a:pt x="10766" y="1"/>
                    <a:pt x="707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182" name="Google Shape;1182;p38"/>
            <p:cNvSpPr/>
            <p:nvPr/>
          </p:nvSpPr>
          <p:spPr>
            <a:xfrm>
              <a:off x="5049725" y="2197300"/>
              <a:ext cx="56400" cy="28275"/>
            </a:xfrm>
            <a:custGeom>
              <a:rect b="b" l="l" r="r" t="t"/>
              <a:pathLst>
                <a:path extrusionOk="0" h="1131" w="2256">
                  <a:moveTo>
                    <a:pt x="563" y="1"/>
                  </a:moveTo>
                  <a:cubicBezTo>
                    <a:pt x="250" y="1"/>
                    <a:pt x="0" y="254"/>
                    <a:pt x="0" y="567"/>
                  </a:cubicBezTo>
                  <a:cubicBezTo>
                    <a:pt x="0" y="877"/>
                    <a:pt x="250" y="1130"/>
                    <a:pt x="563" y="1130"/>
                  </a:cubicBezTo>
                  <a:lnTo>
                    <a:pt x="1693" y="1130"/>
                  </a:lnTo>
                  <a:cubicBezTo>
                    <a:pt x="2006" y="1130"/>
                    <a:pt x="2256" y="877"/>
                    <a:pt x="2256" y="567"/>
                  </a:cubicBezTo>
                  <a:cubicBezTo>
                    <a:pt x="2256" y="254"/>
                    <a:pt x="2006" y="1"/>
                    <a:pt x="169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183" name="Google Shape;1183;p38"/>
            <p:cNvSpPr/>
            <p:nvPr/>
          </p:nvSpPr>
          <p:spPr>
            <a:xfrm>
              <a:off x="5052575" y="2102800"/>
              <a:ext cx="50850" cy="48075"/>
            </a:xfrm>
            <a:custGeom>
              <a:rect b="b" l="l" r="r" t="t"/>
              <a:pathLst>
                <a:path extrusionOk="0" h="1923" w="2034">
                  <a:moveTo>
                    <a:pt x="623" y="0"/>
                  </a:moveTo>
                  <a:cubicBezTo>
                    <a:pt x="478" y="0"/>
                    <a:pt x="333" y="56"/>
                    <a:pt x="224" y="167"/>
                  </a:cubicBezTo>
                  <a:cubicBezTo>
                    <a:pt x="4" y="384"/>
                    <a:pt x="1" y="736"/>
                    <a:pt x="214" y="959"/>
                  </a:cubicBezTo>
                  <a:lnTo>
                    <a:pt x="1015" y="1757"/>
                  </a:lnTo>
                  <a:cubicBezTo>
                    <a:pt x="1125" y="1867"/>
                    <a:pt x="1269" y="1922"/>
                    <a:pt x="1413" y="1922"/>
                  </a:cubicBezTo>
                  <a:cubicBezTo>
                    <a:pt x="1558" y="1922"/>
                    <a:pt x="1702" y="1867"/>
                    <a:pt x="1813" y="1757"/>
                  </a:cubicBezTo>
                  <a:cubicBezTo>
                    <a:pt x="2033" y="1534"/>
                    <a:pt x="2033" y="1179"/>
                    <a:pt x="1813" y="959"/>
                  </a:cubicBezTo>
                  <a:lnTo>
                    <a:pt x="1015" y="158"/>
                  </a:lnTo>
                  <a:cubicBezTo>
                    <a:pt x="906" y="53"/>
                    <a:pt x="764" y="0"/>
                    <a:pt x="62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184" name="Google Shape;1184;p38"/>
            <p:cNvSpPr/>
            <p:nvPr/>
          </p:nvSpPr>
          <p:spPr>
            <a:xfrm>
              <a:off x="5052575" y="2272175"/>
              <a:ext cx="50700" cy="47900"/>
            </a:xfrm>
            <a:custGeom>
              <a:rect b="b" l="l" r="r" t="t"/>
              <a:pathLst>
                <a:path extrusionOk="0" h="1916" w="2028">
                  <a:moveTo>
                    <a:pt x="1405" y="0"/>
                  </a:moveTo>
                  <a:cubicBezTo>
                    <a:pt x="1264" y="0"/>
                    <a:pt x="1124" y="53"/>
                    <a:pt x="1015" y="159"/>
                  </a:cubicBezTo>
                  <a:lnTo>
                    <a:pt x="214" y="960"/>
                  </a:lnTo>
                  <a:cubicBezTo>
                    <a:pt x="1" y="1179"/>
                    <a:pt x="4" y="1532"/>
                    <a:pt x="224" y="1749"/>
                  </a:cubicBezTo>
                  <a:cubicBezTo>
                    <a:pt x="333" y="1860"/>
                    <a:pt x="478" y="1916"/>
                    <a:pt x="623" y="1916"/>
                  </a:cubicBezTo>
                  <a:cubicBezTo>
                    <a:pt x="764" y="1916"/>
                    <a:pt x="906" y="1863"/>
                    <a:pt x="1015" y="1758"/>
                  </a:cubicBezTo>
                  <a:lnTo>
                    <a:pt x="1813" y="960"/>
                  </a:lnTo>
                  <a:cubicBezTo>
                    <a:pt x="2027" y="737"/>
                    <a:pt x="2024" y="384"/>
                    <a:pt x="1804" y="168"/>
                  </a:cubicBezTo>
                  <a:cubicBezTo>
                    <a:pt x="1695" y="56"/>
                    <a:pt x="1550" y="0"/>
                    <a:pt x="140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185" name="Google Shape;1185;p38"/>
            <p:cNvSpPr/>
            <p:nvPr/>
          </p:nvSpPr>
          <p:spPr>
            <a:xfrm>
              <a:off x="5475050" y="2197300"/>
              <a:ext cx="56425" cy="28275"/>
            </a:xfrm>
            <a:custGeom>
              <a:rect b="b" l="l" r="r" t="t"/>
              <a:pathLst>
                <a:path extrusionOk="0" h="1131" w="2257">
                  <a:moveTo>
                    <a:pt x="564" y="1"/>
                  </a:moveTo>
                  <a:cubicBezTo>
                    <a:pt x="251" y="1"/>
                    <a:pt x="1" y="254"/>
                    <a:pt x="1" y="567"/>
                  </a:cubicBezTo>
                  <a:cubicBezTo>
                    <a:pt x="1" y="877"/>
                    <a:pt x="251" y="1130"/>
                    <a:pt x="564" y="1130"/>
                  </a:cubicBezTo>
                  <a:lnTo>
                    <a:pt x="1693" y="1130"/>
                  </a:lnTo>
                  <a:cubicBezTo>
                    <a:pt x="2006" y="1130"/>
                    <a:pt x="2256" y="877"/>
                    <a:pt x="2256" y="567"/>
                  </a:cubicBezTo>
                  <a:cubicBezTo>
                    <a:pt x="2256" y="254"/>
                    <a:pt x="2006" y="1"/>
                    <a:pt x="169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186" name="Google Shape;1186;p38"/>
            <p:cNvSpPr/>
            <p:nvPr/>
          </p:nvSpPr>
          <p:spPr>
            <a:xfrm>
              <a:off x="5477925" y="2102800"/>
              <a:ext cx="50675" cy="47900"/>
            </a:xfrm>
            <a:custGeom>
              <a:rect b="b" l="l" r="r" t="t"/>
              <a:pathLst>
                <a:path extrusionOk="0" h="1916" w="2027">
                  <a:moveTo>
                    <a:pt x="1405" y="0"/>
                  </a:moveTo>
                  <a:cubicBezTo>
                    <a:pt x="1264" y="0"/>
                    <a:pt x="1123" y="53"/>
                    <a:pt x="1015" y="158"/>
                  </a:cubicBezTo>
                  <a:lnTo>
                    <a:pt x="214" y="959"/>
                  </a:lnTo>
                  <a:cubicBezTo>
                    <a:pt x="0" y="1179"/>
                    <a:pt x="3" y="1531"/>
                    <a:pt x="223" y="1748"/>
                  </a:cubicBezTo>
                  <a:cubicBezTo>
                    <a:pt x="333" y="1860"/>
                    <a:pt x="478" y="1915"/>
                    <a:pt x="623" y="1915"/>
                  </a:cubicBezTo>
                  <a:cubicBezTo>
                    <a:pt x="764" y="1915"/>
                    <a:pt x="905" y="1863"/>
                    <a:pt x="1015" y="1757"/>
                  </a:cubicBezTo>
                  <a:lnTo>
                    <a:pt x="1813" y="959"/>
                  </a:lnTo>
                  <a:cubicBezTo>
                    <a:pt x="2027" y="736"/>
                    <a:pt x="2024" y="384"/>
                    <a:pt x="1804" y="167"/>
                  </a:cubicBezTo>
                  <a:cubicBezTo>
                    <a:pt x="1694" y="56"/>
                    <a:pt x="1549" y="0"/>
                    <a:pt x="140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187" name="Google Shape;1187;p38"/>
            <p:cNvSpPr/>
            <p:nvPr/>
          </p:nvSpPr>
          <p:spPr>
            <a:xfrm>
              <a:off x="5477775" y="2272000"/>
              <a:ext cx="50825" cy="48075"/>
            </a:xfrm>
            <a:custGeom>
              <a:rect b="b" l="l" r="r" t="t"/>
              <a:pathLst>
                <a:path extrusionOk="0" h="1923" w="2033">
                  <a:moveTo>
                    <a:pt x="621" y="1"/>
                  </a:moveTo>
                  <a:cubicBezTo>
                    <a:pt x="476" y="1"/>
                    <a:pt x="331" y="56"/>
                    <a:pt x="220" y="166"/>
                  </a:cubicBezTo>
                  <a:cubicBezTo>
                    <a:pt x="0" y="388"/>
                    <a:pt x="0" y="744"/>
                    <a:pt x="220" y="967"/>
                  </a:cubicBezTo>
                  <a:lnTo>
                    <a:pt x="1021" y="1765"/>
                  </a:lnTo>
                  <a:cubicBezTo>
                    <a:pt x="1129" y="1870"/>
                    <a:pt x="1270" y="1923"/>
                    <a:pt x="1411" y="1923"/>
                  </a:cubicBezTo>
                  <a:cubicBezTo>
                    <a:pt x="1555" y="1923"/>
                    <a:pt x="1700" y="1867"/>
                    <a:pt x="1810" y="1756"/>
                  </a:cubicBezTo>
                  <a:cubicBezTo>
                    <a:pt x="2030" y="1539"/>
                    <a:pt x="2033" y="1186"/>
                    <a:pt x="1819" y="967"/>
                  </a:cubicBezTo>
                  <a:lnTo>
                    <a:pt x="1021" y="166"/>
                  </a:lnTo>
                  <a:cubicBezTo>
                    <a:pt x="910" y="56"/>
                    <a:pt x="765" y="1"/>
                    <a:pt x="62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1188" name="Google Shape;1188;p38"/>
          <p:cNvGrpSpPr/>
          <p:nvPr/>
        </p:nvGrpSpPr>
        <p:grpSpPr>
          <a:xfrm>
            <a:off x="4461724" y="2170856"/>
            <a:ext cx="219890" cy="339095"/>
            <a:chOff x="5726350" y="2028150"/>
            <a:chExt cx="312300" cy="481600"/>
          </a:xfrm>
        </p:grpSpPr>
        <p:sp>
          <p:nvSpPr>
            <p:cNvPr id="1189" name="Google Shape;1189;p38"/>
            <p:cNvSpPr/>
            <p:nvPr/>
          </p:nvSpPr>
          <p:spPr>
            <a:xfrm>
              <a:off x="5756075" y="2028150"/>
              <a:ext cx="252825" cy="83275"/>
            </a:xfrm>
            <a:custGeom>
              <a:rect b="b" l="l" r="r" t="t"/>
              <a:pathLst>
                <a:path extrusionOk="0" h="3331" w="10113">
                  <a:moveTo>
                    <a:pt x="1639" y="1"/>
                  </a:moveTo>
                  <a:cubicBezTo>
                    <a:pt x="730" y="13"/>
                    <a:pt x="1" y="753"/>
                    <a:pt x="1" y="1666"/>
                  </a:cubicBezTo>
                  <a:cubicBezTo>
                    <a:pt x="1" y="2575"/>
                    <a:pt x="730" y="3316"/>
                    <a:pt x="1639" y="3331"/>
                  </a:cubicBezTo>
                  <a:lnTo>
                    <a:pt x="8474" y="3331"/>
                  </a:lnTo>
                  <a:cubicBezTo>
                    <a:pt x="9384" y="3316"/>
                    <a:pt x="10113" y="2575"/>
                    <a:pt x="10113" y="1666"/>
                  </a:cubicBezTo>
                  <a:cubicBezTo>
                    <a:pt x="10113" y="753"/>
                    <a:pt x="9384" y="13"/>
                    <a:pt x="847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190" name="Google Shape;1190;p38"/>
            <p:cNvSpPr/>
            <p:nvPr/>
          </p:nvSpPr>
          <p:spPr>
            <a:xfrm>
              <a:off x="5726350" y="2139650"/>
              <a:ext cx="312300" cy="224425"/>
            </a:xfrm>
            <a:custGeom>
              <a:rect b="b" l="l" r="r" t="t"/>
              <a:pathLst>
                <a:path extrusionOk="0" h="8977" w="12492">
                  <a:moveTo>
                    <a:pt x="2822" y="0"/>
                  </a:moveTo>
                  <a:lnTo>
                    <a:pt x="2822" y="4800"/>
                  </a:lnTo>
                  <a:cubicBezTo>
                    <a:pt x="1527" y="5589"/>
                    <a:pt x="542" y="6797"/>
                    <a:pt x="36" y="8224"/>
                  </a:cubicBezTo>
                  <a:lnTo>
                    <a:pt x="30" y="8233"/>
                  </a:lnTo>
                  <a:cubicBezTo>
                    <a:pt x="27" y="8242"/>
                    <a:pt x="24" y="8254"/>
                    <a:pt x="21" y="8266"/>
                  </a:cubicBezTo>
                  <a:cubicBezTo>
                    <a:pt x="18" y="8278"/>
                    <a:pt x="15" y="8281"/>
                    <a:pt x="15" y="8287"/>
                  </a:cubicBezTo>
                  <a:cubicBezTo>
                    <a:pt x="12" y="8296"/>
                    <a:pt x="9" y="8308"/>
                    <a:pt x="9" y="8317"/>
                  </a:cubicBezTo>
                  <a:cubicBezTo>
                    <a:pt x="6" y="8326"/>
                    <a:pt x="6" y="8335"/>
                    <a:pt x="3" y="8347"/>
                  </a:cubicBezTo>
                  <a:cubicBezTo>
                    <a:pt x="3" y="8356"/>
                    <a:pt x="3" y="8362"/>
                    <a:pt x="3" y="8368"/>
                  </a:cubicBezTo>
                  <a:cubicBezTo>
                    <a:pt x="0" y="8378"/>
                    <a:pt x="3" y="8393"/>
                    <a:pt x="3" y="8405"/>
                  </a:cubicBezTo>
                  <a:cubicBezTo>
                    <a:pt x="3" y="8408"/>
                    <a:pt x="3" y="8411"/>
                    <a:pt x="3" y="8414"/>
                  </a:cubicBezTo>
                  <a:lnTo>
                    <a:pt x="3" y="8426"/>
                  </a:lnTo>
                  <a:cubicBezTo>
                    <a:pt x="3" y="8438"/>
                    <a:pt x="3" y="8450"/>
                    <a:pt x="3" y="8462"/>
                  </a:cubicBezTo>
                  <a:lnTo>
                    <a:pt x="6" y="8483"/>
                  </a:lnTo>
                  <a:cubicBezTo>
                    <a:pt x="6" y="8495"/>
                    <a:pt x="9" y="8504"/>
                    <a:pt x="12" y="8513"/>
                  </a:cubicBezTo>
                  <a:cubicBezTo>
                    <a:pt x="12" y="8525"/>
                    <a:pt x="15" y="8531"/>
                    <a:pt x="15" y="8540"/>
                  </a:cubicBezTo>
                  <a:cubicBezTo>
                    <a:pt x="18" y="8549"/>
                    <a:pt x="21" y="8558"/>
                    <a:pt x="21" y="8564"/>
                  </a:cubicBezTo>
                  <a:cubicBezTo>
                    <a:pt x="24" y="8573"/>
                    <a:pt x="27" y="8585"/>
                    <a:pt x="33" y="8594"/>
                  </a:cubicBezTo>
                  <a:cubicBezTo>
                    <a:pt x="36" y="8606"/>
                    <a:pt x="36" y="8609"/>
                    <a:pt x="40" y="8615"/>
                  </a:cubicBezTo>
                  <a:cubicBezTo>
                    <a:pt x="43" y="8624"/>
                    <a:pt x="49" y="8636"/>
                    <a:pt x="52" y="8646"/>
                  </a:cubicBezTo>
                  <a:cubicBezTo>
                    <a:pt x="58" y="8658"/>
                    <a:pt x="58" y="8661"/>
                    <a:pt x="61" y="8667"/>
                  </a:cubicBezTo>
                  <a:cubicBezTo>
                    <a:pt x="67" y="8673"/>
                    <a:pt x="73" y="8685"/>
                    <a:pt x="76" y="8694"/>
                  </a:cubicBezTo>
                  <a:cubicBezTo>
                    <a:pt x="82" y="8703"/>
                    <a:pt x="85" y="8709"/>
                    <a:pt x="88" y="8715"/>
                  </a:cubicBezTo>
                  <a:cubicBezTo>
                    <a:pt x="94" y="8721"/>
                    <a:pt x="100" y="8730"/>
                    <a:pt x="106" y="8739"/>
                  </a:cubicBezTo>
                  <a:cubicBezTo>
                    <a:pt x="112" y="8748"/>
                    <a:pt x="115" y="8754"/>
                    <a:pt x="121" y="8760"/>
                  </a:cubicBezTo>
                  <a:cubicBezTo>
                    <a:pt x="127" y="8769"/>
                    <a:pt x="133" y="8775"/>
                    <a:pt x="139" y="8781"/>
                  </a:cubicBezTo>
                  <a:cubicBezTo>
                    <a:pt x="145" y="8787"/>
                    <a:pt x="151" y="8796"/>
                    <a:pt x="157" y="8802"/>
                  </a:cubicBezTo>
                  <a:lnTo>
                    <a:pt x="175" y="8820"/>
                  </a:lnTo>
                  <a:cubicBezTo>
                    <a:pt x="181" y="8826"/>
                    <a:pt x="190" y="8832"/>
                    <a:pt x="196" y="8841"/>
                  </a:cubicBezTo>
                  <a:lnTo>
                    <a:pt x="217" y="8856"/>
                  </a:lnTo>
                  <a:lnTo>
                    <a:pt x="238" y="8874"/>
                  </a:lnTo>
                  <a:lnTo>
                    <a:pt x="262" y="8889"/>
                  </a:lnTo>
                  <a:lnTo>
                    <a:pt x="283" y="8901"/>
                  </a:lnTo>
                  <a:lnTo>
                    <a:pt x="314" y="8917"/>
                  </a:lnTo>
                  <a:cubicBezTo>
                    <a:pt x="320" y="8920"/>
                    <a:pt x="326" y="8923"/>
                    <a:pt x="332" y="8926"/>
                  </a:cubicBezTo>
                  <a:cubicBezTo>
                    <a:pt x="341" y="8929"/>
                    <a:pt x="356" y="8938"/>
                    <a:pt x="368" y="8941"/>
                  </a:cubicBezTo>
                  <a:lnTo>
                    <a:pt x="377" y="8947"/>
                  </a:lnTo>
                  <a:lnTo>
                    <a:pt x="386" y="8947"/>
                  </a:lnTo>
                  <a:lnTo>
                    <a:pt x="413" y="8956"/>
                  </a:lnTo>
                  <a:lnTo>
                    <a:pt x="437" y="8962"/>
                  </a:lnTo>
                  <a:lnTo>
                    <a:pt x="461" y="8968"/>
                  </a:lnTo>
                  <a:cubicBezTo>
                    <a:pt x="473" y="8971"/>
                    <a:pt x="485" y="8971"/>
                    <a:pt x="497" y="8974"/>
                  </a:cubicBezTo>
                  <a:lnTo>
                    <a:pt x="512" y="8977"/>
                  </a:lnTo>
                  <a:lnTo>
                    <a:pt x="11928" y="8977"/>
                  </a:lnTo>
                  <a:cubicBezTo>
                    <a:pt x="11946" y="8977"/>
                    <a:pt x="11967" y="8977"/>
                    <a:pt x="11985" y="8974"/>
                  </a:cubicBezTo>
                  <a:lnTo>
                    <a:pt x="11991" y="8974"/>
                  </a:lnTo>
                  <a:cubicBezTo>
                    <a:pt x="12006" y="8974"/>
                    <a:pt x="12021" y="8971"/>
                    <a:pt x="12033" y="8968"/>
                  </a:cubicBezTo>
                  <a:lnTo>
                    <a:pt x="12051" y="8965"/>
                  </a:lnTo>
                  <a:cubicBezTo>
                    <a:pt x="12063" y="8962"/>
                    <a:pt x="12072" y="8959"/>
                    <a:pt x="12085" y="8956"/>
                  </a:cubicBezTo>
                  <a:lnTo>
                    <a:pt x="12106" y="8950"/>
                  </a:lnTo>
                  <a:lnTo>
                    <a:pt x="12118" y="8947"/>
                  </a:lnTo>
                  <a:lnTo>
                    <a:pt x="12130" y="8941"/>
                  </a:lnTo>
                  <a:lnTo>
                    <a:pt x="12160" y="8929"/>
                  </a:lnTo>
                  <a:lnTo>
                    <a:pt x="12184" y="8917"/>
                  </a:lnTo>
                  <a:cubicBezTo>
                    <a:pt x="12193" y="8914"/>
                    <a:pt x="12199" y="8907"/>
                    <a:pt x="12208" y="8904"/>
                  </a:cubicBezTo>
                  <a:cubicBezTo>
                    <a:pt x="12214" y="8898"/>
                    <a:pt x="12226" y="8892"/>
                    <a:pt x="12235" y="8889"/>
                  </a:cubicBezTo>
                  <a:lnTo>
                    <a:pt x="12253" y="8877"/>
                  </a:lnTo>
                  <a:cubicBezTo>
                    <a:pt x="12262" y="8868"/>
                    <a:pt x="12271" y="8862"/>
                    <a:pt x="12280" y="8856"/>
                  </a:cubicBezTo>
                  <a:lnTo>
                    <a:pt x="12295" y="8844"/>
                  </a:lnTo>
                  <a:cubicBezTo>
                    <a:pt x="12304" y="8835"/>
                    <a:pt x="12313" y="8826"/>
                    <a:pt x="12319" y="8820"/>
                  </a:cubicBezTo>
                  <a:lnTo>
                    <a:pt x="12334" y="8805"/>
                  </a:lnTo>
                  <a:cubicBezTo>
                    <a:pt x="12343" y="8796"/>
                    <a:pt x="12349" y="8790"/>
                    <a:pt x="12359" y="8781"/>
                  </a:cubicBezTo>
                  <a:lnTo>
                    <a:pt x="12371" y="8763"/>
                  </a:lnTo>
                  <a:lnTo>
                    <a:pt x="12389" y="8739"/>
                  </a:lnTo>
                  <a:lnTo>
                    <a:pt x="12404" y="8718"/>
                  </a:lnTo>
                  <a:cubicBezTo>
                    <a:pt x="12410" y="8709"/>
                    <a:pt x="12413" y="8703"/>
                    <a:pt x="12419" y="8694"/>
                  </a:cubicBezTo>
                  <a:cubicBezTo>
                    <a:pt x="12422" y="8688"/>
                    <a:pt x="12428" y="8679"/>
                    <a:pt x="12431" y="8670"/>
                  </a:cubicBezTo>
                  <a:cubicBezTo>
                    <a:pt x="12437" y="8661"/>
                    <a:pt x="12440" y="8655"/>
                    <a:pt x="12443" y="8646"/>
                  </a:cubicBezTo>
                  <a:cubicBezTo>
                    <a:pt x="12446" y="8639"/>
                    <a:pt x="12449" y="8627"/>
                    <a:pt x="12455" y="8618"/>
                  </a:cubicBezTo>
                  <a:cubicBezTo>
                    <a:pt x="12458" y="8609"/>
                    <a:pt x="12461" y="8603"/>
                    <a:pt x="12461" y="8594"/>
                  </a:cubicBezTo>
                  <a:cubicBezTo>
                    <a:pt x="12464" y="8588"/>
                    <a:pt x="12467" y="8576"/>
                    <a:pt x="12470" y="8567"/>
                  </a:cubicBezTo>
                  <a:cubicBezTo>
                    <a:pt x="12473" y="8558"/>
                    <a:pt x="12476" y="8549"/>
                    <a:pt x="12479" y="8540"/>
                  </a:cubicBezTo>
                  <a:cubicBezTo>
                    <a:pt x="12479" y="8534"/>
                    <a:pt x="12482" y="8525"/>
                    <a:pt x="12482" y="8516"/>
                  </a:cubicBezTo>
                  <a:cubicBezTo>
                    <a:pt x="12485" y="8507"/>
                    <a:pt x="12485" y="8495"/>
                    <a:pt x="12488" y="8486"/>
                  </a:cubicBezTo>
                  <a:lnTo>
                    <a:pt x="12491" y="8462"/>
                  </a:lnTo>
                  <a:cubicBezTo>
                    <a:pt x="12491" y="8450"/>
                    <a:pt x="12491" y="8438"/>
                    <a:pt x="12491" y="8426"/>
                  </a:cubicBezTo>
                  <a:lnTo>
                    <a:pt x="12491" y="8414"/>
                  </a:lnTo>
                  <a:cubicBezTo>
                    <a:pt x="12491" y="8411"/>
                    <a:pt x="12491" y="8408"/>
                    <a:pt x="12491" y="8405"/>
                  </a:cubicBezTo>
                  <a:lnTo>
                    <a:pt x="12491" y="8371"/>
                  </a:lnTo>
                  <a:cubicBezTo>
                    <a:pt x="12491" y="8359"/>
                    <a:pt x="12491" y="8356"/>
                    <a:pt x="12491" y="8347"/>
                  </a:cubicBezTo>
                  <a:cubicBezTo>
                    <a:pt x="12488" y="8338"/>
                    <a:pt x="12488" y="8329"/>
                    <a:pt x="12485" y="8317"/>
                  </a:cubicBezTo>
                  <a:cubicBezTo>
                    <a:pt x="12482" y="8308"/>
                    <a:pt x="12482" y="8299"/>
                    <a:pt x="12479" y="8290"/>
                  </a:cubicBezTo>
                  <a:cubicBezTo>
                    <a:pt x="12476" y="8278"/>
                    <a:pt x="12476" y="8275"/>
                    <a:pt x="12473" y="8266"/>
                  </a:cubicBezTo>
                  <a:cubicBezTo>
                    <a:pt x="12473" y="8260"/>
                    <a:pt x="12467" y="8245"/>
                    <a:pt x="12464" y="8233"/>
                  </a:cubicBezTo>
                  <a:lnTo>
                    <a:pt x="12461" y="8224"/>
                  </a:lnTo>
                  <a:cubicBezTo>
                    <a:pt x="11955" y="6797"/>
                    <a:pt x="10970" y="5589"/>
                    <a:pt x="9676" y="4803"/>
                  </a:cubicBezTo>
                  <a:lnTo>
                    <a:pt x="9676"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191" name="Google Shape;1191;p38"/>
            <p:cNvSpPr/>
            <p:nvPr/>
          </p:nvSpPr>
          <p:spPr>
            <a:xfrm>
              <a:off x="5842500" y="2392350"/>
              <a:ext cx="79975" cy="117400"/>
            </a:xfrm>
            <a:custGeom>
              <a:rect b="b" l="l" r="r" t="t"/>
              <a:pathLst>
                <a:path extrusionOk="0" h="4696" w="3199">
                  <a:moveTo>
                    <a:pt x="4" y="1"/>
                  </a:moveTo>
                  <a:lnTo>
                    <a:pt x="4" y="1651"/>
                  </a:lnTo>
                  <a:cubicBezTo>
                    <a:pt x="1" y="2591"/>
                    <a:pt x="287" y="3509"/>
                    <a:pt x="820" y="4283"/>
                  </a:cubicBezTo>
                  <a:cubicBezTo>
                    <a:pt x="994" y="4542"/>
                    <a:pt x="1287" y="4696"/>
                    <a:pt x="1600" y="4696"/>
                  </a:cubicBezTo>
                  <a:cubicBezTo>
                    <a:pt x="1913" y="4696"/>
                    <a:pt x="2205" y="4542"/>
                    <a:pt x="2380" y="4283"/>
                  </a:cubicBezTo>
                  <a:cubicBezTo>
                    <a:pt x="2913" y="3509"/>
                    <a:pt x="3199" y="2591"/>
                    <a:pt x="3196" y="1651"/>
                  </a:cubicBezTo>
                  <a:lnTo>
                    <a:pt x="3196"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sp>
        <p:nvSpPr>
          <p:cNvPr id="1192" name="Google Shape;1192;p38"/>
          <p:cNvSpPr/>
          <p:nvPr/>
        </p:nvSpPr>
        <p:spPr>
          <a:xfrm>
            <a:off x="6575529" y="3390136"/>
            <a:ext cx="367261" cy="365438"/>
          </a:xfrm>
          <a:custGeom>
            <a:rect b="b" l="l" r="r" t="t"/>
            <a:pathLst>
              <a:path extrusionOk="0" h="12634" w="12697">
                <a:moveTo>
                  <a:pt x="11437" y="819"/>
                </a:moveTo>
                <a:cubicBezTo>
                  <a:pt x="11657" y="819"/>
                  <a:pt x="11815" y="1040"/>
                  <a:pt x="11815" y="1260"/>
                </a:cubicBezTo>
                <a:cubicBezTo>
                  <a:pt x="11815" y="1512"/>
                  <a:pt x="11657" y="1670"/>
                  <a:pt x="11437" y="1670"/>
                </a:cubicBezTo>
                <a:lnTo>
                  <a:pt x="1229" y="1670"/>
                </a:lnTo>
                <a:cubicBezTo>
                  <a:pt x="1009" y="1670"/>
                  <a:pt x="788" y="1449"/>
                  <a:pt x="788" y="1260"/>
                </a:cubicBezTo>
                <a:cubicBezTo>
                  <a:pt x="788" y="1071"/>
                  <a:pt x="1009" y="819"/>
                  <a:pt x="1229" y="819"/>
                </a:cubicBezTo>
                <a:close/>
                <a:moveTo>
                  <a:pt x="8790" y="3277"/>
                </a:moveTo>
                <a:cubicBezTo>
                  <a:pt x="9042" y="3277"/>
                  <a:pt x="9200" y="3466"/>
                  <a:pt x="9200" y="3655"/>
                </a:cubicBezTo>
                <a:lnTo>
                  <a:pt x="9200" y="5356"/>
                </a:lnTo>
                <a:lnTo>
                  <a:pt x="9232" y="5356"/>
                </a:lnTo>
                <a:cubicBezTo>
                  <a:pt x="9232" y="5608"/>
                  <a:pt x="9042" y="5765"/>
                  <a:pt x="8822" y="5765"/>
                </a:cubicBezTo>
                <a:cubicBezTo>
                  <a:pt x="8633" y="5765"/>
                  <a:pt x="8412" y="5545"/>
                  <a:pt x="8412" y="5356"/>
                </a:cubicBezTo>
                <a:lnTo>
                  <a:pt x="8412" y="4694"/>
                </a:lnTo>
                <a:lnTo>
                  <a:pt x="6617" y="6459"/>
                </a:lnTo>
                <a:cubicBezTo>
                  <a:pt x="6538" y="6537"/>
                  <a:pt x="6435" y="6577"/>
                  <a:pt x="6333" y="6577"/>
                </a:cubicBezTo>
                <a:cubicBezTo>
                  <a:pt x="6231" y="6577"/>
                  <a:pt x="6128" y="6537"/>
                  <a:pt x="6050" y="6459"/>
                </a:cubicBezTo>
                <a:lnTo>
                  <a:pt x="5482" y="5923"/>
                </a:lnTo>
                <a:lnTo>
                  <a:pt x="4096" y="7278"/>
                </a:lnTo>
                <a:cubicBezTo>
                  <a:pt x="4033" y="7356"/>
                  <a:pt x="3931" y="7396"/>
                  <a:pt x="3824" y="7396"/>
                </a:cubicBezTo>
                <a:cubicBezTo>
                  <a:pt x="3718" y="7396"/>
                  <a:pt x="3608" y="7356"/>
                  <a:pt x="3529" y="7278"/>
                </a:cubicBezTo>
                <a:cubicBezTo>
                  <a:pt x="3372" y="7120"/>
                  <a:pt x="3372" y="6868"/>
                  <a:pt x="3529" y="6711"/>
                </a:cubicBezTo>
                <a:lnTo>
                  <a:pt x="5167" y="5041"/>
                </a:lnTo>
                <a:cubicBezTo>
                  <a:pt x="5246" y="4962"/>
                  <a:pt x="5356" y="4923"/>
                  <a:pt x="5467" y="4923"/>
                </a:cubicBezTo>
                <a:cubicBezTo>
                  <a:pt x="5577" y="4923"/>
                  <a:pt x="5687" y="4962"/>
                  <a:pt x="5766" y="5041"/>
                </a:cubicBezTo>
                <a:lnTo>
                  <a:pt x="6302" y="5608"/>
                </a:lnTo>
                <a:lnTo>
                  <a:pt x="7814" y="4096"/>
                </a:lnTo>
                <a:lnTo>
                  <a:pt x="7152" y="4096"/>
                </a:lnTo>
                <a:cubicBezTo>
                  <a:pt x="6900" y="4096"/>
                  <a:pt x="6743" y="3907"/>
                  <a:pt x="6743" y="3655"/>
                </a:cubicBezTo>
                <a:cubicBezTo>
                  <a:pt x="6743" y="3434"/>
                  <a:pt x="6932" y="3277"/>
                  <a:pt x="7152" y="3277"/>
                </a:cubicBezTo>
                <a:close/>
                <a:moveTo>
                  <a:pt x="6302" y="11058"/>
                </a:moveTo>
                <a:cubicBezTo>
                  <a:pt x="6554" y="11058"/>
                  <a:pt x="6743" y="11279"/>
                  <a:pt x="6743" y="11468"/>
                </a:cubicBezTo>
                <a:cubicBezTo>
                  <a:pt x="6743" y="11657"/>
                  <a:pt x="6554" y="11846"/>
                  <a:pt x="6302" y="11846"/>
                </a:cubicBezTo>
                <a:cubicBezTo>
                  <a:pt x="6081" y="11846"/>
                  <a:pt x="5924" y="11657"/>
                  <a:pt x="5924" y="11468"/>
                </a:cubicBezTo>
                <a:cubicBezTo>
                  <a:pt x="5924" y="11279"/>
                  <a:pt x="6113" y="11058"/>
                  <a:pt x="6302" y="11058"/>
                </a:cubicBezTo>
                <a:close/>
                <a:moveTo>
                  <a:pt x="1229" y="0"/>
                </a:moveTo>
                <a:cubicBezTo>
                  <a:pt x="568" y="0"/>
                  <a:pt x="1" y="536"/>
                  <a:pt x="1" y="1229"/>
                </a:cubicBezTo>
                <a:cubicBezTo>
                  <a:pt x="1" y="1764"/>
                  <a:pt x="379" y="2205"/>
                  <a:pt x="851" y="2394"/>
                </a:cubicBezTo>
                <a:lnTo>
                  <a:pt x="851" y="8254"/>
                </a:lnTo>
                <a:lnTo>
                  <a:pt x="442" y="8254"/>
                </a:lnTo>
                <a:cubicBezTo>
                  <a:pt x="221" y="8254"/>
                  <a:pt x="64" y="8475"/>
                  <a:pt x="64" y="8664"/>
                </a:cubicBezTo>
                <a:cubicBezTo>
                  <a:pt x="64" y="8916"/>
                  <a:pt x="253" y="9042"/>
                  <a:pt x="442" y="9042"/>
                </a:cubicBezTo>
                <a:lnTo>
                  <a:pt x="5955" y="9042"/>
                </a:lnTo>
                <a:lnTo>
                  <a:pt x="5955" y="10239"/>
                </a:lnTo>
                <a:cubicBezTo>
                  <a:pt x="5482" y="10397"/>
                  <a:pt x="5136" y="10869"/>
                  <a:pt x="5136" y="11405"/>
                </a:cubicBezTo>
                <a:cubicBezTo>
                  <a:pt x="5136" y="12098"/>
                  <a:pt x="5671" y="12633"/>
                  <a:pt x="6365" y="12633"/>
                </a:cubicBezTo>
                <a:cubicBezTo>
                  <a:pt x="7026" y="12633"/>
                  <a:pt x="7625" y="12098"/>
                  <a:pt x="7625" y="11405"/>
                </a:cubicBezTo>
                <a:cubicBezTo>
                  <a:pt x="7625" y="10869"/>
                  <a:pt x="7247" y="10428"/>
                  <a:pt x="6774" y="10239"/>
                </a:cubicBezTo>
                <a:lnTo>
                  <a:pt x="6774" y="9042"/>
                </a:lnTo>
                <a:lnTo>
                  <a:pt x="12288" y="9042"/>
                </a:lnTo>
                <a:cubicBezTo>
                  <a:pt x="12540" y="9042"/>
                  <a:pt x="12697" y="8853"/>
                  <a:pt x="12697" y="8664"/>
                </a:cubicBezTo>
                <a:cubicBezTo>
                  <a:pt x="12666" y="8443"/>
                  <a:pt x="12508" y="8254"/>
                  <a:pt x="12256" y="8254"/>
                </a:cubicBezTo>
                <a:lnTo>
                  <a:pt x="11815" y="8254"/>
                </a:lnTo>
                <a:lnTo>
                  <a:pt x="11815" y="2394"/>
                </a:lnTo>
                <a:cubicBezTo>
                  <a:pt x="12288" y="2237"/>
                  <a:pt x="12666" y="1764"/>
                  <a:pt x="12666" y="1229"/>
                </a:cubicBezTo>
                <a:cubicBezTo>
                  <a:pt x="12666" y="567"/>
                  <a:pt x="12098" y="0"/>
                  <a:pt x="1143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93" name="Google Shape;1193;p38"/>
          <p:cNvGrpSpPr/>
          <p:nvPr/>
        </p:nvGrpSpPr>
        <p:grpSpPr>
          <a:xfrm flipH="1" rot="-4393421">
            <a:off x="8326484" y="3265738"/>
            <a:ext cx="442343" cy="538053"/>
            <a:chOff x="5402225" y="3028900"/>
            <a:chExt cx="135050" cy="174900"/>
          </a:xfrm>
        </p:grpSpPr>
        <p:sp>
          <p:nvSpPr>
            <p:cNvPr id="1194" name="Google Shape;1194;p38"/>
            <p:cNvSpPr/>
            <p:nvPr/>
          </p:nvSpPr>
          <p:spPr>
            <a:xfrm>
              <a:off x="5424000" y="3043600"/>
              <a:ext cx="91400" cy="5775"/>
            </a:xfrm>
            <a:custGeom>
              <a:rect b="b" l="l" r="r" t="t"/>
              <a:pathLst>
                <a:path extrusionOk="0" h="231" w="3656">
                  <a:moveTo>
                    <a:pt x="119" y="0"/>
                  </a:moveTo>
                  <a:cubicBezTo>
                    <a:pt x="52" y="0"/>
                    <a:pt x="0" y="49"/>
                    <a:pt x="0" y="115"/>
                  </a:cubicBezTo>
                  <a:cubicBezTo>
                    <a:pt x="0" y="178"/>
                    <a:pt x="52" y="230"/>
                    <a:pt x="119" y="230"/>
                  </a:cubicBezTo>
                  <a:lnTo>
                    <a:pt x="3540" y="230"/>
                  </a:lnTo>
                  <a:cubicBezTo>
                    <a:pt x="3603" y="230"/>
                    <a:pt x="3656" y="178"/>
                    <a:pt x="3656" y="115"/>
                  </a:cubicBezTo>
                  <a:cubicBezTo>
                    <a:pt x="3656" y="49"/>
                    <a:pt x="3603" y="0"/>
                    <a:pt x="35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5" name="Google Shape;1195;p38"/>
            <p:cNvSpPr/>
            <p:nvPr/>
          </p:nvSpPr>
          <p:spPr>
            <a:xfrm>
              <a:off x="5424000" y="3067900"/>
              <a:ext cx="91400" cy="5775"/>
            </a:xfrm>
            <a:custGeom>
              <a:rect b="b" l="l" r="r" t="t"/>
              <a:pathLst>
                <a:path extrusionOk="0" h="231" w="3656">
                  <a:moveTo>
                    <a:pt x="119" y="0"/>
                  </a:moveTo>
                  <a:cubicBezTo>
                    <a:pt x="52" y="0"/>
                    <a:pt x="0" y="53"/>
                    <a:pt x="0" y="116"/>
                  </a:cubicBezTo>
                  <a:cubicBezTo>
                    <a:pt x="0" y="182"/>
                    <a:pt x="52" y="230"/>
                    <a:pt x="119" y="230"/>
                  </a:cubicBezTo>
                  <a:lnTo>
                    <a:pt x="3540" y="230"/>
                  </a:lnTo>
                  <a:cubicBezTo>
                    <a:pt x="3603" y="230"/>
                    <a:pt x="3656" y="182"/>
                    <a:pt x="3656" y="116"/>
                  </a:cubicBezTo>
                  <a:cubicBezTo>
                    <a:pt x="3656" y="53"/>
                    <a:pt x="3603" y="0"/>
                    <a:pt x="35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6" name="Google Shape;1196;p38"/>
            <p:cNvSpPr/>
            <p:nvPr/>
          </p:nvSpPr>
          <p:spPr>
            <a:xfrm>
              <a:off x="5424000" y="3092200"/>
              <a:ext cx="91400" cy="5875"/>
            </a:xfrm>
            <a:custGeom>
              <a:rect b="b" l="l" r="r" t="t"/>
              <a:pathLst>
                <a:path extrusionOk="0" h="235" w="3656">
                  <a:moveTo>
                    <a:pt x="119" y="1"/>
                  </a:moveTo>
                  <a:cubicBezTo>
                    <a:pt x="52" y="1"/>
                    <a:pt x="0" y="53"/>
                    <a:pt x="0" y="119"/>
                  </a:cubicBezTo>
                  <a:cubicBezTo>
                    <a:pt x="0" y="181"/>
                    <a:pt x="52" y="234"/>
                    <a:pt x="119" y="234"/>
                  </a:cubicBezTo>
                  <a:lnTo>
                    <a:pt x="3540" y="234"/>
                  </a:lnTo>
                  <a:cubicBezTo>
                    <a:pt x="3603" y="234"/>
                    <a:pt x="3656" y="181"/>
                    <a:pt x="3656" y="119"/>
                  </a:cubicBezTo>
                  <a:cubicBezTo>
                    <a:pt x="3656" y="53"/>
                    <a:pt x="3603" y="1"/>
                    <a:pt x="35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7" name="Google Shape;1197;p38"/>
            <p:cNvSpPr/>
            <p:nvPr/>
          </p:nvSpPr>
          <p:spPr>
            <a:xfrm>
              <a:off x="5424000" y="3140900"/>
              <a:ext cx="91400" cy="5850"/>
            </a:xfrm>
            <a:custGeom>
              <a:rect b="b" l="l" r="r" t="t"/>
              <a:pathLst>
                <a:path extrusionOk="0" h="234" w="3656">
                  <a:moveTo>
                    <a:pt x="119" y="0"/>
                  </a:moveTo>
                  <a:cubicBezTo>
                    <a:pt x="52" y="0"/>
                    <a:pt x="0" y="52"/>
                    <a:pt x="0" y="115"/>
                  </a:cubicBezTo>
                  <a:cubicBezTo>
                    <a:pt x="0" y="182"/>
                    <a:pt x="52" y="234"/>
                    <a:pt x="119" y="234"/>
                  </a:cubicBezTo>
                  <a:lnTo>
                    <a:pt x="3540" y="234"/>
                  </a:lnTo>
                  <a:cubicBezTo>
                    <a:pt x="3603" y="234"/>
                    <a:pt x="3656" y="182"/>
                    <a:pt x="3656" y="115"/>
                  </a:cubicBezTo>
                  <a:cubicBezTo>
                    <a:pt x="3656" y="52"/>
                    <a:pt x="3603" y="0"/>
                    <a:pt x="35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8" name="Google Shape;1198;p38"/>
            <p:cNvSpPr/>
            <p:nvPr/>
          </p:nvSpPr>
          <p:spPr>
            <a:xfrm>
              <a:off x="5424000" y="3165300"/>
              <a:ext cx="91400" cy="5775"/>
            </a:xfrm>
            <a:custGeom>
              <a:rect b="b" l="l" r="r" t="t"/>
              <a:pathLst>
                <a:path extrusionOk="0" h="231" w="3656">
                  <a:moveTo>
                    <a:pt x="119" y="0"/>
                  </a:moveTo>
                  <a:cubicBezTo>
                    <a:pt x="52" y="0"/>
                    <a:pt x="0" y="52"/>
                    <a:pt x="0" y="115"/>
                  </a:cubicBezTo>
                  <a:cubicBezTo>
                    <a:pt x="0" y="178"/>
                    <a:pt x="52" y="230"/>
                    <a:pt x="119" y="230"/>
                  </a:cubicBezTo>
                  <a:lnTo>
                    <a:pt x="3540" y="230"/>
                  </a:lnTo>
                  <a:cubicBezTo>
                    <a:pt x="3603" y="230"/>
                    <a:pt x="3656" y="178"/>
                    <a:pt x="3656" y="115"/>
                  </a:cubicBezTo>
                  <a:cubicBezTo>
                    <a:pt x="3656" y="52"/>
                    <a:pt x="3603" y="0"/>
                    <a:pt x="35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9" name="Google Shape;1199;p38"/>
            <p:cNvSpPr/>
            <p:nvPr/>
          </p:nvSpPr>
          <p:spPr>
            <a:xfrm>
              <a:off x="5424000" y="3189575"/>
              <a:ext cx="91400" cy="5775"/>
            </a:xfrm>
            <a:custGeom>
              <a:rect b="b" l="l" r="r" t="t"/>
              <a:pathLst>
                <a:path extrusionOk="0" h="231" w="3656">
                  <a:moveTo>
                    <a:pt x="119" y="1"/>
                  </a:moveTo>
                  <a:cubicBezTo>
                    <a:pt x="52" y="1"/>
                    <a:pt x="0" y="54"/>
                    <a:pt x="0" y="116"/>
                  </a:cubicBezTo>
                  <a:cubicBezTo>
                    <a:pt x="0" y="182"/>
                    <a:pt x="52" y="231"/>
                    <a:pt x="119" y="231"/>
                  </a:cubicBezTo>
                  <a:lnTo>
                    <a:pt x="3540" y="231"/>
                  </a:lnTo>
                  <a:cubicBezTo>
                    <a:pt x="3603" y="231"/>
                    <a:pt x="3656" y="182"/>
                    <a:pt x="3656" y="116"/>
                  </a:cubicBezTo>
                  <a:cubicBezTo>
                    <a:pt x="3656" y="54"/>
                    <a:pt x="3603" y="1"/>
                    <a:pt x="35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0" name="Google Shape;1200;p38"/>
            <p:cNvSpPr/>
            <p:nvPr/>
          </p:nvSpPr>
          <p:spPr>
            <a:xfrm>
              <a:off x="5402225" y="3028900"/>
              <a:ext cx="42175" cy="80300"/>
            </a:xfrm>
            <a:custGeom>
              <a:rect b="b" l="l" r="r" t="t"/>
              <a:pathLst>
                <a:path extrusionOk="0" h="3212" w="1687">
                  <a:moveTo>
                    <a:pt x="508" y="0"/>
                  </a:moveTo>
                  <a:cubicBezTo>
                    <a:pt x="385" y="0"/>
                    <a:pt x="277" y="89"/>
                    <a:pt x="258" y="212"/>
                  </a:cubicBezTo>
                  <a:cubicBezTo>
                    <a:pt x="248" y="281"/>
                    <a:pt x="0" y="1919"/>
                    <a:pt x="857" y="2922"/>
                  </a:cubicBezTo>
                  <a:cubicBezTo>
                    <a:pt x="948" y="3031"/>
                    <a:pt x="1053" y="3128"/>
                    <a:pt x="1161" y="3212"/>
                  </a:cubicBezTo>
                  <a:cubicBezTo>
                    <a:pt x="1293" y="3128"/>
                    <a:pt x="1471" y="3034"/>
                    <a:pt x="1687" y="2954"/>
                  </a:cubicBezTo>
                  <a:cubicBezTo>
                    <a:pt x="1513" y="2864"/>
                    <a:pt x="1366" y="2745"/>
                    <a:pt x="1241" y="2599"/>
                  </a:cubicBezTo>
                  <a:cubicBezTo>
                    <a:pt x="805" y="2090"/>
                    <a:pt x="722" y="1338"/>
                    <a:pt x="722" y="832"/>
                  </a:cubicBezTo>
                  <a:cubicBezTo>
                    <a:pt x="722" y="518"/>
                    <a:pt x="753" y="296"/>
                    <a:pt x="753" y="292"/>
                  </a:cubicBezTo>
                  <a:cubicBezTo>
                    <a:pt x="777" y="156"/>
                    <a:pt x="683" y="27"/>
                    <a:pt x="547" y="3"/>
                  </a:cubicBezTo>
                  <a:cubicBezTo>
                    <a:pt x="534" y="1"/>
                    <a:pt x="521" y="0"/>
                    <a:pt x="50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1" name="Google Shape;1201;p38"/>
            <p:cNvSpPr/>
            <p:nvPr/>
          </p:nvSpPr>
          <p:spPr>
            <a:xfrm>
              <a:off x="5494550" y="3121025"/>
              <a:ext cx="42100" cy="82775"/>
            </a:xfrm>
            <a:custGeom>
              <a:rect b="b" l="l" r="r" t="t"/>
              <a:pathLst>
                <a:path extrusionOk="0" h="3311" w="1684">
                  <a:moveTo>
                    <a:pt x="541" y="1"/>
                  </a:moveTo>
                  <a:cubicBezTo>
                    <a:pt x="363" y="102"/>
                    <a:pt x="178" y="175"/>
                    <a:pt x="1" y="231"/>
                  </a:cubicBezTo>
                  <a:cubicBezTo>
                    <a:pt x="147" y="314"/>
                    <a:pt x="276" y="422"/>
                    <a:pt x="387" y="551"/>
                  </a:cubicBezTo>
                  <a:cubicBezTo>
                    <a:pt x="1157" y="1423"/>
                    <a:pt x="966" y="3015"/>
                    <a:pt x="966" y="3029"/>
                  </a:cubicBezTo>
                  <a:cubicBezTo>
                    <a:pt x="948" y="3168"/>
                    <a:pt x="1046" y="3293"/>
                    <a:pt x="1182" y="3311"/>
                  </a:cubicBezTo>
                  <a:lnTo>
                    <a:pt x="1213" y="3311"/>
                  </a:lnTo>
                  <a:cubicBezTo>
                    <a:pt x="1339" y="3311"/>
                    <a:pt x="1447" y="3220"/>
                    <a:pt x="1464" y="3092"/>
                  </a:cubicBezTo>
                  <a:cubicBezTo>
                    <a:pt x="1471" y="3018"/>
                    <a:pt x="1683" y="1262"/>
                    <a:pt x="768" y="220"/>
                  </a:cubicBezTo>
                  <a:cubicBezTo>
                    <a:pt x="694" y="141"/>
                    <a:pt x="621" y="67"/>
                    <a:pt x="5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2" name="Google Shape;1202;p38"/>
            <p:cNvSpPr/>
            <p:nvPr/>
          </p:nvSpPr>
          <p:spPr>
            <a:xfrm>
              <a:off x="5402825" y="3028900"/>
              <a:ext cx="134450" cy="174900"/>
            </a:xfrm>
            <a:custGeom>
              <a:rect b="b" l="l" r="r" t="t"/>
              <a:pathLst>
                <a:path extrusionOk="0" h="6996" w="5378">
                  <a:moveTo>
                    <a:pt x="4868" y="0"/>
                  </a:moveTo>
                  <a:cubicBezTo>
                    <a:pt x="4855" y="0"/>
                    <a:pt x="4842" y="1"/>
                    <a:pt x="4830" y="3"/>
                  </a:cubicBezTo>
                  <a:cubicBezTo>
                    <a:pt x="4694" y="27"/>
                    <a:pt x="4600" y="156"/>
                    <a:pt x="4621" y="292"/>
                  </a:cubicBezTo>
                  <a:cubicBezTo>
                    <a:pt x="4625" y="306"/>
                    <a:pt x="4847" y="1766"/>
                    <a:pt x="4136" y="2595"/>
                  </a:cubicBezTo>
                  <a:cubicBezTo>
                    <a:pt x="3816" y="2975"/>
                    <a:pt x="3335" y="3167"/>
                    <a:pt x="2708" y="3167"/>
                  </a:cubicBezTo>
                  <a:cubicBezTo>
                    <a:pt x="1952" y="3167"/>
                    <a:pt x="1349" y="3414"/>
                    <a:pt x="917" y="3905"/>
                  </a:cubicBezTo>
                  <a:cubicBezTo>
                    <a:pt x="0" y="4947"/>
                    <a:pt x="209" y="6703"/>
                    <a:pt x="220" y="6777"/>
                  </a:cubicBezTo>
                  <a:cubicBezTo>
                    <a:pt x="238" y="6905"/>
                    <a:pt x="346" y="6996"/>
                    <a:pt x="468" y="6996"/>
                  </a:cubicBezTo>
                  <a:lnTo>
                    <a:pt x="502" y="6996"/>
                  </a:lnTo>
                  <a:cubicBezTo>
                    <a:pt x="638" y="6978"/>
                    <a:pt x="736" y="6853"/>
                    <a:pt x="719" y="6714"/>
                  </a:cubicBezTo>
                  <a:cubicBezTo>
                    <a:pt x="715" y="6700"/>
                    <a:pt x="527" y="5108"/>
                    <a:pt x="1293" y="4236"/>
                  </a:cubicBezTo>
                  <a:cubicBezTo>
                    <a:pt x="1628" y="3860"/>
                    <a:pt x="2102" y="3668"/>
                    <a:pt x="2708" y="3668"/>
                  </a:cubicBezTo>
                  <a:cubicBezTo>
                    <a:pt x="3488" y="3668"/>
                    <a:pt x="4095" y="3417"/>
                    <a:pt x="4520" y="2922"/>
                  </a:cubicBezTo>
                  <a:cubicBezTo>
                    <a:pt x="5377" y="1919"/>
                    <a:pt x="5130" y="281"/>
                    <a:pt x="5119" y="212"/>
                  </a:cubicBezTo>
                  <a:cubicBezTo>
                    <a:pt x="5097" y="89"/>
                    <a:pt x="4989" y="0"/>
                    <a:pt x="486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03" name="Google Shape;1203;p38"/>
          <p:cNvSpPr/>
          <p:nvPr/>
        </p:nvSpPr>
        <p:spPr>
          <a:xfrm flipH="1" rot="1070388">
            <a:off x="321854" y="1215722"/>
            <a:ext cx="469230" cy="409495"/>
          </a:xfrm>
          <a:custGeom>
            <a:rect b="b" l="l" r="r" t="t"/>
            <a:pathLst>
              <a:path extrusionOk="0" h="3078" w="3527">
                <a:moveTo>
                  <a:pt x="1764" y="380"/>
                </a:moveTo>
                <a:lnTo>
                  <a:pt x="3174" y="2823"/>
                </a:lnTo>
                <a:lnTo>
                  <a:pt x="352" y="2823"/>
                </a:lnTo>
                <a:lnTo>
                  <a:pt x="1764" y="380"/>
                </a:lnTo>
                <a:close/>
                <a:moveTo>
                  <a:pt x="1764" y="1"/>
                </a:moveTo>
                <a:cubicBezTo>
                  <a:pt x="1719" y="1"/>
                  <a:pt x="1677" y="25"/>
                  <a:pt x="1652" y="63"/>
                </a:cubicBezTo>
                <a:lnTo>
                  <a:pt x="22" y="2886"/>
                </a:lnTo>
                <a:cubicBezTo>
                  <a:pt x="1" y="2928"/>
                  <a:pt x="1" y="2976"/>
                  <a:pt x="22" y="3015"/>
                </a:cubicBezTo>
                <a:cubicBezTo>
                  <a:pt x="46" y="3053"/>
                  <a:pt x="88" y="3077"/>
                  <a:pt x="133" y="3077"/>
                </a:cubicBezTo>
                <a:lnTo>
                  <a:pt x="3394" y="3077"/>
                </a:lnTo>
                <a:cubicBezTo>
                  <a:pt x="3440" y="3077"/>
                  <a:pt x="3481" y="3053"/>
                  <a:pt x="3506" y="3015"/>
                </a:cubicBezTo>
                <a:cubicBezTo>
                  <a:pt x="3526" y="2976"/>
                  <a:pt x="3526" y="2928"/>
                  <a:pt x="3506" y="2886"/>
                </a:cubicBezTo>
                <a:lnTo>
                  <a:pt x="1875" y="63"/>
                </a:lnTo>
                <a:cubicBezTo>
                  <a:pt x="1851" y="25"/>
                  <a:pt x="1809" y="1"/>
                  <a:pt x="176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7" name="Shape 1207"/>
        <p:cNvGrpSpPr/>
        <p:nvPr/>
      </p:nvGrpSpPr>
      <p:grpSpPr>
        <a:xfrm>
          <a:off x="0" y="0"/>
          <a:ext cx="0" cy="0"/>
          <a:chOff x="0" y="0"/>
          <a:chExt cx="0" cy="0"/>
        </a:xfrm>
      </p:grpSpPr>
      <p:sp>
        <p:nvSpPr>
          <p:cNvPr id="1208" name="Google Shape;1208;p39"/>
          <p:cNvSpPr/>
          <p:nvPr/>
        </p:nvSpPr>
        <p:spPr>
          <a:xfrm>
            <a:off x="3871337" y="82303"/>
            <a:ext cx="3251258" cy="1608925"/>
          </a:xfrm>
          <a:custGeom>
            <a:rect b="b" l="l" r="r" t="t"/>
            <a:pathLst>
              <a:path extrusionOk="0" h="31882" w="64426">
                <a:moveTo>
                  <a:pt x="42385" y="2987"/>
                </a:moveTo>
                <a:cubicBezTo>
                  <a:pt x="37964" y="2270"/>
                  <a:pt x="31154" y="359"/>
                  <a:pt x="25897" y="120"/>
                </a:cubicBezTo>
                <a:cubicBezTo>
                  <a:pt x="20640" y="-119"/>
                  <a:pt x="14786" y="657"/>
                  <a:pt x="10843" y="1553"/>
                </a:cubicBezTo>
                <a:cubicBezTo>
                  <a:pt x="6900" y="2449"/>
                  <a:pt x="4032" y="3704"/>
                  <a:pt x="2240" y="5496"/>
                </a:cubicBezTo>
                <a:cubicBezTo>
                  <a:pt x="448" y="7288"/>
                  <a:pt x="-89" y="9678"/>
                  <a:pt x="90" y="12306"/>
                </a:cubicBezTo>
                <a:cubicBezTo>
                  <a:pt x="269" y="14935"/>
                  <a:pt x="90" y="18459"/>
                  <a:pt x="3316" y="21267"/>
                </a:cubicBezTo>
                <a:cubicBezTo>
                  <a:pt x="6542" y="24075"/>
                  <a:pt x="12754" y="27421"/>
                  <a:pt x="19445" y="29153"/>
                </a:cubicBezTo>
                <a:cubicBezTo>
                  <a:pt x="26136" y="30886"/>
                  <a:pt x="36471" y="32379"/>
                  <a:pt x="43460" y="31662"/>
                </a:cubicBezTo>
                <a:cubicBezTo>
                  <a:pt x="50450" y="30945"/>
                  <a:pt x="58037" y="28017"/>
                  <a:pt x="61382" y="24851"/>
                </a:cubicBezTo>
                <a:cubicBezTo>
                  <a:pt x="64727" y="21685"/>
                  <a:pt x="65026" y="16070"/>
                  <a:pt x="63532" y="12665"/>
                </a:cubicBezTo>
                <a:cubicBezTo>
                  <a:pt x="62039" y="9260"/>
                  <a:pt x="55946" y="6034"/>
                  <a:pt x="52421" y="4421"/>
                </a:cubicBezTo>
                <a:cubicBezTo>
                  <a:pt x="48897" y="2808"/>
                  <a:pt x="46806" y="3704"/>
                  <a:pt x="42385" y="2987"/>
                </a:cubicBezTo>
                <a:close/>
              </a:path>
            </a:pathLst>
          </a:custGeom>
          <a:noFill/>
          <a:ln cap="flat" cmpd="sng" w="9525">
            <a:solidFill>
              <a:schemeClr val="dk2"/>
            </a:solidFill>
            <a:prstDash val="solid"/>
            <a:round/>
            <a:headEnd len="med" w="med" type="none"/>
            <a:tailEnd len="med" w="med" type="none"/>
          </a:ln>
        </p:spPr>
      </p:sp>
      <p:sp>
        <p:nvSpPr>
          <p:cNvPr id="1209" name="Google Shape;1209;p39"/>
          <p:cNvSpPr/>
          <p:nvPr/>
        </p:nvSpPr>
        <p:spPr>
          <a:xfrm>
            <a:off x="3762108" y="296044"/>
            <a:ext cx="3251258" cy="1608925"/>
          </a:xfrm>
          <a:custGeom>
            <a:rect b="b" l="l" r="r" t="t"/>
            <a:pathLst>
              <a:path extrusionOk="0" h="31882" w="64426">
                <a:moveTo>
                  <a:pt x="42385" y="2987"/>
                </a:moveTo>
                <a:cubicBezTo>
                  <a:pt x="37964" y="2270"/>
                  <a:pt x="31154" y="359"/>
                  <a:pt x="25897" y="120"/>
                </a:cubicBezTo>
                <a:cubicBezTo>
                  <a:pt x="20640" y="-119"/>
                  <a:pt x="14786" y="657"/>
                  <a:pt x="10843" y="1553"/>
                </a:cubicBezTo>
                <a:cubicBezTo>
                  <a:pt x="6900" y="2449"/>
                  <a:pt x="4032" y="3704"/>
                  <a:pt x="2240" y="5496"/>
                </a:cubicBezTo>
                <a:cubicBezTo>
                  <a:pt x="448" y="7288"/>
                  <a:pt x="-89" y="9678"/>
                  <a:pt x="90" y="12306"/>
                </a:cubicBezTo>
                <a:cubicBezTo>
                  <a:pt x="269" y="14935"/>
                  <a:pt x="90" y="18459"/>
                  <a:pt x="3316" y="21267"/>
                </a:cubicBezTo>
                <a:cubicBezTo>
                  <a:pt x="6542" y="24075"/>
                  <a:pt x="12754" y="27421"/>
                  <a:pt x="19445" y="29153"/>
                </a:cubicBezTo>
                <a:cubicBezTo>
                  <a:pt x="26136" y="30886"/>
                  <a:pt x="36471" y="32379"/>
                  <a:pt x="43460" y="31662"/>
                </a:cubicBezTo>
                <a:cubicBezTo>
                  <a:pt x="50450" y="30945"/>
                  <a:pt x="58037" y="28017"/>
                  <a:pt x="61382" y="24851"/>
                </a:cubicBezTo>
                <a:cubicBezTo>
                  <a:pt x="64727" y="21685"/>
                  <a:pt x="65026" y="16070"/>
                  <a:pt x="63532" y="12665"/>
                </a:cubicBezTo>
                <a:cubicBezTo>
                  <a:pt x="62039" y="9260"/>
                  <a:pt x="55946" y="6034"/>
                  <a:pt x="52421" y="4421"/>
                </a:cubicBezTo>
                <a:cubicBezTo>
                  <a:pt x="48897" y="2808"/>
                  <a:pt x="46806" y="3704"/>
                  <a:pt x="42385" y="2987"/>
                </a:cubicBezTo>
                <a:close/>
              </a:path>
            </a:pathLst>
          </a:custGeom>
          <a:solidFill>
            <a:srgbClr val="C7CAEA">
              <a:alpha val="52090"/>
            </a:srgbClr>
          </a:solidFill>
          <a:ln>
            <a:noFill/>
          </a:ln>
        </p:spPr>
      </p:sp>
      <p:sp>
        <p:nvSpPr>
          <p:cNvPr id="1210" name="Google Shape;1210;p39"/>
          <p:cNvSpPr txBox="1"/>
          <p:nvPr>
            <p:ph idx="2" type="title"/>
          </p:nvPr>
        </p:nvSpPr>
        <p:spPr>
          <a:xfrm>
            <a:off x="3797000" y="640509"/>
            <a:ext cx="31509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04</a:t>
            </a:r>
            <a:endParaRPr/>
          </a:p>
        </p:txBody>
      </p:sp>
      <p:sp>
        <p:nvSpPr>
          <p:cNvPr id="1211" name="Google Shape;1211;p39"/>
          <p:cNvSpPr txBox="1"/>
          <p:nvPr>
            <p:ph idx="1" type="subTitle"/>
          </p:nvPr>
        </p:nvSpPr>
        <p:spPr>
          <a:xfrm>
            <a:off x="2542850" y="3665575"/>
            <a:ext cx="5881500" cy="448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Demo the model and evaluate </a:t>
            </a:r>
            <a:r>
              <a:rPr lang="en"/>
              <a:t>performance</a:t>
            </a:r>
            <a:r>
              <a:rPr lang="en"/>
              <a:t>.</a:t>
            </a:r>
            <a:endParaRPr/>
          </a:p>
        </p:txBody>
      </p:sp>
      <p:sp>
        <p:nvSpPr>
          <p:cNvPr id="1212" name="Google Shape;1212;p39"/>
          <p:cNvSpPr txBox="1"/>
          <p:nvPr>
            <p:ph type="title"/>
          </p:nvPr>
        </p:nvSpPr>
        <p:spPr>
          <a:xfrm>
            <a:off x="1271463" y="1783650"/>
            <a:ext cx="8451000" cy="2018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Demo &amp; Model Evaluation</a:t>
            </a:r>
            <a:endParaRPr/>
          </a:p>
        </p:txBody>
      </p:sp>
      <p:grpSp>
        <p:nvGrpSpPr>
          <p:cNvPr id="1213" name="Google Shape;1213;p39"/>
          <p:cNvGrpSpPr/>
          <p:nvPr/>
        </p:nvGrpSpPr>
        <p:grpSpPr>
          <a:xfrm rot="-1593415">
            <a:off x="6306900" y="3559626"/>
            <a:ext cx="4794549" cy="3353795"/>
            <a:chOff x="5767094" y="3647662"/>
            <a:chExt cx="5077163" cy="3551484"/>
          </a:xfrm>
        </p:grpSpPr>
        <p:sp>
          <p:nvSpPr>
            <p:cNvPr id="1214" name="Google Shape;1214;p39"/>
            <p:cNvSpPr/>
            <p:nvPr/>
          </p:nvSpPr>
          <p:spPr>
            <a:xfrm flipH="1" rot="-949102">
              <a:off x="7746095" y="4236914"/>
              <a:ext cx="669140" cy="301521"/>
            </a:xfrm>
            <a:prstGeom prst="ellipse">
              <a:avLst/>
            </a:prstGeom>
            <a:solidFill>
              <a:srgbClr val="C7CAEA">
                <a:alpha val="520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5" name="Google Shape;1215;p39"/>
            <p:cNvSpPr/>
            <p:nvPr/>
          </p:nvSpPr>
          <p:spPr>
            <a:xfrm flipH="1" rot="-949102">
              <a:off x="7646812" y="4194803"/>
              <a:ext cx="669140" cy="301521"/>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6" name="Google Shape;1216;p39"/>
            <p:cNvSpPr/>
            <p:nvPr/>
          </p:nvSpPr>
          <p:spPr>
            <a:xfrm flipH="1" rot="-10413949">
              <a:off x="6011671" y="4037811"/>
              <a:ext cx="4684551" cy="2907998"/>
            </a:xfrm>
            <a:custGeom>
              <a:rect b="b" l="l" r="r" t="t"/>
              <a:pathLst>
                <a:path extrusionOk="0" h="140790" w="244167">
                  <a:moveTo>
                    <a:pt x="134823" y="24269"/>
                  </a:moveTo>
                  <a:cubicBezTo>
                    <a:pt x="122338" y="19609"/>
                    <a:pt x="100115" y="3779"/>
                    <a:pt x="85001" y="971"/>
                  </a:cubicBezTo>
                  <a:cubicBezTo>
                    <a:pt x="69887" y="-1837"/>
                    <a:pt x="56864" y="1927"/>
                    <a:pt x="44140" y="7423"/>
                  </a:cubicBezTo>
                  <a:cubicBezTo>
                    <a:pt x="31416" y="12919"/>
                    <a:pt x="15943" y="24927"/>
                    <a:pt x="8655" y="33947"/>
                  </a:cubicBezTo>
                  <a:cubicBezTo>
                    <a:pt x="1367" y="42968"/>
                    <a:pt x="-843" y="52167"/>
                    <a:pt x="411" y="61546"/>
                  </a:cubicBezTo>
                  <a:cubicBezTo>
                    <a:pt x="1666" y="70925"/>
                    <a:pt x="3936" y="83710"/>
                    <a:pt x="16182" y="90221"/>
                  </a:cubicBezTo>
                  <a:cubicBezTo>
                    <a:pt x="28429" y="96733"/>
                    <a:pt x="57641" y="99002"/>
                    <a:pt x="73890" y="100615"/>
                  </a:cubicBezTo>
                  <a:cubicBezTo>
                    <a:pt x="90139" y="102228"/>
                    <a:pt x="100712" y="94641"/>
                    <a:pt x="113675" y="99898"/>
                  </a:cubicBezTo>
                  <a:cubicBezTo>
                    <a:pt x="126638" y="105155"/>
                    <a:pt x="140498" y="125347"/>
                    <a:pt x="151669" y="132157"/>
                  </a:cubicBezTo>
                  <a:cubicBezTo>
                    <a:pt x="162840" y="138967"/>
                    <a:pt x="169591" y="140880"/>
                    <a:pt x="180702" y="140760"/>
                  </a:cubicBezTo>
                  <a:cubicBezTo>
                    <a:pt x="191814" y="140641"/>
                    <a:pt x="208242" y="137593"/>
                    <a:pt x="218338" y="131440"/>
                  </a:cubicBezTo>
                  <a:cubicBezTo>
                    <a:pt x="228434" y="125287"/>
                    <a:pt x="237275" y="113997"/>
                    <a:pt x="241277" y="103841"/>
                  </a:cubicBezTo>
                  <a:cubicBezTo>
                    <a:pt x="245280" y="93686"/>
                    <a:pt x="244563" y="80961"/>
                    <a:pt x="242353" y="70507"/>
                  </a:cubicBezTo>
                  <a:cubicBezTo>
                    <a:pt x="240143" y="60053"/>
                    <a:pt x="234407" y="48582"/>
                    <a:pt x="228015" y="41115"/>
                  </a:cubicBezTo>
                  <a:cubicBezTo>
                    <a:pt x="221623" y="33648"/>
                    <a:pt x="215350" y="27734"/>
                    <a:pt x="204000" y="25703"/>
                  </a:cubicBezTo>
                  <a:cubicBezTo>
                    <a:pt x="192650" y="23672"/>
                    <a:pt x="171443" y="29168"/>
                    <a:pt x="159913" y="28929"/>
                  </a:cubicBezTo>
                  <a:cubicBezTo>
                    <a:pt x="148384" y="28690"/>
                    <a:pt x="147308" y="28929"/>
                    <a:pt x="134823" y="24269"/>
                  </a:cubicBezTo>
                  <a:close/>
                </a:path>
              </a:pathLst>
            </a:custGeom>
            <a:solidFill>
              <a:srgbClr val="C7CAEA">
                <a:alpha val="52090"/>
              </a:srgbClr>
            </a:solidFill>
            <a:ln>
              <a:noFill/>
            </a:ln>
          </p:spPr>
        </p:sp>
        <p:sp>
          <p:nvSpPr>
            <p:cNvPr id="1217" name="Google Shape;1217;p39"/>
            <p:cNvSpPr/>
            <p:nvPr/>
          </p:nvSpPr>
          <p:spPr>
            <a:xfrm flipH="1" rot="-10413949">
              <a:off x="5915129" y="3901000"/>
              <a:ext cx="4684551" cy="2907998"/>
            </a:xfrm>
            <a:custGeom>
              <a:rect b="b" l="l" r="r" t="t"/>
              <a:pathLst>
                <a:path extrusionOk="0" h="140790" w="244167">
                  <a:moveTo>
                    <a:pt x="134823" y="24269"/>
                  </a:moveTo>
                  <a:cubicBezTo>
                    <a:pt x="122338" y="19609"/>
                    <a:pt x="100115" y="3779"/>
                    <a:pt x="85001" y="971"/>
                  </a:cubicBezTo>
                  <a:cubicBezTo>
                    <a:pt x="69887" y="-1837"/>
                    <a:pt x="56864" y="1927"/>
                    <a:pt x="44140" y="7423"/>
                  </a:cubicBezTo>
                  <a:cubicBezTo>
                    <a:pt x="31416" y="12919"/>
                    <a:pt x="15943" y="24927"/>
                    <a:pt x="8655" y="33947"/>
                  </a:cubicBezTo>
                  <a:cubicBezTo>
                    <a:pt x="1367" y="42968"/>
                    <a:pt x="-843" y="52167"/>
                    <a:pt x="411" y="61546"/>
                  </a:cubicBezTo>
                  <a:cubicBezTo>
                    <a:pt x="1666" y="70925"/>
                    <a:pt x="3936" y="83710"/>
                    <a:pt x="16182" y="90221"/>
                  </a:cubicBezTo>
                  <a:cubicBezTo>
                    <a:pt x="28429" y="96733"/>
                    <a:pt x="57641" y="99002"/>
                    <a:pt x="73890" y="100615"/>
                  </a:cubicBezTo>
                  <a:cubicBezTo>
                    <a:pt x="90139" y="102228"/>
                    <a:pt x="100712" y="94641"/>
                    <a:pt x="113675" y="99898"/>
                  </a:cubicBezTo>
                  <a:cubicBezTo>
                    <a:pt x="126638" y="105155"/>
                    <a:pt x="140498" y="125347"/>
                    <a:pt x="151669" y="132157"/>
                  </a:cubicBezTo>
                  <a:cubicBezTo>
                    <a:pt x="162840" y="138967"/>
                    <a:pt x="169591" y="140880"/>
                    <a:pt x="180702" y="140760"/>
                  </a:cubicBezTo>
                  <a:cubicBezTo>
                    <a:pt x="191814" y="140641"/>
                    <a:pt x="208242" y="137593"/>
                    <a:pt x="218338" y="131440"/>
                  </a:cubicBezTo>
                  <a:cubicBezTo>
                    <a:pt x="228434" y="125287"/>
                    <a:pt x="237275" y="113997"/>
                    <a:pt x="241277" y="103841"/>
                  </a:cubicBezTo>
                  <a:cubicBezTo>
                    <a:pt x="245280" y="93686"/>
                    <a:pt x="244563" y="80961"/>
                    <a:pt x="242353" y="70507"/>
                  </a:cubicBezTo>
                  <a:cubicBezTo>
                    <a:pt x="240143" y="60053"/>
                    <a:pt x="234407" y="48582"/>
                    <a:pt x="228015" y="41115"/>
                  </a:cubicBezTo>
                  <a:cubicBezTo>
                    <a:pt x="221623" y="33648"/>
                    <a:pt x="215350" y="27734"/>
                    <a:pt x="204000" y="25703"/>
                  </a:cubicBezTo>
                  <a:cubicBezTo>
                    <a:pt x="192650" y="23672"/>
                    <a:pt x="171443" y="29168"/>
                    <a:pt x="159913" y="28929"/>
                  </a:cubicBezTo>
                  <a:cubicBezTo>
                    <a:pt x="148384" y="28690"/>
                    <a:pt x="147308" y="28929"/>
                    <a:pt x="134823" y="24269"/>
                  </a:cubicBezTo>
                  <a:close/>
                </a:path>
              </a:pathLst>
            </a:custGeom>
            <a:noFill/>
            <a:ln cap="flat" cmpd="sng" w="9525">
              <a:solidFill>
                <a:schemeClr val="dk2"/>
              </a:solidFill>
              <a:prstDash val="solid"/>
              <a:round/>
              <a:headEnd len="med" w="med" type="none"/>
              <a:tailEnd len="med" w="med" type="none"/>
            </a:ln>
          </p:spPr>
        </p:sp>
      </p:grpSp>
      <p:grpSp>
        <p:nvGrpSpPr>
          <p:cNvPr id="1218" name="Google Shape;1218;p39"/>
          <p:cNvGrpSpPr/>
          <p:nvPr/>
        </p:nvGrpSpPr>
        <p:grpSpPr>
          <a:xfrm>
            <a:off x="-1415153" y="-2067352"/>
            <a:ext cx="4807566" cy="3362900"/>
            <a:chOff x="-1415194" y="-2067413"/>
            <a:chExt cx="5077163" cy="3551484"/>
          </a:xfrm>
        </p:grpSpPr>
        <p:sp>
          <p:nvSpPr>
            <p:cNvPr id="1219" name="Google Shape;1219;p39"/>
            <p:cNvSpPr/>
            <p:nvPr/>
          </p:nvSpPr>
          <p:spPr>
            <a:xfrm flipH="1" rot="386051">
              <a:off x="-1267159" y="-1814075"/>
              <a:ext cx="4684551" cy="2907998"/>
            </a:xfrm>
            <a:custGeom>
              <a:rect b="b" l="l" r="r" t="t"/>
              <a:pathLst>
                <a:path extrusionOk="0" h="140790" w="244167">
                  <a:moveTo>
                    <a:pt x="134823" y="24269"/>
                  </a:moveTo>
                  <a:cubicBezTo>
                    <a:pt x="122338" y="19609"/>
                    <a:pt x="100115" y="3779"/>
                    <a:pt x="85001" y="971"/>
                  </a:cubicBezTo>
                  <a:cubicBezTo>
                    <a:pt x="69887" y="-1837"/>
                    <a:pt x="56864" y="1927"/>
                    <a:pt x="44140" y="7423"/>
                  </a:cubicBezTo>
                  <a:cubicBezTo>
                    <a:pt x="31416" y="12919"/>
                    <a:pt x="15943" y="24927"/>
                    <a:pt x="8655" y="33947"/>
                  </a:cubicBezTo>
                  <a:cubicBezTo>
                    <a:pt x="1367" y="42968"/>
                    <a:pt x="-843" y="52167"/>
                    <a:pt x="411" y="61546"/>
                  </a:cubicBezTo>
                  <a:cubicBezTo>
                    <a:pt x="1666" y="70925"/>
                    <a:pt x="3936" y="83710"/>
                    <a:pt x="16182" y="90221"/>
                  </a:cubicBezTo>
                  <a:cubicBezTo>
                    <a:pt x="28429" y="96733"/>
                    <a:pt x="57641" y="99002"/>
                    <a:pt x="73890" y="100615"/>
                  </a:cubicBezTo>
                  <a:cubicBezTo>
                    <a:pt x="90139" y="102228"/>
                    <a:pt x="100712" y="94641"/>
                    <a:pt x="113675" y="99898"/>
                  </a:cubicBezTo>
                  <a:cubicBezTo>
                    <a:pt x="126638" y="105155"/>
                    <a:pt x="140498" y="125347"/>
                    <a:pt x="151669" y="132157"/>
                  </a:cubicBezTo>
                  <a:cubicBezTo>
                    <a:pt x="162840" y="138967"/>
                    <a:pt x="169591" y="140880"/>
                    <a:pt x="180702" y="140760"/>
                  </a:cubicBezTo>
                  <a:cubicBezTo>
                    <a:pt x="191814" y="140641"/>
                    <a:pt x="208242" y="137593"/>
                    <a:pt x="218338" y="131440"/>
                  </a:cubicBezTo>
                  <a:cubicBezTo>
                    <a:pt x="228434" y="125287"/>
                    <a:pt x="237275" y="113997"/>
                    <a:pt x="241277" y="103841"/>
                  </a:cubicBezTo>
                  <a:cubicBezTo>
                    <a:pt x="245280" y="93686"/>
                    <a:pt x="244563" y="80961"/>
                    <a:pt x="242353" y="70507"/>
                  </a:cubicBezTo>
                  <a:cubicBezTo>
                    <a:pt x="240143" y="60053"/>
                    <a:pt x="234407" y="48582"/>
                    <a:pt x="228015" y="41115"/>
                  </a:cubicBezTo>
                  <a:cubicBezTo>
                    <a:pt x="221623" y="33648"/>
                    <a:pt x="215350" y="27734"/>
                    <a:pt x="204000" y="25703"/>
                  </a:cubicBezTo>
                  <a:cubicBezTo>
                    <a:pt x="192650" y="23672"/>
                    <a:pt x="171443" y="29168"/>
                    <a:pt x="159913" y="28929"/>
                  </a:cubicBezTo>
                  <a:cubicBezTo>
                    <a:pt x="148384" y="28690"/>
                    <a:pt x="147308" y="28929"/>
                    <a:pt x="134823" y="24269"/>
                  </a:cubicBezTo>
                  <a:close/>
                </a:path>
              </a:pathLst>
            </a:custGeom>
            <a:solidFill>
              <a:srgbClr val="C7CAEA">
                <a:alpha val="52090"/>
              </a:srgbClr>
            </a:solidFill>
            <a:ln>
              <a:noFill/>
            </a:ln>
          </p:spPr>
        </p:sp>
        <p:sp>
          <p:nvSpPr>
            <p:cNvPr id="1220" name="Google Shape;1220;p39"/>
            <p:cNvSpPr/>
            <p:nvPr/>
          </p:nvSpPr>
          <p:spPr>
            <a:xfrm flipH="1" rot="386051">
              <a:off x="-1170616" y="-1677264"/>
              <a:ext cx="4684551" cy="2907998"/>
            </a:xfrm>
            <a:custGeom>
              <a:rect b="b" l="l" r="r" t="t"/>
              <a:pathLst>
                <a:path extrusionOk="0" h="140790" w="244167">
                  <a:moveTo>
                    <a:pt x="134823" y="24269"/>
                  </a:moveTo>
                  <a:cubicBezTo>
                    <a:pt x="122338" y="19609"/>
                    <a:pt x="100115" y="3779"/>
                    <a:pt x="85001" y="971"/>
                  </a:cubicBezTo>
                  <a:cubicBezTo>
                    <a:pt x="69887" y="-1837"/>
                    <a:pt x="56864" y="1927"/>
                    <a:pt x="44140" y="7423"/>
                  </a:cubicBezTo>
                  <a:cubicBezTo>
                    <a:pt x="31416" y="12919"/>
                    <a:pt x="15943" y="24927"/>
                    <a:pt x="8655" y="33947"/>
                  </a:cubicBezTo>
                  <a:cubicBezTo>
                    <a:pt x="1367" y="42968"/>
                    <a:pt x="-843" y="52167"/>
                    <a:pt x="411" y="61546"/>
                  </a:cubicBezTo>
                  <a:cubicBezTo>
                    <a:pt x="1666" y="70925"/>
                    <a:pt x="3936" y="83710"/>
                    <a:pt x="16182" y="90221"/>
                  </a:cubicBezTo>
                  <a:cubicBezTo>
                    <a:pt x="28429" y="96733"/>
                    <a:pt x="57641" y="99002"/>
                    <a:pt x="73890" y="100615"/>
                  </a:cubicBezTo>
                  <a:cubicBezTo>
                    <a:pt x="90139" y="102228"/>
                    <a:pt x="100712" y="94641"/>
                    <a:pt x="113675" y="99898"/>
                  </a:cubicBezTo>
                  <a:cubicBezTo>
                    <a:pt x="126638" y="105155"/>
                    <a:pt x="140498" y="125347"/>
                    <a:pt x="151669" y="132157"/>
                  </a:cubicBezTo>
                  <a:cubicBezTo>
                    <a:pt x="162840" y="138967"/>
                    <a:pt x="169591" y="140880"/>
                    <a:pt x="180702" y="140760"/>
                  </a:cubicBezTo>
                  <a:cubicBezTo>
                    <a:pt x="191814" y="140641"/>
                    <a:pt x="208242" y="137593"/>
                    <a:pt x="218338" y="131440"/>
                  </a:cubicBezTo>
                  <a:cubicBezTo>
                    <a:pt x="228434" y="125287"/>
                    <a:pt x="237275" y="113997"/>
                    <a:pt x="241277" y="103841"/>
                  </a:cubicBezTo>
                  <a:cubicBezTo>
                    <a:pt x="245280" y="93686"/>
                    <a:pt x="244563" y="80961"/>
                    <a:pt x="242353" y="70507"/>
                  </a:cubicBezTo>
                  <a:cubicBezTo>
                    <a:pt x="240143" y="60053"/>
                    <a:pt x="234407" y="48582"/>
                    <a:pt x="228015" y="41115"/>
                  </a:cubicBezTo>
                  <a:cubicBezTo>
                    <a:pt x="221623" y="33648"/>
                    <a:pt x="215350" y="27734"/>
                    <a:pt x="204000" y="25703"/>
                  </a:cubicBezTo>
                  <a:cubicBezTo>
                    <a:pt x="192650" y="23672"/>
                    <a:pt x="171443" y="29168"/>
                    <a:pt x="159913" y="28929"/>
                  </a:cubicBezTo>
                  <a:cubicBezTo>
                    <a:pt x="148384" y="28690"/>
                    <a:pt x="147308" y="28929"/>
                    <a:pt x="134823" y="24269"/>
                  </a:cubicBezTo>
                  <a:close/>
                </a:path>
              </a:pathLst>
            </a:custGeom>
            <a:noFill/>
            <a:ln cap="flat" cmpd="sng" w="9525">
              <a:solidFill>
                <a:schemeClr val="dk2"/>
              </a:solidFill>
              <a:prstDash val="solid"/>
              <a:round/>
              <a:headEnd len="med" w="med" type="none"/>
              <a:tailEnd len="med" w="med" type="none"/>
            </a:ln>
          </p:spPr>
        </p:sp>
      </p:grpSp>
      <p:sp>
        <p:nvSpPr>
          <p:cNvPr id="1221" name="Google Shape;1221;p39"/>
          <p:cNvSpPr/>
          <p:nvPr/>
        </p:nvSpPr>
        <p:spPr>
          <a:xfrm rot="124">
            <a:off x="2647225" y="4501876"/>
            <a:ext cx="244333" cy="213252"/>
          </a:xfrm>
          <a:custGeom>
            <a:rect b="b" l="l" r="r" t="t"/>
            <a:pathLst>
              <a:path extrusionOk="0" h="3078" w="3527">
                <a:moveTo>
                  <a:pt x="1764" y="380"/>
                </a:moveTo>
                <a:lnTo>
                  <a:pt x="3174" y="2823"/>
                </a:lnTo>
                <a:lnTo>
                  <a:pt x="352" y="2823"/>
                </a:lnTo>
                <a:lnTo>
                  <a:pt x="1764" y="380"/>
                </a:lnTo>
                <a:close/>
                <a:moveTo>
                  <a:pt x="1764" y="1"/>
                </a:moveTo>
                <a:cubicBezTo>
                  <a:pt x="1719" y="1"/>
                  <a:pt x="1677" y="25"/>
                  <a:pt x="1652" y="63"/>
                </a:cubicBezTo>
                <a:lnTo>
                  <a:pt x="22" y="2886"/>
                </a:lnTo>
                <a:cubicBezTo>
                  <a:pt x="1" y="2928"/>
                  <a:pt x="1" y="2976"/>
                  <a:pt x="22" y="3015"/>
                </a:cubicBezTo>
                <a:cubicBezTo>
                  <a:pt x="46" y="3053"/>
                  <a:pt x="88" y="3077"/>
                  <a:pt x="133" y="3077"/>
                </a:cubicBezTo>
                <a:lnTo>
                  <a:pt x="3394" y="3077"/>
                </a:lnTo>
                <a:cubicBezTo>
                  <a:pt x="3440" y="3077"/>
                  <a:pt x="3481" y="3053"/>
                  <a:pt x="3506" y="3015"/>
                </a:cubicBezTo>
                <a:cubicBezTo>
                  <a:pt x="3526" y="2976"/>
                  <a:pt x="3526" y="2928"/>
                  <a:pt x="3506" y="2886"/>
                </a:cubicBezTo>
                <a:lnTo>
                  <a:pt x="1875" y="63"/>
                </a:lnTo>
                <a:cubicBezTo>
                  <a:pt x="1851" y="25"/>
                  <a:pt x="1809" y="1"/>
                  <a:pt x="176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2" name="Google Shape;1222;p39"/>
          <p:cNvSpPr/>
          <p:nvPr/>
        </p:nvSpPr>
        <p:spPr>
          <a:xfrm>
            <a:off x="8674773" y="2540824"/>
            <a:ext cx="363704" cy="317403"/>
          </a:xfrm>
          <a:custGeom>
            <a:rect b="b" l="l" r="r" t="t"/>
            <a:pathLst>
              <a:path extrusionOk="0" h="3078" w="3527">
                <a:moveTo>
                  <a:pt x="1764" y="380"/>
                </a:moveTo>
                <a:lnTo>
                  <a:pt x="3174" y="2823"/>
                </a:lnTo>
                <a:lnTo>
                  <a:pt x="352" y="2823"/>
                </a:lnTo>
                <a:lnTo>
                  <a:pt x="1764" y="380"/>
                </a:lnTo>
                <a:close/>
                <a:moveTo>
                  <a:pt x="1764" y="1"/>
                </a:moveTo>
                <a:cubicBezTo>
                  <a:pt x="1719" y="1"/>
                  <a:pt x="1677" y="25"/>
                  <a:pt x="1652" y="63"/>
                </a:cubicBezTo>
                <a:lnTo>
                  <a:pt x="22" y="2886"/>
                </a:lnTo>
                <a:cubicBezTo>
                  <a:pt x="1" y="2928"/>
                  <a:pt x="1" y="2976"/>
                  <a:pt x="22" y="3015"/>
                </a:cubicBezTo>
                <a:cubicBezTo>
                  <a:pt x="46" y="3053"/>
                  <a:pt x="88" y="3077"/>
                  <a:pt x="133" y="3077"/>
                </a:cubicBezTo>
                <a:lnTo>
                  <a:pt x="3394" y="3077"/>
                </a:lnTo>
                <a:cubicBezTo>
                  <a:pt x="3440" y="3077"/>
                  <a:pt x="3481" y="3053"/>
                  <a:pt x="3506" y="3015"/>
                </a:cubicBezTo>
                <a:cubicBezTo>
                  <a:pt x="3526" y="2976"/>
                  <a:pt x="3526" y="2928"/>
                  <a:pt x="3506" y="2886"/>
                </a:cubicBezTo>
                <a:lnTo>
                  <a:pt x="1875" y="63"/>
                </a:lnTo>
                <a:cubicBezTo>
                  <a:pt x="1851" y="25"/>
                  <a:pt x="1809" y="1"/>
                  <a:pt x="17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3" name="Google Shape;1223;p39"/>
          <p:cNvSpPr/>
          <p:nvPr/>
        </p:nvSpPr>
        <p:spPr>
          <a:xfrm flipH="1" rot="-4825201">
            <a:off x="8492457" y="713009"/>
            <a:ext cx="1488965" cy="671094"/>
          </a:xfrm>
          <a:prstGeom prst="ellipse">
            <a:avLst/>
          </a:prstGeom>
          <a:solidFill>
            <a:srgbClr val="C7CAEA">
              <a:alpha val="520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4" name="Google Shape;1224;p39"/>
          <p:cNvSpPr/>
          <p:nvPr/>
        </p:nvSpPr>
        <p:spPr>
          <a:xfrm flipH="1" rot="-4825201">
            <a:off x="8385104" y="764397"/>
            <a:ext cx="1488965" cy="671094"/>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25" name="Google Shape;1225;p39"/>
          <p:cNvGrpSpPr/>
          <p:nvPr/>
        </p:nvGrpSpPr>
        <p:grpSpPr>
          <a:xfrm rot="4387107">
            <a:off x="8892504" y="2301932"/>
            <a:ext cx="416692" cy="539630"/>
            <a:chOff x="5402225" y="3028900"/>
            <a:chExt cx="135050" cy="174900"/>
          </a:xfrm>
        </p:grpSpPr>
        <p:sp>
          <p:nvSpPr>
            <p:cNvPr id="1226" name="Google Shape;1226;p39"/>
            <p:cNvSpPr/>
            <p:nvPr/>
          </p:nvSpPr>
          <p:spPr>
            <a:xfrm>
              <a:off x="5424000" y="3043600"/>
              <a:ext cx="91400" cy="5775"/>
            </a:xfrm>
            <a:custGeom>
              <a:rect b="b" l="l" r="r" t="t"/>
              <a:pathLst>
                <a:path extrusionOk="0" h="231" w="3656">
                  <a:moveTo>
                    <a:pt x="119" y="0"/>
                  </a:moveTo>
                  <a:cubicBezTo>
                    <a:pt x="52" y="0"/>
                    <a:pt x="0" y="49"/>
                    <a:pt x="0" y="115"/>
                  </a:cubicBezTo>
                  <a:cubicBezTo>
                    <a:pt x="0" y="178"/>
                    <a:pt x="52" y="230"/>
                    <a:pt x="119" y="230"/>
                  </a:cubicBezTo>
                  <a:lnTo>
                    <a:pt x="3540" y="230"/>
                  </a:lnTo>
                  <a:cubicBezTo>
                    <a:pt x="3603" y="230"/>
                    <a:pt x="3656" y="178"/>
                    <a:pt x="3656" y="115"/>
                  </a:cubicBezTo>
                  <a:cubicBezTo>
                    <a:pt x="3656" y="49"/>
                    <a:pt x="3603" y="0"/>
                    <a:pt x="35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7" name="Google Shape;1227;p39"/>
            <p:cNvSpPr/>
            <p:nvPr/>
          </p:nvSpPr>
          <p:spPr>
            <a:xfrm>
              <a:off x="5424000" y="3067900"/>
              <a:ext cx="91400" cy="5775"/>
            </a:xfrm>
            <a:custGeom>
              <a:rect b="b" l="l" r="r" t="t"/>
              <a:pathLst>
                <a:path extrusionOk="0" h="231" w="3656">
                  <a:moveTo>
                    <a:pt x="119" y="0"/>
                  </a:moveTo>
                  <a:cubicBezTo>
                    <a:pt x="52" y="0"/>
                    <a:pt x="0" y="53"/>
                    <a:pt x="0" y="116"/>
                  </a:cubicBezTo>
                  <a:cubicBezTo>
                    <a:pt x="0" y="182"/>
                    <a:pt x="52" y="230"/>
                    <a:pt x="119" y="230"/>
                  </a:cubicBezTo>
                  <a:lnTo>
                    <a:pt x="3540" y="230"/>
                  </a:lnTo>
                  <a:cubicBezTo>
                    <a:pt x="3603" y="230"/>
                    <a:pt x="3656" y="182"/>
                    <a:pt x="3656" y="116"/>
                  </a:cubicBezTo>
                  <a:cubicBezTo>
                    <a:pt x="3656" y="53"/>
                    <a:pt x="3603" y="0"/>
                    <a:pt x="35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8" name="Google Shape;1228;p39"/>
            <p:cNvSpPr/>
            <p:nvPr/>
          </p:nvSpPr>
          <p:spPr>
            <a:xfrm>
              <a:off x="5424000" y="3092200"/>
              <a:ext cx="91400" cy="5875"/>
            </a:xfrm>
            <a:custGeom>
              <a:rect b="b" l="l" r="r" t="t"/>
              <a:pathLst>
                <a:path extrusionOk="0" h="235" w="3656">
                  <a:moveTo>
                    <a:pt x="119" y="1"/>
                  </a:moveTo>
                  <a:cubicBezTo>
                    <a:pt x="52" y="1"/>
                    <a:pt x="0" y="53"/>
                    <a:pt x="0" y="119"/>
                  </a:cubicBezTo>
                  <a:cubicBezTo>
                    <a:pt x="0" y="181"/>
                    <a:pt x="52" y="234"/>
                    <a:pt x="119" y="234"/>
                  </a:cubicBezTo>
                  <a:lnTo>
                    <a:pt x="3540" y="234"/>
                  </a:lnTo>
                  <a:cubicBezTo>
                    <a:pt x="3603" y="234"/>
                    <a:pt x="3656" y="181"/>
                    <a:pt x="3656" y="119"/>
                  </a:cubicBezTo>
                  <a:cubicBezTo>
                    <a:pt x="3656" y="53"/>
                    <a:pt x="3603" y="1"/>
                    <a:pt x="35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9" name="Google Shape;1229;p39"/>
            <p:cNvSpPr/>
            <p:nvPr/>
          </p:nvSpPr>
          <p:spPr>
            <a:xfrm>
              <a:off x="5424000" y="3140900"/>
              <a:ext cx="91400" cy="5850"/>
            </a:xfrm>
            <a:custGeom>
              <a:rect b="b" l="l" r="r" t="t"/>
              <a:pathLst>
                <a:path extrusionOk="0" h="234" w="3656">
                  <a:moveTo>
                    <a:pt x="119" y="0"/>
                  </a:moveTo>
                  <a:cubicBezTo>
                    <a:pt x="52" y="0"/>
                    <a:pt x="0" y="52"/>
                    <a:pt x="0" y="115"/>
                  </a:cubicBezTo>
                  <a:cubicBezTo>
                    <a:pt x="0" y="182"/>
                    <a:pt x="52" y="234"/>
                    <a:pt x="119" y="234"/>
                  </a:cubicBezTo>
                  <a:lnTo>
                    <a:pt x="3540" y="234"/>
                  </a:lnTo>
                  <a:cubicBezTo>
                    <a:pt x="3603" y="234"/>
                    <a:pt x="3656" y="182"/>
                    <a:pt x="3656" y="115"/>
                  </a:cubicBezTo>
                  <a:cubicBezTo>
                    <a:pt x="3656" y="52"/>
                    <a:pt x="3603" y="0"/>
                    <a:pt x="35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0" name="Google Shape;1230;p39"/>
            <p:cNvSpPr/>
            <p:nvPr/>
          </p:nvSpPr>
          <p:spPr>
            <a:xfrm>
              <a:off x="5424000" y="3165300"/>
              <a:ext cx="91400" cy="5775"/>
            </a:xfrm>
            <a:custGeom>
              <a:rect b="b" l="l" r="r" t="t"/>
              <a:pathLst>
                <a:path extrusionOk="0" h="231" w="3656">
                  <a:moveTo>
                    <a:pt x="119" y="0"/>
                  </a:moveTo>
                  <a:cubicBezTo>
                    <a:pt x="52" y="0"/>
                    <a:pt x="0" y="52"/>
                    <a:pt x="0" y="115"/>
                  </a:cubicBezTo>
                  <a:cubicBezTo>
                    <a:pt x="0" y="178"/>
                    <a:pt x="52" y="230"/>
                    <a:pt x="119" y="230"/>
                  </a:cubicBezTo>
                  <a:lnTo>
                    <a:pt x="3540" y="230"/>
                  </a:lnTo>
                  <a:cubicBezTo>
                    <a:pt x="3603" y="230"/>
                    <a:pt x="3656" y="178"/>
                    <a:pt x="3656" y="115"/>
                  </a:cubicBezTo>
                  <a:cubicBezTo>
                    <a:pt x="3656" y="52"/>
                    <a:pt x="3603" y="0"/>
                    <a:pt x="35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1" name="Google Shape;1231;p39"/>
            <p:cNvSpPr/>
            <p:nvPr/>
          </p:nvSpPr>
          <p:spPr>
            <a:xfrm>
              <a:off x="5424000" y="3189575"/>
              <a:ext cx="91400" cy="5775"/>
            </a:xfrm>
            <a:custGeom>
              <a:rect b="b" l="l" r="r" t="t"/>
              <a:pathLst>
                <a:path extrusionOk="0" h="231" w="3656">
                  <a:moveTo>
                    <a:pt x="119" y="1"/>
                  </a:moveTo>
                  <a:cubicBezTo>
                    <a:pt x="52" y="1"/>
                    <a:pt x="0" y="54"/>
                    <a:pt x="0" y="116"/>
                  </a:cubicBezTo>
                  <a:cubicBezTo>
                    <a:pt x="0" y="182"/>
                    <a:pt x="52" y="231"/>
                    <a:pt x="119" y="231"/>
                  </a:cubicBezTo>
                  <a:lnTo>
                    <a:pt x="3540" y="231"/>
                  </a:lnTo>
                  <a:cubicBezTo>
                    <a:pt x="3603" y="231"/>
                    <a:pt x="3656" y="182"/>
                    <a:pt x="3656" y="116"/>
                  </a:cubicBezTo>
                  <a:cubicBezTo>
                    <a:pt x="3656" y="54"/>
                    <a:pt x="3603" y="1"/>
                    <a:pt x="35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2" name="Google Shape;1232;p39"/>
            <p:cNvSpPr/>
            <p:nvPr/>
          </p:nvSpPr>
          <p:spPr>
            <a:xfrm>
              <a:off x="5402225" y="3028900"/>
              <a:ext cx="42175" cy="80300"/>
            </a:xfrm>
            <a:custGeom>
              <a:rect b="b" l="l" r="r" t="t"/>
              <a:pathLst>
                <a:path extrusionOk="0" h="3212" w="1687">
                  <a:moveTo>
                    <a:pt x="508" y="0"/>
                  </a:moveTo>
                  <a:cubicBezTo>
                    <a:pt x="385" y="0"/>
                    <a:pt x="277" y="89"/>
                    <a:pt x="258" y="212"/>
                  </a:cubicBezTo>
                  <a:cubicBezTo>
                    <a:pt x="248" y="281"/>
                    <a:pt x="0" y="1919"/>
                    <a:pt x="857" y="2922"/>
                  </a:cubicBezTo>
                  <a:cubicBezTo>
                    <a:pt x="948" y="3031"/>
                    <a:pt x="1053" y="3128"/>
                    <a:pt x="1161" y="3212"/>
                  </a:cubicBezTo>
                  <a:cubicBezTo>
                    <a:pt x="1293" y="3128"/>
                    <a:pt x="1471" y="3034"/>
                    <a:pt x="1687" y="2954"/>
                  </a:cubicBezTo>
                  <a:cubicBezTo>
                    <a:pt x="1513" y="2864"/>
                    <a:pt x="1366" y="2745"/>
                    <a:pt x="1241" y="2599"/>
                  </a:cubicBezTo>
                  <a:cubicBezTo>
                    <a:pt x="805" y="2090"/>
                    <a:pt x="722" y="1338"/>
                    <a:pt x="722" y="832"/>
                  </a:cubicBezTo>
                  <a:cubicBezTo>
                    <a:pt x="722" y="518"/>
                    <a:pt x="753" y="296"/>
                    <a:pt x="753" y="292"/>
                  </a:cubicBezTo>
                  <a:cubicBezTo>
                    <a:pt x="777" y="156"/>
                    <a:pt x="683" y="27"/>
                    <a:pt x="547" y="3"/>
                  </a:cubicBezTo>
                  <a:cubicBezTo>
                    <a:pt x="534" y="1"/>
                    <a:pt x="521" y="0"/>
                    <a:pt x="50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3" name="Google Shape;1233;p39"/>
            <p:cNvSpPr/>
            <p:nvPr/>
          </p:nvSpPr>
          <p:spPr>
            <a:xfrm>
              <a:off x="5494550" y="3121025"/>
              <a:ext cx="42100" cy="82775"/>
            </a:xfrm>
            <a:custGeom>
              <a:rect b="b" l="l" r="r" t="t"/>
              <a:pathLst>
                <a:path extrusionOk="0" h="3311" w="1684">
                  <a:moveTo>
                    <a:pt x="541" y="1"/>
                  </a:moveTo>
                  <a:cubicBezTo>
                    <a:pt x="363" y="102"/>
                    <a:pt x="178" y="175"/>
                    <a:pt x="1" y="231"/>
                  </a:cubicBezTo>
                  <a:cubicBezTo>
                    <a:pt x="147" y="314"/>
                    <a:pt x="276" y="422"/>
                    <a:pt x="387" y="551"/>
                  </a:cubicBezTo>
                  <a:cubicBezTo>
                    <a:pt x="1157" y="1423"/>
                    <a:pt x="966" y="3015"/>
                    <a:pt x="966" y="3029"/>
                  </a:cubicBezTo>
                  <a:cubicBezTo>
                    <a:pt x="948" y="3168"/>
                    <a:pt x="1046" y="3293"/>
                    <a:pt x="1182" y="3311"/>
                  </a:cubicBezTo>
                  <a:lnTo>
                    <a:pt x="1213" y="3311"/>
                  </a:lnTo>
                  <a:cubicBezTo>
                    <a:pt x="1339" y="3311"/>
                    <a:pt x="1447" y="3220"/>
                    <a:pt x="1464" y="3092"/>
                  </a:cubicBezTo>
                  <a:cubicBezTo>
                    <a:pt x="1471" y="3018"/>
                    <a:pt x="1683" y="1262"/>
                    <a:pt x="768" y="220"/>
                  </a:cubicBezTo>
                  <a:cubicBezTo>
                    <a:pt x="694" y="141"/>
                    <a:pt x="621" y="67"/>
                    <a:pt x="5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4" name="Google Shape;1234;p39"/>
            <p:cNvSpPr/>
            <p:nvPr/>
          </p:nvSpPr>
          <p:spPr>
            <a:xfrm>
              <a:off x="5402825" y="3028900"/>
              <a:ext cx="134450" cy="174900"/>
            </a:xfrm>
            <a:custGeom>
              <a:rect b="b" l="l" r="r" t="t"/>
              <a:pathLst>
                <a:path extrusionOk="0" h="6996" w="5378">
                  <a:moveTo>
                    <a:pt x="4868" y="0"/>
                  </a:moveTo>
                  <a:cubicBezTo>
                    <a:pt x="4855" y="0"/>
                    <a:pt x="4842" y="1"/>
                    <a:pt x="4830" y="3"/>
                  </a:cubicBezTo>
                  <a:cubicBezTo>
                    <a:pt x="4694" y="27"/>
                    <a:pt x="4600" y="156"/>
                    <a:pt x="4621" y="292"/>
                  </a:cubicBezTo>
                  <a:cubicBezTo>
                    <a:pt x="4625" y="306"/>
                    <a:pt x="4847" y="1766"/>
                    <a:pt x="4136" y="2595"/>
                  </a:cubicBezTo>
                  <a:cubicBezTo>
                    <a:pt x="3816" y="2975"/>
                    <a:pt x="3335" y="3167"/>
                    <a:pt x="2708" y="3167"/>
                  </a:cubicBezTo>
                  <a:cubicBezTo>
                    <a:pt x="1952" y="3167"/>
                    <a:pt x="1349" y="3414"/>
                    <a:pt x="917" y="3905"/>
                  </a:cubicBezTo>
                  <a:cubicBezTo>
                    <a:pt x="0" y="4947"/>
                    <a:pt x="209" y="6703"/>
                    <a:pt x="220" y="6777"/>
                  </a:cubicBezTo>
                  <a:cubicBezTo>
                    <a:pt x="238" y="6905"/>
                    <a:pt x="346" y="6996"/>
                    <a:pt x="468" y="6996"/>
                  </a:cubicBezTo>
                  <a:lnTo>
                    <a:pt x="502" y="6996"/>
                  </a:lnTo>
                  <a:cubicBezTo>
                    <a:pt x="638" y="6978"/>
                    <a:pt x="736" y="6853"/>
                    <a:pt x="719" y="6714"/>
                  </a:cubicBezTo>
                  <a:cubicBezTo>
                    <a:pt x="715" y="6700"/>
                    <a:pt x="527" y="5108"/>
                    <a:pt x="1293" y="4236"/>
                  </a:cubicBezTo>
                  <a:cubicBezTo>
                    <a:pt x="1628" y="3860"/>
                    <a:pt x="2102" y="3668"/>
                    <a:pt x="2708" y="3668"/>
                  </a:cubicBezTo>
                  <a:cubicBezTo>
                    <a:pt x="3488" y="3668"/>
                    <a:pt x="4095" y="3417"/>
                    <a:pt x="4520" y="2922"/>
                  </a:cubicBezTo>
                  <a:cubicBezTo>
                    <a:pt x="5377" y="1919"/>
                    <a:pt x="5130" y="281"/>
                    <a:pt x="5119" y="212"/>
                  </a:cubicBezTo>
                  <a:cubicBezTo>
                    <a:pt x="5097" y="89"/>
                    <a:pt x="4989" y="0"/>
                    <a:pt x="486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35" name="Google Shape;1235;p39"/>
          <p:cNvSpPr/>
          <p:nvPr/>
        </p:nvSpPr>
        <p:spPr>
          <a:xfrm rot="-1070388">
            <a:off x="417077" y="3498997"/>
            <a:ext cx="469230" cy="409495"/>
          </a:xfrm>
          <a:custGeom>
            <a:rect b="b" l="l" r="r" t="t"/>
            <a:pathLst>
              <a:path extrusionOk="0" h="3078" w="3527">
                <a:moveTo>
                  <a:pt x="1764" y="380"/>
                </a:moveTo>
                <a:lnTo>
                  <a:pt x="3174" y="2823"/>
                </a:lnTo>
                <a:lnTo>
                  <a:pt x="352" y="2823"/>
                </a:lnTo>
                <a:lnTo>
                  <a:pt x="1764" y="380"/>
                </a:lnTo>
                <a:close/>
                <a:moveTo>
                  <a:pt x="1764" y="1"/>
                </a:moveTo>
                <a:cubicBezTo>
                  <a:pt x="1719" y="1"/>
                  <a:pt x="1677" y="25"/>
                  <a:pt x="1652" y="63"/>
                </a:cubicBezTo>
                <a:lnTo>
                  <a:pt x="22" y="2886"/>
                </a:lnTo>
                <a:cubicBezTo>
                  <a:pt x="1" y="2928"/>
                  <a:pt x="1" y="2976"/>
                  <a:pt x="22" y="3015"/>
                </a:cubicBezTo>
                <a:cubicBezTo>
                  <a:pt x="46" y="3053"/>
                  <a:pt x="88" y="3077"/>
                  <a:pt x="133" y="3077"/>
                </a:cubicBezTo>
                <a:lnTo>
                  <a:pt x="3394" y="3077"/>
                </a:lnTo>
                <a:cubicBezTo>
                  <a:pt x="3440" y="3077"/>
                  <a:pt x="3481" y="3053"/>
                  <a:pt x="3506" y="3015"/>
                </a:cubicBezTo>
                <a:cubicBezTo>
                  <a:pt x="3526" y="2976"/>
                  <a:pt x="3526" y="2928"/>
                  <a:pt x="3506" y="2886"/>
                </a:cubicBezTo>
                <a:lnTo>
                  <a:pt x="1875" y="63"/>
                </a:lnTo>
                <a:cubicBezTo>
                  <a:pt x="1851" y="25"/>
                  <a:pt x="1809" y="1"/>
                  <a:pt x="176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36" name="Google Shape;1236;p39"/>
          <p:cNvGrpSpPr/>
          <p:nvPr/>
        </p:nvGrpSpPr>
        <p:grpSpPr>
          <a:xfrm flipH="1">
            <a:off x="809690" y="674405"/>
            <a:ext cx="1350327" cy="4467311"/>
            <a:chOff x="8078412" y="2005844"/>
            <a:chExt cx="942966" cy="3119631"/>
          </a:xfrm>
        </p:grpSpPr>
        <p:sp>
          <p:nvSpPr>
            <p:cNvPr id="1237" name="Google Shape;1237;p39"/>
            <p:cNvSpPr/>
            <p:nvPr/>
          </p:nvSpPr>
          <p:spPr>
            <a:xfrm rot="-5400000">
              <a:off x="7891577" y="2662940"/>
              <a:ext cx="704745" cy="322451"/>
            </a:xfrm>
            <a:custGeom>
              <a:rect b="b" l="l" r="r" t="t"/>
              <a:pathLst>
                <a:path extrusionOk="0" h="6730" w="14709">
                  <a:moveTo>
                    <a:pt x="3944" y="1"/>
                  </a:moveTo>
                  <a:cubicBezTo>
                    <a:pt x="1832" y="1"/>
                    <a:pt x="0" y="3259"/>
                    <a:pt x="0" y="3259"/>
                  </a:cubicBezTo>
                  <a:lnTo>
                    <a:pt x="3210" y="6729"/>
                  </a:lnTo>
                  <a:lnTo>
                    <a:pt x="14708" y="5311"/>
                  </a:lnTo>
                  <a:cubicBezTo>
                    <a:pt x="14708" y="5311"/>
                    <a:pt x="7074" y="1057"/>
                    <a:pt x="4673" y="137"/>
                  </a:cubicBezTo>
                  <a:cubicBezTo>
                    <a:pt x="4428" y="43"/>
                    <a:pt x="4184" y="1"/>
                    <a:pt x="3944" y="1"/>
                  </a:cubicBezTo>
                  <a:close/>
                </a:path>
              </a:pathLst>
            </a:custGeom>
            <a:solidFill>
              <a:schemeClr val="lt2"/>
            </a:solidFill>
            <a:ln>
              <a:noFill/>
            </a:ln>
          </p:spPr>
          <p:txBody>
            <a:bodyPr anchorCtr="0" anchor="ctr" bIns="130925" lIns="130925" spcFirstLastPara="1" rIns="130925" wrap="square" tIns="130925">
              <a:noAutofit/>
            </a:bodyPr>
            <a:lstStyle/>
            <a:p>
              <a:pPr indent="0" lvl="0" marL="0" rtl="0" algn="l">
                <a:spcBef>
                  <a:spcPts val="0"/>
                </a:spcBef>
                <a:spcAft>
                  <a:spcPts val="0"/>
                </a:spcAft>
                <a:buNone/>
              </a:pPr>
              <a:r>
                <a:t/>
              </a:r>
              <a:endParaRPr/>
            </a:p>
          </p:txBody>
        </p:sp>
        <p:sp>
          <p:nvSpPr>
            <p:cNvPr id="1238" name="Google Shape;1238;p39"/>
            <p:cNvSpPr/>
            <p:nvPr/>
          </p:nvSpPr>
          <p:spPr>
            <a:xfrm rot="-5400000">
              <a:off x="8039962" y="2959950"/>
              <a:ext cx="134299" cy="26831"/>
            </a:xfrm>
            <a:custGeom>
              <a:rect b="b" l="l" r="r" t="t"/>
              <a:pathLst>
                <a:path extrusionOk="0" h="560" w="2803">
                  <a:moveTo>
                    <a:pt x="91" y="1"/>
                  </a:moveTo>
                  <a:cubicBezTo>
                    <a:pt x="38" y="1"/>
                    <a:pt x="1" y="82"/>
                    <a:pt x="57" y="117"/>
                  </a:cubicBezTo>
                  <a:cubicBezTo>
                    <a:pt x="551" y="413"/>
                    <a:pt x="1122" y="560"/>
                    <a:pt x="1693" y="560"/>
                  </a:cubicBezTo>
                  <a:cubicBezTo>
                    <a:pt x="2046" y="560"/>
                    <a:pt x="2398" y="504"/>
                    <a:pt x="2733" y="392"/>
                  </a:cubicBezTo>
                  <a:cubicBezTo>
                    <a:pt x="2802" y="370"/>
                    <a:pt x="2780" y="270"/>
                    <a:pt x="2721" y="270"/>
                  </a:cubicBezTo>
                  <a:cubicBezTo>
                    <a:pt x="2715" y="270"/>
                    <a:pt x="2708" y="271"/>
                    <a:pt x="2701" y="273"/>
                  </a:cubicBezTo>
                  <a:cubicBezTo>
                    <a:pt x="2376" y="382"/>
                    <a:pt x="2034" y="436"/>
                    <a:pt x="1692" y="436"/>
                  </a:cubicBezTo>
                  <a:cubicBezTo>
                    <a:pt x="1143" y="436"/>
                    <a:pt x="595" y="295"/>
                    <a:pt x="120" y="9"/>
                  </a:cubicBezTo>
                  <a:cubicBezTo>
                    <a:pt x="110" y="3"/>
                    <a:pt x="100" y="1"/>
                    <a:pt x="91" y="1"/>
                  </a:cubicBezTo>
                  <a:close/>
                </a:path>
              </a:pathLst>
            </a:custGeom>
            <a:solidFill>
              <a:schemeClr val="accent4"/>
            </a:solidFill>
            <a:ln>
              <a:noFill/>
            </a:ln>
          </p:spPr>
          <p:txBody>
            <a:bodyPr anchorCtr="0" anchor="ctr" bIns="130925" lIns="130925" spcFirstLastPara="1" rIns="130925" wrap="square" tIns="130925">
              <a:noAutofit/>
            </a:bodyPr>
            <a:lstStyle/>
            <a:p>
              <a:pPr indent="0" lvl="0" marL="0" rtl="0" algn="l">
                <a:spcBef>
                  <a:spcPts val="0"/>
                </a:spcBef>
                <a:spcAft>
                  <a:spcPts val="0"/>
                </a:spcAft>
                <a:buNone/>
              </a:pPr>
              <a:r>
                <a:t/>
              </a:r>
              <a:endParaRPr/>
            </a:p>
          </p:txBody>
        </p:sp>
        <p:sp>
          <p:nvSpPr>
            <p:cNvPr id="1239" name="Google Shape;1239;p39"/>
            <p:cNvSpPr/>
            <p:nvPr/>
          </p:nvSpPr>
          <p:spPr>
            <a:xfrm rot="-5400000">
              <a:off x="8216759" y="2905090"/>
              <a:ext cx="85763" cy="71533"/>
            </a:xfrm>
            <a:custGeom>
              <a:rect b="b" l="l" r="r" t="t"/>
              <a:pathLst>
                <a:path extrusionOk="0" h="1493" w="1790">
                  <a:moveTo>
                    <a:pt x="1697" y="0"/>
                  </a:moveTo>
                  <a:cubicBezTo>
                    <a:pt x="1683" y="0"/>
                    <a:pt x="1669" y="5"/>
                    <a:pt x="1656" y="17"/>
                  </a:cubicBezTo>
                  <a:cubicBezTo>
                    <a:pt x="1119" y="473"/>
                    <a:pt x="583" y="933"/>
                    <a:pt x="50" y="1390"/>
                  </a:cubicBezTo>
                  <a:cubicBezTo>
                    <a:pt x="0" y="1431"/>
                    <a:pt x="43" y="1493"/>
                    <a:pt x="93" y="1493"/>
                  </a:cubicBezTo>
                  <a:cubicBezTo>
                    <a:pt x="106" y="1493"/>
                    <a:pt x="120" y="1488"/>
                    <a:pt x="133" y="1477"/>
                  </a:cubicBezTo>
                  <a:cubicBezTo>
                    <a:pt x="670" y="1020"/>
                    <a:pt x="1206" y="560"/>
                    <a:pt x="1743" y="100"/>
                  </a:cubicBezTo>
                  <a:cubicBezTo>
                    <a:pt x="1789" y="62"/>
                    <a:pt x="1746" y="0"/>
                    <a:pt x="1697" y="0"/>
                  </a:cubicBezTo>
                  <a:close/>
                </a:path>
              </a:pathLst>
            </a:custGeom>
            <a:solidFill>
              <a:schemeClr val="accent4"/>
            </a:solidFill>
            <a:ln>
              <a:noFill/>
            </a:ln>
          </p:spPr>
          <p:txBody>
            <a:bodyPr anchorCtr="0" anchor="ctr" bIns="130925" lIns="130925" spcFirstLastPara="1" rIns="130925" wrap="square" tIns="130925">
              <a:noAutofit/>
            </a:bodyPr>
            <a:lstStyle/>
            <a:p>
              <a:pPr indent="0" lvl="0" marL="0" rtl="0" algn="l">
                <a:spcBef>
                  <a:spcPts val="0"/>
                </a:spcBef>
                <a:spcAft>
                  <a:spcPts val="0"/>
                </a:spcAft>
                <a:buNone/>
              </a:pPr>
              <a:r>
                <a:t/>
              </a:r>
              <a:endParaRPr/>
            </a:p>
          </p:txBody>
        </p:sp>
        <p:sp>
          <p:nvSpPr>
            <p:cNvPr id="1240" name="Google Shape;1240;p39"/>
            <p:cNvSpPr/>
            <p:nvPr/>
          </p:nvSpPr>
          <p:spPr>
            <a:xfrm rot="-5400000">
              <a:off x="8234271" y="2913451"/>
              <a:ext cx="37899" cy="6756"/>
            </a:xfrm>
            <a:custGeom>
              <a:rect b="b" l="l" r="r" t="t"/>
              <a:pathLst>
                <a:path extrusionOk="0" h="141" w="791">
                  <a:moveTo>
                    <a:pt x="80" y="1"/>
                  </a:moveTo>
                  <a:cubicBezTo>
                    <a:pt x="0" y="1"/>
                    <a:pt x="0" y="123"/>
                    <a:pt x="80" y="126"/>
                  </a:cubicBezTo>
                  <a:cubicBezTo>
                    <a:pt x="289" y="130"/>
                    <a:pt x="502" y="137"/>
                    <a:pt x="711" y="140"/>
                  </a:cubicBezTo>
                  <a:cubicBezTo>
                    <a:pt x="712" y="140"/>
                    <a:pt x="713" y="140"/>
                    <a:pt x="714" y="140"/>
                  </a:cubicBezTo>
                  <a:cubicBezTo>
                    <a:pt x="790" y="140"/>
                    <a:pt x="789" y="22"/>
                    <a:pt x="711" y="18"/>
                  </a:cubicBezTo>
                  <a:cubicBezTo>
                    <a:pt x="502" y="12"/>
                    <a:pt x="289" y="7"/>
                    <a:pt x="80" y="1"/>
                  </a:cubicBezTo>
                  <a:close/>
                </a:path>
              </a:pathLst>
            </a:custGeom>
            <a:solidFill>
              <a:schemeClr val="accent4"/>
            </a:solidFill>
            <a:ln>
              <a:noFill/>
            </a:ln>
          </p:spPr>
          <p:txBody>
            <a:bodyPr anchorCtr="0" anchor="ctr" bIns="130925" lIns="130925" spcFirstLastPara="1" rIns="130925" wrap="square" tIns="130925">
              <a:noAutofit/>
            </a:bodyPr>
            <a:lstStyle/>
            <a:p>
              <a:pPr indent="0" lvl="0" marL="0" rtl="0" algn="l">
                <a:spcBef>
                  <a:spcPts val="0"/>
                </a:spcBef>
                <a:spcAft>
                  <a:spcPts val="0"/>
                </a:spcAft>
                <a:buNone/>
              </a:pPr>
              <a:r>
                <a:t/>
              </a:r>
              <a:endParaRPr/>
            </a:p>
          </p:txBody>
        </p:sp>
        <p:sp>
          <p:nvSpPr>
            <p:cNvPr id="1241" name="Google Shape;1241;p39"/>
            <p:cNvSpPr/>
            <p:nvPr/>
          </p:nvSpPr>
          <p:spPr>
            <a:xfrm rot="-5400000">
              <a:off x="8284651" y="2070933"/>
              <a:ext cx="507058" cy="376880"/>
            </a:xfrm>
            <a:custGeom>
              <a:rect b="b" l="l" r="r" t="t"/>
              <a:pathLst>
                <a:path extrusionOk="0" h="7866" w="10583">
                  <a:moveTo>
                    <a:pt x="7848" y="1"/>
                  </a:moveTo>
                  <a:cubicBezTo>
                    <a:pt x="7594" y="1"/>
                    <a:pt x="7182" y="59"/>
                    <a:pt x="6693" y="348"/>
                  </a:cubicBezTo>
                  <a:cubicBezTo>
                    <a:pt x="6518" y="451"/>
                    <a:pt x="6386" y="491"/>
                    <a:pt x="6278" y="491"/>
                  </a:cubicBezTo>
                  <a:cubicBezTo>
                    <a:pt x="5924" y="491"/>
                    <a:pt x="5845" y="58"/>
                    <a:pt x="5439" y="58"/>
                  </a:cubicBezTo>
                  <a:cubicBezTo>
                    <a:pt x="5393" y="58"/>
                    <a:pt x="5342" y="63"/>
                    <a:pt x="5286" y="76"/>
                  </a:cubicBezTo>
                  <a:cubicBezTo>
                    <a:pt x="4617" y="227"/>
                    <a:pt x="4702" y="909"/>
                    <a:pt x="4191" y="909"/>
                  </a:cubicBezTo>
                  <a:cubicBezTo>
                    <a:pt x="4169" y="909"/>
                    <a:pt x="4146" y="908"/>
                    <a:pt x="4122" y="905"/>
                  </a:cubicBezTo>
                  <a:cubicBezTo>
                    <a:pt x="3680" y="858"/>
                    <a:pt x="3340" y="378"/>
                    <a:pt x="2995" y="378"/>
                  </a:cubicBezTo>
                  <a:cubicBezTo>
                    <a:pt x="2880" y="378"/>
                    <a:pt x="2764" y="431"/>
                    <a:pt x="2644" y="571"/>
                  </a:cubicBezTo>
                  <a:cubicBezTo>
                    <a:pt x="2526" y="709"/>
                    <a:pt x="2426" y="758"/>
                    <a:pt x="2330" y="758"/>
                  </a:cubicBezTo>
                  <a:cubicBezTo>
                    <a:pt x="2094" y="758"/>
                    <a:pt x="1884" y="458"/>
                    <a:pt x="1497" y="458"/>
                  </a:cubicBezTo>
                  <a:cubicBezTo>
                    <a:pt x="1407" y="458"/>
                    <a:pt x="1307" y="475"/>
                    <a:pt x="1195" y="515"/>
                  </a:cubicBezTo>
                  <a:cubicBezTo>
                    <a:pt x="407" y="798"/>
                    <a:pt x="0" y="1303"/>
                    <a:pt x="613" y="2171"/>
                  </a:cubicBezTo>
                  <a:cubicBezTo>
                    <a:pt x="1223" y="3038"/>
                    <a:pt x="2474" y="5341"/>
                    <a:pt x="2080" y="6299"/>
                  </a:cubicBezTo>
                  <a:cubicBezTo>
                    <a:pt x="1749" y="7107"/>
                    <a:pt x="2264" y="7865"/>
                    <a:pt x="2713" y="7865"/>
                  </a:cubicBezTo>
                  <a:cubicBezTo>
                    <a:pt x="2799" y="7865"/>
                    <a:pt x="2883" y="7837"/>
                    <a:pt x="2958" y="7777"/>
                  </a:cubicBezTo>
                  <a:cubicBezTo>
                    <a:pt x="3394" y="7426"/>
                    <a:pt x="3805" y="6599"/>
                    <a:pt x="4073" y="6599"/>
                  </a:cubicBezTo>
                  <a:cubicBezTo>
                    <a:pt x="4092" y="6599"/>
                    <a:pt x="4111" y="6604"/>
                    <a:pt x="4129" y="6613"/>
                  </a:cubicBezTo>
                  <a:cubicBezTo>
                    <a:pt x="4273" y="6684"/>
                    <a:pt x="4439" y="6762"/>
                    <a:pt x="4652" y="6762"/>
                  </a:cubicBezTo>
                  <a:cubicBezTo>
                    <a:pt x="4834" y="6762"/>
                    <a:pt x="5050" y="6705"/>
                    <a:pt x="5317" y="6536"/>
                  </a:cubicBezTo>
                  <a:cubicBezTo>
                    <a:pt x="5705" y="6293"/>
                    <a:pt x="5837" y="6176"/>
                    <a:pt x="6091" y="6176"/>
                  </a:cubicBezTo>
                  <a:cubicBezTo>
                    <a:pt x="6216" y="6176"/>
                    <a:pt x="6370" y="6204"/>
                    <a:pt x="6599" y="6261"/>
                  </a:cubicBezTo>
                  <a:cubicBezTo>
                    <a:pt x="6924" y="6341"/>
                    <a:pt x="7124" y="6408"/>
                    <a:pt x="7309" y="6408"/>
                  </a:cubicBezTo>
                  <a:cubicBezTo>
                    <a:pt x="7519" y="6408"/>
                    <a:pt x="7712" y="6321"/>
                    <a:pt x="8049" y="6069"/>
                  </a:cubicBezTo>
                  <a:cubicBezTo>
                    <a:pt x="8680" y="5595"/>
                    <a:pt x="8575" y="5968"/>
                    <a:pt x="9321" y="5505"/>
                  </a:cubicBezTo>
                  <a:cubicBezTo>
                    <a:pt x="10087" y="5024"/>
                    <a:pt x="10582" y="3334"/>
                    <a:pt x="9582" y="2024"/>
                  </a:cubicBezTo>
                  <a:cubicBezTo>
                    <a:pt x="9582" y="2024"/>
                    <a:pt x="9972" y="348"/>
                    <a:pt x="8118" y="27"/>
                  </a:cubicBezTo>
                  <a:cubicBezTo>
                    <a:pt x="8118" y="27"/>
                    <a:pt x="8020" y="1"/>
                    <a:pt x="7848" y="1"/>
                  </a:cubicBezTo>
                  <a:close/>
                </a:path>
              </a:pathLst>
            </a:custGeom>
            <a:solidFill>
              <a:schemeClr val="dk1"/>
            </a:solidFill>
            <a:ln>
              <a:noFill/>
            </a:ln>
          </p:spPr>
          <p:txBody>
            <a:bodyPr anchorCtr="0" anchor="ctr" bIns="130925" lIns="130925" spcFirstLastPara="1" rIns="130925" wrap="square" tIns="130925">
              <a:noAutofit/>
            </a:bodyPr>
            <a:lstStyle/>
            <a:p>
              <a:pPr indent="0" lvl="0" marL="0" rtl="0" algn="l">
                <a:spcBef>
                  <a:spcPts val="0"/>
                </a:spcBef>
                <a:spcAft>
                  <a:spcPts val="0"/>
                </a:spcAft>
                <a:buNone/>
              </a:pPr>
              <a:r>
                <a:t/>
              </a:r>
              <a:endParaRPr/>
            </a:p>
          </p:txBody>
        </p:sp>
        <p:sp>
          <p:nvSpPr>
            <p:cNvPr id="1242" name="Google Shape;1242;p39"/>
            <p:cNvSpPr/>
            <p:nvPr/>
          </p:nvSpPr>
          <p:spPr>
            <a:xfrm rot="-5400000">
              <a:off x="8542852" y="4858147"/>
              <a:ext cx="257003" cy="120117"/>
            </a:xfrm>
            <a:custGeom>
              <a:rect b="b" l="l" r="r" t="t"/>
              <a:pathLst>
                <a:path extrusionOk="0" h="2507" w="5364">
                  <a:moveTo>
                    <a:pt x="5057" y="1"/>
                  </a:moveTo>
                  <a:lnTo>
                    <a:pt x="1" y="858"/>
                  </a:lnTo>
                  <a:lnTo>
                    <a:pt x="273" y="2310"/>
                  </a:lnTo>
                  <a:lnTo>
                    <a:pt x="5364" y="2506"/>
                  </a:lnTo>
                  <a:lnTo>
                    <a:pt x="5057" y="1"/>
                  </a:lnTo>
                  <a:close/>
                </a:path>
              </a:pathLst>
            </a:custGeom>
            <a:solidFill>
              <a:srgbClr val="C45C59"/>
            </a:solidFill>
            <a:ln>
              <a:noFill/>
            </a:ln>
          </p:spPr>
          <p:txBody>
            <a:bodyPr anchorCtr="0" anchor="ctr" bIns="130925" lIns="130925" spcFirstLastPara="1" rIns="130925" wrap="square" tIns="130925">
              <a:noAutofit/>
            </a:bodyPr>
            <a:lstStyle/>
            <a:p>
              <a:pPr indent="0" lvl="0" marL="0" rtl="0" algn="l">
                <a:spcBef>
                  <a:spcPts val="0"/>
                </a:spcBef>
                <a:spcAft>
                  <a:spcPts val="0"/>
                </a:spcAft>
                <a:buNone/>
              </a:pPr>
              <a:r>
                <a:t/>
              </a:r>
              <a:endParaRPr/>
            </a:p>
          </p:txBody>
        </p:sp>
        <p:sp>
          <p:nvSpPr>
            <p:cNvPr id="1243" name="Google Shape;1243;p39"/>
            <p:cNvSpPr/>
            <p:nvPr/>
          </p:nvSpPr>
          <p:spPr>
            <a:xfrm rot="-5400000">
              <a:off x="8664095" y="4963100"/>
              <a:ext cx="132286" cy="192465"/>
            </a:xfrm>
            <a:custGeom>
              <a:rect b="b" l="l" r="r" t="t"/>
              <a:pathLst>
                <a:path extrusionOk="0" h="4017" w="2761">
                  <a:moveTo>
                    <a:pt x="1434" y="0"/>
                  </a:moveTo>
                  <a:cubicBezTo>
                    <a:pt x="1132" y="0"/>
                    <a:pt x="1015" y="14"/>
                    <a:pt x="725" y="14"/>
                  </a:cubicBezTo>
                  <a:lnTo>
                    <a:pt x="1" y="14"/>
                  </a:lnTo>
                  <a:lnTo>
                    <a:pt x="1" y="3899"/>
                  </a:lnTo>
                  <a:cubicBezTo>
                    <a:pt x="1" y="3899"/>
                    <a:pt x="175" y="4001"/>
                    <a:pt x="429" y="4015"/>
                  </a:cubicBezTo>
                  <a:cubicBezTo>
                    <a:pt x="447" y="4016"/>
                    <a:pt x="465" y="4016"/>
                    <a:pt x="483" y="4016"/>
                  </a:cubicBezTo>
                  <a:cubicBezTo>
                    <a:pt x="897" y="4016"/>
                    <a:pt x="1493" y="3777"/>
                    <a:pt x="1924" y="2593"/>
                  </a:cubicBezTo>
                  <a:cubicBezTo>
                    <a:pt x="1924" y="2593"/>
                    <a:pt x="2687" y="2338"/>
                    <a:pt x="2725" y="1687"/>
                  </a:cubicBezTo>
                  <a:cubicBezTo>
                    <a:pt x="2760" y="1032"/>
                    <a:pt x="1924" y="704"/>
                    <a:pt x="1924" y="704"/>
                  </a:cubicBezTo>
                  <a:cubicBezTo>
                    <a:pt x="1924" y="704"/>
                    <a:pt x="2126" y="247"/>
                    <a:pt x="2453" y="247"/>
                  </a:cubicBezTo>
                  <a:cubicBezTo>
                    <a:pt x="2455" y="247"/>
                    <a:pt x="2458" y="247"/>
                    <a:pt x="2460" y="248"/>
                  </a:cubicBezTo>
                  <a:cubicBezTo>
                    <a:pt x="2460" y="248"/>
                    <a:pt x="2415" y="28"/>
                    <a:pt x="2070" y="14"/>
                  </a:cubicBezTo>
                  <a:cubicBezTo>
                    <a:pt x="1782" y="4"/>
                    <a:pt x="1585" y="0"/>
                    <a:pt x="1434" y="0"/>
                  </a:cubicBezTo>
                  <a:close/>
                </a:path>
              </a:pathLst>
            </a:custGeom>
            <a:solidFill>
              <a:schemeClr val="lt2"/>
            </a:solidFill>
            <a:ln>
              <a:noFill/>
            </a:ln>
          </p:spPr>
          <p:txBody>
            <a:bodyPr anchorCtr="0" anchor="ctr" bIns="130925" lIns="130925" spcFirstLastPara="1" rIns="130925" wrap="square" tIns="130925">
              <a:noAutofit/>
            </a:bodyPr>
            <a:lstStyle/>
            <a:p>
              <a:pPr indent="0" lvl="0" marL="0" rtl="0" algn="l">
                <a:spcBef>
                  <a:spcPts val="0"/>
                </a:spcBef>
                <a:spcAft>
                  <a:spcPts val="0"/>
                </a:spcAft>
                <a:buNone/>
              </a:pPr>
              <a:r>
                <a:t/>
              </a:r>
              <a:endParaRPr/>
            </a:p>
          </p:txBody>
        </p:sp>
        <p:sp>
          <p:nvSpPr>
            <p:cNvPr id="1244" name="Google Shape;1244;p39"/>
            <p:cNvSpPr/>
            <p:nvPr/>
          </p:nvSpPr>
          <p:spPr>
            <a:xfrm rot="-5400000">
              <a:off x="8720248" y="5019349"/>
              <a:ext cx="20554" cy="191698"/>
            </a:xfrm>
            <a:custGeom>
              <a:rect b="b" l="l" r="r" t="t"/>
              <a:pathLst>
                <a:path extrusionOk="0" h="4001" w="429">
                  <a:moveTo>
                    <a:pt x="1" y="0"/>
                  </a:moveTo>
                  <a:lnTo>
                    <a:pt x="1" y="3885"/>
                  </a:lnTo>
                  <a:cubicBezTo>
                    <a:pt x="1" y="3885"/>
                    <a:pt x="175" y="3987"/>
                    <a:pt x="429" y="4001"/>
                  </a:cubicBezTo>
                  <a:lnTo>
                    <a:pt x="429" y="0"/>
                  </a:lnTo>
                  <a:close/>
                </a:path>
              </a:pathLst>
            </a:custGeom>
            <a:solidFill>
              <a:schemeClr val="dk1"/>
            </a:solidFill>
            <a:ln>
              <a:noFill/>
            </a:ln>
          </p:spPr>
          <p:txBody>
            <a:bodyPr anchorCtr="0" anchor="ctr" bIns="130925" lIns="130925" spcFirstLastPara="1" rIns="130925" wrap="square" tIns="130925">
              <a:noAutofit/>
            </a:bodyPr>
            <a:lstStyle/>
            <a:p>
              <a:pPr indent="0" lvl="0" marL="0" rtl="0" algn="l">
                <a:spcBef>
                  <a:spcPts val="0"/>
                </a:spcBef>
                <a:spcAft>
                  <a:spcPts val="0"/>
                </a:spcAft>
                <a:buNone/>
              </a:pPr>
              <a:r>
                <a:t/>
              </a:r>
              <a:endParaRPr/>
            </a:p>
          </p:txBody>
        </p:sp>
        <p:sp>
          <p:nvSpPr>
            <p:cNvPr id="1245" name="Google Shape;1245;p39"/>
            <p:cNvSpPr/>
            <p:nvPr/>
          </p:nvSpPr>
          <p:spPr>
            <a:xfrm rot="-5400000">
              <a:off x="8621500" y="5064339"/>
              <a:ext cx="67605" cy="42594"/>
            </a:xfrm>
            <a:custGeom>
              <a:rect b="b" l="l" r="r" t="t"/>
              <a:pathLst>
                <a:path extrusionOk="0" h="889" w="1411">
                  <a:moveTo>
                    <a:pt x="1337" y="1"/>
                  </a:moveTo>
                  <a:cubicBezTo>
                    <a:pt x="1320" y="1"/>
                    <a:pt x="1303" y="9"/>
                    <a:pt x="1292" y="28"/>
                  </a:cubicBezTo>
                  <a:cubicBezTo>
                    <a:pt x="1031" y="464"/>
                    <a:pt x="575" y="743"/>
                    <a:pt x="70" y="778"/>
                  </a:cubicBezTo>
                  <a:cubicBezTo>
                    <a:pt x="1" y="784"/>
                    <a:pt x="0" y="889"/>
                    <a:pt x="66" y="889"/>
                  </a:cubicBezTo>
                  <a:cubicBezTo>
                    <a:pt x="67" y="889"/>
                    <a:pt x="68" y="889"/>
                    <a:pt x="70" y="889"/>
                  </a:cubicBezTo>
                  <a:cubicBezTo>
                    <a:pt x="613" y="850"/>
                    <a:pt x="1104" y="551"/>
                    <a:pt x="1387" y="80"/>
                  </a:cubicBezTo>
                  <a:cubicBezTo>
                    <a:pt x="1411" y="40"/>
                    <a:pt x="1374" y="1"/>
                    <a:pt x="1337" y="1"/>
                  </a:cubicBezTo>
                  <a:close/>
                </a:path>
              </a:pathLst>
            </a:custGeom>
            <a:solidFill>
              <a:schemeClr val="dk1"/>
            </a:solidFill>
            <a:ln>
              <a:noFill/>
            </a:ln>
          </p:spPr>
          <p:txBody>
            <a:bodyPr anchorCtr="0" anchor="ctr" bIns="130925" lIns="130925" spcFirstLastPara="1" rIns="130925" wrap="square" tIns="130925">
              <a:noAutofit/>
            </a:bodyPr>
            <a:lstStyle/>
            <a:p>
              <a:pPr indent="0" lvl="0" marL="0" rtl="0" algn="l">
                <a:spcBef>
                  <a:spcPts val="0"/>
                </a:spcBef>
                <a:spcAft>
                  <a:spcPts val="0"/>
                </a:spcAft>
                <a:buNone/>
              </a:pPr>
              <a:r>
                <a:t/>
              </a:r>
              <a:endParaRPr/>
            </a:p>
          </p:txBody>
        </p:sp>
        <p:sp>
          <p:nvSpPr>
            <p:cNvPr id="1246" name="Google Shape;1246;p39"/>
            <p:cNvSpPr/>
            <p:nvPr/>
          </p:nvSpPr>
          <p:spPr>
            <a:xfrm rot="-5400000">
              <a:off x="8278159" y="4852422"/>
              <a:ext cx="257673" cy="124573"/>
            </a:xfrm>
            <a:custGeom>
              <a:rect b="b" l="l" r="r" t="t"/>
              <a:pathLst>
                <a:path extrusionOk="0" h="2600" w="5378">
                  <a:moveTo>
                    <a:pt x="4994" y="0"/>
                  </a:moveTo>
                  <a:lnTo>
                    <a:pt x="1" y="836"/>
                  </a:lnTo>
                  <a:lnTo>
                    <a:pt x="137" y="2543"/>
                  </a:lnTo>
                  <a:lnTo>
                    <a:pt x="5378" y="2599"/>
                  </a:lnTo>
                  <a:lnTo>
                    <a:pt x="4994" y="0"/>
                  </a:lnTo>
                  <a:close/>
                </a:path>
              </a:pathLst>
            </a:custGeom>
            <a:solidFill>
              <a:srgbClr val="C45C59"/>
            </a:solidFill>
            <a:ln>
              <a:noFill/>
            </a:ln>
          </p:spPr>
          <p:txBody>
            <a:bodyPr anchorCtr="0" anchor="ctr" bIns="130925" lIns="130925" spcFirstLastPara="1" rIns="130925" wrap="square" tIns="130925">
              <a:noAutofit/>
            </a:bodyPr>
            <a:lstStyle/>
            <a:p>
              <a:pPr indent="0" lvl="0" marL="0" rtl="0" algn="l">
                <a:spcBef>
                  <a:spcPts val="0"/>
                </a:spcBef>
                <a:spcAft>
                  <a:spcPts val="0"/>
                </a:spcAft>
                <a:buNone/>
              </a:pPr>
              <a:r>
                <a:t/>
              </a:r>
              <a:endParaRPr/>
            </a:p>
          </p:txBody>
        </p:sp>
        <p:sp>
          <p:nvSpPr>
            <p:cNvPr id="1247" name="Google Shape;1247;p39"/>
            <p:cNvSpPr/>
            <p:nvPr/>
          </p:nvSpPr>
          <p:spPr>
            <a:xfrm rot="-5400000">
              <a:off x="8269679" y="4907521"/>
              <a:ext cx="156626" cy="279282"/>
            </a:xfrm>
            <a:custGeom>
              <a:rect b="b" l="l" r="r" t="t"/>
              <a:pathLst>
                <a:path extrusionOk="0" h="5829" w="3269">
                  <a:moveTo>
                    <a:pt x="75" y="0"/>
                  </a:moveTo>
                  <a:cubicBezTo>
                    <a:pt x="28" y="0"/>
                    <a:pt x="1" y="3"/>
                    <a:pt x="1" y="3"/>
                  </a:cubicBezTo>
                  <a:lnTo>
                    <a:pt x="1" y="5815"/>
                  </a:lnTo>
                  <a:cubicBezTo>
                    <a:pt x="98" y="5822"/>
                    <a:pt x="196" y="5825"/>
                    <a:pt x="297" y="5825"/>
                  </a:cubicBezTo>
                  <a:cubicBezTo>
                    <a:pt x="327" y="5825"/>
                    <a:pt x="355" y="5823"/>
                    <a:pt x="385" y="5823"/>
                  </a:cubicBezTo>
                  <a:cubicBezTo>
                    <a:pt x="399" y="5823"/>
                    <a:pt x="414" y="5824"/>
                    <a:pt x="429" y="5825"/>
                  </a:cubicBezTo>
                  <a:cubicBezTo>
                    <a:pt x="545" y="5827"/>
                    <a:pt x="679" y="5828"/>
                    <a:pt x="822" y="5828"/>
                  </a:cubicBezTo>
                  <a:cubicBezTo>
                    <a:pt x="1743" y="5828"/>
                    <a:pt x="3069" y="5773"/>
                    <a:pt x="2836" y="5460"/>
                  </a:cubicBezTo>
                  <a:cubicBezTo>
                    <a:pt x="2150" y="5101"/>
                    <a:pt x="2439" y="4167"/>
                    <a:pt x="2439" y="4167"/>
                  </a:cubicBezTo>
                  <a:cubicBezTo>
                    <a:pt x="2439" y="4167"/>
                    <a:pt x="3269" y="3585"/>
                    <a:pt x="3018" y="3191"/>
                  </a:cubicBezTo>
                  <a:cubicBezTo>
                    <a:pt x="2908" y="3017"/>
                    <a:pt x="2755" y="3006"/>
                    <a:pt x="2582" y="3006"/>
                  </a:cubicBezTo>
                  <a:cubicBezTo>
                    <a:pt x="2557" y="3006"/>
                    <a:pt x="2530" y="3006"/>
                    <a:pt x="2504" y="3006"/>
                  </a:cubicBezTo>
                  <a:cubicBezTo>
                    <a:pt x="2300" y="3006"/>
                    <a:pt x="2075" y="2992"/>
                    <a:pt x="1861" y="2738"/>
                  </a:cubicBezTo>
                  <a:cubicBezTo>
                    <a:pt x="1534" y="2348"/>
                    <a:pt x="1722" y="1864"/>
                    <a:pt x="1603" y="1285"/>
                  </a:cubicBezTo>
                  <a:cubicBezTo>
                    <a:pt x="1564" y="1111"/>
                    <a:pt x="1502" y="926"/>
                    <a:pt x="1384" y="735"/>
                  </a:cubicBezTo>
                  <a:cubicBezTo>
                    <a:pt x="1109" y="288"/>
                    <a:pt x="722" y="111"/>
                    <a:pt x="429" y="41"/>
                  </a:cubicBezTo>
                  <a:cubicBezTo>
                    <a:pt x="277" y="7"/>
                    <a:pt x="150" y="0"/>
                    <a:pt x="75" y="0"/>
                  </a:cubicBezTo>
                  <a:close/>
                </a:path>
              </a:pathLst>
            </a:custGeom>
            <a:solidFill>
              <a:schemeClr val="lt2"/>
            </a:solidFill>
            <a:ln>
              <a:noFill/>
            </a:ln>
          </p:spPr>
          <p:txBody>
            <a:bodyPr anchorCtr="0" anchor="ctr" bIns="130925" lIns="130925" spcFirstLastPara="1" rIns="130925" wrap="square" tIns="130925">
              <a:noAutofit/>
            </a:bodyPr>
            <a:lstStyle/>
            <a:p>
              <a:pPr indent="0" lvl="0" marL="0" rtl="0" algn="l">
                <a:spcBef>
                  <a:spcPts val="0"/>
                </a:spcBef>
                <a:spcAft>
                  <a:spcPts val="0"/>
                </a:spcAft>
                <a:buNone/>
              </a:pPr>
              <a:r>
                <a:t/>
              </a:r>
              <a:endParaRPr/>
            </a:p>
          </p:txBody>
        </p:sp>
        <p:sp>
          <p:nvSpPr>
            <p:cNvPr id="1248" name="Google Shape;1248;p39"/>
            <p:cNvSpPr/>
            <p:nvPr/>
          </p:nvSpPr>
          <p:spPr>
            <a:xfrm rot="-5400000">
              <a:off x="8405535" y="5033747"/>
              <a:ext cx="87872" cy="72396"/>
            </a:xfrm>
            <a:custGeom>
              <a:rect b="b" l="l" r="r" t="t"/>
              <a:pathLst>
                <a:path extrusionOk="0" h="1511" w="1834">
                  <a:moveTo>
                    <a:pt x="94" y="0"/>
                  </a:moveTo>
                  <a:cubicBezTo>
                    <a:pt x="24" y="0"/>
                    <a:pt x="0" y="108"/>
                    <a:pt x="79" y="134"/>
                  </a:cubicBezTo>
                  <a:cubicBezTo>
                    <a:pt x="796" y="356"/>
                    <a:pt x="1368" y="845"/>
                    <a:pt x="1682" y="1475"/>
                  </a:cubicBezTo>
                  <a:cubicBezTo>
                    <a:pt x="1694" y="1500"/>
                    <a:pt x="1714" y="1511"/>
                    <a:pt x="1736" y="1511"/>
                  </a:cubicBezTo>
                  <a:cubicBezTo>
                    <a:pt x="1782" y="1511"/>
                    <a:pt x="1833" y="1461"/>
                    <a:pt x="1808" y="1409"/>
                  </a:cubicBezTo>
                  <a:cubicBezTo>
                    <a:pt x="1480" y="743"/>
                    <a:pt x="867" y="242"/>
                    <a:pt x="117" y="4"/>
                  </a:cubicBezTo>
                  <a:cubicBezTo>
                    <a:pt x="109" y="2"/>
                    <a:pt x="101" y="0"/>
                    <a:pt x="94" y="0"/>
                  </a:cubicBezTo>
                  <a:close/>
                </a:path>
              </a:pathLst>
            </a:custGeom>
            <a:solidFill>
              <a:schemeClr val="dk1"/>
            </a:solidFill>
            <a:ln>
              <a:noFill/>
            </a:ln>
          </p:spPr>
          <p:txBody>
            <a:bodyPr anchorCtr="0" anchor="ctr" bIns="130925" lIns="130925" spcFirstLastPara="1" rIns="130925" wrap="square" tIns="130925">
              <a:noAutofit/>
            </a:bodyPr>
            <a:lstStyle/>
            <a:p>
              <a:pPr indent="0" lvl="0" marL="0" rtl="0" algn="l">
                <a:spcBef>
                  <a:spcPts val="0"/>
                </a:spcBef>
                <a:spcAft>
                  <a:spcPts val="0"/>
                </a:spcAft>
                <a:buNone/>
              </a:pPr>
              <a:r>
                <a:t/>
              </a:r>
              <a:endParaRPr/>
            </a:p>
          </p:txBody>
        </p:sp>
        <p:sp>
          <p:nvSpPr>
            <p:cNvPr id="1249" name="Google Shape;1249;p39"/>
            <p:cNvSpPr/>
            <p:nvPr/>
          </p:nvSpPr>
          <p:spPr>
            <a:xfrm rot="-5400000">
              <a:off x="8337619" y="4975653"/>
              <a:ext cx="20554" cy="279090"/>
            </a:xfrm>
            <a:custGeom>
              <a:rect b="b" l="l" r="r" t="t"/>
              <a:pathLst>
                <a:path extrusionOk="0" h="5825" w="429">
                  <a:moveTo>
                    <a:pt x="75" y="0"/>
                  </a:moveTo>
                  <a:cubicBezTo>
                    <a:pt x="28" y="0"/>
                    <a:pt x="1" y="3"/>
                    <a:pt x="1" y="3"/>
                  </a:cubicBezTo>
                  <a:lnTo>
                    <a:pt x="1" y="5815"/>
                  </a:lnTo>
                  <a:cubicBezTo>
                    <a:pt x="98" y="5822"/>
                    <a:pt x="196" y="5825"/>
                    <a:pt x="297" y="5825"/>
                  </a:cubicBezTo>
                  <a:lnTo>
                    <a:pt x="429" y="5825"/>
                  </a:lnTo>
                  <a:lnTo>
                    <a:pt x="429" y="41"/>
                  </a:lnTo>
                  <a:cubicBezTo>
                    <a:pt x="277" y="7"/>
                    <a:pt x="150" y="0"/>
                    <a:pt x="75" y="0"/>
                  </a:cubicBezTo>
                  <a:close/>
                </a:path>
              </a:pathLst>
            </a:custGeom>
            <a:solidFill>
              <a:schemeClr val="dk1"/>
            </a:solidFill>
            <a:ln>
              <a:noFill/>
            </a:ln>
          </p:spPr>
          <p:txBody>
            <a:bodyPr anchorCtr="0" anchor="ctr" bIns="130925" lIns="130925" spcFirstLastPara="1" rIns="130925" wrap="square" tIns="130925">
              <a:noAutofit/>
            </a:bodyPr>
            <a:lstStyle/>
            <a:p>
              <a:pPr indent="0" lvl="0" marL="0" rtl="0" algn="l">
                <a:spcBef>
                  <a:spcPts val="0"/>
                </a:spcBef>
                <a:spcAft>
                  <a:spcPts val="0"/>
                </a:spcAft>
                <a:buNone/>
              </a:pPr>
              <a:r>
                <a:t/>
              </a:r>
              <a:endParaRPr/>
            </a:p>
          </p:txBody>
        </p:sp>
        <p:sp>
          <p:nvSpPr>
            <p:cNvPr id="1250" name="Google Shape;1250;p39"/>
            <p:cNvSpPr/>
            <p:nvPr/>
          </p:nvSpPr>
          <p:spPr>
            <a:xfrm rot="-5400000">
              <a:off x="7382028" y="3794106"/>
              <a:ext cx="1883824" cy="450330"/>
            </a:xfrm>
            <a:custGeom>
              <a:rect b="b" l="l" r="r" t="t"/>
              <a:pathLst>
                <a:path extrusionOk="0" h="9399" w="39318">
                  <a:moveTo>
                    <a:pt x="22951" y="0"/>
                  </a:moveTo>
                  <a:cubicBezTo>
                    <a:pt x="17082" y="0"/>
                    <a:pt x="0" y="4241"/>
                    <a:pt x="0" y="4241"/>
                  </a:cubicBezTo>
                  <a:lnTo>
                    <a:pt x="377" y="9147"/>
                  </a:lnTo>
                  <a:cubicBezTo>
                    <a:pt x="377" y="9147"/>
                    <a:pt x="19344" y="6452"/>
                    <a:pt x="23073" y="6452"/>
                  </a:cubicBezTo>
                  <a:cubicBezTo>
                    <a:pt x="23120" y="6452"/>
                    <a:pt x="23165" y="6453"/>
                    <a:pt x="23207" y="6454"/>
                  </a:cubicBezTo>
                  <a:cubicBezTo>
                    <a:pt x="26589" y="6523"/>
                    <a:pt x="36715" y="9398"/>
                    <a:pt x="36715" y="9398"/>
                  </a:cubicBezTo>
                  <a:lnTo>
                    <a:pt x="39318" y="3523"/>
                  </a:lnTo>
                  <a:cubicBezTo>
                    <a:pt x="39318" y="3523"/>
                    <a:pt x="28617" y="544"/>
                    <a:pt x="23799" y="39"/>
                  </a:cubicBezTo>
                  <a:cubicBezTo>
                    <a:pt x="23552" y="13"/>
                    <a:pt x="23268" y="0"/>
                    <a:pt x="22951" y="0"/>
                  </a:cubicBezTo>
                  <a:close/>
                </a:path>
              </a:pathLst>
            </a:custGeom>
            <a:solidFill>
              <a:schemeClr val="accent3"/>
            </a:solidFill>
            <a:ln>
              <a:noFill/>
            </a:ln>
          </p:spPr>
          <p:txBody>
            <a:bodyPr anchorCtr="0" anchor="ctr" bIns="130925" lIns="130925" spcFirstLastPara="1" rIns="130925" wrap="square" tIns="130925">
              <a:noAutofit/>
            </a:bodyPr>
            <a:lstStyle/>
            <a:p>
              <a:pPr indent="0" lvl="0" marL="0" rtl="0" algn="l">
                <a:spcBef>
                  <a:spcPts val="0"/>
                </a:spcBef>
                <a:spcAft>
                  <a:spcPts val="0"/>
                </a:spcAft>
                <a:buNone/>
              </a:pPr>
              <a:r>
                <a:t/>
              </a:r>
              <a:endParaRPr/>
            </a:p>
          </p:txBody>
        </p:sp>
        <p:sp>
          <p:nvSpPr>
            <p:cNvPr id="1251" name="Google Shape;1251;p39"/>
            <p:cNvSpPr/>
            <p:nvPr/>
          </p:nvSpPr>
          <p:spPr>
            <a:xfrm rot="-5400000">
              <a:off x="8399354" y="4790734"/>
              <a:ext cx="23765" cy="238077"/>
            </a:xfrm>
            <a:custGeom>
              <a:rect b="b" l="l" r="r" t="t"/>
              <a:pathLst>
                <a:path extrusionOk="0" h="4969" w="496">
                  <a:moveTo>
                    <a:pt x="62" y="1"/>
                  </a:moveTo>
                  <a:cubicBezTo>
                    <a:pt x="30" y="1"/>
                    <a:pt x="1" y="21"/>
                    <a:pt x="4" y="61"/>
                  </a:cubicBezTo>
                  <a:cubicBezTo>
                    <a:pt x="112" y="1528"/>
                    <a:pt x="224" y="2995"/>
                    <a:pt x="335" y="4459"/>
                  </a:cubicBezTo>
                  <a:cubicBezTo>
                    <a:pt x="335" y="4496"/>
                    <a:pt x="339" y="4532"/>
                    <a:pt x="342" y="4570"/>
                  </a:cubicBezTo>
                  <a:cubicBezTo>
                    <a:pt x="349" y="4681"/>
                    <a:pt x="359" y="4797"/>
                    <a:pt x="367" y="4908"/>
                  </a:cubicBezTo>
                  <a:cubicBezTo>
                    <a:pt x="370" y="4948"/>
                    <a:pt x="403" y="4968"/>
                    <a:pt x="435" y="4968"/>
                  </a:cubicBezTo>
                  <a:cubicBezTo>
                    <a:pt x="466" y="4968"/>
                    <a:pt x="496" y="4948"/>
                    <a:pt x="492" y="4908"/>
                  </a:cubicBezTo>
                  <a:cubicBezTo>
                    <a:pt x="485" y="4789"/>
                    <a:pt x="475" y="4668"/>
                    <a:pt x="467" y="4549"/>
                  </a:cubicBezTo>
                  <a:cubicBezTo>
                    <a:pt x="464" y="4511"/>
                    <a:pt x="461" y="4476"/>
                    <a:pt x="457" y="4441"/>
                  </a:cubicBezTo>
                  <a:cubicBezTo>
                    <a:pt x="349" y="2981"/>
                    <a:pt x="237" y="1521"/>
                    <a:pt x="130" y="61"/>
                  </a:cubicBezTo>
                  <a:cubicBezTo>
                    <a:pt x="126" y="21"/>
                    <a:pt x="93" y="1"/>
                    <a:pt x="62" y="1"/>
                  </a:cubicBezTo>
                  <a:close/>
                </a:path>
              </a:pathLst>
            </a:custGeom>
            <a:solidFill>
              <a:schemeClr val="lt1"/>
            </a:solidFill>
            <a:ln>
              <a:noFill/>
            </a:ln>
          </p:spPr>
          <p:txBody>
            <a:bodyPr anchorCtr="0" anchor="ctr" bIns="130925" lIns="130925" spcFirstLastPara="1" rIns="130925" wrap="square" tIns="130925">
              <a:noAutofit/>
            </a:bodyPr>
            <a:lstStyle/>
            <a:p>
              <a:pPr indent="0" lvl="0" marL="0" rtl="0" algn="l">
                <a:spcBef>
                  <a:spcPts val="0"/>
                </a:spcBef>
                <a:spcAft>
                  <a:spcPts val="0"/>
                </a:spcAft>
                <a:buNone/>
              </a:pPr>
              <a:r>
                <a:t/>
              </a:r>
              <a:endParaRPr/>
            </a:p>
          </p:txBody>
        </p:sp>
        <p:sp>
          <p:nvSpPr>
            <p:cNvPr id="1252" name="Google Shape;1252;p39"/>
            <p:cNvSpPr/>
            <p:nvPr/>
          </p:nvSpPr>
          <p:spPr>
            <a:xfrm rot="-5400000">
              <a:off x="8153731" y="3842378"/>
              <a:ext cx="21465" cy="116619"/>
            </a:xfrm>
            <a:custGeom>
              <a:rect b="b" l="l" r="r" t="t"/>
              <a:pathLst>
                <a:path extrusionOk="0" h="2434" w="448">
                  <a:moveTo>
                    <a:pt x="371" y="0"/>
                  </a:moveTo>
                  <a:cubicBezTo>
                    <a:pt x="345" y="0"/>
                    <a:pt x="319" y="13"/>
                    <a:pt x="306" y="42"/>
                  </a:cubicBezTo>
                  <a:cubicBezTo>
                    <a:pt x="0" y="798"/>
                    <a:pt x="7" y="1606"/>
                    <a:pt x="205" y="2387"/>
                  </a:cubicBezTo>
                  <a:cubicBezTo>
                    <a:pt x="214" y="2419"/>
                    <a:pt x="239" y="2433"/>
                    <a:pt x="264" y="2433"/>
                  </a:cubicBezTo>
                  <a:cubicBezTo>
                    <a:pt x="302" y="2433"/>
                    <a:pt x="340" y="2403"/>
                    <a:pt x="327" y="2355"/>
                  </a:cubicBezTo>
                  <a:cubicBezTo>
                    <a:pt x="136" y="1592"/>
                    <a:pt x="129" y="811"/>
                    <a:pt x="428" y="76"/>
                  </a:cubicBezTo>
                  <a:cubicBezTo>
                    <a:pt x="448" y="30"/>
                    <a:pt x="411" y="0"/>
                    <a:pt x="371" y="0"/>
                  </a:cubicBezTo>
                  <a:close/>
                </a:path>
              </a:pathLst>
            </a:custGeom>
            <a:solidFill>
              <a:schemeClr val="lt1"/>
            </a:solidFill>
            <a:ln>
              <a:noFill/>
            </a:ln>
          </p:spPr>
          <p:txBody>
            <a:bodyPr anchorCtr="0" anchor="ctr" bIns="130925" lIns="130925" spcFirstLastPara="1" rIns="130925" wrap="square" tIns="130925">
              <a:noAutofit/>
            </a:bodyPr>
            <a:lstStyle/>
            <a:p>
              <a:pPr indent="0" lvl="0" marL="0" rtl="0" algn="l">
                <a:spcBef>
                  <a:spcPts val="0"/>
                </a:spcBef>
                <a:spcAft>
                  <a:spcPts val="0"/>
                </a:spcAft>
                <a:buNone/>
              </a:pPr>
              <a:r>
                <a:t/>
              </a:r>
              <a:endParaRPr/>
            </a:p>
          </p:txBody>
        </p:sp>
        <p:sp>
          <p:nvSpPr>
            <p:cNvPr id="1253" name="Google Shape;1253;p39"/>
            <p:cNvSpPr/>
            <p:nvPr/>
          </p:nvSpPr>
          <p:spPr>
            <a:xfrm rot="-5400000">
              <a:off x="7740677" y="4135076"/>
              <a:ext cx="1387833" cy="153224"/>
            </a:xfrm>
            <a:custGeom>
              <a:rect b="b" l="l" r="r" t="t"/>
              <a:pathLst>
                <a:path extrusionOk="0" h="3198" w="28966">
                  <a:moveTo>
                    <a:pt x="20452" y="1"/>
                  </a:moveTo>
                  <a:cubicBezTo>
                    <a:pt x="20403" y="1"/>
                    <a:pt x="20353" y="1"/>
                    <a:pt x="20304" y="2"/>
                  </a:cubicBezTo>
                  <a:cubicBezTo>
                    <a:pt x="18645" y="16"/>
                    <a:pt x="17001" y="253"/>
                    <a:pt x="15370" y="528"/>
                  </a:cubicBezTo>
                  <a:cubicBezTo>
                    <a:pt x="13701" y="810"/>
                    <a:pt x="12036" y="1106"/>
                    <a:pt x="10366" y="1396"/>
                  </a:cubicBezTo>
                  <a:cubicBezTo>
                    <a:pt x="8652" y="1695"/>
                    <a:pt x="2541" y="2660"/>
                    <a:pt x="122" y="3068"/>
                  </a:cubicBezTo>
                  <a:cubicBezTo>
                    <a:pt x="81" y="3075"/>
                    <a:pt x="39" y="3078"/>
                    <a:pt x="0" y="3086"/>
                  </a:cubicBezTo>
                  <a:cubicBezTo>
                    <a:pt x="0" y="3123"/>
                    <a:pt x="4" y="3159"/>
                    <a:pt x="7" y="3197"/>
                  </a:cubicBezTo>
                  <a:cubicBezTo>
                    <a:pt x="49" y="3190"/>
                    <a:pt x="87" y="3183"/>
                    <a:pt x="132" y="3176"/>
                  </a:cubicBezTo>
                  <a:cubicBezTo>
                    <a:pt x="3715" y="2566"/>
                    <a:pt x="11485" y="1330"/>
                    <a:pt x="14583" y="793"/>
                  </a:cubicBezTo>
                  <a:cubicBezTo>
                    <a:pt x="16230" y="507"/>
                    <a:pt x="17882" y="228"/>
                    <a:pt x="19554" y="148"/>
                  </a:cubicBezTo>
                  <a:cubicBezTo>
                    <a:pt x="19834" y="135"/>
                    <a:pt x="20114" y="128"/>
                    <a:pt x="20394" y="128"/>
                  </a:cubicBezTo>
                  <a:cubicBezTo>
                    <a:pt x="21658" y="128"/>
                    <a:pt x="22918" y="264"/>
                    <a:pt x="24151" y="552"/>
                  </a:cubicBezTo>
                  <a:cubicBezTo>
                    <a:pt x="25802" y="936"/>
                    <a:pt x="27388" y="1581"/>
                    <a:pt x="28841" y="2451"/>
                  </a:cubicBezTo>
                  <a:cubicBezTo>
                    <a:pt x="28852" y="2458"/>
                    <a:pt x="28863" y="2461"/>
                    <a:pt x="28873" y="2461"/>
                  </a:cubicBezTo>
                  <a:cubicBezTo>
                    <a:pt x="28928" y="2461"/>
                    <a:pt x="28966" y="2378"/>
                    <a:pt x="28907" y="2343"/>
                  </a:cubicBezTo>
                  <a:cubicBezTo>
                    <a:pt x="26357" y="815"/>
                    <a:pt x="23420" y="1"/>
                    <a:pt x="20452" y="1"/>
                  </a:cubicBezTo>
                  <a:close/>
                </a:path>
              </a:pathLst>
            </a:custGeom>
            <a:solidFill>
              <a:schemeClr val="lt1"/>
            </a:solidFill>
            <a:ln>
              <a:noFill/>
            </a:ln>
          </p:spPr>
          <p:txBody>
            <a:bodyPr anchorCtr="0" anchor="ctr" bIns="130925" lIns="130925" spcFirstLastPara="1" rIns="130925" wrap="square" tIns="130925">
              <a:noAutofit/>
            </a:bodyPr>
            <a:lstStyle/>
            <a:p>
              <a:pPr indent="0" lvl="0" marL="0" rtl="0" algn="l">
                <a:spcBef>
                  <a:spcPts val="0"/>
                </a:spcBef>
                <a:spcAft>
                  <a:spcPts val="0"/>
                </a:spcAft>
                <a:buNone/>
              </a:pPr>
              <a:r>
                <a:t/>
              </a:r>
              <a:endParaRPr/>
            </a:p>
          </p:txBody>
        </p:sp>
        <p:sp>
          <p:nvSpPr>
            <p:cNvPr id="1254" name="Google Shape;1254;p39"/>
            <p:cNvSpPr/>
            <p:nvPr/>
          </p:nvSpPr>
          <p:spPr>
            <a:xfrm rot="-5400000">
              <a:off x="8385004" y="2776756"/>
              <a:ext cx="306736" cy="399015"/>
            </a:xfrm>
            <a:custGeom>
              <a:rect b="b" l="l" r="r" t="t"/>
              <a:pathLst>
                <a:path extrusionOk="0" h="8328" w="6402">
                  <a:moveTo>
                    <a:pt x="3223" y="0"/>
                  </a:moveTo>
                  <a:cubicBezTo>
                    <a:pt x="0" y="4635"/>
                    <a:pt x="3185" y="8328"/>
                    <a:pt x="3185" y="8328"/>
                  </a:cubicBezTo>
                  <a:cubicBezTo>
                    <a:pt x="3906" y="8038"/>
                    <a:pt x="4690" y="7965"/>
                    <a:pt x="5303" y="7965"/>
                  </a:cubicBezTo>
                  <a:cubicBezTo>
                    <a:pt x="5946" y="7965"/>
                    <a:pt x="6401" y="8046"/>
                    <a:pt x="6401" y="8046"/>
                  </a:cubicBezTo>
                  <a:lnTo>
                    <a:pt x="5725" y="871"/>
                  </a:lnTo>
                  <a:cubicBezTo>
                    <a:pt x="4823" y="721"/>
                    <a:pt x="4011" y="386"/>
                    <a:pt x="3223" y="0"/>
                  </a:cubicBezTo>
                  <a:close/>
                </a:path>
              </a:pathLst>
            </a:custGeom>
            <a:solidFill>
              <a:schemeClr val="accent5"/>
            </a:solidFill>
            <a:ln>
              <a:noFill/>
            </a:ln>
          </p:spPr>
          <p:txBody>
            <a:bodyPr anchorCtr="0" anchor="ctr" bIns="130925" lIns="130925" spcFirstLastPara="1" rIns="130925" wrap="square" tIns="130925">
              <a:noAutofit/>
            </a:bodyPr>
            <a:lstStyle/>
            <a:p>
              <a:pPr indent="0" lvl="0" marL="0" rtl="0" algn="l">
                <a:spcBef>
                  <a:spcPts val="0"/>
                </a:spcBef>
                <a:spcAft>
                  <a:spcPts val="0"/>
                </a:spcAft>
                <a:buNone/>
              </a:pPr>
              <a:r>
                <a:t/>
              </a:r>
              <a:endParaRPr/>
            </a:p>
          </p:txBody>
        </p:sp>
        <p:sp>
          <p:nvSpPr>
            <p:cNvPr id="1255" name="Google Shape;1255;p39"/>
            <p:cNvSpPr/>
            <p:nvPr/>
          </p:nvSpPr>
          <p:spPr>
            <a:xfrm rot="-5400000">
              <a:off x="8312369" y="2403518"/>
              <a:ext cx="550227" cy="466093"/>
            </a:xfrm>
            <a:custGeom>
              <a:rect b="b" l="l" r="r" t="t"/>
              <a:pathLst>
                <a:path extrusionOk="0" h="9728" w="11484">
                  <a:moveTo>
                    <a:pt x="8399" y="1"/>
                  </a:moveTo>
                  <a:cubicBezTo>
                    <a:pt x="7253" y="1"/>
                    <a:pt x="5615" y="648"/>
                    <a:pt x="3173" y="654"/>
                  </a:cubicBezTo>
                  <a:cubicBezTo>
                    <a:pt x="3150" y="654"/>
                    <a:pt x="3128" y="655"/>
                    <a:pt x="3105" y="655"/>
                  </a:cubicBezTo>
                  <a:cubicBezTo>
                    <a:pt x="2420" y="655"/>
                    <a:pt x="1672" y="605"/>
                    <a:pt x="856" y="473"/>
                  </a:cubicBezTo>
                  <a:cubicBezTo>
                    <a:pt x="850" y="472"/>
                    <a:pt x="843" y="471"/>
                    <a:pt x="836" y="471"/>
                  </a:cubicBezTo>
                  <a:cubicBezTo>
                    <a:pt x="345" y="471"/>
                    <a:pt x="1" y="3407"/>
                    <a:pt x="149" y="5518"/>
                  </a:cubicBezTo>
                  <a:cubicBezTo>
                    <a:pt x="232" y="6706"/>
                    <a:pt x="472" y="7630"/>
                    <a:pt x="929" y="7630"/>
                  </a:cubicBezTo>
                  <a:cubicBezTo>
                    <a:pt x="932" y="7630"/>
                    <a:pt x="936" y="7630"/>
                    <a:pt x="939" y="7630"/>
                  </a:cubicBezTo>
                  <a:cubicBezTo>
                    <a:pt x="2029" y="7630"/>
                    <a:pt x="3595" y="8147"/>
                    <a:pt x="5089" y="8668"/>
                  </a:cubicBezTo>
                  <a:cubicBezTo>
                    <a:pt x="6598" y="9197"/>
                    <a:pt x="8033" y="9727"/>
                    <a:pt x="8821" y="9727"/>
                  </a:cubicBezTo>
                  <a:cubicBezTo>
                    <a:pt x="9083" y="9727"/>
                    <a:pt x="9274" y="9669"/>
                    <a:pt x="9372" y="9532"/>
                  </a:cubicBezTo>
                  <a:cubicBezTo>
                    <a:pt x="10058" y="8578"/>
                    <a:pt x="11483" y="5243"/>
                    <a:pt x="11483" y="5243"/>
                  </a:cubicBezTo>
                  <a:lnTo>
                    <a:pt x="11176" y="3128"/>
                  </a:lnTo>
                  <a:cubicBezTo>
                    <a:pt x="11176" y="3128"/>
                    <a:pt x="10936" y="2564"/>
                    <a:pt x="10581" y="1919"/>
                  </a:cubicBezTo>
                  <a:cubicBezTo>
                    <a:pt x="10160" y="1149"/>
                    <a:pt x="9570" y="267"/>
                    <a:pt x="9034" y="90"/>
                  </a:cubicBezTo>
                  <a:cubicBezTo>
                    <a:pt x="8841" y="27"/>
                    <a:pt x="8630" y="1"/>
                    <a:pt x="8399" y="1"/>
                  </a:cubicBezTo>
                  <a:close/>
                </a:path>
              </a:pathLst>
            </a:custGeom>
            <a:solidFill>
              <a:schemeClr val="accent5"/>
            </a:solidFill>
            <a:ln>
              <a:noFill/>
            </a:ln>
          </p:spPr>
          <p:txBody>
            <a:bodyPr anchorCtr="0" anchor="ctr" bIns="130925" lIns="130925" spcFirstLastPara="1" rIns="130925" wrap="square" tIns="130925">
              <a:noAutofit/>
            </a:bodyPr>
            <a:lstStyle/>
            <a:p>
              <a:pPr indent="0" lvl="0" marL="0" rtl="0" algn="l">
                <a:spcBef>
                  <a:spcPts val="0"/>
                </a:spcBef>
                <a:spcAft>
                  <a:spcPts val="0"/>
                </a:spcAft>
                <a:buNone/>
              </a:pPr>
              <a:r>
                <a:t/>
              </a:r>
              <a:endParaRPr/>
            </a:p>
          </p:txBody>
        </p:sp>
        <p:sp>
          <p:nvSpPr>
            <p:cNvPr id="1256" name="Google Shape;1256;p39"/>
            <p:cNvSpPr/>
            <p:nvPr/>
          </p:nvSpPr>
          <p:spPr>
            <a:xfrm rot="-5400000">
              <a:off x="8241195" y="2616753"/>
              <a:ext cx="231753" cy="73114"/>
            </a:xfrm>
            <a:custGeom>
              <a:rect b="b" l="l" r="r" t="t"/>
              <a:pathLst>
                <a:path extrusionOk="0" h="1526" w="4837">
                  <a:moveTo>
                    <a:pt x="4836" y="909"/>
                  </a:moveTo>
                  <a:cubicBezTo>
                    <a:pt x="4836" y="909"/>
                    <a:pt x="4824" y="911"/>
                    <a:pt x="4800" y="915"/>
                  </a:cubicBezTo>
                  <a:lnTo>
                    <a:pt x="4800" y="915"/>
                  </a:lnTo>
                  <a:cubicBezTo>
                    <a:pt x="4824" y="912"/>
                    <a:pt x="4836" y="909"/>
                    <a:pt x="4836" y="909"/>
                  </a:cubicBezTo>
                  <a:close/>
                  <a:moveTo>
                    <a:pt x="2144" y="0"/>
                  </a:moveTo>
                  <a:cubicBezTo>
                    <a:pt x="1159" y="0"/>
                    <a:pt x="348" y="1130"/>
                    <a:pt x="63" y="1432"/>
                  </a:cubicBezTo>
                  <a:cubicBezTo>
                    <a:pt x="1" y="1498"/>
                    <a:pt x="104" y="1525"/>
                    <a:pt x="318" y="1525"/>
                  </a:cubicBezTo>
                  <a:cubicBezTo>
                    <a:pt x="1272" y="1525"/>
                    <a:pt x="4425" y="981"/>
                    <a:pt x="4800" y="915"/>
                  </a:cubicBezTo>
                  <a:lnTo>
                    <a:pt x="4800" y="915"/>
                  </a:lnTo>
                  <a:cubicBezTo>
                    <a:pt x="4766" y="920"/>
                    <a:pt x="4710" y="926"/>
                    <a:pt x="4633" y="926"/>
                  </a:cubicBezTo>
                  <a:cubicBezTo>
                    <a:pt x="4338" y="926"/>
                    <a:pt x="3742" y="841"/>
                    <a:pt x="2976" y="289"/>
                  </a:cubicBezTo>
                  <a:cubicBezTo>
                    <a:pt x="2690" y="83"/>
                    <a:pt x="2411" y="0"/>
                    <a:pt x="2144" y="0"/>
                  </a:cubicBezTo>
                  <a:close/>
                </a:path>
              </a:pathLst>
            </a:custGeom>
            <a:solidFill>
              <a:srgbClr val="FDA19A"/>
            </a:solidFill>
            <a:ln>
              <a:noFill/>
            </a:ln>
          </p:spPr>
          <p:txBody>
            <a:bodyPr anchorCtr="0" anchor="ctr" bIns="130925" lIns="130925" spcFirstLastPara="1" rIns="130925" wrap="square" tIns="130925">
              <a:noAutofit/>
            </a:bodyPr>
            <a:lstStyle/>
            <a:p>
              <a:pPr indent="0" lvl="0" marL="0" rtl="0" algn="l">
                <a:spcBef>
                  <a:spcPts val="0"/>
                </a:spcBef>
                <a:spcAft>
                  <a:spcPts val="0"/>
                </a:spcAft>
                <a:buNone/>
              </a:pPr>
              <a:r>
                <a:t/>
              </a:r>
              <a:endParaRPr/>
            </a:p>
          </p:txBody>
        </p:sp>
        <p:sp>
          <p:nvSpPr>
            <p:cNvPr id="1257" name="Google Shape;1257;p39"/>
            <p:cNvSpPr/>
            <p:nvPr/>
          </p:nvSpPr>
          <p:spPr>
            <a:xfrm rot="-5400000">
              <a:off x="8332899" y="2440195"/>
              <a:ext cx="112546" cy="68323"/>
            </a:xfrm>
            <a:custGeom>
              <a:rect b="b" l="l" r="r" t="t"/>
              <a:pathLst>
                <a:path extrusionOk="0" h="1426" w="2349">
                  <a:moveTo>
                    <a:pt x="158" y="1"/>
                  </a:moveTo>
                  <a:cubicBezTo>
                    <a:pt x="105" y="4"/>
                    <a:pt x="53" y="12"/>
                    <a:pt x="0" y="15"/>
                  </a:cubicBezTo>
                  <a:cubicBezTo>
                    <a:pt x="203" y="242"/>
                    <a:pt x="433" y="443"/>
                    <a:pt x="676" y="625"/>
                  </a:cubicBezTo>
                  <a:cubicBezTo>
                    <a:pt x="1178" y="998"/>
                    <a:pt x="1750" y="1273"/>
                    <a:pt x="2349" y="1426"/>
                  </a:cubicBezTo>
                  <a:cubicBezTo>
                    <a:pt x="2318" y="1374"/>
                    <a:pt x="2283" y="1321"/>
                    <a:pt x="2252" y="1270"/>
                  </a:cubicBezTo>
                  <a:cubicBezTo>
                    <a:pt x="1767" y="1127"/>
                    <a:pt x="1308" y="911"/>
                    <a:pt x="889" y="625"/>
                  </a:cubicBezTo>
                  <a:cubicBezTo>
                    <a:pt x="624" y="443"/>
                    <a:pt x="380" y="234"/>
                    <a:pt x="158" y="1"/>
                  </a:cubicBezTo>
                  <a:close/>
                </a:path>
              </a:pathLst>
            </a:custGeom>
            <a:solidFill>
              <a:srgbClr val="CA6872"/>
            </a:solidFill>
            <a:ln>
              <a:noFill/>
            </a:ln>
          </p:spPr>
          <p:txBody>
            <a:bodyPr anchorCtr="0" anchor="ctr" bIns="130925" lIns="130925" spcFirstLastPara="1" rIns="130925" wrap="square" tIns="130925">
              <a:noAutofit/>
            </a:bodyPr>
            <a:lstStyle/>
            <a:p>
              <a:pPr indent="0" lvl="0" marL="0" rtl="0" algn="l">
                <a:spcBef>
                  <a:spcPts val="0"/>
                </a:spcBef>
                <a:spcAft>
                  <a:spcPts val="0"/>
                </a:spcAft>
                <a:buNone/>
              </a:pPr>
              <a:r>
                <a:t/>
              </a:r>
              <a:endParaRPr/>
            </a:p>
          </p:txBody>
        </p:sp>
        <p:sp>
          <p:nvSpPr>
            <p:cNvPr id="1258" name="Google Shape;1258;p39"/>
            <p:cNvSpPr/>
            <p:nvPr/>
          </p:nvSpPr>
          <p:spPr>
            <a:xfrm rot="-5400000">
              <a:off x="8482746" y="2432457"/>
              <a:ext cx="153320" cy="397003"/>
            </a:xfrm>
            <a:custGeom>
              <a:rect b="b" l="l" r="r" t="t"/>
              <a:pathLst>
                <a:path extrusionOk="0" h="8286" w="3200">
                  <a:moveTo>
                    <a:pt x="3005" y="0"/>
                  </a:moveTo>
                  <a:cubicBezTo>
                    <a:pt x="2963" y="7"/>
                    <a:pt x="2921" y="14"/>
                    <a:pt x="2879" y="21"/>
                  </a:cubicBezTo>
                  <a:cubicBezTo>
                    <a:pt x="2890" y="73"/>
                    <a:pt x="2900" y="125"/>
                    <a:pt x="2911" y="174"/>
                  </a:cubicBezTo>
                  <a:cubicBezTo>
                    <a:pt x="3095" y="1042"/>
                    <a:pt x="3053" y="1954"/>
                    <a:pt x="2775" y="2802"/>
                  </a:cubicBezTo>
                  <a:cubicBezTo>
                    <a:pt x="2263" y="4352"/>
                    <a:pt x="938" y="5446"/>
                    <a:pt x="318" y="6941"/>
                  </a:cubicBezTo>
                  <a:cubicBezTo>
                    <a:pt x="144" y="7356"/>
                    <a:pt x="26" y="7802"/>
                    <a:pt x="1" y="8247"/>
                  </a:cubicBezTo>
                  <a:cubicBezTo>
                    <a:pt x="39" y="8261"/>
                    <a:pt x="78" y="8276"/>
                    <a:pt x="116" y="8286"/>
                  </a:cubicBezTo>
                  <a:cubicBezTo>
                    <a:pt x="161" y="7025"/>
                    <a:pt x="1064" y="5840"/>
                    <a:pt x="1778" y="4844"/>
                  </a:cubicBezTo>
                  <a:cubicBezTo>
                    <a:pt x="2242" y="4202"/>
                    <a:pt x="2677" y="3533"/>
                    <a:pt x="2918" y="2774"/>
                  </a:cubicBezTo>
                  <a:cubicBezTo>
                    <a:pt x="3137" y="2080"/>
                    <a:pt x="3199" y="1335"/>
                    <a:pt x="3112" y="613"/>
                  </a:cubicBezTo>
                  <a:cubicBezTo>
                    <a:pt x="3095" y="460"/>
                    <a:pt x="3071" y="307"/>
                    <a:pt x="3040" y="153"/>
                  </a:cubicBezTo>
                  <a:cubicBezTo>
                    <a:pt x="3032" y="119"/>
                    <a:pt x="3025" y="87"/>
                    <a:pt x="3015" y="52"/>
                  </a:cubicBezTo>
                  <a:cubicBezTo>
                    <a:pt x="3011" y="35"/>
                    <a:pt x="3008" y="18"/>
                    <a:pt x="3005" y="0"/>
                  </a:cubicBezTo>
                  <a:close/>
                </a:path>
              </a:pathLst>
            </a:custGeom>
            <a:solidFill>
              <a:schemeClr val="lt1"/>
            </a:solidFill>
            <a:ln>
              <a:noFill/>
            </a:ln>
          </p:spPr>
          <p:txBody>
            <a:bodyPr anchorCtr="0" anchor="ctr" bIns="130925" lIns="130925" spcFirstLastPara="1" rIns="130925" wrap="square" tIns="130925">
              <a:noAutofit/>
            </a:bodyPr>
            <a:lstStyle/>
            <a:p>
              <a:pPr indent="0" lvl="0" marL="0" rtl="0" algn="l">
                <a:spcBef>
                  <a:spcPts val="0"/>
                </a:spcBef>
                <a:spcAft>
                  <a:spcPts val="0"/>
                </a:spcAft>
                <a:buNone/>
              </a:pPr>
              <a:r>
                <a:t/>
              </a:r>
              <a:endParaRPr/>
            </a:p>
          </p:txBody>
        </p:sp>
        <p:sp>
          <p:nvSpPr>
            <p:cNvPr id="1259" name="Google Shape;1259;p39"/>
            <p:cNvSpPr/>
            <p:nvPr/>
          </p:nvSpPr>
          <p:spPr>
            <a:xfrm rot="-5400000">
              <a:off x="8279165" y="2713943"/>
              <a:ext cx="240473" cy="152218"/>
            </a:xfrm>
            <a:custGeom>
              <a:rect b="b" l="l" r="r" t="t"/>
              <a:pathLst>
                <a:path extrusionOk="0" h="3177" w="5019">
                  <a:moveTo>
                    <a:pt x="4702" y="1"/>
                  </a:moveTo>
                  <a:cubicBezTo>
                    <a:pt x="4660" y="11"/>
                    <a:pt x="4621" y="26"/>
                    <a:pt x="4579" y="39"/>
                  </a:cubicBezTo>
                  <a:cubicBezTo>
                    <a:pt x="4597" y="88"/>
                    <a:pt x="4615" y="137"/>
                    <a:pt x="4628" y="185"/>
                  </a:cubicBezTo>
                  <a:cubicBezTo>
                    <a:pt x="4726" y="489"/>
                    <a:pt x="4813" y="841"/>
                    <a:pt x="4848" y="1196"/>
                  </a:cubicBezTo>
                  <a:cubicBezTo>
                    <a:pt x="4851" y="1234"/>
                    <a:pt x="4855" y="1273"/>
                    <a:pt x="4858" y="1311"/>
                  </a:cubicBezTo>
                  <a:cubicBezTo>
                    <a:pt x="4890" y="1753"/>
                    <a:pt x="4834" y="2196"/>
                    <a:pt x="4611" y="2559"/>
                  </a:cubicBezTo>
                  <a:cubicBezTo>
                    <a:pt x="4390" y="2916"/>
                    <a:pt x="4074" y="3044"/>
                    <a:pt x="3730" y="3044"/>
                  </a:cubicBezTo>
                  <a:cubicBezTo>
                    <a:pt x="3205" y="3044"/>
                    <a:pt x="2613" y="2746"/>
                    <a:pt x="2193" y="2506"/>
                  </a:cubicBezTo>
                  <a:cubicBezTo>
                    <a:pt x="1847" y="2311"/>
                    <a:pt x="1520" y="2091"/>
                    <a:pt x="1210" y="1851"/>
                  </a:cubicBezTo>
                  <a:cubicBezTo>
                    <a:pt x="994" y="1684"/>
                    <a:pt x="785" y="1510"/>
                    <a:pt x="590" y="1322"/>
                  </a:cubicBezTo>
                  <a:cubicBezTo>
                    <a:pt x="472" y="1213"/>
                    <a:pt x="356" y="1099"/>
                    <a:pt x="245" y="980"/>
                  </a:cubicBezTo>
                  <a:cubicBezTo>
                    <a:pt x="161" y="956"/>
                    <a:pt x="81" y="931"/>
                    <a:pt x="1" y="900"/>
                  </a:cubicBezTo>
                  <a:lnTo>
                    <a:pt x="1" y="900"/>
                  </a:lnTo>
                  <a:cubicBezTo>
                    <a:pt x="168" y="1092"/>
                    <a:pt x="346" y="1269"/>
                    <a:pt x="534" y="1443"/>
                  </a:cubicBezTo>
                  <a:cubicBezTo>
                    <a:pt x="754" y="1649"/>
                    <a:pt x="984" y="1840"/>
                    <a:pt x="1224" y="2022"/>
                  </a:cubicBezTo>
                  <a:cubicBezTo>
                    <a:pt x="1530" y="2252"/>
                    <a:pt x="1852" y="2461"/>
                    <a:pt x="2186" y="2649"/>
                  </a:cubicBezTo>
                  <a:cubicBezTo>
                    <a:pt x="2620" y="2891"/>
                    <a:pt x="3192" y="3176"/>
                    <a:pt x="3723" y="3176"/>
                  </a:cubicBezTo>
                  <a:cubicBezTo>
                    <a:pt x="4019" y="3176"/>
                    <a:pt x="4302" y="3087"/>
                    <a:pt x="4541" y="2851"/>
                  </a:cubicBezTo>
                  <a:cubicBezTo>
                    <a:pt x="4938" y="2458"/>
                    <a:pt x="5018" y="1861"/>
                    <a:pt x="4977" y="1293"/>
                  </a:cubicBezTo>
                  <a:cubicBezTo>
                    <a:pt x="4973" y="1259"/>
                    <a:pt x="4970" y="1221"/>
                    <a:pt x="4967" y="1182"/>
                  </a:cubicBezTo>
                  <a:cubicBezTo>
                    <a:pt x="4946" y="970"/>
                    <a:pt x="4907" y="764"/>
                    <a:pt x="4865" y="576"/>
                  </a:cubicBezTo>
                  <a:cubicBezTo>
                    <a:pt x="4820" y="381"/>
                    <a:pt x="4768" y="189"/>
                    <a:pt x="4702" y="1"/>
                  </a:cubicBezTo>
                  <a:close/>
                </a:path>
              </a:pathLst>
            </a:custGeom>
            <a:solidFill>
              <a:schemeClr val="lt1"/>
            </a:solidFill>
            <a:ln>
              <a:noFill/>
            </a:ln>
          </p:spPr>
          <p:txBody>
            <a:bodyPr anchorCtr="0" anchor="ctr" bIns="130925" lIns="130925" spcFirstLastPara="1" rIns="130925" wrap="square" tIns="130925">
              <a:noAutofit/>
            </a:bodyPr>
            <a:lstStyle/>
            <a:p>
              <a:pPr indent="0" lvl="0" marL="0" rtl="0" algn="l">
                <a:spcBef>
                  <a:spcPts val="0"/>
                </a:spcBef>
                <a:spcAft>
                  <a:spcPts val="0"/>
                </a:spcAft>
                <a:buNone/>
              </a:pPr>
              <a:r>
                <a:t/>
              </a:r>
              <a:endParaRPr/>
            </a:p>
          </p:txBody>
        </p:sp>
        <p:sp>
          <p:nvSpPr>
            <p:cNvPr id="1260" name="Google Shape;1260;p39"/>
            <p:cNvSpPr/>
            <p:nvPr/>
          </p:nvSpPr>
          <p:spPr>
            <a:xfrm rot="-5400000">
              <a:off x="8446787" y="2735336"/>
              <a:ext cx="303047" cy="292554"/>
            </a:xfrm>
            <a:custGeom>
              <a:rect b="b" l="l" r="r" t="t"/>
              <a:pathLst>
                <a:path extrusionOk="0" h="6106" w="6325">
                  <a:moveTo>
                    <a:pt x="566" y="1"/>
                  </a:moveTo>
                  <a:cubicBezTo>
                    <a:pt x="390" y="1"/>
                    <a:pt x="214" y="7"/>
                    <a:pt x="39" y="18"/>
                  </a:cubicBezTo>
                  <a:cubicBezTo>
                    <a:pt x="25" y="63"/>
                    <a:pt x="14" y="108"/>
                    <a:pt x="0" y="150"/>
                  </a:cubicBezTo>
                  <a:cubicBezTo>
                    <a:pt x="172" y="139"/>
                    <a:pt x="345" y="134"/>
                    <a:pt x="517" y="134"/>
                  </a:cubicBezTo>
                  <a:cubicBezTo>
                    <a:pt x="1280" y="134"/>
                    <a:pt x="2039" y="243"/>
                    <a:pt x="2750" y="485"/>
                  </a:cubicBezTo>
                  <a:cubicBezTo>
                    <a:pt x="3171" y="628"/>
                    <a:pt x="3575" y="816"/>
                    <a:pt x="3951" y="1056"/>
                  </a:cubicBezTo>
                  <a:cubicBezTo>
                    <a:pt x="4311" y="1283"/>
                    <a:pt x="4646" y="1554"/>
                    <a:pt x="4945" y="1875"/>
                  </a:cubicBezTo>
                  <a:cubicBezTo>
                    <a:pt x="5645" y="2621"/>
                    <a:pt x="6084" y="3582"/>
                    <a:pt x="6140" y="4607"/>
                  </a:cubicBezTo>
                  <a:cubicBezTo>
                    <a:pt x="6168" y="5116"/>
                    <a:pt x="6095" y="5607"/>
                    <a:pt x="5928" y="6070"/>
                  </a:cubicBezTo>
                  <a:cubicBezTo>
                    <a:pt x="5969" y="6081"/>
                    <a:pt x="6011" y="6094"/>
                    <a:pt x="6050" y="6105"/>
                  </a:cubicBezTo>
                  <a:cubicBezTo>
                    <a:pt x="6182" y="5743"/>
                    <a:pt x="6259" y="5356"/>
                    <a:pt x="6269" y="4955"/>
                  </a:cubicBezTo>
                  <a:cubicBezTo>
                    <a:pt x="6325" y="3244"/>
                    <a:pt x="5331" y="1771"/>
                    <a:pt x="3938" y="903"/>
                  </a:cubicBezTo>
                  <a:cubicBezTo>
                    <a:pt x="3621" y="705"/>
                    <a:pt x="3282" y="541"/>
                    <a:pt x="2931" y="408"/>
                  </a:cubicBezTo>
                  <a:cubicBezTo>
                    <a:pt x="2875" y="387"/>
                    <a:pt x="2819" y="366"/>
                    <a:pt x="2764" y="349"/>
                  </a:cubicBezTo>
                  <a:cubicBezTo>
                    <a:pt x="2056" y="106"/>
                    <a:pt x="1312" y="1"/>
                    <a:pt x="566" y="1"/>
                  </a:cubicBezTo>
                  <a:close/>
                </a:path>
              </a:pathLst>
            </a:custGeom>
            <a:solidFill>
              <a:schemeClr val="lt1"/>
            </a:solidFill>
            <a:ln>
              <a:noFill/>
            </a:ln>
          </p:spPr>
          <p:txBody>
            <a:bodyPr anchorCtr="0" anchor="ctr" bIns="130925" lIns="130925" spcFirstLastPara="1" rIns="130925" wrap="square" tIns="130925">
              <a:noAutofit/>
            </a:bodyPr>
            <a:lstStyle/>
            <a:p>
              <a:pPr indent="0" lvl="0" marL="0" rtl="0" algn="l">
                <a:spcBef>
                  <a:spcPts val="0"/>
                </a:spcBef>
                <a:spcAft>
                  <a:spcPts val="0"/>
                </a:spcAft>
                <a:buNone/>
              </a:pPr>
              <a:r>
                <a:t/>
              </a:r>
              <a:endParaRPr/>
            </a:p>
          </p:txBody>
        </p:sp>
        <p:sp>
          <p:nvSpPr>
            <p:cNvPr id="1261" name="Google Shape;1261;p39"/>
            <p:cNvSpPr/>
            <p:nvPr/>
          </p:nvSpPr>
          <p:spPr>
            <a:xfrm rot="-5400000">
              <a:off x="8534779" y="2848721"/>
              <a:ext cx="229261" cy="149247"/>
            </a:xfrm>
            <a:custGeom>
              <a:rect b="b" l="l" r="r" t="t"/>
              <a:pathLst>
                <a:path extrusionOk="0" h="3115" w="4785">
                  <a:moveTo>
                    <a:pt x="2876" y="0"/>
                  </a:moveTo>
                  <a:cubicBezTo>
                    <a:pt x="2834" y="0"/>
                    <a:pt x="2792" y="1"/>
                    <a:pt x="2750" y="3"/>
                  </a:cubicBezTo>
                  <a:cubicBezTo>
                    <a:pt x="2105" y="38"/>
                    <a:pt x="1418" y="303"/>
                    <a:pt x="840" y="473"/>
                  </a:cubicBezTo>
                  <a:cubicBezTo>
                    <a:pt x="572" y="554"/>
                    <a:pt x="286" y="616"/>
                    <a:pt x="1" y="634"/>
                  </a:cubicBezTo>
                  <a:cubicBezTo>
                    <a:pt x="11" y="679"/>
                    <a:pt x="22" y="724"/>
                    <a:pt x="32" y="766"/>
                  </a:cubicBezTo>
                  <a:cubicBezTo>
                    <a:pt x="927" y="679"/>
                    <a:pt x="1878" y="156"/>
                    <a:pt x="2735" y="125"/>
                  </a:cubicBezTo>
                  <a:lnTo>
                    <a:pt x="2753" y="125"/>
                  </a:lnTo>
                  <a:cubicBezTo>
                    <a:pt x="2771" y="124"/>
                    <a:pt x="2789" y="124"/>
                    <a:pt x="2807" y="124"/>
                  </a:cubicBezTo>
                  <a:cubicBezTo>
                    <a:pt x="3442" y="124"/>
                    <a:pt x="3977" y="411"/>
                    <a:pt x="4282" y="930"/>
                  </a:cubicBezTo>
                  <a:cubicBezTo>
                    <a:pt x="4349" y="1041"/>
                    <a:pt x="4401" y="1167"/>
                    <a:pt x="4446" y="1300"/>
                  </a:cubicBezTo>
                  <a:cubicBezTo>
                    <a:pt x="4589" y="1759"/>
                    <a:pt x="4562" y="2226"/>
                    <a:pt x="4446" y="2679"/>
                  </a:cubicBezTo>
                  <a:cubicBezTo>
                    <a:pt x="4412" y="2818"/>
                    <a:pt x="4366" y="2958"/>
                    <a:pt x="4314" y="3093"/>
                  </a:cubicBezTo>
                  <a:lnTo>
                    <a:pt x="4314" y="3098"/>
                  </a:lnTo>
                  <a:cubicBezTo>
                    <a:pt x="4366" y="3104"/>
                    <a:pt x="4408" y="3108"/>
                    <a:pt x="4436" y="3114"/>
                  </a:cubicBezTo>
                  <a:cubicBezTo>
                    <a:pt x="4450" y="3072"/>
                    <a:pt x="4464" y="3035"/>
                    <a:pt x="4478" y="2996"/>
                  </a:cubicBezTo>
                  <a:cubicBezTo>
                    <a:pt x="4736" y="2205"/>
                    <a:pt x="4784" y="1337"/>
                    <a:pt x="4255" y="655"/>
                  </a:cubicBezTo>
                  <a:cubicBezTo>
                    <a:pt x="4227" y="620"/>
                    <a:pt x="4199" y="581"/>
                    <a:pt x="4168" y="547"/>
                  </a:cubicBezTo>
                  <a:cubicBezTo>
                    <a:pt x="3803" y="137"/>
                    <a:pt x="3353" y="0"/>
                    <a:pt x="2876" y="0"/>
                  </a:cubicBezTo>
                  <a:close/>
                </a:path>
              </a:pathLst>
            </a:custGeom>
            <a:solidFill>
              <a:srgbClr val="CA6872"/>
            </a:solidFill>
            <a:ln>
              <a:noFill/>
            </a:ln>
          </p:spPr>
          <p:txBody>
            <a:bodyPr anchorCtr="0" anchor="ctr" bIns="130925" lIns="130925" spcFirstLastPara="1" rIns="130925" wrap="square" tIns="130925">
              <a:noAutofit/>
            </a:bodyPr>
            <a:lstStyle/>
            <a:p>
              <a:pPr indent="0" lvl="0" marL="0" rtl="0" algn="l">
                <a:spcBef>
                  <a:spcPts val="0"/>
                </a:spcBef>
                <a:spcAft>
                  <a:spcPts val="0"/>
                </a:spcAft>
                <a:buNone/>
              </a:pPr>
              <a:r>
                <a:t/>
              </a:r>
              <a:endParaRPr/>
            </a:p>
          </p:txBody>
        </p:sp>
        <p:sp>
          <p:nvSpPr>
            <p:cNvPr id="1262" name="Google Shape;1262;p39"/>
            <p:cNvSpPr/>
            <p:nvPr/>
          </p:nvSpPr>
          <p:spPr>
            <a:xfrm rot="-5400000">
              <a:off x="8647948" y="2926818"/>
              <a:ext cx="109384" cy="37132"/>
            </a:xfrm>
            <a:custGeom>
              <a:rect b="b" l="l" r="r" t="t"/>
              <a:pathLst>
                <a:path extrusionOk="0" h="775" w="2283">
                  <a:moveTo>
                    <a:pt x="1079" y="1"/>
                  </a:moveTo>
                  <a:cubicBezTo>
                    <a:pt x="1047" y="1"/>
                    <a:pt x="1015" y="2"/>
                    <a:pt x="983" y="4"/>
                  </a:cubicBezTo>
                  <a:cubicBezTo>
                    <a:pt x="596" y="35"/>
                    <a:pt x="268" y="189"/>
                    <a:pt x="0" y="419"/>
                  </a:cubicBezTo>
                  <a:cubicBezTo>
                    <a:pt x="25" y="457"/>
                    <a:pt x="46" y="492"/>
                    <a:pt x="67" y="527"/>
                  </a:cubicBezTo>
                  <a:cubicBezTo>
                    <a:pt x="272" y="349"/>
                    <a:pt x="519" y="214"/>
                    <a:pt x="809" y="158"/>
                  </a:cubicBezTo>
                  <a:cubicBezTo>
                    <a:pt x="905" y="138"/>
                    <a:pt x="1002" y="128"/>
                    <a:pt x="1099" y="128"/>
                  </a:cubicBezTo>
                  <a:cubicBezTo>
                    <a:pt x="1396" y="128"/>
                    <a:pt x="1685" y="224"/>
                    <a:pt x="1903" y="436"/>
                  </a:cubicBezTo>
                  <a:cubicBezTo>
                    <a:pt x="2004" y="537"/>
                    <a:pt x="2087" y="649"/>
                    <a:pt x="2143" y="775"/>
                  </a:cubicBezTo>
                  <a:cubicBezTo>
                    <a:pt x="2189" y="771"/>
                    <a:pt x="2237" y="767"/>
                    <a:pt x="2283" y="767"/>
                  </a:cubicBezTo>
                  <a:cubicBezTo>
                    <a:pt x="2089" y="314"/>
                    <a:pt x="1599" y="1"/>
                    <a:pt x="1079" y="1"/>
                  </a:cubicBezTo>
                  <a:close/>
                </a:path>
              </a:pathLst>
            </a:custGeom>
            <a:solidFill>
              <a:srgbClr val="CA6872"/>
            </a:solidFill>
            <a:ln>
              <a:noFill/>
            </a:ln>
          </p:spPr>
          <p:txBody>
            <a:bodyPr anchorCtr="0" anchor="ctr" bIns="130925" lIns="130925" spcFirstLastPara="1" rIns="130925" wrap="square" tIns="130925">
              <a:noAutofit/>
            </a:bodyPr>
            <a:lstStyle/>
            <a:p>
              <a:pPr indent="0" lvl="0" marL="0" rtl="0" algn="l">
                <a:spcBef>
                  <a:spcPts val="0"/>
                </a:spcBef>
                <a:spcAft>
                  <a:spcPts val="0"/>
                </a:spcAft>
                <a:buNone/>
              </a:pPr>
              <a:r>
                <a:t/>
              </a:r>
              <a:endParaRPr/>
            </a:p>
          </p:txBody>
        </p:sp>
        <p:sp>
          <p:nvSpPr>
            <p:cNvPr id="1263" name="Google Shape;1263;p39"/>
            <p:cNvSpPr/>
            <p:nvPr/>
          </p:nvSpPr>
          <p:spPr>
            <a:xfrm rot="-5400000">
              <a:off x="8442619" y="2382365"/>
              <a:ext cx="226099" cy="184271"/>
            </a:xfrm>
            <a:custGeom>
              <a:rect b="b" l="l" r="r" t="t"/>
              <a:pathLst>
                <a:path extrusionOk="0" h="3846" w="4719">
                  <a:moveTo>
                    <a:pt x="4007" y="1"/>
                  </a:moveTo>
                  <a:cubicBezTo>
                    <a:pt x="2893" y="394"/>
                    <a:pt x="1868" y="1029"/>
                    <a:pt x="1025" y="1861"/>
                  </a:cubicBezTo>
                  <a:cubicBezTo>
                    <a:pt x="627" y="2252"/>
                    <a:pt x="0" y="2900"/>
                    <a:pt x="474" y="3468"/>
                  </a:cubicBezTo>
                  <a:cubicBezTo>
                    <a:pt x="714" y="3758"/>
                    <a:pt x="1077" y="3845"/>
                    <a:pt x="1458" y="3845"/>
                  </a:cubicBezTo>
                  <a:cubicBezTo>
                    <a:pt x="1832" y="3845"/>
                    <a:pt x="2223" y="3762"/>
                    <a:pt x="2533" y="3705"/>
                  </a:cubicBezTo>
                  <a:cubicBezTo>
                    <a:pt x="3255" y="3572"/>
                    <a:pt x="3955" y="3356"/>
                    <a:pt x="4652" y="3123"/>
                  </a:cubicBezTo>
                  <a:cubicBezTo>
                    <a:pt x="4691" y="3029"/>
                    <a:pt x="4715" y="2973"/>
                    <a:pt x="4718" y="2966"/>
                  </a:cubicBezTo>
                  <a:lnTo>
                    <a:pt x="4718" y="2966"/>
                  </a:lnTo>
                  <a:cubicBezTo>
                    <a:pt x="4217" y="3137"/>
                    <a:pt x="3715" y="3297"/>
                    <a:pt x="3202" y="3429"/>
                  </a:cubicBezTo>
                  <a:cubicBezTo>
                    <a:pt x="2809" y="3527"/>
                    <a:pt x="2408" y="3611"/>
                    <a:pt x="2004" y="3659"/>
                  </a:cubicBezTo>
                  <a:cubicBezTo>
                    <a:pt x="1818" y="3683"/>
                    <a:pt x="1621" y="3708"/>
                    <a:pt x="1426" y="3708"/>
                  </a:cubicBezTo>
                  <a:cubicBezTo>
                    <a:pt x="1242" y="3708"/>
                    <a:pt x="1060" y="3685"/>
                    <a:pt x="892" y="3617"/>
                  </a:cubicBezTo>
                  <a:cubicBezTo>
                    <a:pt x="478" y="3447"/>
                    <a:pt x="331" y="3043"/>
                    <a:pt x="534" y="2646"/>
                  </a:cubicBezTo>
                  <a:cubicBezTo>
                    <a:pt x="687" y="2350"/>
                    <a:pt x="952" y="2105"/>
                    <a:pt x="1188" y="1879"/>
                  </a:cubicBezTo>
                  <a:cubicBezTo>
                    <a:pt x="1669" y="1415"/>
                    <a:pt x="2210" y="1018"/>
                    <a:pt x="2788" y="690"/>
                  </a:cubicBezTo>
                  <a:cubicBezTo>
                    <a:pt x="3195" y="460"/>
                    <a:pt x="3624" y="266"/>
                    <a:pt x="4064" y="113"/>
                  </a:cubicBezTo>
                  <a:cubicBezTo>
                    <a:pt x="4046" y="77"/>
                    <a:pt x="4025" y="39"/>
                    <a:pt x="4007" y="1"/>
                  </a:cubicBezTo>
                  <a:close/>
                </a:path>
              </a:pathLst>
            </a:custGeom>
            <a:solidFill>
              <a:schemeClr val="lt1"/>
            </a:solidFill>
            <a:ln>
              <a:noFill/>
            </a:ln>
          </p:spPr>
          <p:txBody>
            <a:bodyPr anchorCtr="0" anchor="ctr" bIns="130925" lIns="130925" spcFirstLastPara="1" rIns="130925" wrap="square" tIns="130925">
              <a:noAutofit/>
            </a:bodyPr>
            <a:lstStyle/>
            <a:p>
              <a:pPr indent="0" lvl="0" marL="0" rtl="0" algn="l">
                <a:spcBef>
                  <a:spcPts val="0"/>
                </a:spcBef>
                <a:spcAft>
                  <a:spcPts val="0"/>
                </a:spcAft>
                <a:buNone/>
              </a:pPr>
              <a:r>
                <a:t/>
              </a:r>
              <a:endParaRPr/>
            </a:p>
          </p:txBody>
        </p:sp>
        <p:sp>
          <p:nvSpPr>
            <p:cNvPr id="1264" name="Google Shape;1264;p39"/>
            <p:cNvSpPr/>
            <p:nvPr/>
          </p:nvSpPr>
          <p:spPr>
            <a:xfrm rot="-5400000">
              <a:off x="8437516" y="2265770"/>
              <a:ext cx="221739" cy="131664"/>
            </a:xfrm>
            <a:custGeom>
              <a:rect b="b" l="l" r="r" t="t"/>
              <a:pathLst>
                <a:path extrusionOk="0" h="2748" w="4628">
                  <a:moveTo>
                    <a:pt x="833" y="1"/>
                  </a:moveTo>
                  <a:cubicBezTo>
                    <a:pt x="0" y="1524"/>
                    <a:pt x="1356" y="2747"/>
                    <a:pt x="1356" y="2747"/>
                  </a:cubicBezTo>
                  <a:lnTo>
                    <a:pt x="4627" y="1715"/>
                  </a:lnTo>
                  <a:lnTo>
                    <a:pt x="3223" y="18"/>
                  </a:lnTo>
                  <a:lnTo>
                    <a:pt x="2583" y="12"/>
                  </a:lnTo>
                  <a:lnTo>
                    <a:pt x="1669" y="8"/>
                  </a:lnTo>
                  <a:lnTo>
                    <a:pt x="833" y="1"/>
                  </a:lnTo>
                  <a:close/>
                </a:path>
              </a:pathLst>
            </a:custGeom>
            <a:solidFill>
              <a:srgbClr val="C45C59"/>
            </a:solidFill>
            <a:ln>
              <a:noFill/>
            </a:ln>
          </p:spPr>
          <p:txBody>
            <a:bodyPr anchorCtr="0" anchor="ctr" bIns="130925" lIns="130925" spcFirstLastPara="1" rIns="130925" wrap="square" tIns="130925">
              <a:noAutofit/>
            </a:bodyPr>
            <a:lstStyle/>
            <a:p>
              <a:pPr indent="0" lvl="0" marL="0" rtl="0" algn="l">
                <a:spcBef>
                  <a:spcPts val="0"/>
                </a:spcBef>
                <a:spcAft>
                  <a:spcPts val="0"/>
                </a:spcAft>
                <a:buNone/>
              </a:pPr>
              <a:r>
                <a:t/>
              </a:r>
              <a:endParaRPr/>
            </a:p>
          </p:txBody>
        </p:sp>
        <p:sp>
          <p:nvSpPr>
            <p:cNvPr id="1265" name="Google Shape;1265;p39"/>
            <p:cNvSpPr/>
            <p:nvPr/>
          </p:nvSpPr>
          <p:spPr>
            <a:xfrm rot="-5400000">
              <a:off x="8461616" y="2293750"/>
              <a:ext cx="112738" cy="70863"/>
            </a:xfrm>
            <a:custGeom>
              <a:rect b="b" l="l" r="r" t="t"/>
              <a:pathLst>
                <a:path extrusionOk="0" h="1479" w="2353">
                  <a:moveTo>
                    <a:pt x="1" y="1"/>
                  </a:moveTo>
                  <a:cubicBezTo>
                    <a:pt x="11" y="263"/>
                    <a:pt x="687" y="942"/>
                    <a:pt x="2352" y="1478"/>
                  </a:cubicBezTo>
                  <a:lnTo>
                    <a:pt x="1395" y="12"/>
                  </a:lnTo>
                  <a:lnTo>
                    <a:pt x="1" y="1"/>
                  </a:lnTo>
                  <a:close/>
                </a:path>
              </a:pathLst>
            </a:custGeom>
            <a:solidFill>
              <a:srgbClr val="27293E"/>
            </a:solidFill>
            <a:ln>
              <a:noFill/>
            </a:ln>
          </p:spPr>
          <p:txBody>
            <a:bodyPr anchorCtr="0" anchor="ctr" bIns="130925" lIns="130925" spcFirstLastPara="1" rIns="130925" wrap="square" tIns="130925">
              <a:noAutofit/>
            </a:bodyPr>
            <a:lstStyle/>
            <a:p>
              <a:pPr indent="0" lvl="0" marL="0" rtl="0" algn="l">
                <a:spcBef>
                  <a:spcPts val="0"/>
                </a:spcBef>
                <a:spcAft>
                  <a:spcPts val="0"/>
                </a:spcAft>
                <a:buNone/>
              </a:pPr>
              <a:r>
                <a:t/>
              </a:r>
              <a:endParaRPr/>
            </a:p>
          </p:txBody>
        </p:sp>
        <p:sp>
          <p:nvSpPr>
            <p:cNvPr id="1266" name="Google Shape;1266;p39"/>
            <p:cNvSpPr/>
            <p:nvPr/>
          </p:nvSpPr>
          <p:spPr>
            <a:xfrm rot="-5400000">
              <a:off x="8347369" y="2092638"/>
              <a:ext cx="279665" cy="211677"/>
            </a:xfrm>
            <a:custGeom>
              <a:rect b="b" l="l" r="r" t="t"/>
              <a:pathLst>
                <a:path extrusionOk="0" h="4418" w="5837">
                  <a:moveTo>
                    <a:pt x="4051" y="0"/>
                  </a:moveTo>
                  <a:cubicBezTo>
                    <a:pt x="3632" y="0"/>
                    <a:pt x="3099" y="278"/>
                    <a:pt x="2207" y="353"/>
                  </a:cubicBezTo>
                  <a:cubicBezTo>
                    <a:pt x="422" y="500"/>
                    <a:pt x="0" y="1197"/>
                    <a:pt x="332" y="2476"/>
                  </a:cubicBezTo>
                  <a:cubicBezTo>
                    <a:pt x="422" y="2828"/>
                    <a:pt x="816" y="3476"/>
                    <a:pt x="1425" y="3789"/>
                  </a:cubicBezTo>
                  <a:cubicBezTo>
                    <a:pt x="2105" y="4141"/>
                    <a:pt x="2339" y="4280"/>
                    <a:pt x="2987" y="4350"/>
                  </a:cubicBezTo>
                  <a:cubicBezTo>
                    <a:pt x="3221" y="4375"/>
                    <a:pt x="3527" y="4418"/>
                    <a:pt x="3844" y="4418"/>
                  </a:cubicBezTo>
                  <a:cubicBezTo>
                    <a:pt x="4789" y="4418"/>
                    <a:pt x="5836" y="4037"/>
                    <a:pt x="5398" y="1681"/>
                  </a:cubicBezTo>
                  <a:cubicBezTo>
                    <a:pt x="5283" y="1051"/>
                    <a:pt x="4934" y="479"/>
                    <a:pt x="4412" y="102"/>
                  </a:cubicBezTo>
                  <a:cubicBezTo>
                    <a:pt x="4388" y="89"/>
                    <a:pt x="4367" y="71"/>
                    <a:pt x="4342" y="57"/>
                  </a:cubicBezTo>
                  <a:cubicBezTo>
                    <a:pt x="4250" y="17"/>
                    <a:pt x="4154" y="0"/>
                    <a:pt x="4051" y="0"/>
                  </a:cubicBezTo>
                  <a:close/>
                </a:path>
              </a:pathLst>
            </a:custGeom>
            <a:solidFill>
              <a:srgbClr val="C45C59"/>
            </a:solidFill>
            <a:ln>
              <a:noFill/>
            </a:ln>
          </p:spPr>
          <p:txBody>
            <a:bodyPr anchorCtr="0" anchor="ctr" bIns="130925" lIns="130925" spcFirstLastPara="1" rIns="130925" wrap="square" tIns="130925">
              <a:noAutofit/>
            </a:bodyPr>
            <a:lstStyle/>
            <a:p>
              <a:pPr indent="0" lvl="0" marL="0" rtl="0" algn="l">
                <a:spcBef>
                  <a:spcPts val="0"/>
                </a:spcBef>
                <a:spcAft>
                  <a:spcPts val="0"/>
                </a:spcAft>
                <a:buNone/>
              </a:pPr>
              <a:r>
                <a:t/>
              </a:r>
              <a:endParaRPr/>
            </a:p>
          </p:txBody>
        </p:sp>
        <p:sp>
          <p:nvSpPr>
            <p:cNvPr id="1267" name="Google Shape;1267;p39"/>
            <p:cNvSpPr/>
            <p:nvPr/>
          </p:nvSpPr>
          <p:spPr>
            <a:xfrm rot="-5400000">
              <a:off x="8460275" y="2275640"/>
              <a:ext cx="12218" cy="20650"/>
            </a:xfrm>
            <a:custGeom>
              <a:rect b="b" l="l" r="r" t="t"/>
              <a:pathLst>
                <a:path extrusionOk="0" h="431" w="255">
                  <a:moveTo>
                    <a:pt x="82" y="0"/>
                  </a:moveTo>
                  <a:cubicBezTo>
                    <a:pt x="56" y="0"/>
                    <a:pt x="30" y="16"/>
                    <a:pt x="25" y="49"/>
                  </a:cubicBezTo>
                  <a:cubicBezTo>
                    <a:pt x="1" y="185"/>
                    <a:pt x="21" y="328"/>
                    <a:pt x="137" y="418"/>
                  </a:cubicBezTo>
                  <a:cubicBezTo>
                    <a:pt x="148" y="427"/>
                    <a:pt x="159" y="430"/>
                    <a:pt x="170" y="430"/>
                  </a:cubicBezTo>
                  <a:cubicBezTo>
                    <a:pt x="218" y="430"/>
                    <a:pt x="255" y="361"/>
                    <a:pt x="206" y="324"/>
                  </a:cubicBezTo>
                  <a:cubicBezTo>
                    <a:pt x="123" y="258"/>
                    <a:pt x="123" y="157"/>
                    <a:pt x="140" y="63"/>
                  </a:cubicBezTo>
                  <a:cubicBezTo>
                    <a:pt x="146" y="23"/>
                    <a:pt x="114" y="0"/>
                    <a:pt x="82" y="0"/>
                  </a:cubicBezTo>
                  <a:close/>
                </a:path>
              </a:pathLst>
            </a:custGeom>
            <a:solidFill>
              <a:srgbClr val="853934"/>
            </a:solidFill>
            <a:ln>
              <a:noFill/>
            </a:ln>
          </p:spPr>
          <p:txBody>
            <a:bodyPr anchorCtr="0" anchor="ctr" bIns="130925" lIns="130925" spcFirstLastPara="1" rIns="130925" wrap="square" tIns="130925">
              <a:noAutofit/>
            </a:bodyPr>
            <a:lstStyle/>
            <a:p>
              <a:pPr indent="0" lvl="0" marL="0" rtl="0" algn="l">
                <a:spcBef>
                  <a:spcPts val="0"/>
                </a:spcBef>
                <a:spcAft>
                  <a:spcPts val="0"/>
                </a:spcAft>
                <a:buNone/>
              </a:pPr>
              <a:r>
                <a:t/>
              </a:r>
              <a:endParaRPr/>
            </a:p>
          </p:txBody>
        </p:sp>
        <p:sp>
          <p:nvSpPr>
            <p:cNvPr id="1268" name="Google Shape;1268;p39"/>
            <p:cNvSpPr/>
            <p:nvPr/>
          </p:nvSpPr>
          <p:spPr>
            <a:xfrm rot="-5400000">
              <a:off x="8402780" y="2160985"/>
              <a:ext cx="21992" cy="37324"/>
            </a:xfrm>
            <a:custGeom>
              <a:rect b="b" l="l" r="r" t="t"/>
              <a:pathLst>
                <a:path extrusionOk="0" h="779" w="459">
                  <a:moveTo>
                    <a:pt x="122" y="1"/>
                  </a:moveTo>
                  <a:cubicBezTo>
                    <a:pt x="48" y="1"/>
                    <a:pt x="1" y="123"/>
                    <a:pt x="79" y="178"/>
                  </a:cubicBezTo>
                  <a:cubicBezTo>
                    <a:pt x="225" y="286"/>
                    <a:pt x="243" y="484"/>
                    <a:pt x="128" y="621"/>
                  </a:cubicBezTo>
                  <a:cubicBezTo>
                    <a:pt x="67" y="690"/>
                    <a:pt x="129" y="779"/>
                    <a:pt x="198" y="779"/>
                  </a:cubicBezTo>
                  <a:cubicBezTo>
                    <a:pt x="219" y="779"/>
                    <a:pt x="241" y="770"/>
                    <a:pt x="260" y="749"/>
                  </a:cubicBezTo>
                  <a:cubicBezTo>
                    <a:pt x="458" y="516"/>
                    <a:pt x="413" y="195"/>
                    <a:pt x="170" y="18"/>
                  </a:cubicBezTo>
                  <a:cubicBezTo>
                    <a:pt x="153" y="6"/>
                    <a:pt x="137" y="1"/>
                    <a:pt x="122" y="1"/>
                  </a:cubicBezTo>
                  <a:close/>
                </a:path>
              </a:pathLst>
            </a:custGeom>
            <a:solidFill>
              <a:srgbClr val="27293E"/>
            </a:solidFill>
            <a:ln>
              <a:noFill/>
            </a:ln>
          </p:spPr>
          <p:txBody>
            <a:bodyPr anchorCtr="0" anchor="ctr" bIns="130925" lIns="130925" spcFirstLastPara="1" rIns="130925" wrap="square" tIns="130925">
              <a:noAutofit/>
            </a:bodyPr>
            <a:lstStyle/>
            <a:p>
              <a:pPr indent="0" lvl="0" marL="0" rtl="0" algn="l">
                <a:spcBef>
                  <a:spcPts val="0"/>
                </a:spcBef>
                <a:spcAft>
                  <a:spcPts val="0"/>
                </a:spcAft>
                <a:buNone/>
              </a:pPr>
              <a:r>
                <a:t/>
              </a:r>
              <a:endParaRPr/>
            </a:p>
          </p:txBody>
        </p:sp>
        <p:sp>
          <p:nvSpPr>
            <p:cNvPr id="1269" name="Google Shape;1269;p39"/>
            <p:cNvSpPr/>
            <p:nvPr/>
          </p:nvSpPr>
          <p:spPr>
            <a:xfrm rot="-5400000">
              <a:off x="8468875" y="2153103"/>
              <a:ext cx="20075" cy="37468"/>
            </a:xfrm>
            <a:custGeom>
              <a:rect b="b" l="l" r="r" t="t"/>
              <a:pathLst>
                <a:path extrusionOk="0" h="782" w="419">
                  <a:moveTo>
                    <a:pt x="132" y="0"/>
                  </a:moveTo>
                  <a:cubicBezTo>
                    <a:pt x="60" y="0"/>
                    <a:pt x="1" y="107"/>
                    <a:pt x="74" y="168"/>
                  </a:cubicBezTo>
                  <a:cubicBezTo>
                    <a:pt x="209" y="284"/>
                    <a:pt x="220" y="485"/>
                    <a:pt x="91" y="611"/>
                  </a:cubicBezTo>
                  <a:cubicBezTo>
                    <a:pt x="22" y="674"/>
                    <a:pt x="78" y="782"/>
                    <a:pt x="147" y="782"/>
                  </a:cubicBezTo>
                  <a:cubicBezTo>
                    <a:pt x="166" y="782"/>
                    <a:pt x="185" y="774"/>
                    <a:pt x="203" y="757"/>
                  </a:cubicBezTo>
                  <a:cubicBezTo>
                    <a:pt x="418" y="548"/>
                    <a:pt x="418" y="221"/>
                    <a:pt x="185" y="22"/>
                  </a:cubicBezTo>
                  <a:cubicBezTo>
                    <a:pt x="168" y="7"/>
                    <a:pt x="150" y="0"/>
                    <a:pt x="132" y="0"/>
                  </a:cubicBezTo>
                  <a:close/>
                </a:path>
              </a:pathLst>
            </a:custGeom>
            <a:solidFill>
              <a:srgbClr val="27293E"/>
            </a:solidFill>
            <a:ln>
              <a:noFill/>
            </a:ln>
          </p:spPr>
          <p:txBody>
            <a:bodyPr anchorCtr="0" anchor="ctr" bIns="130925" lIns="130925" spcFirstLastPara="1" rIns="130925" wrap="square" tIns="130925">
              <a:noAutofit/>
            </a:bodyPr>
            <a:lstStyle/>
            <a:p>
              <a:pPr indent="0" lvl="0" marL="0" rtl="0" algn="l">
                <a:spcBef>
                  <a:spcPts val="0"/>
                </a:spcBef>
                <a:spcAft>
                  <a:spcPts val="0"/>
                </a:spcAft>
                <a:buNone/>
              </a:pPr>
              <a:r>
                <a:t/>
              </a:r>
              <a:endParaRPr/>
            </a:p>
          </p:txBody>
        </p:sp>
        <p:sp>
          <p:nvSpPr>
            <p:cNvPr id="1270" name="Google Shape;1270;p39"/>
            <p:cNvSpPr/>
            <p:nvPr/>
          </p:nvSpPr>
          <p:spPr>
            <a:xfrm rot="-5400000">
              <a:off x="8416195" y="2011402"/>
              <a:ext cx="143594" cy="236352"/>
            </a:xfrm>
            <a:custGeom>
              <a:rect b="b" l="l" r="r" t="t"/>
              <a:pathLst>
                <a:path extrusionOk="0" h="4933" w="2997">
                  <a:moveTo>
                    <a:pt x="1543" y="0"/>
                  </a:moveTo>
                  <a:cubicBezTo>
                    <a:pt x="1293" y="0"/>
                    <a:pt x="999" y="73"/>
                    <a:pt x="651" y="239"/>
                  </a:cubicBezTo>
                  <a:cubicBezTo>
                    <a:pt x="651" y="239"/>
                    <a:pt x="735" y="1880"/>
                    <a:pt x="1063" y="2350"/>
                  </a:cubicBezTo>
                  <a:cubicBezTo>
                    <a:pt x="1063" y="2350"/>
                    <a:pt x="1523" y="1839"/>
                    <a:pt x="1850" y="1776"/>
                  </a:cubicBezTo>
                  <a:lnTo>
                    <a:pt x="1850" y="1776"/>
                  </a:lnTo>
                  <a:lnTo>
                    <a:pt x="1167" y="2678"/>
                  </a:lnTo>
                  <a:cubicBezTo>
                    <a:pt x="1118" y="2891"/>
                    <a:pt x="1167" y="3162"/>
                    <a:pt x="1205" y="3326"/>
                  </a:cubicBezTo>
                  <a:cubicBezTo>
                    <a:pt x="1173" y="3326"/>
                    <a:pt x="1138" y="3325"/>
                    <a:pt x="1102" y="3325"/>
                  </a:cubicBezTo>
                  <a:cubicBezTo>
                    <a:pt x="661" y="3325"/>
                    <a:pt x="1" y="3400"/>
                    <a:pt x="52" y="3877"/>
                  </a:cubicBezTo>
                  <a:cubicBezTo>
                    <a:pt x="120" y="4510"/>
                    <a:pt x="577" y="4933"/>
                    <a:pt x="1181" y="4933"/>
                  </a:cubicBezTo>
                  <a:cubicBezTo>
                    <a:pt x="1258" y="4933"/>
                    <a:pt x="1337" y="4926"/>
                    <a:pt x="1418" y="4912"/>
                  </a:cubicBezTo>
                  <a:cubicBezTo>
                    <a:pt x="2136" y="4786"/>
                    <a:pt x="2996" y="4699"/>
                    <a:pt x="2969" y="3347"/>
                  </a:cubicBezTo>
                  <a:cubicBezTo>
                    <a:pt x="2945" y="2203"/>
                    <a:pt x="2916" y="0"/>
                    <a:pt x="1543" y="0"/>
                  </a:cubicBezTo>
                  <a:close/>
                </a:path>
              </a:pathLst>
            </a:custGeom>
            <a:solidFill>
              <a:schemeClr val="dk1"/>
            </a:solidFill>
            <a:ln>
              <a:noFill/>
            </a:ln>
          </p:spPr>
          <p:txBody>
            <a:bodyPr anchorCtr="0" anchor="ctr" bIns="130925" lIns="130925" spcFirstLastPara="1" rIns="130925" wrap="square" tIns="130925">
              <a:noAutofit/>
            </a:bodyPr>
            <a:lstStyle/>
            <a:p>
              <a:pPr indent="0" lvl="0" marL="0" rtl="0" algn="l">
                <a:spcBef>
                  <a:spcPts val="0"/>
                </a:spcBef>
                <a:spcAft>
                  <a:spcPts val="0"/>
                </a:spcAft>
                <a:buNone/>
              </a:pPr>
              <a:r>
                <a:t/>
              </a:r>
              <a:endParaRPr/>
            </a:p>
          </p:txBody>
        </p:sp>
        <p:sp>
          <p:nvSpPr>
            <p:cNvPr id="1271" name="Google Shape;1271;p39"/>
            <p:cNvSpPr/>
            <p:nvPr/>
          </p:nvSpPr>
          <p:spPr>
            <a:xfrm rot="-5400000">
              <a:off x="8488663" y="2203220"/>
              <a:ext cx="18925" cy="31526"/>
            </a:xfrm>
            <a:custGeom>
              <a:rect b="b" l="l" r="r" t="t"/>
              <a:pathLst>
                <a:path extrusionOk="0" h="658" w="395">
                  <a:moveTo>
                    <a:pt x="160" y="1"/>
                  </a:moveTo>
                  <a:cubicBezTo>
                    <a:pt x="155" y="1"/>
                    <a:pt x="151" y="1"/>
                    <a:pt x="147" y="1"/>
                  </a:cubicBezTo>
                  <a:cubicBezTo>
                    <a:pt x="52" y="16"/>
                    <a:pt x="1" y="176"/>
                    <a:pt x="25" y="353"/>
                  </a:cubicBezTo>
                  <a:cubicBezTo>
                    <a:pt x="51" y="527"/>
                    <a:pt x="141" y="658"/>
                    <a:pt x="231" y="658"/>
                  </a:cubicBezTo>
                  <a:cubicBezTo>
                    <a:pt x="235" y="658"/>
                    <a:pt x="240" y="658"/>
                    <a:pt x="244" y="657"/>
                  </a:cubicBezTo>
                  <a:cubicBezTo>
                    <a:pt x="338" y="643"/>
                    <a:pt x="394" y="486"/>
                    <a:pt x="366" y="305"/>
                  </a:cubicBezTo>
                  <a:cubicBezTo>
                    <a:pt x="340" y="132"/>
                    <a:pt x="249" y="1"/>
                    <a:pt x="160" y="1"/>
                  </a:cubicBezTo>
                  <a:close/>
                </a:path>
              </a:pathLst>
            </a:custGeom>
            <a:solidFill>
              <a:srgbClr val="853934"/>
            </a:solidFill>
            <a:ln>
              <a:noFill/>
            </a:ln>
          </p:spPr>
          <p:txBody>
            <a:bodyPr anchorCtr="0" anchor="ctr" bIns="130925" lIns="130925" spcFirstLastPara="1" rIns="130925" wrap="square" tIns="130925">
              <a:noAutofit/>
            </a:bodyPr>
            <a:lstStyle/>
            <a:p>
              <a:pPr indent="0" lvl="0" marL="0" rtl="0" algn="l">
                <a:spcBef>
                  <a:spcPts val="0"/>
                </a:spcBef>
                <a:spcAft>
                  <a:spcPts val="0"/>
                </a:spcAft>
                <a:buNone/>
              </a:pPr>
              <a:r>
                <a:t/>
              </a:r>
              <a:endParaRPr/>
            </a:p>
          </p:txBody>
        </p:sp>
        <p:sp>
          <p:nvSpPr>
            <p:cNvPr id="1272" name="Google Shape;1272;p39"/>
            <p:cNvSpPr/>
            <p:nvPr/>
          </p:nvSpPr>
          <p:spPr>
            <a:xfrm rot="-5400000">
              <a:off x="8402372" y="2223103"/>
              <a:ext cx="18255" cy="26831"/>
            </a:xfrm>
            <a:custGeom>
              <a:rect b="b" l="l" r="r" t="t"/>
              <a:pathLst>
                <a:path extrusionOk="0" h="560" w="381">
                  <a:moveTo>
                    <a:pt x="283" y="1"/>
                  </a:moveTo>
                  <a:cubicBezTo>
                    <a:pt x="283" y="4"/>
                    <a:pt x="276" y="4"/>
                    <a:pt x="273" y="4"/>
                  </a:cubicBezTo>
                  <a:cubicBezTo>
                    <a:pt x="189" y="12"/>
                    <a:pt x="105" y="18"/>
                    <a:pt x="25" y="29"/>
                  </a:cubicBezTo>
                  <a:cubicBezTo>
                    <a:pt x="7" y="91"/>
                    <a:pt x="1" y="172"/>
                    <a:pt x="14" y="255"/>
                  </a:cubicBezTo>
                  <a:cubicBezTo>
                    <a:pt x="37" y="428"/>
                    <a:pt x="127" y="560"/>
                    <a:pt x="218" y="560"/>
                  </a:cubicBezTo>
                  <a:cubicBezTo>
                    <a:pt x="222" y="560"/>
                    <a:pt x="226" y="559"/>
                    <a:pt x="231" y="559"/>
                  </a:cubicBezTo>
                  <a:cubicBezTo>
                    <a:pt x="324" y="544"/>
                    <a:pt x="380" y="388"/>
                    <a:pt x="352" y="207"/>
                  </a:cubicBezTo>
                  <a:cubicBezTo>
                    <a:pt x="342" y="126"/>
                    <a:pt x="318" y="57"/>
                    <a:pt x="283" y="1"/>
                  </a:cubicBezTo>
                  <a:close/>
                </a:path>
              </a:pathLst>
            </a:custGeom>
            <a:solidFill>
              <a:srgbClr val="853934"/>
            </a:solidFill>
            <a:ln>
              <a:noFill/>
            </a:ln>
          </p:spPr>
          <p:txBody>
            <a:bodyPr anchorCtr="0" anchor="ctr" bIns="130925" lIns="130925" spcFirstLastPara="1" rIns="130925" wrap="square" tIns="130925">
              <a:noAutofit/>
            </a:bodyPr>
            <a:lstStyle/>
            <a:p>
              <a:pPr indent="0" lvl="0" marL="0" rtl="0" algn="l">
                <a:spcBef>
                  <a:spcPts val="0"/>
                </a:spcBef>
                <a:spcAft>
                  <a:spcPts val="0"/>
                </a:spcAft>
                <a:buNone/>
              </a:pPr>
              <a:r>
                <a:t/>
              </a:r>
              <a:endParaRPr/>
            </a:p>
          </p:txBody>
        </p:sp>
        <p:sp>
          <p:nvSpPr>
            <p:cNvPr id="1273" name="Google Shape;1273;p39"/>
            <p:cNvSpPr/>
            <p:nvPr/>
          </p:nvSpPr>
          <p:spPr>
            <a:xfrm rot="-5400000">
              <a:off x="8467845" y="2190164"/>
              <a:ext cx="16386" cy="11786"/>
            </a:xfrm>
            <a:custGeom>
              <a:rect b="b" l="l" r="r" t="t"/>
              <a:pathLst>
                <a:path extrusionOk="0" h="246" w="342">
                  <a:moveTo>
                    <a:pt x="179" y="1"/>
                  </a:moveTo>
                  <a:cubicBezTo>
                    <a:pt x="171" y="1"/>
                    <a:pt x="162" y="1"/>
                    <a:pt x="154" y="2"/>
                  </a:cubicBezTo>
                  <a:cubicBezTo>
                    <a:pt x="63" y="16"/>
                    <a:pt x="1" y="82"/>
                    <a:pt x="11" y="149"/>
                  </a:cubicBezTo>
                  <a:cubicBezTo>
                    <a:pt x="20" y="206"/>
                    <a:pt x="80" y="246"/>
                    <a:pt x="155" y="246"/>
                  </a:cubicBezTo>
                  <a:cubicBezTo>
                    <a:pt x="166" y="246"/>
                    <a:pt x="177" y="245"/>
                    <a:pt x="189" y="243"/>
                  </a:cubicBezTo>
                  <a:cubicBezTo>
                    <a:pt x="276" y="232"/>
                    <a:pt x="342" y="166"/>
                    <a:pt x="332" y="100"/>
                  </a:cubicBezTo>
                  <a:cubicBezTo>
                    <a:pt x="322" y="41"/>
                    <a:pt x="256" y="1"/>
                    <a:pt x="179" y="1"/>
                  </a:cubicBezTo>
                  <a:close/>
                </a:path>
              </a:pathLst>
            </a:custGeom>
            <a:solidFill>
              <a:srgbClr val="27293E"/>
            </a:solidFill>
            <a:ln>
              <a:noFill/>
            </a:ln>
          </p:spPr>
          <p:txBody>
            <a:bodyPr anchorCtr="0" anchor="ctr" bIns="130925" lIns="130925" spcFirstLastPara="1" rIns="130925" wrap="square" tIns="130925">
              <a:noAutofit/>
            </a:bodyPr>
            <a:lstStyle/>
            <a:p>
              <a:pPr indent="0" lvl="0" marL="0" rtl="0" algn="l">
                <a:spcBef>
                  <a:spcPts val="0"/>
                </a:spcBef>
                <a:spcAft>
                  <a:spcPts val="0"/>
                </a:spcAft>
                <a:buNone/>
              </a:pPr>
              <a:r>
                <a:t/>
              </a:r>
              <a:endParaRPr/>
            </a:p>
          </p:txBody>
        </p:sp>
        <p:sp>
          <p:nvSpPr>
            <p:cNvPr id="1274" name="Google Shape;1274;p39"/>
            <p:cNvSpPr/>
            <p:nvPr/>
          </p:nvSpPr>
          <p:spPr>
            <a:xfrm rot="-5400000">
              <a:off x="8416555" y="2200153"/>
              <a:ext cx="16386" cy="11834"/>
            </a:xfrm>
            <a:custGeom>
              <a:rect b="b" l="l" r="r" t="t"/>
              <a:pathLst>
                <a:path extrusionOk="0" h="247" w="342">
                  <a:moveTo>
                    <a:pt x="187" y="1"/>
                  </a:moveTo>
                  <a:cubicBezTo>
                    <a:pt x="176" y="1"/>
                    <a:pt x="165" y="2"/>
                    <a:pt x="154" y="4"/>
                  </a:cubicBezTo>
                  <a:cubicBezTo>
                    <a:pt x="67" y="18"/>
                    <a:pt x="1" y="81"/>
                    <a:pt x="11" y="147"/>
                  </a:cubicBezTo>
                  <a:cubicBezTo>
                    <a:pt x="20" y="204"/>
                    <a:pt x="83" y="246"/>
                    <a:pt x="157" y="246"/>
                  </a:cubicBezTo>
                  <a:cubicBezTo>
                    <a:pt x="167" y="246"/>
                    <a:pt x="178" y="245"/>
                    <a:pt x="189" y="244"/>
                  </a:cubicBezTo>
                  <a:cubicBezTo>
                    <a:pt x="279" y="230"/>
                    <a:pt x="342" y="168"/>
                    <a:pt x="332" y="101"/>
                  </a:cubicBezTo>
                  <a:cubicBezTo>
                    <a:pt x="322" y="43"/>
                    <a:pt x="263" y="1"/>
                    <a:pt x="187" y="1"/>
                  </a:cubicBezTo>
                  <a:close/>
                </a:path>
              </a:pathLst>
            </a:custGeom>
            <a:solidFill>
              <a:srgbClr val="27293E"/>
            </a:solidFill>
            <a:ln>
              <a:noFill/>
            </a:ln>
          </p:spPr>
          <p:txBody>
            <a:bodyPr anchorCtr="0" anchor="ctr" bIns="130925" lIns="130925" spcFirstLastPara="1" rIns="130925" wrap="square" tIns="130925">
              <a:noAutofit/>
            </a:bodyPr>
            <a:lstStyle/>
            <a:p>
              <a:pPr indent="0" lvl="0" marL="0" rtl="0" algn="l">
                <a:spcBef>
                  <a:spcPts val="0"/>
                </a:spcBef>
                <a:spcAft>
                  <a:spcPts val="0"/>
                </a:spcAft>
                <a:buNone/>
              </a:pPr>
              <a:r>
                <a:t/>
              </a:r>
              <a:endParaRPr/>
            </a:p>
          </p:txBody>
        </p:sp>
        <p:sp>
          <p:nvSpPr>
            <p:cNvPr id="1275" name="Google Shape;1275;p39"/>
            <p:cNvSpPr/>
            <p:nvPr/>
          </p:nvSpPr>
          <p:spPr>
            <a:xfrm rot="-5400000">
              <a:off x="8520213" y="2168843"/>
              <a:ext cx="84997" cy="65257"/>
            </a:xfrm>
            <a:custGeom>
              <a:rect b="b" l="l" r="r" t="t"/>
              <a:pathLst>
                <a:path extrusionOk="0" h="1362" w="1774">
                  <a:moveTo>
                    <a:pt x="680" y="1"/>
                  </a:moveTo>
                  <a:cubicBezTo>
                    <a:pt x="562" y="1"/>
                    <a:pt x="445" y="27"/>
                    <a:pt x="338" y="83"/>
                  </a:cubicBezTo>
                  <a:cubicBezTo>
                    <a:pt x="161" y="173"/>
                    <a:pt x="3" y="337"/>
                    <a:pt x="0" y="623"/>
                  </a:cubicBezTo>
                  <a:cubicBezTo>
                    <a:pt x="0" y="1171"/>
                    <a:pt x="529" y="1362"/>
                    <a:pt x="932" y="1362"/>
                  </a:cubicBezTo>
                  <a:cubicBezTo>
                    <a:pt x="947" y="1362"/>
                    <a:pt x="962" y="1362"/>
                    <a:pt x="976" y="1361"/>
                  </a:cubicBezTo>
                  <a:cubicBezTo>
                    <a:pt x="1387" y="1344"/>
                    <a:pt x="1774" y="1232"/>
                    <a:pt x="1770" y="776"/>
                  </a:cubicBezTo>
                  <a:cubicBezTo>
                    <a:pt x="1767" y="469"/>
                    <a:pt x="1317" y="211"/>
                    <a:pt x="1032" y="79"/>
                  </a:cubicBezTo>
                  <a:cubicBezTo>
                    <a:pt x="921" y="28"/>
                    <a:pt x="800" y="1"/>
                    <a:pt x="680" y="1"/>
                  </a:cubicBezTo>
                  <a:close/>
                </a:path>
              </a:pathLst>
            </a:custGeom>
            <a:solidFill>
              <a:srgbClr val="C45C59"/>
            </a:solidFill>
            <a:ln>
              <a:noFill/>
            </a:ln>
          </p:spPr>
          <p:txBody>
            <a:bodyPr anchorCtr="0" anchor="ctr" bIns="130925" lIns="130925" spcFirstLastPara="1" rIns="130925" wrap="square" tIns="130925">
              <a:noAutofit/>
            </a:bodyPr>
            <a:lstStyle/>
            <a:p>
              <a:pPr indent="0" lvl="0" marL="0" rtl="0" algn="l">
                <a:spcBef>
                  <a:spcPts val="0"/>
                </a:spcBef>
                <a:spcAft>
                  <a:spcPts val="0"/>
                </a:spcAft>
                <a:buNone/>
              </a:pPr>
              <a:r>
                <a:t/>
              </a:r>
              <a:endParaRPr/>
            </a:p>
          </p:txBody>
        </p:sp>
        <p:sp>
          <p:nvSpPr>
            <p:cNvPr id="1276" name="Google Shape;1276;p39"/>
            <p:cNvSpPr/>
            <p:nvPr/>
          </p:nvSpPr>
          <p:spPr>
            <a:xfrm rot="-5400000">
              <a:off x="8569371" y="2219055"/>
              <a:ext cx="14422" cy="14422"/>
            </a:xfrm>
            <a:custGeom>
              <a:rect b="b" l="l" r="r" t="t"/>
              <a:pathLst>
                <a:path extrusionOk="0" h="301" w="301">
                  <a:moveTo>
                    <a:pt x="151" y="1"/>
                  </a:moveTo>
                  <a:cubicBezTo>
                    <a:pt x="67" y="1"/>
                    <a:pt x="1" y="67"/>
                    <a:pt x="1" y="151"/>
                  </a:cubicBezTo>
                  <a:cubicBezTo>
                    <a:pt x="1" y="234"/>
                    <a:pt x="67" y="300"/>
                    <a:pt x="151" y="300"/>
                  </a:cubicBezTo>
                  <a:cubicBezTo>
                    <a:pt x="234" y="300"/>
                    <a:pt x="300" y="234"/>
                    <a:pt x="300" y="151"/>
                  </a:cubicBezTo>
                  <a:cubicBezTo>
                    <a:pt x="300" y="67"/>
                    <a:pt x="234" y="1"/>
                    <a:pt x="151" y="1"/>
                  </a:cubicBezTo>
                  <a:close/>
                </a:path>
              </a:pathLst>
            </a:custGeom>
            <a:solidFill>
              <a:schemeClr val="lt2"/>
            </a:solidFill>
            <a:ln>
              <a:noFill/>
            </a:ln>
          </p:spPr>
          <p:txBody>
            <a:bodyPr anchorCtr="0" anchor="ctr" bIns="130925" lIns="130925" spcFirstLastPara="1" rIns="130925" wrap="square" tIns="130925">
              <a:noAutofit/>
            </a:bodyPr>
            <a:lstStyle/>
            <a:p>
              <a:pPr indent="0" lvl="0" marL="0" rtl="0" algn="l">
                <a:spcBef>
                  <a:spcPts val="0"/>
                </a:spcBef>
                <a:spcAft>
                  <a:spcPts val="0"/>
                </a:spcAft>
                <a:buNone/>
              </a:pPr>
              <a:r>
                <a:t/>
              </a:r>
              <a:endParaRPr/>
            </a:p>
          </p:txBody>
        </p:sp>
        <p:sp>
          <p:nvSpPr>
            <p:cNvPr id="1277" name="Google Shape;1277;p39"/>
            <p:cNvSpPr/>
            <p:nvPr/>
          </p:nvSpPr>
          <p:spPr>
            <a:xfrm rot="-5400000">
              <a:off x="8540480" y="2186235"/>
              <a:ext cx="50979" cy="24819"/>
            </a:xfrm>
            <a:custGeom>
              <a:rect b="b" l="l" r="r" t="t"/>
              <a:pathLst>
                <a:path extrusionOk="0" h="518" w="1064">
                  <a:moveTo>
                    <a:pt x="458" y="1"/>
                  </a:moveTo>
                  <a:cubicBezTo>
                    <a:pt x="323" y="1"/>
                    <a:pt x="186" y="31"/>
                    <a:pt x="57" y="70"/>
                  </a:cubicBezTo>
                  <a:cubicBezTo>
                    <a:pt x="0" y="89"/>
                    <a:pt x="20" y="170"/>
                    <a:pt x="71" y="170"/>
                  </a:cubicBezTo>
                  <a:cubicBezTo>
                    <a:pt x="76" y="170"/>
                    <a:pt x="82" y="169"/>
                    <a:pt x="88" y="167"/>
                  </a:cubicBezTo>
                  <a:cubicBezTo>
                    <a:pt x="207" y="131"/>
                    <a:pt x="329" y="99"/>
                    <a:pt x="454" y="99"/>
                  </a:cubicBezTo>
                  <a:cubicBezTo>
                    <a:pt x="498" y="99"/>
                    <a:pt x="542" y="103"/>
                    <a:pt x="586" y="112"/>
                  </a:cubicBezTo>
                  <a:cubicBezTo>
                    <a:pt x="736" y="143"/>
                    <a:pt x="966" y="265"/>
                    <a:pt x="938" y="456"/>
                  </a:cubicBezTo>
                  <a:cubicBezTo>
                    <a:pt x="934" y="494"/>
                    <a:pt x="967" y="517"/>
                    <a:pt x="996" y="517"/>
                  </a:cubicBezTo>
                  <a:cubicBezTo>
                    <a:pt x="1015" y="517"/>
                    <a:pt x="1033" y="506"/>
                    <a:pt x="1036" y="481"/>
                  </a:cubicBezTo>
                  <a:cubicBezTo>
                    <a:pt x="1064" y="296"/>
                    <a:pt x="935" y="149"/>
                    <a:pt x="774" y="70"/>
                  </a:cubicBezTo>
                  <a:cubicBezTo>
                    <a:pt x="674" y="20"/>
                    <a:pt x="567" y="1"/>
                    <a:pt x="458" y="1"/>
                  </a:cubicBezTo>
                  <a:close/>
                </a:path>
              </a:pathLst>
            </a:custGeom>
            <a:solidFill>
              <a:srgbClr val="27293E"/>
            </a:solidFill>
            <a:ln>
              <a:noFill/>
            </a:ln>
          </p:spPr>
          <p:txBody>
            <a:bodyPr anchorCtr="0" anchor="ctr" bIns="130925" lIns="130925" spcFirstLastPara="1" rIns="130925" wrap="square" tIns="130925">
              <a:noAutofit/>
            </a:bodyPr>
            <a:lstStyle/>
            <a:p>
              <a:pPr indent="0" lvl="0" marL="0" rtl="0" algn="l">
                <a:spcBef>
                  <a:spcPts val="0"/>
                </a:spcBef>
                <a:spcAft>
                  <a:spcPts val="0"/>
                </a:spcAft>
                <a:buNone/>
              </a:pPr>
              <a:r>
                <a:t/>
              </a:r>
              <a:endParaRPr/>
            </a:p>
          </p:txBody>
        </p:sp>
        <p:sp>
          <p:nvSpPr>
            <p:cNvPr id="1278" name="Google Shape;1278;p39"/>
            <p:cNvSpPr/>
            <p:nvPr/>
          </p:nvSpPr>
          <p:spPr>
            <a:xfrm rot="-5400000">
              <a:off x="8442188" y="2172747"/>
              <a:ext cx="73498" cy="63292"/>
            </a:xfrm>
            <a:custGeom>
              <a:rect b="b" l="l" r="r" t="t"/>
              <a:pathLst>
                <a:path extrusionOk="0" h="1321" w="1534">
                  <a:moveTo>
                    <a:pt x="766" y="113"/>
                  </a:moveTo>
                  <a:cubicBezTo>
                    <a:pt x="925" y="113"/>
                    <a:pt x="1078" y="162"/>
                    <a:pt x="1195" y="256"/>
                  </a:cubicBezTo>
                  <a:cubicBezTo>
                    <a:pt x="1321" y="350"/>
                    <a:pt x="1394" y="483"/>
                    <a:pt x="1401" y="629"/>
                  </a:cubicBezTo>
                  <a:cubicBezTo>
                    <a:pt x="1415" y="929"/>
                    <a:pt x="1140" y="1187"/>
                    <a:pt x="785" y="1204"/>
                  </a:cubicBezTo>
                  <a:cubicBezTo>
                    <a:pt x="771" y="1205"/>
                    <a:pt x="756" y="1205"/>
                    <a:pt x="742" y="1205"/>
                  </a:cubicBezTo>
                  <a:cubicBezTo>
                    <a:pt x="583" y="1205"/>
                    <a:pt x="436" y="1154"/>
                    <a:pt x="321" y="1065"/>
                  </a:cubicBezTo>
                  <a:cubicBezTo>
                    <a:pt x="195" y="967"/>
                    <a:pt x="123" y="835"/>
                    <a:pt x="116" y="692"/>
                  </a:cubicBezTo>
                  <a:cubicBezTo>
                    <a:pt x="108" y="549"/>
                    <a:pt x="168" y="410"/>
                    <a:pt x="283" y="298"/>
                  </a:cubicBezTo>
                  <a:cubicBezTo>
                    <a:pt x="398" y="190"/>
                    <a:pt x="558" y="124"/>
                    <a:pt x="732" y="114"/>
                  </a:cubicBezTo>
                  <a:cubicBezTo>
                    <a:pt x="743" y="113"/>
                    <a:pt x="755" y="113"/>
                    <a:pt x="766" y="113"/>
                  </a:cubicBezTo>
                  <a:close/>
                  <a:moveTo>
                    <a:pt x="769" y="1"/>
                  </a:moveTo>
                  <a:cubicBezTo>
                    <a:pt x="755" y="1"/>
                    <a:pt x="740" y="1"/>
                    <a:pt x="725" y="2"/>
                  </a:cubicBezTo>
                  <a:cubicBezTo>
                    <a:pt x="526" y="13"/>
                    <a:pt x="338" y="89"/>
                    <a:pt x="203" y="218"/>
                  </a:cubicBezTo>
                  <a:cubicBezTo>
                    <a:pt x="77" y="336"/>
                    <a:pt x="7" y="490"/>
                    <a:pt x="0" y="646"/>
                  </a:cubicBezTo>
                  <a:lnTo>
                    <a:pt x="0" y="695"/>
                  </a:lnTo>
                  <a:cubicBezTo>
                    <a:pt x="11" y="873"/>
                    <a:pt x="98" y="1037"/>
                    <a:pt x="251" y="1155"/>
                  </a:cubicBezTo>
                  <a:cubicBezTo>
                    <a:pt x="386" y="1261"/>
                    <a:pt x="560" y="1320"/>
                    <a:pt x="744" y="1320"/>
                  </a:cubicBezTo>
                  <a:cubicBezTo>
                    <a:pt x="760" y="1320"/>
                    <a:pt x="776" y="1320"/>
                    <a:pt x="792" y="1319"/>
                  </a:cubicBezTo>
                  <a:cubicBezTo>
                    <a:pt x="1206" y="1298"/>
                    <a:pt x="1533" y="984"/>
                    <a:pt x="1512" y="622"/>
                  </a:cubicBezTo>
                  <a:cubicBezTo>
                    <a:pt x="1506" y="444"/>
                    <a:pt x="1419" y="284"/>
                    <a:pt x="1266" y="166"/>
                  </a:cubicBezTo>
                  <a:cubicBezTo>
                    <a:pt x="1130" y="59"/>
                    <a:pt x="955" y="1"/>
                    <a:pt x="769" y="1"/>
                  </a:cubicBezTo>
                  <a:close/>
                </a:path>
              </a:pathLst>
            </a:custGeom>
            <a:solidFill>
              <a:schemeClr val="lt2"/>
            </a:solidFill>
            <a:ln>
              <a:noFill/>
            </a:ln>
          </p:spPr>
          <p:txBody>
            <a:bodyPr anchorCtr="0" anchor="ctr" bIns="130925" lIns="130925" spcFirstLastPara="1" rIns="130925" wrap="square" tIns="130925">
              <a:noAutofit/>
            </a:bodyPr>
            <a:lstStyle/>
            <a:p>
              <a:pPr indent="0" lvl="0" marL="0" rtl="0" algn="l">
                <a:spcBef>
                  <a:spcPts val="0"/>
                </a:spcBef>
                <a:spcAft>
                  <a:spcPts val="0"/>
                </a:spcAft>
                <a:buNone/>
              </a:pPr>
              <a:r>
                <a:t/>
              </a:r>
              <a:endParaRPr/>
            </a:p>
          </p:txBody>
        </p:sp>
        <p:sp>
          <p:nvSpPr>
            <p:cNvPr id="1279" name="Google Shape;1279;p39"/>
            <p:cNvSpPr/>
            <p:nvPr/>
          </p:nvSpPr>
          <p:spPr>
            <a:xfrm rot="-5400000">
              <a:off x="8370702" y="2186498"/>
              <a:ext cx="73354" cy="63340"/>
            </a:xfrm>
            <a:custGeom>
              <a:rect b="b" l="l" r="r" t="t"/>
              <a:pathLst>
                <a:path extrusionOk="0" h="1322" w="1531">
                  <a:moveTo>
                    <a:pt x="761" y="115"/>
                  </a:moveTo>
                  <a:cubicBezTo>
                    <a:pt x="923" y="115"/>
                    <a:pt x="1075" y="164"/>
                    <a:pt x="1196" y="256"/>
                  </a:cubicBezTo>
                  <a:cubicBezTo>
                    <a:pt x="1318" y="353"/>
                    <a:pt x="1391" y="485"/>
                    <a:pt x="1398" y="628"/>
                  </a:cubicBezTo>
                  <a:cubicBezTo>
                    <a:pt x="1412" y="931"/>
                    <a:pt x="1137" y="1190"/>
                    <a:pt x="785" y="1206"/>
                  </a:cubicBezTo>
                  <a:cubicBezTo>
                    <a:pt x="773" y="1207"/>
                    <a:pt x="762" y="1207"/>
                    <a:pt x="750" y="1207"/>
                  </a:cubicBezTo>
                  <a:cubicBezTo>
                    <a:pt x="589" y="1207"/>
                    <a:pt x="435" y="1158"/>
                    <a:pt x="318" y="1068"/>
                  </a:cubicBezTo>
                  <a:cubicBezTo>
                    <a:pt x="193" y="970"/>
                    <a:pt x="119" y="838"/>
                    <a:pt x="112" y="695"/>
                  </a:cubicBezTo>
                  <a:cubicBezTo>
                    <a:pt x="105" y="548"/>
                    <a:pt x="164" y="409"/>
                    <a:pt x="280" y="301"/>
                  </a:cubicBezTo>
                  <a:cubicBezTo>
                    <a:pt x="398" y="189"/>
                    <a:pt x="555" y="127"/>
                    <a:pt x="729" y="116"/>
                  </a:cubicBezTo>
                  <a:cubicBezTo>
                    <a:pt x="739" y="115"/>
                    <a:pt x="750" y="115"/>
                    <a:pt x="761" y="115"/>
                  </a:cubicBezTo>
                  <a:close/>
                  <a:moveTo>
                    <a:pt x="761" y="1"/>
                  </a:moveTo>
                  <a:cubicBezTo>
                    <a:pt x="749" y="1"/>
                    <a:pt x="737" y="1"/>
                    <a:pt x="725" y="1"/>
                  </a:cubicBezTo>
                  <a:cubicBezTo>
                    <a:pt x="523" y="11"/>
                    <a:pt x="339" y="88"/>
                    <a:pt x="203" y="220"/>
                  </a:cubicBezTo>
                  <a:cubicBezTo>
                    <a:pt x="77" y="339"/>
                    <a:pt x="5" y="489"/>
                    <a:pt x="0" y="649"/>
                  </a:cubicBezTo>
                  <a:lnTo>
                    <a:pt x="0" y="698"/>
                  </a:lnTo>
                  <a:cubicBezTo>
                    <a:pt x="8" y="876"/>
                    <a:pt x="98" y="1039"/>
                    <a:pt x="248" y="1154"/>
                  </a:cubicBezTo>
                  <a:cubicBezTo>
                    <a:pt x="293" y="1193"/>
                    <a:pt x="346" y="1221"/>
                    <a:pt x="398" y="1248"/>
                  </a:cubicBezTo>
                  <a:cubicBezTo>
                    <a:pt x="433" y="1208"/>
                    <a:pt x="480" y="1190"/>
                    <a:pt x="527" y="1190"/>
                  </a:cubicBezTo>
                  <a:cubicBezTo>
                    <a:pt x="586" y="1190"/>
                    <a:pt x="645" y="1218"/>
                    <a:pt x="684" y="1262"/>
                  </a:cubicBezTo>
                  <a:cubicBezTo>
                    <a:pt x="698" y="1280"/>
                    <a:pt x="701" y="1301"/>
                    <a:pt x="698" y="1318"/>
                  </a:cubicBezTo>
                  <a:cubicBezTo>
                    <a:pt x="729" y="1322"/>
                    <a:pt x="757" y="1322"/>
                    <a:pt x="788" y="1322"/>
                  </a:cubicBezTo>
                  <a:cubicBezTo>
                    <a:pt x="1206" y="1301"/>
                    <a:pt x="1531" y="987"/>
                    <a:pt x="1513" y="625"/>
                  </a:cubicBezTo>
                  <a:cubicBezTo>
                    <a:pt x="1502" y="447"/>
                    <a:pt x="1415" y="283"/>
                    <a:pt x="1266" y="165"/>
                  </a:cubicBezTo>
                  <a:cubicBezTo>
                    <a:pt x="1125" y="57"/>
                    <a:pt x="947" y="1"/>
                    <a:pt x="761" y="1"/>
                  </a:cubicBezTo>
                  <a:close/>
                </a:path>
              </a:pathLst>
            </a:custGeom>
            <a:solidFill>
              <a:schemeClr val="lt2"/>
            </a:solidFill>
            <a:ln>
              <a:noFill/>
            </a:ln>
          </p:spPr>
          <p:txBody>
            <a:bodyPr anchorCtr="0" anchor="ctr" bIns="130925" lIns="130925" spcFirstLastPara="1" rIns="130925" wrap="square" tIns="130925">
              <a:noAutofit/>
            </a:bodyPr>
            <a:lstStyle/>
            <a:p>
              <a:pPr indent="0" lvl="0" marL="0" rtl="0" algn="l">
                <a:spcBef>
                  <a:spcPts val="0"/>
                </a:spcBef>
                <a:spcAft>
                  <a:spcPts val="0"/>
                </a:spcAft>
                <a:buNone/>
              </a:pPr>
              <a:r>
                <a:t/>
              </a:r>
              <a:endParaRPr/>
            </a:p>
          </p:txBody>
        </p:sp>
        <p:sp>
          <p:nvSpPr>
            <p:cNvPr id="1280" name="Google Shape;1280;p39"/>
            <p:cNvSpPr/>
            <p:nvPr/>
          </p:nvSpPr>
          <p:spPr>
            <a:xfrm rot="-5400000">
              <a:off x="8421082" y="2214216"/>
              <a:ext cx="35743" cy="16769"/>
            </a:xfrm>
            <a:custGeom>
              <a:rect b="b" l="l" r="r" t="t"/>
              <a:pathLst>
                <a:path extrusionOk="0" h="350" w="746">
                  <a:moveTo>
                    <a:pt x="244" y="1"/>
                  </a:moveTo>
                  <a:cubicBezTo>
                    <a:pt x="233" y="1"/>
                    <a:pt x="221" y="1"/>
                    <a:pt x="210" y="3"/>
                  </a:cubicBezTo>
                  <a:cubicBezTo>
                    <a:pt x="42" y="27"/>
                    <a:pt x="1" y="198"/>
                    <a:pt x="4" y="281"/>
                  </a:cubicBezTo>
                  <a:lnTo>
                    <a:pt x="4" y="285"/>
                  </a:lnTo>
                  <a:cubicBezTo>
                    <a:pt x="4" y="309"/>
                    <a:pt x="25" y="330"/>
                    <a:pt x="52" y="330"/>
                  </a:cubicBezTo>
                  <a:cubicBezTo>
                    <a:pt x="81" y="330"/>
                    <a:pt x="102" y="309"/>
                    <a:pt x="102" y="281"/>
                  </a:cubicBezTo>
                  <a:cubicBezTo>
                    <a:pt x="102" y="275"/>
                    <a:pt x="102" y="117"/>
                    <a:pt x="223" y="100"/>
                  </a:cubicBezTo>
                  <a:cubicBezTo>
                    <a:pt x="230" y="99"/>
                    <a:pt x="236" y="99"/>
                    <a:pt x="242" y="99"/>
                  </a:cubicBezTo>
                  <a:cubicBezTo>
                    <a:pt x="360" y="99"/>
                    <a:pt x="395" y="250"/>
                    <a:pt x="398" y="254"/>
                  </a:cubicBezTo>
                  <a:cubicBezTo>
                    <a:pt x="401" y="275"/>
                    <a:pt x="415" y="288"/>
                    <a:pt x="432" y="291"/>
                  </a:cubicBezTo>
                  <a:lnTo>
                    <a:pt x="680" y="347"/>
                  </a:lnTo>
                  <a:cubicBezTo>
                    <a:pt x="684" y="348"/>
                    <a:pt x="688" y="349"/>
                    <a:pt x="692" y="349"/>
                  </a:cubicBezTo>
                  <a:cubicBezTo>
                    <a:pt x="713" y="349"/>
                    <a:pt x="734" y="336"/>
                    <a:pt x="739" y="312"/>
                  </a:cubicBezTo>
                  <a:cubicBezTo>
                    <a:pt x="746" y="285"/>
                    <a:pt x="729" y="260"/>
                    <a:pt x="701" y="254"/>
                  </a:cubicBezTo>
                  <a:lnTo>
                    <a:pt x="485" y="204"/>
                  </a:lnTo>
                  <a:cubicBezTo>
                    <a:pt x="455" y="118"/>
                    <a:pt x="381" y="1"/>
                    <a:pt x="244" y="1"/>
                  </a:cubicBezTo>
                  <a:close/>
                </a:path>
              </a:pathLst>
            </a:custGeom>
            <a:solidFill>
              <a:srgbClr val="27293E"/>
            </a:solidFill>
            <a:ln>
              <a:noFill/>
            </a:ln>
          </p:spPr>
          <p:txBody>
            <a:bodyPr anchorCtr="0" anchor="ctr" bIns="130925" lIns="130925" spcFirstLastPara="1" rIns="130925" wrap="square" tIns="130925">
              <a:noAutofit/>
            </a:bodyPr>
            <a:lstStyle/>
            <a:p>
              <a:pPr indent="0" lvl="0" marL="0" rtl="0" algn="l">
                <a:spcBef>
                  <a:spcPts val="0"/>
                </a:spcBef>
                <a:spcAft>
                  <a:spcPts val="0"/>
                </a:spcAft>
                <a:buNone/>
              </a:pPr>
              <a:r>
                <a:t/>
              </a:r>
              <a:endParaRPr/>
            </a:p>
          </p:txBody>
        </p:sp>
        <p:sp>
          <p:nvSpPr>
            <p:cNvPr id="1281" name="Google Shape;1281;p39"/>
            <p:cNvSpPr/>
            <p:nvPr/>
          </p:nvSpPr>
          <p:spPr>
            <a:xfrm rot="-5400000">
              <a:off x="8437085" y="2196823"/>
              <a:ext cx="10157" cy="16578"/>
            </a:xfrm>
            <a:custGeom>
              <a:rect b="b" l="l" r="r" t="t"/>
              <a:pathLst>
                <a:path extrusionOk="0" h="346" w="212">
                  <a:moveTo>
                    <a:pt x="57" y="1"/>
                  </a:moveTo>
                  <a:cubicBezTo>
                    <a:pt x="24" y="1"/>
                    <a:pt x="0" y="55"/>
                    <a:pt x="34" y="83"/>
                  </a:cubicBezTo>
                  <a:cubicBezTo>
                    <a:pt x="97" y="132"/>
                    <a:pt x="121" y="216"/>
                    <a:pt x="97" y="289"/>
                  </a:cubicBezTo>
                  <a:cubicBezTo>
                    <a:pt x="88" y="323"/>
                    <a:pt x="115" y="345"/>
                    <a:pt x="142" y="345"/>
                  </a:cubicBezTo>
                  <a:cubicBezTo>
                    <a:pt x="158" y="345"/>
                    <a:pt x="174" y="337"/>
                    <a:pt x="181" y="317"/>
                  </a:cubicBezTo>
                  <a:cubicBezTo>
                    <a:pt x="212" y="201"/>
                    <a:pt x="173" y="83"/>
                    <a:pt x="79" y="10"/>
                  </a:cubicBezTo>
                  <a:cubicBezTo>
                    <a:pt x="72" y="4"/>
                    <a:pt x="64" y="1"/>
                    <a:pt x="57" y="1"/>
                  </a:cubicBezTo>
                  <a:close/>
                </a:path>
              </a:pathLst>
            </a:custGeom>
            <a:solidFill>
              <a:schemeClr val="lt2"/>
            </a:solidFill>
            <a:ln>
              <a:noFill/>
            </a:ln>
          </p:spPr>
          <p:txBody>
            <a:bodyPr anchorCtr="0" anchor="ctr" bIns="130925" lIns="130925" spcFirstLastPara="1" rIns="130925" wrap="square" tIns="130925">
              <a:noAutofit/>
            </a:bodyPr>
            <a:lstStyle/>
            <a:p>
              <a:pPr indent="0" lvl="0" marL="0" rtl="0" algn="l">
                <a:spcBef>
                  <a:spcPts val="0"/>
                </a:spcBef>
                <a:spcAft>
                  <a:spcPts val="0"/>
                </a:spcAft>
                <a:buNone/>
              </a:pPr>
              <a:r>
                <a:t/>
              </a:r>
              <a:endParaRPr/>
            </a:p>
          </p:txBody>
        </p:sp>
        <p:sp>
          <p:nvSpPr>
            <p:cNvPr id="1282" name="Google Shape;1282;p39"/>
            <p:cNvSpPr/>
            <p:nvPr/>
          </p:nvSpPr>
          <p:spPr>
            <a:xfrm rot="-5400000">
              <a:off x="8512188" y="2154684"/>
              <a:ext cx="30999" cy="46667"/>
            </a:xfrm>
            <a:custGeom>
              <a:rect b="b" l="l" r="r" t="t"/>
              <a:pathLst>
                <a:path extrusionOk="0" h="974" w="647">
                  <a:moveTo>
                    <a:pt x="59" y="1"/>
                  </a:moveTo>
                  <a:cubicBezTo>
                    <a:pt x="24" y="1"/>
                    <a:pt x="1" y="54"/>
                    <a:pt x="38" y="83"/>
                  </a:cubicBezTo>
                  <a:cubicBezTo>
                    <a:pt x="317" y="295"/>
                    <a:pt x="497" y="595"/>
                    <a:pt x="557" y="940"/>
                  </a:cubicBezTo>
                  <a:cubicBezTo>
                    <a:pt x="561" y="963"/>
                    <a:pt x="578" y="973"/>
                    <a:pt x="596" y="973"/>
                  </a:cubicBezTo>
                  <a:cubicBezTo>
                    <a:pt x="621" y="973"/>
                    <a:pt x="647" y="953"/>
                    <a:pt x="640" y="922"/>
                  </a:cubicBezTo>
                  <a:cubicBezTo>
                    <a:pt x="578" y="553"/>
                    <a:pt x="380" y="236"/>
                    <a:pt x="84" y="10"/>
                  </a:cubicBezTo>
                  <a:cubicBezTo>
                    <a:pt x="75" y="3"/>
                    <a:pt x="66" y="1"/>
                    <a:pt x="59" y="1"/>
                  </a:cubicBezTo>
                  <a:close/>
                </a:path>
              </a:pathLst>
            </a:custGeom>
            <a:solidFill>
              <a:schemeClr val="lt2"/>
            </a:solidFill>
            <a:ln>
              <a:noFill/>
            </a:ln>
          </p:spPr>
          <p:txBody>
            <a:bodyPr anchorCtr="0" anchor="ctr" bIns="130925" lIns="130925" spcFirstLastPara="1" rIns="130925" wrap="square" tIns="130925">
              <a:noAutofit/>
            </a:bodyPr>
            <a:lstStyle/>
            <a:p>
              <a:pPr indent="0" lvl="0" marL="0" rtl="0" algn="l">
                <a:spcBef>
                  <a:spcPts val="0"/>
                </a:spcBef>
                <a:spcAft>
                  <a:spcPts val="0"/>
                </a:spcAft>
                <a:buNone/>
              </a:pPr>
              <a:r>
                <a:t/>
              </a:r>
              <a:endParaRPr/>
            </a:p>
          </p:txBody>
        </p:sp>
        <p:sp>
          <p:nvSpPr>
            <p:cNvPr id="1283" name="Google Shape;1283;p39"/>
            <p:cNvSpPr/>
            <p:nvPr/>
          </p:nvSpPr>
          <p:spPr>
            <a:xfrm rot="-5400000">
              <a:off x="8317831" y="2889159"/>
              <a:ext cx="388043" cy="506579"/>
            </a:xfrm>
            <a:custGeom>
              <a:rect b="b" l="l" r="r" t="t"/>
              <a:pathLst>
                <a:path extrusionOk="0" h="10573" w="8099">
                  <a:moveTo>
                    <a:pt x="3141" y="1"/>
                  </a:moveTo>
                  <a:cubicBezTo>
                    <a:pt x="0" y="1"/>
                    <a:pt x="270" y="10352"/>
                    <a:pt x="2331" y="10540"/>
                  </a:cubicBezTo>
                  <a:cubicBezTo>
                    <a:pt x="2575" y="10563"/>
                    <a:pt x="2831" y="10573"/>
                    <a:pt x="3095" y="10573"/>
                  </a:cubicBezTo>
                  <a:cubicBezTo>
                    <a:pt x="5099" y="10573"/>
                    <a:pt x="7502" y="10004"/>
                    <a:pt x="7502" y="10004"/>
                  </a:cubicBezTo>
                  <a:cubicBezTo>
                    <a:pt x="5858" y="3115"/>
                    <a:pt x="8098" y="1955"/>
                    <a:pt x="8098" y="1955"/>
                  </a:cubicBezTo>
                  <a:cubicBezTo>
                    <a:pt x="8098" y="1955"/>
                    <a:pt x="6356" y="290"/>
                    <a:pt x="3275" y="7"/>
                  </a:cubicBezTo>
                  <a:cubicBezTo>
                    <a:pt x="3230" y="3"/>
                    <a:pt x="3185" y="1"/>
                    <a:pt x="3141" y="1"/>
                  </a:cubicBezTo>
                  <a:close/>
                </a:path>
              </a:pathLst>
            </a:custGeom>
            <a:solidFill>
              <a:schemeClr val="accent3"/>
            </a:solidFill>
            <a:ln>
              <a:noFill/>
            </a:ln>
          </p:spPr>
          <p:txBody>
            <a:bodyPr anchorCtr="0" anchor="ctr" bIns="130925" lIns="130925" spcFirstLastPara="1" rIns="130925" wrap="square" tIns="130925">
              <a:noAutofit/>
            </a:bodyPr>
            <a:lstStyle/>
            <a:p>
              <a:pPr indent="0" lvl="0" marL="0" rtl="0" algn="l">
                <a:spcBef>
                  <a:spcPts val="0"/>
                </a:spcBef>
                <a:spcAft>
                  <a:spcPts val="0"/>
                </a:spcAft>
                <a:buNone/>
              </a:pPr>
              <a:r>
                <a:t/>
              </a:r>
              <a:endParaRPr/>
            </a:p>
          </p:txBody>
        </p:sp>
        <p:sp>
          <p:nvSpPr>
            <p:cNvPr id="1284" name="Google Shape;1284;p39"/>
            <p:cNvSpPr/>
            <p:nvPr/>
          </p:nvSpPr>
          <p:spPr>
            <a:xfrm rot="-5400000">
              <a:off x="8427503" y="3015840"/>
              <a:ext cx="33587" cy="32053"/>
            </a:xfrm>
            <a:custGeom>
              <a:rect b="b" l="l" r="r" t="t"/>
              <a:pathLst>
                <a:path extrusionOk="0" h="669" w="701">
                  <a:moveTo>
                    <a:pt x="345" y="1"/>
                  </a:moveTo>
                  <a:cubicBezTo>
                    <a:pt x="337" y="1"/>
                    <a:pt x="329" y="1"/>
                    <a:pt x="321" y="1"/>
                  </a:cubicBezTo>
                  <a:cubicBezTo>
                    <a:pt x="136" y="19"/>
                    <a:pt x="0" y="183"/>
                    <a:pt x="18" y="364"/>
                  </a:cubicBezTo>
                  <a:cubicBezTo>
                    <a:pt x="35" y="538"/>
                    <a:pt x="177" y="669"/>
                    <a:pt x="348" y="669"/>
                  </a:cubicBezTo>
                  <a:cubicBezTo>
                    <a:pt x="359" y="669"/>
                    <a:pt x="369" y="668"/>
                    <a:pt x="380" y="667"/>
                  </a:cubicBezTo>
                  <a:cubicBezTo>
                    <a:pt x="565" y="653"/>
                    <a:pt x="700" y="490"/>
                    <a:pt x="684" y="305"/>
                  </a:cubicBezTo>
                  <a:cubicBezTo>
                    <a:pt x="667" y="132"/>
                    <a:pt x="517" y="1"/>
                    <a:pt x="345" y="1"/>
                  </a:cubicBezTo>
                  <a:close/>
                </a:path>
              </a:pathLst>
            </a:custGeom>
            <a:solidFill>
              <a:schemeClr val="lt1"/>
            </a:solidFill>
            <a:ln>
              <a:noFill/>
            </a:ln>
          </p:spPr>
          <p:txBody>
            <a:bodyPr anchorCtr="0" anchor="ctr" bIns="130925" lIns="130925" spcFirstLastPara="1" rIns="130925" wrap="square" tIns="130925">
              <a:noAutofit/>
            </a:bodyPr>
            <a:lstStyle/>
            <a:p>
              <a:pPr indent="0" lvl="0" marL="0" rtl="0" algn="l">
                <a:spcBef>
                  <a:spcPts val="0"/>
                </a:spcBef>
                <a:spcAft>
                  <a:spcPts val="0"/>
                </a:spcAft>
                <a:buNone/>
              </a:pPr>
              <a:r>
                <a:t/>
              </a:r>
              <a:endParaRPr/>
            </a:p>
          </p:txBody>
        </p:sp>
        <p:sp>
          <p:nvSpPr>
            <p:cNvPr id="1285" name="Google Shape;1285;p39"/>
            <p:cNvSpPr/>
            <p:nvPr/>
          </p:nvSpPr>
          <p:spPr>
            <a:xfrm rot="-5400000">
              <a:off x="8325018" y="2981918"/>
              <a:ext cx="65305" cy="37420"/>
            </a:xfrm>
            <a:custGeom>
              <a:rect b="b" l="l" r="r" t="t"/>
              <a:pathLst>
                <a:path extrusionOk="0" h="781" w="1363">
                  <a:moveTo>
                    <a:pt x="92" y="0"/>
                  </a:moveTo>
                  <a:cubicBezTo>
                    <a:pt x="18" y="0"/>
                    <a:pt x="1" y="118"/>
                    <a:pt x="80" y="134"/>
                  </a:cubicBezTo>
                  <a:cubicBezTo>
                    <a:pt x="526" y="221"/>
                    <a:pt x="916" y="437"/>
                    <a:pt x="1233" y="761"/>
                  </a:cubicBezTo>
                  <a:cubicBezTo>
                    <a:pt x="1246" y="775"/>
                    <a:pt x="1260" y="781"/>
                    <a:pt x="1273" y="781"/>
                  </a:cubicBezTo>
                  <a:cubicBezTo>
                    <a:pt x="1321" y="781"/>
                    <a:pt x="1363" y="710"/>
                    <a:pt x="1317" y="664"/>
                  </a:cubicBezTo>
                  <a:cubicBezTo>
                    <a:pt x="986" y="318"/>
                    <a:pt x="572" y="96"/>
                    <a:pt x="104" y="1"/>
                  </a:cubicBezTo>
                  <a:cubicBezTo>
                    <a:pt x="100" y="1"/>
                    <a:pt x="96" y="0"/>
                    <a:pt x="92" y="0"/>
                  </a:cubicBezTo>
                  <a:close/>
                </a:path>
              </a:pathLst>
            </a:custGeom>
            <a:solidFill>
              <a:srgbClr val="53647C"/>
            </a:solidFill>
            <a:ln>
              <a:noFill/>
            </a:ln>
          </p:spPr>
          <p:txBody>
            <a:bodyPr anchorCtr="0" anchor="ctr" bIns="130925" lIns="130925" spcFirstLastPara="1" rIns="130925" wrap="square" tIns="130925">
              <a:noAutofit/>
            </a:bodyPr>
            <a:lstStyle/>
            <a:p>
              <a:pPr indent="0" lvl="0" marL="0" rtl="0" algn="l">
                <a:spcBef>
                  <a:spcPts val="0"/>
                </a:spcBef>
                <a:spcAft>
                  <a:spcPts val="0"/>
                </a:spcAft>
                <a:buNone/>
              </a:pPr>
              <a:r>
                <a:t/>
              </a:r>
              <a:endParaRPr/>
            </a:p>
          </p:txBody>
        </p:sp>
        <p:sp>
          <p:nvSpPr>
            <p:cNvPr id="1286" name="Google Shape;1286;p39"/>
            <p:cNvSpPr/>
            <p:nvPr/>
          </p:nvSpPr>
          <p:spPr>
            <a:xfrm rot="-5400000">
              <a:off x="8507205" y="3035077"/>
              <a:ext cx="73067" cy="11307"/>
            </a:xfrm>
            <a:custGeom>
              <a:rect b="b" l="l" r="r" t="t"/>
              <a:pathLst>
                <a:path extrusionOk="0" h="236" w="1525">
                  <a:moveTo>
                    <a:pt x="82" y="0"/>
                  </a:moveTo>
                  <a:cubicBezTo>
                    <a:pt x="13" y="0"/>
                    <a:pt x="0" y="115"/>
                    <a:pt x="75" y="131"/>
                  </a:cubicBezTo>
                  <a:cubicBezTo>
                    <a:pt x="379" y="202"/>
                    <a:pt x="685" y="236"/>
                    <a:pt x="993" y="236"/>
                  </a:cubicBezTo>
                  <a:cubicBezTo>
                    <a:pt x="1143" y="236"/>
                    <a:pt x="1293" y="227"/>
                    <a:pt x="1444" y="212"/>
                  </a:cubicBezTo>
                  <a:cubicBezTo>
                    <a:pt x="1524" y="205"/>
                    <a:pt x="1518" y="82"/>
                    <a:pt x="1443" y="82"/>
                  </a:cubicBezTo>
                  <a:cubicBezTo>
                    <a:pt x="1440" y="82"/>
                    <a:pt x="1437" y="82"/>
                    <a:pt x="1434" y="83"/>
                  </a:cubicBezTo>
                  <a:cubicBezTo>
                    <a:pt x="1290" y="98"/>
                    <a:pt x="1146" y="106"/>
                    <a:pt x="1003" y="106"/>
                  </a:cubicBezTo>
                  <a:cubicBezTo>
                    <a:pt x="699" y="106"/>
                    <a:pt x="397" y="71"/>
                    <a:pt x="99" y="2"/>
                  </a:cubicBezTo>
                  <a:cubicBezTo>
                    <a:pt x="93" y="1"/>
                    <a:pt x="87" y="0"/>
                    <a:pt x="82" y="0"/>
                  </a:cubicBezTo>
                  <a:close/>
                </a:path>
              </a:pathLst>
            </a:custGeom>
            <a:solidFill>
              <a:schemeClr val="lt1"/>
            </a:solidFill>
            <a:ln>
              <a:noFill/>
            </a:ln>
          </p:spPr>
          <p:txBody>
            <a:bodyPr anchorCtr="0" anchor="ctr" bIns="130925" lIns="130925" spcFirstLastPara="1" rIns="130925" wrap="square" tIns="130925">
              <a:noAutofit/>
            </a:bodyPr>
            <a:lstStyle/>
            <a:p>
              <a:pPr indent="0" lvl="0" marL="0" rtl="0" algn="l">
                <a:spcBef>
                  <a:spcPts val="0"/>
                </a:spcBef>
                <a:spcAft>
                  <a:spcPts val="0"/>
                </a:spcAft>
                <a:buNone/>
              </a:pPr>
              <a:r>
                <a:t/>
              </a:r>
              <a:endParaRPr/>
            </a:p>
          </p:txBody>
        </p:sp>
        <p:sp>
          <p:nvSpPr>
            <p:cNvPr id="1287" name="Google Shape;1287;p39"/>
            <p:cNvSpPr/>
            <p:nvPr/>
          </p:nvSpPr>
          <p:spPr>
            <a:xfrm rot="-5400000">
              <a:off x="8630604" y="3021158"/>
              <a:ext cx="70815" cy="11882"/>
            </a:xfrm>
            <a:custGeom>
              <a:rect b="b" l="l" r="r" t="t"/>
              <a:pathLst>
                <a:path extrusionOk="0" h="248" w="1478">
                  <a:moveTo>
                    <a:pt x="79" y="1"/>
                  </a:moveTo>
                  <a:cubicBezTo>
                    <a:pt x="14" y="1"/>
                    <a:pt x="1" y="110"/>
                    <a:pt x="77" y="133"/>
                  </a:cubicBezTo>
                  <a:cubicBezTo>
                    <a:pt x="356" y="209"/>
                    <a:pt x="639" y="248"/>
                    <a:pt x="925" y="248"/>
                  </a:cubicBezTo>
                  <a:cubicBezTo>
                    <a:pt x="1082" y="248"/>
                    <a:pt x="1240" y="236"/>
                    <a:pt x="1398" y="213"/>
                  </a:cubicBezTo>
                  <a:cubicBezTo>
                    <a:pt x="1478" y="199"/>
                    <a:pt x="1468" y="79"/>
                    <a:pt x="1392" y="79"/>
                  </a:cubicBezTo>
                  <a:cubicBezTo>
                    <a:pt x="1389" y="79"/>
                    <a:pt x="1386" y="79"/>
                    <a:pt x="1383" y="80"/>
                  </a:cubicBezTo>
                  <a:cubicBezTo>
                    <a:pt x="1229" y="104"/>
                    <a:pt x="1075" y="115"/>
                    <a:pt x="922" y="115"/>
                  </a:cubicBezTo>
                  <a:cubicBezTo>
                    <a:pt x="646" y="115"/>
                    <a:pt x="371" y="77"/>
                    <a:pt x="98" y="4"/>
                  </a:cubicBezTo>
                  <a:cubicBezTo>
                    <a:pt x="91" y="2"/>
                    <a:pt x="85" y="1"/>
                    <a:pt x="79" y="1"/>
                  </a:cubicBezTo>
                  <a:close/>
                </a:path>
              </a:pathLst>
            </a:custGeom>
            <a:solidFill>
              <a:srgbClr val="53647C"/>
            </a:solidFill>
            <a:ln>
              <a:noFill/>
            </a:ln>
          </p:spPr>
          <p:txBody>
            <a:bodyPr anchorCtr="0" anchor="ctr" bIns="130925" lIns="130925" spcFirstLastPara="1" rIns="130925" wrap="square" tIns="130925">
              <a:noAutofit/>
            </a:bodyPr>
            <a:lstStyle/>
            <a:p>
              <a:pPr indent="0" lvl="0" marL="0" rtl="0" algn="l">
                <a:spcBef>
                  <a:spcPts val="0"/>
                </a:spcBef>
                <a:spcAft>
                  <a:spcPts val="0"/>
                </a:spcAft>
                <a:buNone/>
              </a:pPr>
              <a:r>
                <a:t/>
              </a:r>
              <a:endParaRPr/>
            </a:p>
          </p:txBody>
        </p:sp>
        <p:sp>
          <p:nvSpPr>
            <p:cNvPr id="1288" name="Google Shape;1288;p39"/>
            <p:cNvSpPr/>
            <p:nvPr/>
          </p:nvSpPr>
          <p:spPr>
            <a:xfrm rot="-5400000">
              <a:off x="8493095" y="2824573"/>
              <a:ext cx="73114" cy="444532"/>
            </a:xfrm>
            <a:custGeom>
              <a:rect b="b" l="l" r="r" t="t"/>
              <a:pathLst>
                <a:path extrusionOk="0" h="9278" w="1526">
                  <a:moveTo>
                    <a:pt x="1435" y="0"/>
                  </a:moveTo>
                  <a:cubicBezTo>
                    <a:pt x="1419" y="0"/>
                    <a:pt x="1403" y="8"/>
                    <a:pt x="1391" y="27"/>
                  </a:cubicBezTo>
                  <a:cubicBezTo>
                    <a:pt x="63" y="2106"/>
                    <a:pt x="0" y="4790"/>
                    <a:pt x="359" y="7159"/>
                  </a:cubicBezTo>
                  <a:cubicBezTo>
                    <a:pt x="468" y="7859"/>
                    <a:pt x="618" y="8553"/>
                    <a:pt x="806" y="9235"/>
                  </a:cubicBezTo>
                  <a:cubicBezTo>
                    <a:pt x="813" y="9265"/>
                    <a:pt x="835" y="9277"/>
                    <a:pt x="858" y="9277"/>
                  </a:cubicBezTo>
                  <a:cubicBezTo>
                    <a:pt x="899" y="9277"/>
                    <a:pt x="943" y="9240"/>
                    <a:pt x="928" y="9187"/>
                  </a:cubicBezTo>
                  <a:cubicBezTo>
                    <a:pt x="290" y="6870"/>
                    <a:pt x="15" y="4288"/>
                    <a:pt x="684" y="1942"/>
                  </a:cubicBezTo>
                  <a:cubicBezTo>
                    <a:pt x="865" y="1299"/>
                    <a:pt x="1133" y="678"/>
                    <a:pt x="1492" y="110"/>
                  </a:cubicBezTo>
                  <a:cubicBezTo>
                    <a:pt x="1525" y="59"/>
                    <a:pt x="1480" y="0"/>
                    <a:pt x="1435" y="0"/>
                  </a:cubicBezTo>
                  <a:close/>
                </a:path>
              </a:pathLst>
            </a:custGeom>
            <a:solidFill>
              <a:schemeClr val="lt1"/>
            </a:solidFill>
            <a:ln>
              <a:noFill/>
            </a:ln>
          </p:spPr>
          <p:txBody>
            <a:bodyPr anchorCtr="0" anchor="ctr" bIns="130925" lIns="130925" spcFirstLastPara="1" rIns="130925" wrap="square" tIns="130925">
              <a:noAutofit/>
            </a:bodyPr>
            <a:lstStyle/>
            <a:p>
              <a:pPr indent="0" lvl="0" marL="0" rtl="0" algn="l">
                <a:spcBef>
                  <a:spcPts val="0"/>
                </a:spcBef>
                <a:spcAft>
                  <a:spcPts val="0"/>
                </a:spcAft>
                <a:buNone/>
              </a:pPr>
              <a:r>
                <a:t/>
              </a:r>
              <a:endParaRPr/>
            </a:p>
          </p:txBody>
        </p:sp>
        <p:sp>
          <p:nvSpPr>
            <p:cNvPr id="1289" name="Google Shape;1289;p39"/>
            <p:cNvSpPr/>
            <p:nvPr/>
          </p:nvSpPr>
          <p:spPr>
            <a:xfrm rot="-5400000">
              <a:off x="8474193" y="2681387"/>
              <a:ext cx="31766" cy="205640"/>
            </a:xfrm>
            <a:custGeom>
              <a:rect b="b" l="l" r="r" t="t"/>
              <a:pathLst>
                <a:path extrusionOk="0" h="4292" w="663">
                  <a:moveTo>
                    <a:pt x="442" y="0"/>
                  </a:moveTo>
                  <a:cubicBezTo>
                    <a:pt x="414" y="0"/>
                    <a:pt x="386" y="15"/>
                    <a:pt x="377" y="50"/>
                  </a:cubicBezTo>
                  <a:cubicBezTo>
                    <a:pt x="1" y="1433"/>
                    <a:pt x="53" y="2900"/>
                    <a:pt x="527" y="4252"/>
                  </a:cubicBezTo>
                  <a:cubicBezTo>
                    <a:pt x="537" y="4279"/>
                    <a:pt x="559" y="4291"/>
                    <a:pt x="582" y="4291"/>
                  </a:cubicBezTo>
                  <a:cubicBezTo>
                    <a:pt x="621" y="4291"/>
                    <a:pt x="663" y="4255"/>
                    <a:pt x="645" y="4206"/>
                  </a:cubicBezTo>
                  <a:cubicBezTo>
                    <a:pt x="182" y="2875"/>
                    <a:pt x="133" y="1433"/>
                    <a:pt x="502" y="74"/>
                  </a:cubicBezTo>
                  <a:cubicBezTo>
                    <a:pt x="516" y="28"/>
                    <a:pt x="480" y="0"/>
                    <a:pt x="442" y="0"/>
                  </a:cubicBezTo>
                  <a:close/>
                </a:path>
              </a:pathLst>
            </a:custGeom>
            <a:solidFill>
              <a:schemeClr val="lt1"/>
            </a:solidFill>
            <a:ln>
              <a:noFill/>
            </a:ln>
          </p:spPr>
          <p:txBody>
            <a:bodyPr anchorCtr="0" anchor="ctr" bIns="130925" lIns="130925" spcFirstLastPara="1" rIns="130925" wrap="square" tIns="130925">
              <a:noAutofit/>
            </a:bodyPr>
            <a:lstStyle/>
            <a:p>
              <a:pPr indent="0" lvl="0" marL="0" rtl="0" algn="l">
                <a:spcBef>
                  <a:spcPts val="0"/>
                </a:spcBef>
                <a:spcAft>
                  <a:spcPts val="0"/>
                </a:spcAft>
                <a:buNone/>
              </a:pPr>
              <a:r>
                <a:t/>
              </a:r>
              <a:endParaRPr/>
            </a:p>
          </p:txBody>
        </p:sp>
        <p:sp>
          <p:nvSpPr>
            <p:cNvPr id="1290" name="Google Shape;1290;p39"/>
            <p:cNvSpPr/>
            <p:nvPr/>
          </p:nvSpPr>
          <p:spPr>
            <a:xfrm rot="-5400000">
              <a:off x="8598047" y="2721298"/>
              <a:ext cx="235155" cy="60993"/>
            </a:xfrm>
            <a:custGeom>
              <a:rect b="b" l="l" r="r" t="t"/>
              <a:pathLst>
                <a:path extrusionOk="0" h="1273" w="4908">
                  <a:moveTo>
                    <a:pt x="84" y="0"/>
                  </a:moveTo>
                  <a:cubicBezTo>
                    <a:pt x="1" y="0"/>
                    <a:pt x="15" y="129"/>
                    <a:pt x="99" y="129"/>
                  </a:cubicBezTo>
                  <a:cubicBezTo>
                    <a:pt x="1725" y="153"/>
                    <a:pt x="3328" y="539"/>
                    <a:pt x="4788" y="1264"/>
                  </a:cubicBezTo>
                  <a:cubicBezTo>
                    <a:pt x="4799" y="1270"/>
                    <a:pt x="4809" y="1272"/>
                    <a:pt x="4818" y="1272"/>
                  </a:cubicBezTo>
                  <a:cubicBezTo>
                    <a:pt x="4877" y="1272"/>
                    <a:pt x="4907" y="1179"/>
                    <a:pt x="4844" y="1146"/>
                  </a:cubicBezTo>
                  <a:cubicBezTo>
                    <a:pt x="3363" y="414"/>
                    <a:pt x="1736" y="24"/>
                    <a:pt x="84" y="0"/>
                  </a:cubicBezTo>
                  <a:close/>
                </a:path>
              </a:pathLst>
            </a:custGeom>
            <a:solidFill>
              <a:srgbClr val="CA6872"/>
            </a:solidFill>
            <a:ln>
              <a:noFill/>
            </a:ln>
          </p:spPr>
          <p:txBody>
            <a:bodyPr anchorCtr="0" anchor="ctr" bIns="130925" lIns="130925" spcFirstLastPara="1" rIns="130925" wrap="square" tIns="130925">
              <a:noAutofit/>
            </a:bodyPr>
            <a:lstStyle/>
            <a:p>
              <a:pPr indent="0" lvl="0" marL="0" rtl="0" algn="l">
                <a:spcBef>
                  <a:spcPts val="0"/>
                </a:spcBef>
                <a:spcAft>
                  <a:spcPts val="0"/>
                </a:spcAft>
                <a:buNone/>
              </a:pPr>
              <a:r>
                <a:t/>
              </a:r>
              <a:endParaRPr/>
            </a:p>
          </p:txBody>
        </p:sp>
        <p:sp>
          <p:nvSpPr>
            <p:cNvPr id="1291" name="Google Shape;1291;p39"/>
            <p:cNvSpPr/>
            <p:nvPr/>
          </p:nvSpPr>
          <p:spPr>
            <a:xfrm rot="-5400000">
              <a:off x="7739311" y="3894866"/>
              <a:ext cx="1789915" cy="351821"/>
            </a:xfrm>
            <a:custGeom>
              <a:rect b="b" l="l" r="r" t="t"/>
              <a:pathLst>
                <a:path extrusionOk="0" h="7343" w="37358">
                  <a:moveTo>
                    <a:pt x="37357" y="1"/>
                  </a:moveTo>
                  <a:cubicBezTo>
                    <a:pt x="37357" y="1"/>
                    <a:pt x="23315" y="353"/>
                    <a:pt x="20779" y="604"/>
                  </a:cubicBezTo>
                  <a:cubicBezTo>
                    <a:pt x="18242" y="854"/>
                    <a:pt x="1" y="1938"/>
                    <a:pt x="1" y="1938"/>
                  </a:cubicBezTo>
                  <a:lnTo>
                    <a:pt x="1" y="7342"/>
                  </a:lnTo>
                  <a:lnTo>
                    <a:pt x="37100" y="6406"/>
                  </a:lnTo>
                  <a:lnTo>
                    <a:pt x="37357" y="1"/>
                  </a:lnTo>
                  <a:close/>
                </a:path>
              </a:pathLst>
            </a:custGeom>
            <a:solidFill>
              <a:schemeClr val="accent3"/>
            </a:solidFill>
            <a:ln>
              <a:noFill/>
            </a:ln>
          </p:spPr>
          <p:txBody>
            <a:bodyPr anchorCtr="0" anchor="ctr" bIns="130925" lIns="130925" spcFirstLastPara="1" rIns="130925" wrap="square" tIns="130925">
              <a:noAutofit/>
            </a:bodyPr>
            <a:lstStyle/>
            <a:p>
              <a:pPr indent="0" lvl="0" marL="0" rtl="0" algn="l">
                <a:spcBef>
                  <a:spcPts val="0"/>
                </a:spcBef>
                <a:spcAft>
                  <a:spcPts val="0"/>
                </a:spcAft>
                <a:buNone/>
              </a:pPr>
              <a:r>
                <a:t/>
              </a:r>
              <a:endParaRPr/>
            </a:p>
          </p:txBody>
        </p:sp>
        <p:sp>
          <p:nvSpPr>
            <p:cNvPr id="1292" name="Google Shape;1292;p39"/>
            <p:cNvSpPr/>
            <p:nvPr/>
          </p:nvSpPr>
          <p:spPr>
            <a:xfrm rot="-5400000">
              <a:off x="8673964" y="4781032"/>
              <a:ext cx="7762" cy="257769"/>
            </a:xfrm>
            <a:custGeom>
              <a:rect b="b" l="l" r="r" t="t"/>
              <a:pathLst>
                <a:path extrusionOk="0" h="5380" w="162">
                  <a:moveTo>
                    <a:pt x="74" y="1"/>
                  </a:moveTo>
                  <a:cubicBezTo>
                    <a:pt x="43" y="1"/>
                    <a:pt x="13" y="20"/>
                    <a:pt x="11" y="57"/>
                  </a:cubicBezTo>
                  <a:cubicBezTo>
                    <a:pt x="1" y="1813"/>
                    <a:pt x="25" y="3566"/>
                    <a:pt x="39" y="5319"/>
                  </a:cubicBezTo>
                  <a:cubicBezTo>
                    <a:pt x="39" y="5359"/>
                    <a:pt x="70" y="5379"/>
                    <a:pt x="100" y="5379"/>
                  </a:cubicBezTo>
                  <a:cubicBezTo>
                    <a:pt x="131" y="5379"/>
                    <a:pt x="161" y="5359"/>
                    <a:pt x="161" y="5319"/>
                  </a:cubicBezTo>
                  <a:cubicBezTo>
                    <a:pt x="147" y="3566"/>
                    <a:pt x="123" y="1813"/>
                    <a:pt x="136" y="61"/>
                  </a:cubicBezTo>
                  <a:cubicBezTo>
                    <a:pt x="136" y="21"/>
                    <a:pt x="105" y="1"/>
                    <a:pt x="74" y="1"/>
                  </a:cubicBezTo>
                  <a:close/>
                </a:path>
              </a:pathLst>
            </a:custGeom>
            <a:solidFill>
              <a:schemeClr val="lt1"/>
            </a:solidFill>
            <a:ln>
              <a:noFill/>
            </a:ln>
          </p:spPr>
          <p:txBody>
            <a:bodyPr anchorCtr="0" anchor="ctr" bIns="130925" lIns="130925" spcFirstLastPara="1" rIns="130925" wrap="square" tIns="130925">
              <a:noAutofit/>
            </a:bodyPr>
            <a:lstStyle/>
            <a:p>
              <a:pPr indent="0" lvl="0" marL="0" rtl="0" algn="l">
                <a:spcBef>
                  <a:spcPts val="0"/>
                </a:spcBef>
                <a:spcAft>
                  <a:spcPts val="0"/>
                </a:spcAft>
                <a:buNone/>
              </a:pPr>
              <a:r>
                <a:t/>
              </a:r>
              <a:endParaRPr/>
            </a:p>
          </p:txBody>
        </p:sp>
        <p:sp>
          <p:nvSpPr>
            <p:cNvPr id="1293" name="Google Shape;1293;p39"/>
            <p:cNvSpPr/>
            <p:nvPr/>
          </p:nvSpPr>
          <p:spPr>
            <a:xfrm rot="-5400000">
              <a:off x="8640114" y="3851410"/>
              <a:ext cx="16338" cy="158207"/>
            </a:xfrm>
            <a:custGeom>
              <a:rect b="b" l="l" r="r" t="t"/>
              <a:pathLst>
                <a:path extrusionOk="0" h="3302" w="341">
                  <a:moveTo>
                    <a:pt x="254" y="0"/>
                  </a:moveTo>
                  <a:cubicBezTo>
                    <a:pt x="229" y="0"/>
                    <a:pt x="205" y="14"/>
                    <a:pt x="200" y="47"/>
                  </a:cubicBezTo>
                  <a:cubicBezTo>
                    <a:pt x="1" y="1110"/>
                    <a:pt x="5" y="2193"/>
                    <a:pt x="210" y="3256"/>
                  </a:cubicBezTo>
                  <a:cubicBezTo>
                    <a:pt x="215" y="3288"/>
                    <a:pt x="238" y="3301"/>
                    <a:pt x="262" y="3301"/>
                  </a:cubicBezTo>
                  <a:cubicBezTo>
                    <a:pt x="299" y="3301"/>
                    <a:pt x="340" y="3270"/>
                    <a:pt x="332" y="3221"/>
                  </a:cubicBezTo>
                  <a:cubicBezTo>
                    <a:pt x="130" y="2183"/>
                    <a:pt x="126" y="1120"/>
                    <a:pt x="322" y="79"/>
                  </a:cubicBezTo>
                  <a:cubicBezTo>
                    <a:pt x="330" y="31"/>
                    <a:pt x="290" y="0"/>
                    <a:pt x="254" y="0"/>
                  </a:cubicBezTo>
                  <a:close/>
                </a:path>
              </a:pathLst>
            </a:custGeom>
            <a:solidFill>
              <a:schemeClr val="lt1"/>
            </a:solidFill>
            <a:ln>
              <a:noFill/>
            </a:ln>
          </p:spPr>
          <p:txBody>
            <a:bodyPr anchorCtr="0" anchor="ctr" bIns="130925" lIns="130925" spcFirstLastPara="1" rIns="130925" wrap="square" tIns="130925">
              <a:noAutofit/>
            </a:bodyPr>
            <a:lstStyle/>
            <a:p>
              <a:pPr indent="0" lvl="0" marL="0" rtl="0" algn="l">
                <a:spcBef>
                  <a:spcPts val="0"/>
                </a:spcBef>
                <a:spcAft>
                  <a:spcPts val="0"/>
                </a:spcAft>
                <a:buNone/>
              </a:pPr>
              <a:r>
                <a:t/>
              </a:r>
              <a:endParaRPr/>
            </a:p>
          </p:txBody>
        </p:sp>
        <p:sp>
          <p:nvSpPr>
            <p:cNvPr id="1294" name="Google Shape;1294;p39"/>
            <p:cNvSpPr/>
            <p:nvPr/>
          </p:nvSpPr>
          <p:spPr>
            <a:xfrm rot="-5400000">
              <a:off x="8320586" y="3261367"/>
              <a:ext cx="313396" cy="38138"/>
            </a:xfrm>
            <a:custGeom>
              <a:rect b="b" l="l" r="r" t="t"/>
              <a:pathLst>
                <a:path extrusionOk="0" h="796" w="6541">
                  <a:moveTo>
                    <a:pt x="64" y="0"/>
                  </a:moveTo>
                  <a:cubicBezTo>
                    <a:pt x="31" y="0"/>
                    <a:pt x="0" y="27"/>
                    <a:pt x="0" y="63"/>
                  </a:cubicBezTo>
                  <a:cubicBezTo>
                    <a:pt x="0" y="95"/>
                    <a:pt x="24" y="119"/>
                    <a:pt x="56" y="122"/>
                  </a:cubicBezTo>
                  <a:cubicBezTo>
                    <a:pt x="1607" y="286"/>
                    <a:pt x="3157" y="464"/>
                    <a:pt x="4707" y="628"/>
                  </a:cubicBezTo>
                  <a:cubicBezTo>
                    <a:pt x="5286" y="687"/>
                    <a:pt x="5861" y="746"/>
                    <a:pt x="6439" y="795"/>
                  </a:cubicBezTo>
                  <a:cubicBezTo>
                    <a:pt x="6443" y="795"/>
                    <a:pt x="6446" y="795"/>
                    <a:pt x="6449" y="795"/>
                  </a:cubicBezTo>
                  <a:cubicBezTo>
                    <a:pt x="6521" y="795"/>
                    <a:pt x="6540" y="680"/>
                    <a:pt x="6460" y="673"/>
                  </a:cubicBezTo>
                  <a:cubicBezTo>
                    <a:pt x="4328" y="478"/>
                    <a:pt x="2199" y="224"/>
                    <a:pt x="70" y="0"/>
                  </a:cubicBezTo>
                  <a:cubicBezTo>
                    <a:pt x="68" y="0"/>
                    <a:pt x="66" y="0"/>
                    <a:pt x="64" y="0"/>
                  </a:cubicBezTo>
                  <a:close/>
                </a:path>
              </a:pathLst>
            </a:custGeom>
            <a:solidFill>
              <a:schemeClr val="lt1"/>
            </a:solidFill>
            <a:ln>
              <a:noFill/>
            </a:ln>
          </p:spPr>
          <p:txBody>
            <a:bodyPr anchorCtr="0" anchor="ctr" bIns="130925" lIns="130925" spcFirstLastPara="1" rIns="130925" wrap="square" tIns="130925">
              <a:noAutofit/>
            </a:bodyPr>
            <a:lstStyle/>
            <a:p>
              <a:pPr indent="0" lvl="0" marL="0" rtl="0" algn="l">
                <a:spcBef>
                  <a:spcPts val="0"/>
                </a:spcBef>
                <a:spcAft>
                  <a:spcPts val="0"/>
                </a:spcAft>
                <a:buNone/>
              </a:pPr>
              <a:r>
                <a:t/>
              </a:r>
              <a:endParaRPr/>
            </a:p>
          </p:txBody>
        </p:sp>
        <p:sp>
          <p:nvSpPr>
            <p:cNvPr id="1295" name="Google Shape;1295;p39"/>
            <p:cNvSpPr/>
            <p:nvPr/>
          </p:nvSpPr>
          <p:spPr>
            <a:xfrm rot="-5400000">
              <a:off x="8380572" y="3189546"/>
              <a:ext cx="163765" cy="32628"/>
            </a:xfrm>
            <a:custGeom>
              <a:rect b="b" l="l" r="r" t="t"/>
              <a:pathLst>
                <a:path extrusionOk="0" h="681" w="3418">
                  <a:moveTo>
                    <a:pt x="592" y="0"/>
                  </a:moveTo>
                  <a:cubicBezTo>
                    <a:pt x="443" y="0"/>
                    <a:pt x="296" y="23"/>
                    <a:pt x="192" y="117"/>
                  </a:cubicBezTo>
                  <a:cubicBezTo>
                    <a:pt x="60" y="238"/>
                    <a:pt x="1" y="479"/>
                    <a:pt x="77" y="643"/>
                  </a:cubicBezTo>
                  <a:cubicBezTo>
                    <a:pt x="90" y="669"/>
                    <a:pt x="114" y="681"/>
                    <a:pt x="137" y="681"/>
                  </a:cubicBezTo>
                  <a:cubicBezTo>
                    <a:pt x="178" y="681"/>
                    <a:pt x="218" y="646"/>
                    <a:pt x="196" y="598"/>
                  </a:cubicBezTo>
                  <a:cubicBezTo>
                    <a:pt x="147" y="493"/>
                    <a:pt x="175" y="354"/>
                    <a:pt x="241" y="263"/>
                  </a:cubicBezTo>
                  <a:cubicBezTo>
                    <a:pt x="319" y="148"/>
                    <a:pt x="460" y="133"/>
                    <a:pt x="588" y="133"/>
                  </a:cubicBezTo>
                  <a:cubicBezTo>
                    <a:pt x="609" y="133"/>
                    <a:pt x="629" y="133"/>
                    <a:pt x="649" y="134"/>
                  </a:cubicBezTo>
                  <a:cubicBezTo>
                    <a:pt x="952" y="134"/>
                    <a:pt x="1262" y="165"/>
                    <a:pt x="1562" y="193"/>
                  </a:cubicBezTo>
                  <a:cubicBezTo>
                    <a:pt x="2154" y="249"/>
                    <a:pt x="2739" y="343"/>
                    <a:pt x="3321" y="465"/>
                  </a:cubicBezTo>
                  <a:cubicBezTo>
                    <a:pt x="3327" y="466"/>
                    <a:pt x="3332" y="466"/>
                    <a:pt x="3336" y="466"/>
                  </a:cubicBezTo>
                  <a:cubicBezTo>
                    <a:pt x="3404" y="466"/>
                    <a:pt x="3417" y="356"/>
                    <a:pt x="3342" y="339"/>
                  </a:cubicBezTo>
                  <a:cubicBezTo>
                    <a:pt x="2548" y="172"/>
                    <a:pt x="1739" y="64"/>
                    <a:pt x="924" y="19"/>
                  </a:cubicBezTo>
                  <a:cubicBezTo>
                    <a:pt x="826" y="14"/>
                    <a:pt x="709" y="0"/>
                    <a:pt x="592" y="0"/>
                  </a:cubicBezTo>
                  <a:close/>
                </a:path>
              </a:pathLst>
            </a:custGeom>
            <a:solidFill>
              <a:schemeClr val="lt1"/>
            </a:solidFill>
            <a:ln>
              <a:noFill/>
            </a:ln>
          </p:spPr>
          <p:txBody>
            <a:bodyPr anchorCtr="0" anchor="ctr" bIns="130925" lIns="130925" spcFirstLastPara="1" rIns="130925" wrap="square" tIns="130925">
              <a:noAutofit/>
            </a:bodyPr>
            <a:lstStyle/>
            <a:p>
              <a:pPr indent="0" lvl="0" marL="0" rtl="0" algn="l">
                <a:spcBef>
                  <a:spcPts val="0"/>
                </a:spcBef>
                <a:spcAft>
                  <a:spcPts val="0"/>
                </a:spcAft>
                <a:buNone/>
              </a:pPr>
              <a:r>
                <a:t/>
              </a:r>
              <a:endParaRPr/>
            </a:p>
          </p:txBody>
        </p:sp>
        <p:sp>
          <p:nvSpPr>
            <p:cNvPr id="1296" name="Google Shape;1296;p39"/>
            <p:cNvSpPr/>
            <p:nvPr/>
          </p:nvSpPr>
          <p:spPr>
            <a:xfrm rot="-5400000">
              <a:off x="8575624" y="3177952"/>
              <a:ext cx="243539" cy="124093"/>
            </a:xfrm>
            <a:custGeom>
              <a:rect b="b" l="l" r="r" t="t"/>
              <a:pathLst>
                <a:path extrusionOk="0" h="2590" w="5083">
                  <a:moveTo>
                    <a:pt x="5006" y="0"/>
                  </a:moveTo>
                  <a:cubicBezTo>
                    <a:pt x="5005" y="0"/>
                    <a:pt x="5004" y="0"/>
                    <a:pt x="5003" y="0"/>
                  </a:cubicBezTo>
                  <a:cubicBezTo>
                    <a:pt x="3096" y="129"/>
                    <a:pt x="1288" y="1028"/>
                    <a:pt x="40" y="2477"/>
                  </a:cubicBezTo>
                  <a:cubicBezTo>
                    <a:pt x="1" y="2525"/>
                    <a:pt x="44" y="2590"/>
                    <a:pt x="90" y="2590"/>
                  </a:cubicBezTo>
                  <a:cubicBezTo>
                    <a:pt x="104" y="2590"/>
                    <a:pt x="119" y="2583"/>
                    <a:pt x="131" y="2569"/>
                  </a:cubicBezTo>
                  <a:cubicBezTo>
                    <a:pt x="1354" y="1144"/>
                    <a:pt x="3131" y="251"/>
                    <a:pt x="5003" y="129"/>
                  </a:cubicBezTo>
                  <a:cubicBezTo>
                    <a:pt x="5081" y="123"/>
                    <a:pt x="5082" y="0"/>
                    <a:pt x="5006" y="0"/>
                  </a:cubicBezTo>
                  <a:close/>
                </a:path>
              </a:pathLst>
            </a:custGeom>
            <a:solidFill>
              <a:srgbClr val="53647C"/>
            </a:solidFill>
            <a:ln>
              <a:noFill/>
            </a:ln>
          </p:spPr>
          <p:txBody>
            <a:bodyPr anchorCtr="0" anchor="ctr" bIns="130925" lIns="130925" spcFirstLastPara="1" rIns="130925" wrap="square" tIns="130925">
              <a:noAutofit/>
            </a:bodyPr>
            <a:lstStyle/>
            <a:p>
              <a:pPr indent="0" lvl="0" marL="0" rtl="0" algn="l">
                <a:spcBef>
                  <a:spcPts val="0"/>
                </a:spcBef>
                <a:spcAft>
                  <a:spcPts val="0"/>
                </a:spcAft>
                <a:buNone/>
              </a:pPr>
              <a:r>
                <a:t/>
              </a:r>
              <a:endParaRPr/>
            </a:p>
          </p:txBody>
        </p:sp>
        <p:sp>
          <p:nvSpPr>
            <p:cNvPr id="1297" name="Google Shape;1297;p39"/>
            <p:cNvSpPr/>
            <p:nvPr/>
          </p:nvSpPr>
          <p:spPr>
            <a:xfrm rot="-5400000">
              <a:off x="8008148" y="2837917"/>
              <a:ext cx="1401057" cy="379707"/>
            </a:xfrm>
            <a:custGeom>
              <a:rect b="b" l="l" r="r" t="t"/>
              <a:pathLst>
                <a:path extrusionOk="0" h="7925" w="29242">
                  <a:moveTo>
                    <a:pt x="443" y="1"/>
                  </a:moveTo>
                  <a:lnTo>
                    <a:pt x="443" y="1"/>
                  </a:lnTo>
                  <a:cubicBezTo>
                    <a:pt x="0" y="2220"/>
                    <a:pt x="161" y="5537"/>
                    <a:pt x="1108" y="7924"/>
                  </a:cubicBezTo>
                  <a:cubicBezTo>
                    <a:pt x="1108" y="7924"/>
                    <a:pt x="17528" y="5446"/>
                    <a:pt x="21151" y="5446"/>
                  </a:cubicBezTo>
                  <a:cubicBezTo>
                    <a:pt x="21457" y="5446"/>
                    <a:pt x="21672" y="5464"/>
                    <a:pt x="21778" y="5502"/>
                  </a:cubicBezTo>
                  <a:cubicBezTo>
                    <a:pt x="22949" y="5921"/>
                    <a:pt x="25065" y="6565"/>
                    <a:pt x="26103" y="6565"/>
                  </a:cubicBezTo>
                  <a:cubicBezTo>
                    <a:pt x="26273" y="6565"/>
                    <a:pt x="26414" y="6547"/>
                    <a:pt x="26517" y="6509"/>
                  </a:cubicBezTo>
                  <a:cubicBezTo>
                    <a:pt x="27252" y="6237"/>
                    <a:pt x="29241" y="1659"/>
                    <a:pt x="29241" y="1659"/>
                  </a:cubicBezTo>
                  <a:cubicBezTo>
                    <a:pt x="29241" y="1659"/>
                    <a:pt x="27183" y="1548"/>
                    <a:pt x="24854" y="1355"/>
                  </a:cubicBezTo>
                  <a:cubicBezTo>
                    <a:pt x="23300" y="1227"/>
                    <a:pt x="22653" y="964"/>
                    <a:pt x="21449" y="964"/>
                  </a:cubicBezTo>
                  <a:cubicBezTo>
                    <a:pt x="20853" y="964"/>
                    <a:pt x="20120" y="1028"/>
                    <a:pt x="19074" y="1206"/>
                  </a:cubicBezTo>
                  <a:cubicBezTo>
                    <a:pt x="18653" y="1277"/>
                    <a:pt x="18015" y="1307"/>
                    <a:pt x="17224" y="1307"/>
                  </a:cubicBezTo>
                  <a:cubicBezTo>
                    <a:pt x="12069" y="1307"/>
                    <a:pt x="444" y="1"/>
                    <a:pt x="443" y="1"/>
                  </a:cubicBezTo>
                  <a:close/>
                </a:path>
              </a:pathLst>
            </a:custGeom>
            <a:solidFill>
              <a:schemeClr val="lt2"/>
            </a:solidFill>
            <a:ln>
              <a:noFill/>
            </a:ln>
          </p:spPr>
          <p:txBody>
            <a:bodyPr anchorCtr="0" anchor="ctr" bIns="130925" lIns="130925" spcFirstLastPara="1" rIns="130925" wrap="square" tIns="130925">
              <a:noAutofit/>
            </a:bodyPr>
            <a:lstStyle/>
            <a:p>
              <a:pPr indent="0" lvl="0" marL="0" rtl="0" algn="l">
                <a:spcBef>
                  <a:spcPts val="0"/>
                </a:spcBef>
                <a:spcAft>
                  <a:spcPts val="0"/>
                </a:spcAft>
                <a:buNone/>
              </a:pPr>
              <a:r>
                <a:t/>
              </a:r>
              <a:endParaRPr/>
            </a:p>
          </p:txBody>
        </p:sp>
        <p:sp>
          <p:nvSpPr>
            <p:cNvPr id="1298" name="Google Shape;1298;p39"/>
            <p:cNvSpPr/>
            <p:nvPr/>
          </p:nvSpPr>
          <p:spPr>
            <a:xfrm rot="-5400000">
              <a:off x="8100811" y="3172825"/>
              <a:ext cx="944260" cy="59843"/>
            </a:xfrm>
            <a:custGeom>
              <a:rect b="b" l="l" r="r" t="t"/>
              <a:pathLst>
                <a:path extrusionOk="0" h="1249" w="19708">
                  <a:moveTo>
                    <a:pt x="70" y="0"/>
                  </a:moveTo>
                  <a:cubicBezTo>
                    <a:pt x="1" y="0"/>
                    <a:pt x="3" y="116"/>
                    <a:pt x="77" y="126"/>
                  </a:cubicBezTo>
                  <a:cubicBezTo>
                    <a:pt x="5018" y="759"/>
                    <a:pt x="9991" y="1248"/>
                    <a:pt x="14976" y="1248"/>
                  </a:cubicBezTo>
                  <a:cubicBezTo>
                    <a:pt x="15099" y="1248"/>
                    <a:pt x="15222" y="1248"/>
                    <a:pt x="15346" y="1248"/>
                  </a:cubicBezTo>
                  <a:cubicBezTo>
                    <a:pt x="16774" y="1241"/>
                    <a:pt x="18203" y="1192"/>
                    <a:pt x="19628" y="1091"/>
                  </a:cubicBezTo>
                  <a:cubicBezTo>
                    <a:pt x="19707" y="1088"/>
                    <a:pt x="19708" y="969"/>
                    <a:pt x="19632" y="969"/>
                  </a:cubicBezTo>
                  <a:cubicBezTo>
                    <a:pt x="19631" y="969"/>
                    <a:pt x="19629" y="969"/>
                    <a:pt x="19628" y="969"/>
                  </a:cubicBezTo>
                  <a:cubicBezTo>
                    <a:pt x="18074" y="1077"/>
                    <a:pt x="16517" y="1125"/>
                    <a:pt x="14960" y="1125"/>
                  </a:cubicBezTo>
                  <a:cubicBezTo>
                    <a:pt x="11428" y="1125"/>
                    <a:pt x="7895" y="877"/>
                    <a:pt x="4383" y="509"/>
                  </a:cubicBezTo>
                  <a:cubicBezTo>
                    <a:pt x="2948" y="356"/>
                    <a:pt x="1513" y="185"/>
                    <a:pt x="77" y="1"/>
                  </a:cubicBezTo>
                  <a:cubicBezTo>
                    <a:pt x="74" y="0"/>
                    <a:pt x="72" y="0"/>
                    <a:pt x="70" y="0"/>
                  </a:cubicBezTo>
                  <a:close/>
                </a:path>
              </a:pathLst>
            </a:custGeom>
            <a:solidFill>
              <a:schemeClr val="accent4"/>
            </a:solidFill>
            <a:ln>
              <a:noFill/>
            </a:ln>
          </p:spPr>
          <p:txBody>
            <a:bodyPr anchorCtr="0" anchor="ctr" bIns="130925" lIns="130925" spcFirstLastPara="1" rIns="130925" wrap="square" tIns="130925">
              <a:noAutofit/>
            </a:bodyPr>
            <a:lstStyle/>
            <a:p>
              <a:pPr indent="0" lvl="0" marL="0" rtl="0" algn="l">
                <a:spcBef>
                  <a:spcPts val="0"/>
                </a:spcBef>
                <a:spcAft>
                  <a:spcPts val="0"/>
                </a:spcAft>
                <a:buNone/>
              </a:pPr>
              <a:r>
                <a:t/>
              </a:r>
              <a:endParaRPr/>
            </a:p>
          </p:txBody>
        </p:sp>
        <p:sp>
          <p:nvSpPr>
            <p:cNvPr id="1299" name="Google Shape;1299;p39"/>
            <p:cNvSpPr/>
            <p:nvPr/>
          </p:nvSpPr>
          <p:spPr>
            <a:xfrm rot="-5400000">
              <a:off x="8675737" y="3484759"/>
              <a:ext cx="63484" cy="366866"/>
            </a:xfrm>
            <a:custGeom>
              <a:rect b="b" l="l" r="r" t="t"/>
              <a:pathLst>
                <a:path extrusionOk="0" h="7657" w="1325">
                  <a:moveTo>
                    <a:pt x="567" y="0"/>
                  </a:moveTo>
                  <a:cubicBezTo>
                    <a:pt x="543" y="0"/>
                    <a:pt x="520" y="14"/>
                    <a:pt x="513" y="45"/>
                  </a:cubicBezTo>
                  <a:cubicBezTo>
                    <a:pt x="1" y="2571"/>
                    <a:pt x="234" y="5219"/>
                    <a:pt x="1189" y="7616"/>
                  </a:cubicBezTo>
                  <a:cubicBezTo>
                    <a:pt x="1200" y="7645"/>
                    <a:pt x="1224" y="7657"/>
                    <a:pt x="1248" y="7657"/>
                  </a:cubicBezTo>
                  <a:cubicBezTo>
                    <a:pt x="1287" y="7657"/>
                    <a:pt x="1325" y="7626"/>
                    <a:pt x="1307" y="7581"/>
                  </a:cubicBezTo>
                  <a:cubicBezTo>
                    <a:pt x="363" y="5209"/>
                    <a:pt x="123" y="2581"/>
                    <a:pt x="631" y="76"/>
                  </a:cubicBezTo>
                  <a:cubicBezTo>
                    <a:pt x="642" y="30"/>
                    <a:pt x="604" y="0"/>
                    <a:pt x="567" y="0"/>
                  </a:cubicBezTo>
                  <a:close/>
                </a:path>
              </a:pathLst>
            </a:custGeom>
            <a:solidFill>
              <a:schemeClr val="accent4"/>
            </a:solidFill>
            <a:ln>
              <a:noFill/>
            </a:ln>
          </p:spPr>
          <p:txBody>
            <a:bodyPr anchorCtr="0" anchor="ctr" bIns="130925" lIns="130925" spcFirstLastPara="1" rIns="130925" wrap="square" tIns="130925">
              <a:noAutofit/>
            </a:bodyPr>
            <a:lstStyle/>
            <a:p>
              <a:pPr indent="0" lvl="0" marL="0" rtl="0" algn="l">
                <a:spcBef>
                  <a:spcPts val="0"/>
                </a:spcBef>
                <a:spcAft>
                  <a:spcPts val="0"/>
                </a:spcAft>
                <a:buNone/>
              </a:pPr>
              <a:r>
                <a:t/>
              </a:r>
              <a:endParaRPr/>
            </a:p>
          </p:txBody>
        </p:sp>
        <p:sp>
          <p:nvSpPr>
            <p:cNvPr id="1300" name="Google Shape;1300;p39"/>
            <p:cNvSpPr/>
            <p:nvPr/>
          </p:nvSpPr>
          <p:spPr>
            <a:xfrm rot="-5400000">
              <a:off x="8384333" y="2503751"/>
              <a:ext cx="445443" cy="84757"/>
            </a:xfrm>
            <a:custGeom>
              <a:rect b="b" l="l" r="r" t="t"/>
              <a:pathLst>
                <a:path extrusionOk="0" h="1769" w="9297">
                  <a:moveTo>
                    <a:pt x="1419" y="0"/>
                  </a:moveTo>
                  <a:cubicBezTo>
                    <a:pt x="507" y="0"/>
                    <a:pt x="0" y="106"/>
                    <a:pt x="0" y="106"/>
                  </a:cubicBezTo>
                  <a:lnTo>
                    <a:pt x="1889" y="1305"/>
                  </a:lnTo>
                  <a:lnTo>
                    <a:pt x="5251" y="1598"/>
                  </a:lnTo>
                  <a:lnTo>
                    <a:pt x="5976" y="1221"/>
                  </a:lnTo>
                  <a:lnTo>
                    <a:pt x="6408" y="1733"/>
                  </a:lnTo>
                  <a:lnTo>
                    <a:pt x="8732" y="1768"/>
                  </a:lnTo>
                  <a:cubicBezTo>
                    <a:pt x="8732" y="1768"/>
                    <a:pt x="9297" y="1273"/>
                    <a:pt x="9216" y="702"/>
                  </a:cubicBezTo>
                  <a:cubicBezTo>
                    <a:pt x="9216" y="702"/>
                    <a:pt x="5753" y="541"/>
                    <a:pt x="3795" y="210"/>
                  </a:cubicBezTo>
                  <a:cubicBezTo>
                    <a:pt x="2839" y="49"/>
                    <a:pt x="2036" y="0"/>
                    <a:pt x="1419" y="0"/>
                  </a:cubicBezTo>
                  <a:close/>
                </a:path>
              </a:pathLst>
            </a:custGeom>
            <a:solidFill>
              <a:schemeClr val="accent4"/>
            </a:solidFill>
            <a:ln>
              <a:noFill/>
            </a:ln>
          </p:spPr>
          <p:txBody>
            <a:bodyPr anchorCtr="0" anchor="ctr" bIns="130925" lIns="130925" spcFirstLastPara="1" rIns="130925" wrap="square" tIns="130925">
              <a:noAutofit/>
            </a:bodyPr>
            <a:lstStyle/>
            <a:p>
              <a:pPr indent="0" lvl="0" marL="0" rtl="0" algn="l">
                <a:spcBef>
                  <a:spcPts val="0"/>
                </a:spcBef>
                <a:spcAft>
                  <a:spcPts val="0"/>
                </a:spcAft>
                <a:buNone/>
              </a:pPr>
              <a:r>
                <a:t/>
              </a:r>
              <a:endParaRPr/>
            </a:p>
          </p:txBody>
        </p:sp>
        <p:sp>
          <p:nvSpPr>
            <p:cNvPr id="1301" name="Google Shape;1301;p39"/>
            <p:cNvSpPr/>
            <p:nvPr/>
          </p:nvSpPr>
          <p:spPr>
            <a:xfrm rot="-5400000">
              <a:off x="8655806" y="3242849"/>
              <a:ext cx="150972" cy="150493"/>
            </a:xfrm>
            <a:custGeom>
              <a:rect b="b" l="l" r="r" t="t"/>
              <a:pathLst>
                <a:path extrusionOk="0" h="3141" w="3151">
                  <a:moveTo>
                    <a:pt x="2641" y="166"/>
                  </a:moveTo>
                  <a:cubicBezTo>
                    <a:pt x="2714" y="166"/>
                    <a:pt x="2773" y="167"/>
                    <a:pt x="2816" y="168"/>
                  </a:cubicBezTo>
                  <a:lnTo>
                    <a:pt x="2983" y="2976"/>
                  </a:lnTo>
                  <a:cubicBezTo>
                    <a:pt x="2586" y="2962"/>
                    <a:pt x="958" y="2865"/>
                    <a:pt x="373" y="2087"/>
                  </a:cubicBezTo>
                  <a:cubicBezTo>
                    <a:pt x="157" y="1802"/>
                    <a:pt x="109" y="1450"/>
                    <a:pt x="223" y="1039"/>
                  </a:cubicBezTo>
                  <a:cubicBezTo>
                    <a:pt x="451" y="244"/>
                    <a:pt x="2024" y="166"/>
                    <a:pt x="2641" y="166"/>
                  </a:cubicBezTo>
                  <a:close/>
                  <a:moveTo>
                    <a:pt x="2613" y="1"/>
                  </a:moveTo>
                  <a:cubicBezTo>
                    <a:pt x="1945" y="1"/>
                    <a:pt x="323" y="96"/>
                    <a:pt x="67" y="997"/>
                  </a:cubicBezTo>
                  <a:cubicBezTo>
                    <a:pt x="22" y="1154"/>
                    <a:pt x="1" y="1307"/>
                    <a:pt x="1" y="1450"/>
                  </a:cubicBezTo>
                  <a:cubicBezTo>
                    <a:pt x="1" y="1725"/>
                    <a:pt x="80" y="1973"/>
                    <a:pt x="244" y="2185"/>
                  </a:cubicBezTo>
                  <a:cubicBezTo>
                    <a:pt x="958" y="3129"/>
                    <a:pt x="2983" y="3140"/>
                    <a:pt x="3070" y="3140"/>
                  </a:cubicBezTo>
                  <a:cubicBezTo>
                    <a:pt x="3091" y="3140"/>
                    <a:pt x="3112" y="3133"/>
                    <a:pt x="3129" y="3116"/>
                  </a:cubicBezTo>
                  <a:cubicBezTo>
                    <a:pt x="3144" y="3098"/>
                    <a:pt x="3150" y="3077"/>
                    <a:pt x="3150" y="3056"/>
                  </a:cubicBezTo>
                  <a:lnTo>
                    <a:pt x="2976" y="84"/>
                  </a:lnTo>
                  <a:cubicBezTo>
                    <a:pt x="2973" y="43"/>
                    <a:pt x="2938" y="11"/>
                    <a:pt x="2896" y="7"/>
                  </a:cubicBezTo>
                  <a:cubicBezTo>
                    <a:pt x="2877" y="6"/>
                    <a:pt x="2772" y="1"/>
                    <a:pt x="2613" y="1"/>
                  </a:cubicBezTo>
                  <a:close/>
                </a:path>
              </a:pathLst>
            </a:custGeom>
            <a:solidFill>
              <a:schemeClr val="accent4"/>
            </a:solidFill>
            <a:ln>
              <a:noFill/>
            </a:ln>
          </p:spPr>
          <p:txBody>
            <a:bodyPr anchorCtr="0" anchor="ctr" bIns="130925" lIns="130925" spcFirstLastPara="1" rIns="130925" wrap="square" tIns="130925">
              <a:noAutofit/>
            </a:bodyPr>
            <a:lstStyle/>
            <a:p>
              <a:pPr indent="0" lvl="0" marL="0" rtl="0" algn="l">
                <a:spcBef>
                  <a:spcPts val="0"/>
                </a:spcBef>
                <a:spcAft>
                  <a:spcPts val="0"/>
                </a:spcAft>
                <a:buNone/>
              </a:pPr>
              <a:r>
                <a:t/>
              </a:r>
              <a:endParaRPr/>
            </a:p>
          </p:txBody>
        </p:sp>
        <p:sp>
          <p:nvSpPr>
            <p:cNvPr id="1302" name="Google Shape;1302;p39"/>
            <p:cNvSpPr/>
            <p:nvPr/>
          </p:nvSpPr>
          <p:spPr>
            <a:xfrm rot="-5400000">
              <a:off x="7623315" y="2817554"/>
              <a:ext cx="1314767" cy="404573"/>
            </a:xfrm>
            <a:custGeom>
              <a:rect b="b" l="l" r="r" t="t"/>
              <a:pathLst>
                <a:path extrusionOk="0" h="8444" w="27441">
                  <a:moveTo>
                    <a:pt x="1513" y="0"/>
                  </a:moveTo>
                  <a:cubicBezTo>
                    <a:pt x="799" y="516"/>
                    <a:pt x="109" y="1840"/>
                    <a:pt x="0" y="3760"/>
                  </a:cubicBezTo>
                  <a:lnTo>
                    <a:pt x="0" y="6189"/>
                  </a:lnTo>
                  <a:cubicBezTo>
                    <a:pt x="0" y="6189"/>
                    <a:pt x="14858" y="7829"/>
                    <a:pt x="18998" y="8039"/>
                  </a:cubicBezTo>
                  <a:cubicBezTo>
                    <a:pt x="23137" y="8248"/>
                    <a:pt x="25789" y="8213"/>
                    <a:pt x="27440" y="8443"/>
                  </a:cubicBezTo>
                  <a:cubicBezTo>
                    <a:pt x="27440" y="8443"/>
                    <a:pt x="25775" y="6224"/>
                    <a:pt x="25409" y="5597"/>
                  </a:cubicBezTo>
                  <a:cubicBezTo>
                    <a:pt x="25298" y="5408"/>
                    <a:pt x="25081" y="5345"/>
                    <a:pt x="24822" y="5345"/>
                  </a:cubicBezTo>
                  <a:cubicBezTo>
                    <a:pt x="24291" y="5345"/>
                    <a:pt x="23580" y="5611"/>
                    <a:pt x="23227" y="5611"/>
                  </a:cubicBezTo>
                  <a:cubicBezTo>
                    <a:pt x="23182" y="5611"/>
                    <a:pt x="23142" y="5607"/>
                    <a:pt x="23109" y="5597"/>
                  </a:cubicBezTo>
                  <a:cubicBezTo>
                    <a:pt x="22801" y="5505"/>
                    <a:pt x="22185" y="4518"/>
                    <a:pt x="21101" y="4518"/>
                  </a:cubicBezTo>
                  <a:cubicBezTo>
                    <a:pt x="20739" y="4518"/>
                    <a:pt x="20326" y="4628"/>
                    <a:pt x="19855" y="4917"/>
                  </a:cubicBezTo>
                  <a:cubicBezTo>
                    <a:pt x="18958" y="5468"/>
                    <a:pt x="18581" y="5750"/>
                    <a:pt x="18163" y="5750"/>
                  </a:cubicBezTo>
                  <a:cubicBezTo>
                    <a:pt x="18021" y="5750"/>
                    <a:pt x="17875" y="5717"/>
                    <a:pt x="17701" y="5652"/>
                  </a:cubicBezTo>
                  <a:cubicBezTo>
                    <a:pt x="17022" y="5394"/>
                    <a:pt x="6238" y="1777"/>
                    <a:pt x="1513" y="0"/>
                  </a:cubicBezTo>
                  <a:close/>
                </a:path>
              </a:pathLst>
            </a:custGeom>
            <a:solidFill>
              <a:schemeClr val="lt2"/>
            </a:solidFill>
            <a:ln>
              <a:noFill/>
            </a:ln>
          </p:spPr>
          <p:txBody>
            <a:bodyPr anchorCtr="0" anchor="ctr" bIns="130925" lIns="130925" spcFirstLastPara="1" rIns="130925" wrap="square" tIns="130925">
              <a:noAutofit/>
            </a:bodyPr>
            <a:lstStyle/>
            <a:p>
              <a:pPr indent="0" lvl="0" marL="0" rtl="0" algn="l">
                <a:spcBef>
                  <a:spcPts val="0"/>
                </a:spcBef>
                <a:spcAft>
                  <a:spcPts val="0"/>
                </a:spcAft>
                <a:buNone/>
              </a:pPr>
              <a:r>
                <a:t/>
              </a:r>
              <a:endParaRPr/>
            </a:p>
          </p:txBody>
        </p:sp>
        <p:sp>
          <p:nvSpPr>
            <p:cNvPr id="1303" name="Google Shape;1303;p39"/>
            <p:cNvSpPr/>
            <p:nvPr/>
          </p:nvSpPr>
          <p:spPr>
            <a:xfrm rot="-5400000">
              <a:off x="8192252" y="3476518"/>
              <a:ext cx="78049" cy="289631"/>
            </a:xfrm>
            <a:custGeom>
              <a:rect b="b" l="l" r="r" t="t"/>
              <a:pathLst>
                <a:path extrusionOk="0" h="6045" w="1629">
                  <a:moveTo>
                    <a:pt x="1537" y="1"/>
                  </a:moveTo>
                  <a:cubicBezTo>
                    <a:pt x="1523" y="1"/>
                    <a:pt x="1509" y="6"/>
                    <a:pt x="1496" y="17"/>
                  </a:cubicBezTo>
                  <a:cubicBezTo>
                    <a:pt x="840" y="582"/>
                    <a:pt x="481" y="1400"/>
                    <a:pt x="286" y="2230"/>
                  </a:cubicBezTo>
                  <a:cubicBezTo>
                    <a:pt x="0" y="3456"/>
                    <a:pt x="25" y="4742"/>
                    <a:pt x="140" y="5986"/>
                  </a:cubicBezTo>
                  <a:cubicBezTo>
                    <a:pt x="143" y="6024"/>
                    <a:pt x="177" y="6045"/>
                    <a:pt x="209" y="6045"/>
                  </a:cubicBezTo>
                  <a:cubicBezTo>
                    <a:pt x="240" y="6045"/>
                    <a:pt x="269" y="6025"/>
                    <a:pt x="265" y="5986"/>
                  </a:cubicBezTo>
                  <a:cubicBezTo>
                    <a:pt x="150" y="4770"/>
                    <a:pt x="122" y="3512"/>
                    <a:pt x="394" y="2314"/>
                  </a:cubicBezTo>
                  <a:cubicBezTo>
                    <a:pt x="582" y="1487"/>
                    <a:pt x="931" y="669"/>
                    <a:pt x="1583" y="101"/>
                  </a:cubicBezTo>
                  <a:cubicBezTo>
                    <a:pt x="1629" y="62"/>
                    <a:pt x="1586" y="1"/>
                    <a:pt x="1537" y="1"/>
                  </a:cubicBezTo>
                  <a:close/>
                </a:path>
              </a:pathLst>
            </a:custGeom>
            <a:solidFill>
              <a:schemeClr val="accent4"/>
            </a:solidFill>
            <a:ln>
              <a:noFill/>
            </a:ln>
          </p:spPr>
          <p:txBody>
            <a:bodyPr anchorCtr="0" anchor="ctr" bIns="130925" lIns="130925" spcFirstLastPara="1" rIns="130925" wrap="square" tIns="130925">
              <a:noAutofit/>
            </a:bodyPr>
            <a:lstStyle/>
            <a:p>
              <a:pPr indent="0" lvl="0" marL="0" rtl="0" algn="l">
                <a:spcBef>
                  <a:spcPts val="0"/>
                </a:spcBef>
                <a:spcAft>
                  <a:spcPts val="0"/>
                </a:spcAft>
                <a:buNone/>
              </a:pPr>
              <a:r>
                <a:t/>
              </a:r>
              <a:endParaRPr/>
            </a:p>
          </p:txBody>
        </p:sp>
        <p:sp>
          <p:nvSpPr>
            <p:cNvPr id="1304" name="Google Shape;1304;p39"/>
            <p:cNvSpPr/>
            <p:nvPr/>
          </p:nvSpPr>
          <p:spPr>
            <a:xfrm rot="-5400000">
              <a:off x="7932902" y="3138975"/>
              <a:ext cx="934294" cy="101095"/>
            </a:xfrm>
            <a:custGeom>
              <a:rect b="b" l="l" r="r" t="t"/>
              <a:pathLst>
                <a:path extrusionOk="0" h="2110" w="19500">
                  <a:moveTo>
                    <a:pt x="71" y="1"/>
                  </a:moveTo>
                  <a:cubicBezTo>
                    <a:pt x="1" y="1"/>
                    <a:pt x="7" y="113"/>
                    <a:pt x="81" y="123"/>
                  </a:cubicBezTo>
                  <a:cubicBezTo>
                    <a:pt x="2554" y="440"/>
                    <a:pt x="5039" y="629"/>
                    <a:pt x="7516" y="900"/>
                  </a:cubicBezTo>
                  <a:cubicBezTo>
                    <a:pt x="8778" y="1039"/>
                    <a:pt x="10035" y="1210"/>
                    <a:pt x="11296" y="1335"/>
                  </a:cubicBezTo>
                  <a:cubicBezTo>
                    <a:pt x="12583" y="1461"/>
                    <a:pt x="13871" y="1565"/>
                    <a:pt x="15157" y="1677"/>
                  </a:cubicBezTo>
                  <a:cubicBezTo>
                    <a:pt x="16579" y="1799"/>
                    <a:pt x="18004" y="1928"/>
                    <a:pt x="19422" y="2109"/>
                  </a:cubicBezTo>
                  <a:cubicBezTo>
                    <a:pt x="19425" y="2109"/>
                    <a:pt x="19427" y="2109"/>
                    <a:pt x="19429" y="2109"/>
                  </a:cubicBezTo>
                  <a:cubicBezTo>
                    <a:pt x="19499" y="2109"/>
                    <a:pt x="19497" y="1994"/>
                    <a:pt x="19422" y="1983"/>
                  </a:cubicBezTo>
                  <a:cubicBezTo>
                    <a:pt x="16882" y="1660"/>
                    <a:pt x="14328" y="1499"/>
                    <a:pt x="11785" y="1259"/>
                  </a:cubicBezTo>
                  <a:cubicBezTo>
                    <a:pt x="10523" y="1140"/>
                    <a:pt x="9265" y="976"/>
                    <a:pt x="8007" y="833"/>
                  </a:cubicBezTo>
                  <a:cubicBezTo>
                    <a:pt x="6784" y="691"/>
                    <a:pt x="5558" y="576"/>
                    <a:pt x="4331" y="461"/>
                  </a:cubicBezTo>
                  <a:cubicBezTo>
                    <a:pt x="2913" y="325"/>
                    <a:pt x="1495" y="182"/>
                    <a:pt x="81" y="1"/>
                  </a:cubicBezTo>
                  <a:cubicBezTo>
                    <a:pt x="77" y="1"/>
                    <a:pt x="74" y="1"/>
                    <a:pt x="71" y="1"/>
                  </a:cubicBezTo>
                  <a:close/>
                </a:path>
              </a:pathLst>
            </a:custGeom>
            <a:solidFill>
              <a:schemeClr val="accent4"/>
            </a:solidFill>
            <a:ln>
              <a:noFill/>
            </a:ln>
          </p:spPr>
          <p:txBody>
            <a:bodyPr anchorCtr="0" anchor="ctr" bIns="130925" lIns="130925" spcFirstLastPara="1" rIns="130925" wrap="square" tIns="130925">
              <a:noAutofit/>
            </a:bodyPr>
            <a:lstStyle/>
            <a:p>
              <a:pPr indent="0" lvl="0" marL="0" rtl="0" algn="l">
                <a:spcBef>
                  <a:spcPts val="0"/>
                </a:spcBef>
                <a:spcAft>
                  <a:spcPts val="0"/>
                </a:spcAft>
                <a:buNone/>
              </a:pPr>
              <a:r>
                <a:t/>
              </a:r>
              <a:endParaRPr/>
            </a:p>
          </p:txBody>
        </p:sp>
        <p:sp>
          <p:nvSpPr>
            <p:cNvPr id="1305" name="Google Shape;1305;p39"/>
            <p:cNvSpPr/>
            <p:nvPr/>
          </p:nvSpPr>
          <p:spPr>
            <a:xfrm rot="-5400000">
              <a:off x="7974873" y="2774121"/>
              <a:ext cx="641548" cy="119590"/>
            </a:xfrm>
            <a:custGeom>
              <a:rect b="b" l="l" r="r" t="t"/>
              <a:pathLst>
                <a:path extrusionOk="0" h="2496" w="13390">
                  <a:moveTo>
                    <a:pt x="82" y="0"/>
                  </a:moveTo>
                  <a:cubicBezTo>
                    <a:pt x="20" y="0"/>
                    <a:pt x="1" y="100"/>
                    <a:pt x="67" y="122"/>
                  </a:cubicBezTo>
                  <a:cubicBezTo>
                    <a:pt x="1914" y="753"/>
                    <a:pt x="3799" y="1258"/>
                    <a:pt x="5652" y="1854"/>
                  </a:cubicBezTo>
                  <a:cubicBezTo>
                    <a:pt x="6088" y="1993"/>
                    <a:pt x="6517" y="2143"/>
                    <a:pt x="6948" y="2293"/>
                  </a:cubicBezTo>
                  <a:cubicBezTo>
                    <a:pt x="7258" y="2398"/>
                    <a:pt x="7586" y="2495"/>
                    <a:pt x="7916" y="2495"/>
                  </a:cubicBezTo>
                  <a:cubicBezTo>
                    <a:pt x="8035" y="2495"/>
                    <a:pt x="8154" y="2483"/>
                    <a:pt x="8273" y="2453"/>
                  </a:cubicBezTo>
                  <a:cubicBezTo>
                    <a:pt x="8667" y="2359"/>
                    <a:pt x="8970" y="2073"/>
                    <a:pt x="9294" y="1847"/>
                  </a:cubicBezTo>
                  <a:cubicBezTo>
                    <a:pt x="9615" y="1622"/>
                    <a:pt x="9984" y="1492"/>
                    <a:pt x="10371" y="1492"/>
                  </a:cubicBezTo>
                  <a:cubicBezTo>
                    <a:pt x="10457" y="1492"/>
                    <a:pt x="10544" y="1499"/>
                    <a:pt x="10632" y="1512"/>
                  </a:cubicBezTo>
                  <a:cubicBezTo>
                    <a:pt x="11161" y="1592"/>
                    <a:pt x="11524" y="1944"/>
                    <a:pt x="11970" y="2199"/>
                  </a:cubicBezTo>
                  <a:cubicBezTo>
                    <a:pt x="12168" y="2310"/>
                    <a:pt x="12368" y="2352"/>
                    <a:pt x="12571" y="2352"/>
                  </a:cubicBezTo>
                  <a:cubicBezTo>
                    <a:pt x="12818" y="2352"/>
                    <a:pt x="13069" y="2290"/>
                    <a:pt x="13321" y="2213"/>
                  </a:cubicBezTo>
                  <a:cubicBezTo>
                    <a:pt x="13389" y="2191"/>
                    <a:pt x="13368" y="2092"/>
                    <a:pt x="13305" y="2092"/>
                  </a:cubicBezTo>
                  <a:cubicBezTo>
                    <a:pt x="13299" y="2092"/>
                    <a:pt x="13293" y="2092"/>
                    <a:pt x="13287" y="2094"/>
                  </a:cubicBezTo>
                  <a:cubicBezTo>
                    <a:pt x="13052" y="2166"/>
                    <a:pt x="12810" y="2237"/>
                    <a:pt x="12562" y="2237"/>
                  </a:cubicBezTo>
                  <a:cubicBezTo>
                    <a:pt x="12556" y="2237"/>
                    <a:pt x="12550" y="2237"/>
                    <a:pt x="12545" y="2237"/>
                  </a:cubicBezTo>
                  <a:cubicBezTo>
                    <a:pt x="12284" y="2237"/>
                    <a:pt x="12075" y="2126"/>
                    <a:pt x="11861" y="1986"/>
                  </a:cubicBezTo>
                  <a:cubicBezTo>
                    <a:pt x="11510" y="1756"/>
                    <a:pt x="11186" y="1499"/>
                    <a:pt x="10764" y="1412"/>
                  </a:cubicBezTo>
                  <a:cubicBezTo>
                    <a:pt x="10632" y="1383"/>
                    <a:pt x="10497" y="1369"/>
                    <a:pt x="10362" y="1369"/>
                  </a:cubicBezTo>
                  <a:cubicBezTo>
                    <a:pt x="10114" y="1369"/>
                    <a:pt x="9866" y="1417"/>
                    <a:pt x="9635" y="1512"/>
                  </a:cubicBezTo>
                  <a:cubicBezTo>
                    <a:pt x="9273" y="1666"/>
                    <a:pt x="8994" y="1944"/>
                    <a:pt x="8663" y="2150"/>
                  </a:cubicBezTo>
                  <a:cubicBezTo>
                    <a:pt x="8416" y="2302"/>
                    <a:pt x="8161" y="2363"/>
                    <a:pt x="7900" y="2363"/>
                  </a:cubicBezTo>
                  <a:cubicBezTo>
                    <a:pt x="7670" y="2363"/>
                    <a:pt x="7436" y="2316"/>
                    <a:pt x="7199" y="2244"/>
                  </a:cubicBezTo>
                  <a:cubicBezTo>
                    <a:pt x="6760" y="2112"/>
                    <a:pt x="6329" y="1944"/>
                    <a:pt x="5890" y="1798"/>
                  </a:cubicBezTo>
                  <a:cubicBezTo>
                    <a:pt x="5001" y="1509"/>
                    <a:pt x="4109" y="1248"/>
                    <a:pt x="3214" y="979"/>
                  </a:cubicBezTo>
                  <a:cubicBezTo>
                    <a:pt x="2172" y="669"/>
                    <a:pt x="1130" y="355"/>
                    <a:pt x="102" y="3"/>
                  </a:cubicBezTo>
                  <a:cubicBezTo>
                    <a:pt x="95" y="1"/>
                    <a:pt x="88" y="0"/>
                    <a:pt x="82" y="0"/>
                  </a:cubicBezTo>
                  <a:close/>
                </a:path>
              </a:pathLst>
            </a:custGeom>
            <a:solidFill>
              <a:schemeClr val="accent4"/>
            </a:solidFill>
            <a:ln>
              <a:noFill/>
            </a:ln>
          </p:spPr>
          <p:txBody>
            <a:bodyPr anchorCtr="0" anchor="ctr" bIns="130925" lIns="130925" spcFirstLastPara="1" rIns="130925" wrap="square" tIns="130925">
              <a:noAutofit/>
            </a:bodyPr>
            <a:lstStyle/>
            <a:p>
              <a:pPr indent="0" lvl="0" marL="0" rtl="0" algn="l">
                <a:spcBef>
                  <a:spcPts val="0"/>
                </a:spcBef>
                <a:spcAft>
                  <a:spcPts val="0"/>
                </a:spcAft>
                <a:buNone/>
              </a:pPr>
              <a:r>
                <a:t/>
              </a:r>
              <a:endParaRPr/>
            </a:p>
          </p:txBody>
        </p:sp>
        <p:sp>
          <p:nvSpPr>
            <p:cNvPr id="1306" name="Google Shape;1306;p39"/>
            <p:cNvSpPr/>
            <p:nvPr/>
          </p:nvSpPr>
          <p:spPr>
            <a:xfrm rot="-5400000">
              <a:off x="8188635" y="3063010"/>
              <a:ext cx="153607" cy="100473"/>
            </a:xfrm>
            <a:custGeom>
              <a:rect b="b" l="l" r="r" t="t"/>
              <a:pathLst>
                <a:path extrusionOk="0" h="2097" w="3206">
                  <a:moveTo>
                    <a:pt x="647" y="1"/>
                  </a:moveTo>
                  <a:cubicBezTo>
                    <a:pt x="639" y="1"/>
                    <a:pt x="632" y="2"/>
                    <a:pt x="624" y="3"/>
                  </a:cubicBezTo>
                  <a:cubicBezTo>
                    <a:pt x="474" y="27"/>
                    <a:pt x="237" y="180"/>
                    <a:pt x="132" y="434"/>
                  </a:cubicBezTo>
                  <a:cubicBezTo>
                    <a:pt x="28" y="689"/>
                    <a:pt x="0" y="894"/>
                    <a:pt x="223" y="1034"/>
                  </a:cubicBezTo>
                  <a:cubicBezTo>
                    <a:pt x="257" y="1054"/>
                    <a:pt x="292" y="1063"/>
                    <a:pt x="327" y="1063"/>
                  </a:cubicBezTo>
                  <a:cubicBezTo>
                    <a:pt x="528" y="1063"/>
                    <a:pt x="735" y="783"/>
                    <a:pt x="735" y="783"/>
                  </a:cubicBezTo>
                  <a:lnTo>
                    <a:pt x="735" y="783"/>
                  </a:lnTo>
                  <a:cubicBezTo>
                    <a:pt x="735" y="783"/>
                    <a:pt x="452" y="1621"/>
                    <a:pt x="661" y="1621"/>
                  </a:cubicBezTo>
                  <a:cubicBezTo>
                    <a:pt x="667" y="1621"/>
                    <a:pt x="673" y="1621"/>
                    <a:pt x="679" y="1619"/>
                  </a:cubicBezTo>
                  <a:cubicBezTo>
                    <a:pt x="927" y="1571"/>
                    <a:pt x="1327" y="975"/>
                    <a:pt x="1327" y="975"/>
                  </a:cubicBezTo>
                  <a:lnTo>
                    <a:pt x="1327" y="975"/>
                  </a:lnTo>
                  <a:cubicBezTo>
                    <a:pt x="1327" y="975"/>
                    <a:pt x="820" y="2097"/>
                    <a:pt x="1125" y="2097"/>
                  </a:cubicBezTo>
                  <a:cubicBezTo>
                    <a:pt x="1127" y="2097"/>
                    <a:pt x="1128" y="2097"/>
                    <a:pt x="1129" y="2097"/>
                  </a:cubicBezTo>
                  <a:cubicBezTo>
                    <a:pt x="1446" y="2086"/>
                    <a:pt x="2101" y="1058"/>
                    <a:pt x="2101" y="1058"/>
                  </a:cubicBezTo>
                  <a:cubicBezTo>
                    <a:pt x="2101" y="1058"/>
                    <a:pt x="2446" y="1153"/>
                    <a:pt x="2394" y="1240"/>
                  </a:cubicBezTo>
                  <a:cubicBezTo>
                    <a:pt x="2342" y="1330"/>
                    <a:pt x="1882" y="1578"/>
                    <a:pt x="1879" y="1846"/>
                  </a:cubicBezTo>
                  <a:cubicBezTo>
                    <a:pt x="1876" y="2003"/>
                    <a:pt x="1953" y="2035"/>
                    <a:pt x="2015" y="2035"/>
                  </a:cubicBezTo>
                  <a:cubicBezTo>
                    <a:pt x="2058" y="2035"/>
                    <a:pt x="2094" y="2020"/>
                    <a:pt x="2094" y="2020"/>
                  </a:cubicBezTo>
                  <a:cubicBezTo>
                    <a:pt x="2401" y="1745"/>
                    <a:pt x="3063" y="1679"/>
                    <a:pt x="3091" y="1396"/>
                  </a:cubicBezTo>
                  <a:cubicBezTo>
                    <a:pt x="3115" y="1118"/>
                    <a:pt x="3206" y="685"/>
                    <a:pt x="2987" y="598"/>
                  </a:cubicBezTo>
                  <a:cubicBezTo>
                    <a:pt x="2767" y="515"/>
                    <a:pt x="2342" y="434"/>
                    <a:pt x="2342" y="434"/>
                  </a:cubicBezTo>
                  <a:cubicBezTo>
                    <a:pt x="2342" y="434"/>
                    <a:pt x="2300" y="278"/>
                    <a:pt x="2083" y="219"/>
                  </a:cubicBezTo>
                  <a:cubicBezTo>
                    <a:pt x="2050" y="210"/>
                    <a:pt x="2018" y="206"/>
                    <a:pt x="1989" y="206"/>
                  </a:cubicBezTo>
                  <a:cubicBezTo>
                    <a:pt x="1824" y="206"/>
                    <a:pt x="1715" y="317"/>
                    <a:pt x="1715" y="317"/>
                  </a:cubicBezTo>
                  <a:cubicBezTo>
                    <a:pt x="1715" y="317"/>
                    <a:pt x="1690" y="145"/>
                    <a:pt x="1540" y="58"/>
                  </a:cubicBezTo>
                  <a:cubicBezTo>
                    <a:pt x="1516" y="45"/>
                    <a:pt x="1485" y="39"/>
                    <a:pt x="1450" y="39"/>
                  </a:cubicBezTo>
                  <a:cubicBezTo>
                    <a:pt x="1258" y="39"/>
                    <a:pt x="938" y="208"/>
                    <a:pt x="938" y="208"/>
                  </a:cubicBezTo>
                  <a:cubicBezTo>
                    <a:pt x="938" y="208"/>
                    <a:pt x="787" y="1"/>
                    <a:pt x="647" y="1"/>
                  </a:cubicBezTo>
                  <a:close/>
                </a:path>
              </a:pathLst>
            </a:custGeom>
            <a:solidFill>
              <a:srgbClr val="C45C59"/>
            </a:solidFill>
            <a:ln>
              <a:noFill/>
            </a:ln>
          </p:spPr>
          <p:txBody>
            <a:bodyPr anchorCtr="0" anchor="ctr" bIns="130925" lIns="130925" spcFirstLastPara="1" rIns="130925" wrap="square" tIns="130925">
              <a:noAutofit/>
            </a:bodyPr>
            <a:lstStyle/>
            <a:p>
              <a:pPr indent="0" lvl="0" marL="0" rtl="0" algn="l">
                <a:spcBef>
                  <a:spcPts val="0"/>
                </a:spcBef>
                <a:spcAft>
                  <a:spcPts val="0"/>
                </a:spcAft>
                <a:buNone/>
              </a:pPr>
              <a:r>
                <a:t/>
              </a:r>
              <a:endParaRPr/>
            </a:p>
          </p:txBody>
        </p:sp>
        <p:sp>
          <p:nvSpPr>
            <p:cNvPr id="1307" name="Google Shape;1307;p39"/>
            <p:cNvSpPr/>
            <p:nvPr/>
          </p:nvSpPr>
          <p:spPr>
            <a:xfrm rot="-5400000">
              <a:off x="8238919" y="2537338"/>
              <a:ext cx="418947" cy="69186"/>
            </a:xfrm>
            <a:custGeom>
              <a:rect b="b" l="l" r="r" t="t"/>
              <a:pathLst>
                <a:path extrusionOk="0" h="1444" w="8744">
                  <a:moveTo>
                    <a:pt x="2" y="1017"/>
                  </a:moveTo>
                  <a:lnTo>
                    <a:pt x="2" y="1017"/>
                  </a:lnTo>
                  <a:cubicBezTo>
                    <a:pt x="1" y="1017"/>
                    <a:pt x="1" y="1018"/>
                    <a:pt x="1" y="1018"/>
                  </a:cubicBezTo>
                  <a:lnTo>
                    <a:pt x="2" y="1017"/>
                  </a:lnTo>
                  <a:close/>
                  <a:moveTo>
                    <a:pt x="1541" y="1"/>
                  </a:moveTo>
                  <a:lnTo>
                    <a:pt x="2" y="1017"/>
                  </a:lnTo>
                  <a:lnTo>
                    <a:pt x="2" y="1017"/>
                  </a:lnTo>
                  <a:cubicBezTo>
                    <a:pt x="2" y="1017"/>
                    <a:pt x="4" y="1017"/>
                    <a:pt x="7" y="1017"/>
                  </a:cubicBezTo>
                  <a:cubicBezTo>
                    <a:pt x="248" y="1017"/>
                    <a:pt x="7571" y="1443"/>
                    <a:pt x="8743" y="1443"/>
                  </a:cubicBezTo>
                  <a:cubicBezTo>
                    <a:pt x="8743" y="1443"/>
                    <a:pt x="8674" y="799"/>
                    <a:pt x="7938" y="353"/>
                  </a:cubicBezTo>
                  <a:lnTo>
                    <a:pt x="5426" y="199"/>
                  </a:lnTo>
                  <a:lnTo>
                    <a:pt x="5426" y="819"/>
                  </a:lnTo>
                  <a:lnTo>
                    <a:pt x="4813" y="199"/>
                  </a:lnTo>
                  <a:lnTo>
                    <a:pt x="1541" y="1"/>
                  </a:lnTo>
                  <a:close/>
                </a:path>
              </a:pathLst>
            </a:custGeom>
            <a:solidFill>
              <a:schemeClr val="accent4"/>
            </a:solidFill>
            <a:ln>
              <a:noFill/>
            </a:ln>
          </p:spPr>
          <p:txBody>
            <a:bodyPr anchorCtr="0" anchor="ctr" bIns="130925" lIns="130925" spcFirstLastPara="1" rIns="130925" wrap="square" tIns="130925">
              <a:noAutofit/>
            </a:bodyPr>
            <a:lstStyle/>
            <a:p>
              <a:pPr indent="0" lvl="0" marL="0" rtl="0" algn="l">
                <a:spcBef>
                  <a:spcPts val="0"/>
                </a:spcBef>
                <a:spcAft>
                  <a:spcPts val="0"/>
                </a:spcAft>
                <a:buNone/>
              </a:pPr>
              <a:r>
                <a:t/>
              </a:r>
              <a:endParaRPr/>
            </a:p>
          </p:txBody>
        </p:sp>
        <p:sp>
          <p:nvSpPr>
            <p:cNvPr id="1308" name="Google Shape;1308;p39"/>
            <p:cNvSpPr/>
            <p:nvPr/>
          </p:nvSpPr>
          <p:spPr>
            <a:xfrm rot="-5400000">
              <a:off x="8209812" y="3235111"/>
              <a:ext cx="148481" cy="119398"/>
            </a:xfrm>
            <a:custGeom>
              <a:rect b="b" l="l" r="r" t="t"/>
              <a:pathLst>
                <a:path extrusionOk="0" h="2492" w="3099">
                  <a:moveTo>
                    <a:pt x="1969" y="165"/>
                  </a:moveTo>
                  <a:cubicBezTo>
                    <a:pt x="2388" y="165"/>
                    <a:pt x="2757" y="215"/>
                    <a:pt x="2913" y="240"/>
                  </a:cubicBezTo>
                  <a:lnTo>
                    <a:pt x="2541" y="2321"/>
                  </a:lnTo>
                  <a:cubicBezTo>
                    <a:pt x="1813" y="2233"/>
                    <a:pt x="165" y="1903"/>
                    <a:pt x="165" y="1275"/>
                  </a:cubicBezTo>
                  <a:cubicBezTo>
                    <a:pt x="165" y="962"/>
                    <a:pt x="273" y="721"/>
                    <a:pt x="492" y="539"/>
                  </a:cubicBezTo>
                  <a:cubicBezTo>
                    <a:pt x="852" y="242"/>
                    <a:pt x="1449" y="165"/>
                    <a:pt x="1969" y="165"/>
                  </a:cubicBezTo>
                  <a:close/>
                  <a:moveTo>
                    <a:pt x="1971" y="0"/>
                  </a:moveTo>
                  <a:cubicBezTo>
                    <a:pt x="1423" y="0"/>
                    <a:pt x="787" y="85"/>
                    <a:pt x="388" y="414"/>
                  </a:cubicBezTo>
                  <a:cubicBezTo>
                    <a:pt x="130" y="627"/>
                    <a:pt x="1" y="916"/>
                    <a:pt x="1" y="1275"/>
                  </a:cubicBezTo>
                  <a:cubicBezTo>
                    <a:pt x="1" y="1676"/>
                    <a:pt x="446" y="2003"/>
                    <a:pt x="1325" y="2247"/>
                  </a:cubicBezTo>
                  <a:cubicBezTo>
                    <a:pt x="1952" y="2421"/>
                    <a:pt x="2593" y="2488"/>
                    <a:pt x="2600" y="2491"/>
                  </a:cubicBezTo>
                  <a:cubicBezTo>
                    <a:pt x="2602" y="2491"/>
                    <a:pt x="2604" y="2492"/>
                    <a:pt x="2607" y="2492"/>
                  </a:cubicBezTo>
                  <a:cubicBezTo>
                    <a:pt x="2646" y="2492"/>
                    <a:pt x="2681" y="2465"/>
                    <a:pt x="2688" y="2421"/>
                  </a:cubicBezTo>
                  <a:lnTo>
                    <a:pt x="3092" y="188"/>
                  </a:lnTo>
                  <a:cubicBezTo>
                    <a:pt x="3098" y="146"/>
                    <a:pt x="3071" y="100"/>
                    <a:pt x="3025" y="94"/>
                  </a:cubicBezTo>
                  <a:cubicBezTo>
                    <a:pt x="2989" y="87"/>
                    <a:pt x="2525" y="0"/>
                    <a:pt x="1971" y="0"/>
                  </a:cubicBezTo>
                  <a:close/>
                </a:path>
              </a:pathLst>
            </a:custGeom>
            <a:solidFill>
              <a:schemeClr val="accent4"/>
            </a:solidFill>
            <a:ln>
              <a:noFill/>
            </a:ln>
          </p:spPr>
          <p:txBody>
            <a:bodyPr anchorCtr="0" anchor="ctr" bIns="130925" lIns="130925" spcFirstLastPara="1" rIns="130925" wrap="square" tIns="130925">
              <a:noAutofit/>
            </a:bodyPr>
            <a:lstStyle/>
            <a:p>
              <a:pPr indent="0" lvl="0" marL="0" rtl="0" algn="l">
                <a:spcBef>
                  <a:spcPts val="0"/>
                </a:spcBef>
                <a:spcAft>
                  <a:spcPts val="0"/>
                </a:spcAft>
                <a:buNone/>
              </a:pPr>
              <a:r>
                <a:t/>
              </a:r>
              <a:endParaRPr/>
            </a:p>
          </p:txBody>
        </p:sp>
        <p:sp>
          <p:nvSpPr>
            <p:cNvPr id="1309" name="Google Shape;1309;p39"/>
            <p:cNvSpPr/>
            <p:nvPr/>
          </p:nvSpPr>
          <p:spPr>
            <a:xfrm rot="-5400000">
              <a:off x="8444440" y="2665336"/>
              <a:ext cx="361164" cy="288673"/>
            </a:xfrm>
            <a:custGeom>
              <a:rect b="b" l="l" r="r" t="t"/>
              <a:pathLst>
                <a:path extrusionOk="0" h="6025" w="7538">
                  <a:moveTo>
                    <a:pt x="6990" y="0"/>
                  </a:moveTo>
                  <a:cubicBezTo>
                    <a:pt x="6980" y="0"/>
                    <a:pt x="6970" y="1"/>
                    <a:pt x="6959" y="2"/>
                  </a:cubicBezTo>
                  <a:lnTo>
                    <a:pt x="227" y="904"/>
                  </a:lnTo>
                  <a:cubicBezTo>
                    <a:pt x="99" y="922"/>
                    <a:pt x="1" y="1040"/>
                    <a:pt x="12" y="1173"/>
                  </a:cubicBezTo>
                  <a:lnTo>
                    <a:pt x="293" y="5786"/>
                  </a:lnTo>
                  <a:cubicBezTo>
                    <a:pt x="304" y="5922"/>
                    <a:pt x="416" y="6025"/>
                    <a:pt x="550" y="6025"/>
                  </a:cubicBezTo>
                  <a:cubicBezTo>
                    <a:pt x="559" y="6025"/>
                    <a:pt x="569" y="6024"/>
                    <a:pt x="579" y="6023"/>
                  </a:cubicBezTo>
                  <a:lnTo>
                    <a:pt x="7311" y="5120"/>
                  </a:lnTo>
                  <a:cubicBezTo>
                    <a:pt x="7440" y="5103"/>
                    <a:pt x="7538" y="4985"/>
                    <a:pt x="7527" y="4852"/>
                  </a:cubicBezTo>
                  <a:lnTo>
                    <a:pt x="7245" y="239"/>
                  </a:lnTo>
                  <a:cubicBezTo>
                    <a:pt x="7235" y="103"/>
                    <a:pt x="7123" y="0"/>
                    <a:pt x="6990" y="0"/>
                  </a:cubicBezTo>
                  <a:close/>
                </a:path>
              </a:pathLst>
            </a:custGeom>
            <a:solidFill>
              <a:schemeClr val="dk1"/>
            </a:solidFill>
            <a:ln>
              <a:noFill/>
            </a:ln>
          </p:spPr>
          <p:txBody>
            <a:bodyPr anchorCtr="0" anchor="ctr" bIns="130925" lIns="130925" spcFirstLastPara="1" rIns="130925" wrap="square" tIns="130925">
              <a:noAutofit/>
            </a:bodyPr>
            <a:lstStyle/>
            <a:p>
              <a:pPr indent="0" lvl="0" marL="0" rtl="0" algn="l">
                <a:spcBef>
                  <a:spcPts val="0"/>
                </a:spcBef>
                <a:spcAft>
                  <a:spcPts val="0"/>
                </a:spcAft>
                <a:buNone/>
              </a:pPr>
              <a:r>
                <a:t/>
              </a:r>
              <a:endParaRPr/>
            </a:p>
          </p:txBody>
        </p:sp>
        <p:sp>
          <p:nvSpPr>
            <p:cNvPr id="1310" name="Google Shape;1310;p39"/>
            <p:cNvSpPr/>
            <p:nvPr/>
          </p:nvSpPr>
          <p:spPr>
            <a:xfrm rot="-5400000">
              <a:off x="8422711" y="2666701"/>
              <a:ext cx="361117" cy="288577"/>
            </a:xfrm>
            <a:custGeom>
              <a:rect b="b" l="l" r="r" t="t"/>
              <a:pathLst>
                <a:path extrusionOk="0" h="6023" w="7537">
                  <a:moveTo>
                    <a:pt x="6990" y="0"/>
                  </a:moveTo>
                  <a:cubicBezTo>
                    <a:pt x="6980" y="0"/>
                    <a:pt x="6969" y="1"/>
                    <a:pt x="6959" y="2"/>
                  </a:cubicBezTo>
                  <a:lnTo>
                    <a:pt x="227" y="904"/>
                  </a:lnTo>
                  <a:cubicBezTo>
                    <a:pt x="98" y="922"/>
                    <a:pt x="0" y="1041"/>
                    <a:pt x="10" y="1169"/>
                  </a:cubicBezTo>
                  <a:lnTo>
                    <a:pt x="293" y="5786"/>
                  </a:lnTo>
                  <a:cubicBezTo>
                    <a:pt x="302" y="5920"/>
                    <a:pt x="412" y="6022"/>
                    <a:pt x="543" y="6022"/>
                  </a:cubicBezTo>
                  <a:cubicBezTo>
                    <a:pt x="554" y="6022"/>
                    <a:pt x="567" y="6021"/>
                    <a:pt x="579" y="6020"/>
                  </a:cubicBezTo>
                  <a:lnTo>
                    <a:pt x="7311" y="5117"/>
                  </a:lnTo>
                  <a:cubicBezTo>
                    <a:pt x="7439" y="5100"/>
                    <a:pt x="7537" y="4984"/>
                    <a:pt x="7526" y="4852"/>
                  </a:cubicBezTo>
                  <a:lnTo>
                    <a:pt x="7244" y="239"/>
                  </a:lnTo>
                  <a:cubicBezTo>
                    <a:pt x="7234" y="103"/>
                    <a:pt x="7123" y="0"/>
                    <a:pt x="6990" y="0"/>
                  </a:cubicBezTo>
                  <a:close/>
                </a:path>
              </a:pathLst>
            </a:custGeom>
            <a:solidFill>
              <a:schemeClr val="dk1"/>
            </a:solidFill>
            <a:ln>
              <a:noFill/>
            </a:ln>
          </p:spPr>
          <p:txBody>
            <a:bodyPr anchorCtr="0" anchor="ctr" bIns="130925" lIns="130925" spcFirstLastPara="1" rIns="130925" wrap="square" tIns="130925">
              <a:noAutofit/>
            </a:bodyPr>
            <a:lstStyle/>
            <a:p>
              <a:pPr indent="0" lvl="0" marL="0" rtl="0" algn="l">
                <a:spcBef>
                  <a:spcPts val="0"/>
                </a:spcBef>
                <a:spcAft>
                  <a:spcPts val="0"/>
                </a:spcAft>
                <a:buNone/>
              </a:pPr>
              <a:r>
                <a:t/>
              </a:r>
              <a:endParaRPr/>
            </a:p>
          </p:txBody>
        </p:sp>
        <p:sp>
          <p:nvSpPr>
            <p:cNvPr id="1311" name="Google Shape;1311;p39"/>
            <p:cNvSpPr/>
            <p:nvPr/>
          </p:nvSpPr>
          <p:spPr>
            <a:xfrm rot="-5400000">
              <a:off x="8579074" y="2767294"/>
              <a:ext cx="290014" cy="44367"/>
            </a:xfrm>
            <a:custGeom>
              <a:rect b="b" l="l" r="r" t="t"/>
              <a:pathLst>
                <a:path extrusionOk="0" h="926" w="6053">
                  <a:moveTo>
                    <a:pt x="5983" y="1"/>
                  </a:moveTo>
                  <a:cubicBezTo>
                    <a:pt x="5981" y="1"/>
                    <a:pt x="5979" y="1"/>
                    <a:pt x="5977" y="1"/>
                  </a:cubicBezTo>
                  <a:lnTo>
                    <a:pt x="60" y="796"/>
                  </a:lnTo>
                  <a:cubicBezTo>
                    <a:pt x="28" y="800"/>
                    <a:pt x="7" y="824"/>
                    <a:pt x="4" y="852"/>
                  </a:cubicBezTo>
                  <a:cubicBezTo>
                    <a:pt x="1" y="858"/>
                    <a:pt x="1" y="863"/>
                    <a:pt x="4" y="869"/>
                  </a:cubicBezTo>
                  <a:cubicBezTo>
                    <a:pt x="7" y="902"/>
                    <a:pt x="35" y="926"/>
                    <a:pt x="67" y="926"/>
                  </a:cubicBezTo>
                  <a:cubicBezTo>
                    <a:pt x="69" y="926"/>
                    <a:pt x="71" y="926"/>
                    <a:pt x="74" y="925"/>
                  </a:cubicBezTo>
                  <a:lnTo>
                    <a:pt x="5994" y="131"/>
                  </a:lnTo>
                  <a:cubicBezTo>
                    <a:pt x="6029" y="127"/>
                    <a:pt x="6053" y="92"/>
                    <a:pt x="6049" y="57"/>
                  </a:cubicBezTo>
                  <a:cubicBezTo>
                    <a:pt x="6046" y="24"/>
                    <a:pt x="6015" y="1"/>
                    <a:pt x="5983" y="1"/>
                  </a:cubicBezTo>
                  <a:close/>
                </a:path>
              </a:pathLst>
            </a:custGeom>
            <a:solidFill>
              <a:schemeClr val="lt1"/>
            </a:solidFill>
            <a:ln>
              <a:noFill/>
            </a:ln>
          </p:spPr>
          <p:txBody>
            <a:bodyPr anchorCtr="0" anchor="ctr" bIns="130925" lIns="130925" spcFirstLastPara="1" rIns="130925" wrap="square" tIns="130925">
              <a:noAutofit/>
            </a:bodyPr>
            <a:lstStyle/>
            <a:p>
              <a:pPr indent="0" lvl="0" marL="0" rtl="0" algn="l">
                <a:spcBef>
                  <a:spcPts val="0"/>
                </a:spcBef>
                <a:spcAft>
                  <a:spcPts val="0"/>
                </a:spcAft>
                <a:buNone/>
              </a:pPr>
              <a:r>
                <a:t/>
              </a:r>
              <a:endParaRPr/>
            </a:p>
          </p:txBody>
        </p:sp>
        <p:sp>
          <p:nvSpPr>
            <p:cNvPr id="1312" name="Google Shape;1312;p39"/>
            <p:cNvSpPr/>
            <p:nvPr/>
          </p:nvSpPr>
          <p:spPr>
            <a:xfrm rot="-5400000">
              <a:off x="8636449" y="2828502"/>
              <a:ext cx="95538" cy="108378"/>
            </a:xfrm>
            <a:custGeom>
              <a:rect b="b" l="l" r="r" t="t"/>
              <a:pathLst>
                <a:path extrusionOk="0" h="2262" w="1994">
                  <a:moveTo>
                    <a:pt x="936" y="1"/>
                  </a:moveTo>
                  <a:cubicBezTo>
                    <a:pt x="724" y="1"/>
                    <a:pt x="565" y="21"/>
                    <a:pt x="565" y="21"/>
                  </a:cubicBezTo>
                  <a:lnTo>
                    <a:pt x="0" y="1819"/>
                  </a:lnTo>
                  <a:lnTo>
                    <a:pt x="938" y="2261"/>
                  </a:lnTo>
                  <a:lnTo>
                    <a:pt x="1993" y="547"/>
                  </a:lnTo>
                  <a:cubicBezTo>
                    <a:pt x="1982" y="80"/>
                    <a:pt x="1356" y="1"/>
                    <a:pt x="936" y="1"/>
                  </a:cubicBezTo>
                  <a:close/>
                </a:path>
              </a:pathLst>
            </a:custGeom>
            <a:solidFill>
              <a:srgbClr val="C45C59"/>
            </a:solidFill>
            <a:ln>
              <a:noFill/>
            </a:ln>
          </p:spPr>
          <p:txBody>
            <a:bodyPr anchorCtr="0" anchor="ctr" bIns="130925" lIns="130925" spcFirstLastPara="1" rIns="130925" wrap="square" tIns="130925">
              <a:noAutofit/>
            </a:bodyPr>
            <a:lstStyle/>
            <a:p>
              <a:pPr indent="0" lvl="0" marL="0" rtl="0" algn="l">
                <a:spcBef>
                  <a:spcPts val="0"/>
                </a:spcBef>
                <a:spcAft>
                  <a:spcPts val="0"/>
                </a:spcAft>
                <a:buNone/>
              </a:pPr>
              <a:r>
                <a:t/>
              </a:r>
              <a:endParaRPr/>
            </a:p>
          </p:txBody>
        </p:sp>
        <p:sp>
          <p:nvSpPr>
            <p:cNvPr id="1313" name="Google Shape;1313;p39"/>
            <p:cNvSpPr/>
            <p:nvPr/>
          </p:nvSpPr>
          <p:spPr>
            <a:xfrm rot="-5400000">
              <a:off x="8496257" y="2741780"/>
              <a:ext cx="130753" cy="206551"/>
            </a:xfrm>
            <a:custGeom>
              <a:rect b="b" l="l" r="r" t="t"/>
              <a:pathLst>
                <a:path extrusionOk="0" h="4311" w="2729">
                  <a:moveTo>
                    <a:pt x="1929" y="1"/>
                  </a:moveTo>
                  <a:cubicBezTo>
                    <a:pt x="1734" y="1"/>
                    <a:pt x="1021" y="1420"/>
                    <a:pt x="904" y="1420"/>
                  </a:cubicBezTo>
                  <a:cubicBezTo>
                    <a:pt x="903" y="1420"/>
                    <a:pt x="901" y="1420"/>
                    <a:pt x="900" y="1419"/>
                  </a:cubicBezTo>
                  <a:cubicBezTo>
                    <a:pt x="795" y="1374"/>
                    <a:pt x="1457" y="681"/>
                    <a:pt x="1303" y="506"/>
                  </a:cubicBezTo>
                  <a:cubicBezTo>
                    <a:pt x="1282" y="483"/>
                    <a:pt x="1259" y="472"/>
                    <a:pt x="1234" y="472"/>
                  </a:cubicBezTo>
                  <a:cubicBezTo>
                    <a:pt x="1071" y="472"/>
                    <a:pt x="828" y="907"/>
                    <a:pt x="593" y="1242"/>
                  </a:cubicBezTo>
                  <a:cubicBezTo>
                    <a:pt x="321" y="1628"/>
                    <a:pt x="147" y="2102"/>
                    <a:pt x="171" y="2541"/>
                  </a:cubicBezTo>
                  <a:cubicBezTo>
                    <a:pt x="199" y="2980"/>
                    <a:pt x="1" y="3764"/>
                    <a:pt x="436" y="3994"/>
                  </a:cubicBezTo>
                  <a:cubicBezTo>
                    <a:pt x="868" y="4227"/>
                    <a:pt x="1244" y="4311"/>
                    <a:pt x="1244" y="4311"/>
                  </a:cubicBezTo>
                  <a:cubicBezTo>
                    <a:pt x="1244" y="4311"/>
                    <a:pt x="1875" y="4231"/>
                    <a:pt x="2248" y="3827"/>
                  </a:cubicBezTo>
                  <a:cubicBezTo>
                    <a:pt x="2617" y="3419"/>
                    <a:pt x="2561" y="3273"/>
                    <a:pt x="2586" y="2844"/>
                  </a:cubicBezTo>
                  <a:cubicBezTo>
                    <a:pt x="2613" y="2292"/>
                    <a:pt x="2591" y="2106"/>
                    <a:pt x="2519" y="2106"/>
                  </a:cubicBezTo>
                  <a:cubicBezTo>
                    <a:pt x="2488" y="2106"/>
                    <a:pt x="2449" y="2138"/>
                    <a:pt x="2401" y="2189"/>
                  </a:cubicBezTo>
                  <a:cubicBezTo>
                    <a:pt x="2221" y="2378"/>
                    <a:pt x="2175" y="2925"/>
                    <a:pt x="2143" y="2925"/>
                  </a:cubicBezTo>
                  <a:cubicBezTo>
                    <a:pt x="2138" y="2925"/>
                    <a:pt x="2134" y="2914"/>
                    <a:pt x="2130" y="2889"/>
                  </a:cubicBezTo>
                  <a:cubicBezTo>
                    <a:pt x="2091" y="2691"/>
                    <a:pt x="2728" y="921"/>
                    <a:pt x="2641" y="656"/>
                  </a:cubicBezTo>
                  <a:cubicBezTo>
                    <a:pt x="2614" y="568"/>
                    <a:pt x="2574" y="538"/>
                    <a:pt x="2534" y="538"/>
                  </a:cubicBezTo>
                  <a:cubicBezTo>
                    <a:pt x="2452" y="538"/>
                    <a:pt x="2366" y="660"/>
                    <a:pt x="2366" y="660"/>
                  </a:cubicBezTo>
                  <a:cubicBezTo>
                    <a:pt x="2366" y="660"/>
                    <a:pt x="2506" y="259"/>
                    <a:pt x="2356" y="150"/>
                  </a:cubicBezTo>
                  <a:cubicBezTo>
                    <a:pt x="2328" y="129"/>
                    <a:pt x="2299" y="121"/>
                    <a:pt x="2270" y="121"/>
                  </a:cubicBezTo>
                  <a:cubicBezTo>
                    <a:pt x="2150" y="121"/>
                    <a:pt x="2043" y="276"/>
                    <a:pt x="2043" y="276"/>
                  </a:cubicBezTo>
                  <a:cubicBezTo>
                    <a:pt x="2043" y="276"/>
                    <a:pt x="2126" y="8"/>
                    <a:pt x="1931" y="1"/>
                  </a:cubicBezTo>
                  <a:cubicBezTo>
                    <a:pt x="1930" y="1"/>
                    <a:pt x="1929" y="1"/>
                    <a:pt x="1929" y="1"/>
                  </a:cubicBezTo>
                  <a:close/>
                </a:path>
              </a:pathLst>
            </a:custGeom>
            <a:solidFill>
              <a:srgbClr val="C45C59"/>
            </a:solidFill>
            <a:ln>
              <a:noFill/>
            </a:ln>
          </p:spPr>
          <p:txBody>
            <a:bodyPr anchorCtr="0" anchor="ctr" bIns="130925" lIns="130925" spcFirstLastPara="1" rIns="130925" wrap="square" tIns="130925">
              <a:noAutofit/>
            </a:bodyPr>
            <a:lstStyle/>
            <a:p>
              <a:pPr indent="0" lvl="0" marL="0" rtl="0" algn="l">
                <a:spcBef>
                  <a:spcPts val="0"/>
                </a:spcBef>
                <a:spcAft>
                  <a:spcPts val="0"/>
                </a:spcAft>
                <a:buNone/>
              </a:pPr>
              <a:r>
                <a:t/>
              </a:r>
              <a:endParaRPr/>
            </a:p>
          </p:txBody>
        </p:sp>
        <p:sp>
          <p:nvSpPr>
            <p:cNvPr id="1314" name="Google Shape;1314;p39"/>
            <p:cNvSpPr/>
            <p:nvPr/>
          </p:nvSpPr>
          <p:spPr>
            <a:xfrm rot="-5400000">
              <a:off x="8506271" y="2779392"/>
              <a:ext cx="30472" cy="65257"/>
            </a:xfrm>
            <a:custGeom>
              <a:rect b="b" l="l" r="r" t="t"/>
              <a:pathLst>
                <a:path extrusionOk="0" h="1362" w="636">
                  <a:moveTo>
                    <a:pt x="593" y="1"/>
                  </a:moveTo>
                  <a:cubicBezTo>
                    <a:pt x="582" y="1"/>
                    <a:pt x="571" y="6"/>
                    <a:pt x="564" y="19"/>
                  </a:cubicBezTo>
                  <a:cubicBezTo>
                    <a:pt x="355" y="444"/>
                    <a:pt x="170" y="872"/>
                    <a:pt x="10" y="1315"/>
                  </a:cubicBezTo>
                  <a:cubicBezTo>
                    <a:pt x="1" y="1340"/>
                    <a:pt x="22" y="1361"/>
                    <a:pt x="42" y="1361"/>
                  </a:cubicBezTo>
                  <a:cubicBezTo>
                    <a:pt x="52" y="1361"/>
                    <a:pt x="61" y="1356"/>
                    <a:pt x="66" y="1343"/>
                  </a:cubicBezTo>
                  <a:cubicBezTo>
                    <a:pt x="230" y="901"/>
                    <a:pt x="415" y="472"/>
                    <a:pt x="624" y="47"/>
                  </a:cubicBezTo>
                  <a:cubicBezTo>
                    <a:pt x="635" y="21"/>
                    <a:pt x="615" y="1"/>
                    <a:pt x="593" y="1"/>
                  </a:cubicBezTo>
                  <a:close/>
                </a:path>
              </a:pathLst>
            </a:custGeom>
            <a:solidFill>
              <a:srgbClr val="853934"/>
            </a:solidFill>
            <a:ln>
              <a:noFill/>
            </a:ln>
          </p:spPr>
          <p:txBody>
            <a:bodyPr anchorCtr="0" anchor="ctr" bIns="130925" lIns="130925" spcFirstLastPara="1" rIns="130925" wrap="square" tIns="130925">
              <a:noAutofit/>
            </a:bodyPr>
            <a:lstStyle/>
            <a:p>
              <a:pPr indent="0" lvl="0" marL="0" rtl="0" algn="l">
                <a:spcBef>
                  <a:spcPts val="0"/>
                </a:spcBef>
                <a:spcAft>
                  <a:spcPts val="0"/>
                </a:spcAft>
                <a:buNone/>
              </a:pPr>
              <a:r>
                <a:t/>
              </a:r>
              <a:endParaRPr/>
            </a:p>
          </p:txBody>
        </p:sp>
        <p:sp>
          <p:nvSpPr>
            <p:cNvPr id="1315" name="Google Shape;1315;p39"/>
            <p:cNvSpPr/>
            <p:nvPr/>
          </p:nvSpPr>
          <p:spPr>
            <a:xfrm rot="-5400000">
              <a:off x="8485596" y="2796041"/>
              <a:ext cx="41828" cy="72156"/>
            </a:xfrm>
            <a:custGeom>
              <a:rect b="b" l="l" r="r" t="t"/>
              <a:pathLst>
                <a:path extrusionOk="0" h="1506" w="873">
                  <a:moveTo>
                    <a:pt x="829" y="0"/>
                  </a:moveTo>
                  <a:cubicBezTo>
                    <a:pt x="821" y="0"/>
                    <a:pt x="813" y="4"/>
                    <a:pt x="806" y="14"/>
                  </a:cubicBezTo>
                  <a:cubicBezTo>
                    <a:pt x="489" y="467"/>
                    <a:pt x="224" y="948"/>
                    <a:pt x="12" y="1460"/>
                  </a:cubicBezTo>
                  <a:cubicBezTo>
                    <a:pt x="0" y="1485"/>
                    <a:pt x="22" y="1506"/>
                    <a:pt x="43" y="1506"/>
                  </a:cubicBezTo>
                  <a:cubicBezTo>
                    <a:pt x="54" y="1506"/>
                    <a:pt x="65" y="1500"/>
                    <a:pt x="71" y="1487"/>
                  </a:cubicBezTo>
                  <a:cubicBezTo>
                    <a:pt x="280" y="982"/>
                    <a:pt x="541" y="505"/>
                    <a:pt x="855" y="56"/>
                  </a:cubicBezTo>
                  <a:cubicBezTo>
                    <a:pt x="873" y="30"/>
                    <a:pt x="851" y="0"/>
                    <a:pt x="829" y="0"/>
                  </a:cubicBezTo>
                  <a:close/>
                </a:path>
              </a:pathLst>
            </a:custGeom>
            <a:solidFill>
              <a:srgbClr val="853934"/>
            </a:solidFill>
            <a:ln>
              <a:noFill/>
            </a:ln>
          </p:spPr>
          <p:txBody>
            <a:bodyPr anchorCtr="0" anchor="ctr" bIns="130925" lIns="130925" spcFirstLastPara="1" rIns="130925" wrap="square" tIns="130925">
              <a:noAutofit/>
            </a:bodyPr>
            <a:lstStyle/>
            <a:p>
              <a:pPr indent="0" lvl="0" marL="0" rtl="0" algn="l">
                <a:spcBef>
                  <a:spcPts val="0"/>
                </a:spcBef>
                <a:spcAft>
                  <a:spcPts val="0"/>
                </a:spcAft>
                <a:buNone/>
              </a:pPr>
              <a:r>
                <a:t/>
              </a:r>
              <a:endParaRPr/>
            </a:p>
          </p:txBody>
        </p:sp>
        <p:sp>
          <p:nvSpPr>
            <p:cNvPr id="1316" name="Google Shape;1316;p39"/>
            <p:cNvSpPr/>
            <p:nvPr/>
          </p:nvSpPr>
          <p:spPr>
            <a:xfrm rot="-5400000">
              <a:off x="8493813" y="2629857"/>
              <a:ext cx="696696" cy="352588"/>
            </a:xfrm>
            <a:custGeom>
              <a:rect b="b" l="l" r="r" t="t"/>
              <a:pathLst>
                <a:path extrusionOk="0" h="7359" w="14541">
                  <a:moveTo>
                    <a:pt x="4307" y="1"/>
                  </a:moveTo>
                  <a:cubicBezTo>
                    <a:pt x="4307" y="1"/>
                    <a:pt x="0" y="6914"/>
                    <a:pt x="2750" y="7315"/>
                  </a:cubicBezTo>
                  <a:cubicBezTo>
                    <a:pt x="2956" y="7345"/>
                    <a:pt x="3177" y="7359"/>
                    <a:pt x="3411" y="7359"/>
                  </a:cubicBezTo>
                  <a:cubicBezTo>
                    <a:pt x="7287" y="7359"/>
                    <a:pt x="14541" y="3440"/>
                    <a:pt x="14541" y="3440"/>
                  </a:cubicBezTo>
                  <a:lnTo>
                    <a:pt x="9443" y="1921"/>
                  </a:lnTo>
                  <a:lnTo>
                    <a:pt x="6520" y="2433"/>
                  </a:lnTo>
                  <a:lnTo>
                    <a:pt x="6520" y="2433"/>
                  </a:lnTo>
                  <a:lnTo>
                    <a:pt x="6893" y="660"/>
                  </a:lnTo>
                  <a:lnTo>
                    <a:pt x="4307" y="1"/>
                  </a:lnTo>
                  <a:close/>
                </a:path>
              </a:pathLst>
            </a:custGeom>
            <a:solidFill>
              <a:schemeClr val="lt2"/>
            </a:solidFill>
            <a:ln>
              <a:noFill/>
            </a:ln>
          </p:spPr>
          <p:txBody>
            <a:bodyPr anchorCtr="0" anchor="ctr" bIns="130925" lIns="130925" spcFirstLastPara="1" rIns="130925" wrap="square" tIns="130925">
              <a:noAutofit/>
            </a:bodyPr>
            <a:lstStyle/>
            <a:p>
              <a:pPr indent="0" lvl="0" marL="0" rtl="0" algn="l">
                <a:spcBef>
                  <a:spcPts val="0"/>
                </a:spcBef>
                <a:spcAft>
                  <a:spcPts val="0"/>
                </a:spcAft>
                <a:buNone/>
              </a:pPr>
              <a:r>
                <a:t/>
              </a:r>
              <a:endParaRPr/>
            </a:p>
          </p:txBody>
        </p:sp>
        <p:sp>
          <p:nvSpPr>
            <p:cNvPr id="1317" name="Google Shape;1317;p39"/>
            <p:cNvSpPr/>
            <p:nvPr/>
          </p:nvSpPr>
          <p:spPr>
            <a:xfrm rot="-5400000">
              <a:off x="8654728" y="2883338"/>
              <a:ext cx="140575" cy="38665"/>
            </a:xfrm>
            <a:custGeom>
              <a:rect b="b" l="l" r="r" t="t"/>
              <a:pathLst>
                <a:path extrusionOk="0" h="807" w="2934">
                  <a:moveTo>
                    <a:pt x="88" y="1"/>
                  </a:moveTo>
                  <a:cubicBezTo>
                    <a:pt x="23" y="1"/>
                    <a:pt x="0" y="105"/>
                    <a:pt x="72" y="121"/>
                  </a:cubicBezTo>
                  <a:cubicBezTo>
                    <a:pt x="992" y="348"/>
                    <a:pt x="1912" y="578"/>
                    <a:pt x="2832" y="805"/>
                  </a:cubicBezTo>
                  <a:cubicBezTo>
                    <a:pt x="2838" y="806"/>
                    <a:pt x="2844" y="807"/>
                    <a:pt x="2849" y="807"/>
                  </a:cubicBezTo>
                  <a:cubicBezTo>
                    <a:pt x="2913" y="807"/>
                    <a:pt x="2933" y="705"/>
                    <a:pt x="2863" y="686"/>
                  </a:cubicBezTo>
                  <a:cubicBezTo>
                    <a:pt x="1943" y="459"/>
                    <a:pt x="1023" y="229"/>
                    <a:pt x="103" y="3"/>
                  </a:cubicBezTo>
                  <a:cubicBezTo>
                    <a:pt x="98" y="1"/>
                    <a:pt x="93" y="1"/>
                    <a:pt x="88" y="1"/>
                  </a:cubicBezTo>
                  <a:close/>
                </a:path>
              </a:pathLst>
            </a:custGeom>
            <a:solidFill>
              <a:schemeClr val="accent4"/>
            </a:solidFill>
            <a:ln>
              <a:noFill/>
            </a:ln>
          </p:spPr>
          <p:txBody>
            <a:bodyPr anchorCtr="0" anchor="ctr" bIns="130925" lIns="130925" spcFirstLastPara="1" rIns="130925" wrap="square" tIns="130925">
              <a:noAutofit/>
            </a:bodyPr>
            <a:lstStyle/>
            <a:p>
              <a:pPr indent="0" lvl="0" marL="0" rtl="0" algn="l">
                <a:spcBef>
                  <a:spcPts val="0"/>
                </a:spcBef>
                <a:spcAft>
                  <a:spcPts val="0"/>
                </a:spcAft>
                <a:buNone/>
              </a:pPr>
              <a:r>
                <a:t/>
              </a:r>
              <a:endParaRPr/>
            </a:p>
          </p:txBody>
        </p:sp>
        <p:sp>
          <p:nvSpPr>
            <p:cNvPr id="1318" name="Google Shape;1318;p39"/>
            <p:cNvSpPr/>
            <p:nvPr/>
          </p:nvSpPr>
          <p:spPr>
            <a:xfrm rot="-5400000">
              <a:off x="8737377" y="2957842"/>
              <a:ext cx="48344" cy="86722"/>
            </a:xfrm>
            <a:custGeom>
              <a:rect b="b" l="l" r="r" t="t"/>
              <a:pathLst>
                <a:path extrusionOk="0" h="1810" w="1009">
                  <a:moveTo>
                    <a:pt x="925" y="1"/>
                  </a:moveTo>
                  <a:cubicBezTo>
                    <a:pt x="907" y="1"/>
                    <a:pt x="890" y="10"/>
                    <a:pt x="880" y="31"/>
                  </a:cubicBezTo>
                  <a:cubicBezTo>
                    <a:pt x="612" y="602"/>
                    <a:pt x="330" y="1163"/>
                    <a:pt x="26" y="1718"/>
                  </a:cubicBezTo>
                  <a:cubicBezTo>
                    <a:pt x="0" y="1766"/>
                    <a:pt x="42" y="1809"/>
                    <a:pt x="83" y="1809"/>
                  </a:cubicBezTo>
                  <a:cubicBezTo>
                    <a:pt x="101" y="1809"/>
                    <a:pt x="119" y="1801"/>
                    <a:pt x="131" y="1780"/>
                  </a:cubicBezTo>
                  <a:cubicBezTo>
                    <a:pt x="434" y="1226"/>
                    <a:pt x="720" y="665"/>
                    <a:pt x="985" y="94"/>
                  </a:cubicBezTo>
                  <a:cubicBezTo>
                    <a:pt x="1009" y="46"/>
                    <a:pt x="965" y="1"/>
                    <a:pt x="925" y="1"/>
                  </a:cubicBezTo>
                  <a:close/>
                </a:path>
              </a:pathLst>
            </a:custGeom>
            <a:solidFill>
              <a:schemeClr val="accent4"/>
            </a:solidFill>
            <a:ln>
              <a:noFill/>
            </a:ln>
          </p:spPr>
          <p:txBody>
            <a:bodyPr anchorCtr="0" anchor="ctr" bIns="130925" lIns="130925" spcFirstLastPara="1" rIns="130925" wrap="square" tIns="130925">
              <a:noAutofit/>
            </a:bodyPr>
            <a:lstStyle/>
            <a:p>
              <a:pPr indent="0" lvl="0" marL="0" rtl="0" algn="l">
                <a:spcBef>
                  <a:spcPts val="0"/>
                </a:spcBef>
                <a:spcAft>
                  <a:spcPts val="0"/>
                </a:spcAft>
                <a:buNone/>
              </a:pPr>
              <a:r>
                <a:t/>
              </a:r>
              <a:endParaRPr/>
            </a:p>
          </p:txBody>
        </p:sp>
        <p:sp>
          <p:nvSpPr>
            <p:cNvPr id="1319" name="Google Shape;1319;p39"/>
            <p:cNvSpPr/>
            <p:nvPr/>
          </p:nvSpPr>
          <p:spPr>
            <a:xfrm rot="-5400000">
              <a:off x="8929194" y="2974922"/>
              <a:ext cx="93765" cy="90603"/>
            </a:xfrm>
            <a:custGeom>
              <a:rect b="b" l="l" r="r" t="t"/>
              <a:pathLst>
                <a:path extrusionOk="0" h="1891" w="1957">
                  <a:moveTo>
                    <a:pt x="88" y="0"/>
                  </a:moveTo>
                  <a:cubicBezTo>
                    <a:pt x="23" y="0"/>
                    <a:pt x="0" y="104"/>
                    <a:pt x="72" y="121"/>
                  </a:cubicBezTo>
                  <a:cubicBezTo>
                    <a:pt x="943" y="284"/>
                    <a:pt x="1647" y="978"/>
                    <a:pt x="1828" y="1845"/>
                  </a:cubicBezTo>
                  <a:cubicBezTo>
                    <a:pt x="1835" y="1877"/>
                    <a:pt x="1858" y="1891"/>
                    <a:pt x="1882" y="1891"/>
                  </a:cubicBezTo>
                  <a:cubicBezTo>
                    <a:pt x="1918" y="1891"/>
                    <a:pt x="1957" y="1860"/>
                    <a:pt x="1947" y="1814"/>
                  </a:cubicBezTo>
                  <a:cubicBezTo>
                    <a:pt x="1759" y="908"/>
                    <a:pt x="1016" y="172"/>
                    <a:pt x="103" y="2"/>
                  </a:cubicBezTo>
                  <a:cubicBezTo>
                    <a:pt x="98" y="1"/>
                    <a:pt x="93" y="0"/>
                    <a:pt x="88" y="0"/>
                  </a:cubicBezTo>
                  <a:close/>
                </a:path>
              </a:pathLst>
            </a:custGeom>
            <a:solidFill>
              <a:schemeClr val="accent4"/>
            </a:solidFill>
            <a:ln>
              <a:noFill/>
            </a:ln>
          </p:spPr>
          <p:txBody>
            <a:bodyPr anchorCtr="0" anchor="ctr" bIns="130925" lIns="130925" spcFirstLastPara="1" rIns="130925" wrap="square" tIns="130925">
              <a:noAutofit/>
            </a:bodyPr>
            <a:lstStyle/>
            <a:p>
              <a:pPr indent="0" lvl="0" marL="0" rtl="0" algn="l">
                <a:spcBef>
                  <a:spcPts val="0"/>
                </a:spcBef>
                <a:spcAft>
                  <a:spcPts val="0"/>
                </a:spcAft>
                <a:buNone/>
              </a:pPr>
              <a:r>
                <a:t/>
              </a:r>
              <a:endParaRPr/>
            </a:p>
          </p:txBody>
        </p:sp>
        <p:sp>
          <p:nvSpPr>
            <p:cNvPr id="1320" name="Google Shape;1320;p39"/>
            <p:cNvSpPr/>
            <p:nvPr/>
          </p:nvSpPr>
          <p:spPr>
            <a:xfrm rot="-5400000">
              <a:off x="8633910" y="2674751"/>
              <a:ext cx="261602" cy="102245"/>
            </a:xfrm>
            <a:custGeom>
              <a:rect b="b" l="l" r="r" t="t"/>
              <a:pathLst>
                <a:path extrusionOk="0" h="2134" w="5460">
                  <a:moveTo>
                    <a:pt x="5384" y="1"/>
                  </a:moveTo>
                  <a:cubicBezTo>
                    <a:pt x="5378" y="1"/>
                    <a:pt x="5370" y="2"/>
                    <a:pt x="5363" y="5"/>
                  </a:cubicBezTo>
                  <a:cubicBezTo>
                    <a:pt x="3586" y="643"/>
                    <a:pt x="1844" y="1371"/>
                    <a:pt x="70" y="2012"/>
                  </a:cubicBezTo>
                  <a:cubicBezTo>
                    <a:pt x="0" y="2034"/>
                    <a:pt x="23" y="2134"/>
                    <a:pt x="82" y="2134"/>
                  </a:cubicBezTo>
                  <a:cubicBezTo>
                    <a:pt x="88" y="2134"/>
                    <a:pt x="94" y="2133"/>
                    <a:pt x="101" y="2131"/>
                  </a:cubicBezTo>
                  <a:cubicBezTo>
                    <a:pt x="1878" y="1489"/>
                    <a:pt x="3618" y="761"/>
                    <a:pt x="5395" y="124"/>
                  </a:cubicBezTo>
                  <a:cubicBezTo>
                    <a:pt x="5460" y="99"/>
                    <a:pt x="5442" y="1"/>
                    <a:pt x="5384" y="1"/>
                  </a:cubicBezTo>
                  <a:close/>
                </a:path>
              </a:pathLst>
            </a:custGeom>
            <a:solidFill>
              <a:schemeClr val="accent4"/>
            </a:solidFill>
            <a:ln>
              <a:noFill/>
            </a:ln>
          </p:spPr>
          <p:txBody>
            <a:bodyPr anchorCtr="0" anchor="ctr" bIns="130925" lIns="130925" spcFirstLastPara="1" rIns="130925" wrap="square" tIns="130925">
              <a:noAutofit/>
            </a:bodyPr>
            <a:lstStyle/>
            <a:p>
              <a:pPr indent="0" lvl="0" marL="0" rtl="0" algn="l">
                <a:spcBef>
                  <a:spcPts val="0"/>
                </a:spcBef>
                <a:spcAft>
                  <a:spcPts val="0"/>
                </a:spcAft>
                <a:buNone/>
              </a:pPr>
              <a:r>
                <a:t/>
              </a:r>
              <a:endParaRPr/>
            </a:p>
          </p:txBody>
        </p:sp>
        <p:sp>
          <p:nvSpPr>
            <p:cNvPr id="1321" name="Google Shape;1321;p39"/>
            <p:cNvSpPr/>
            <p:nvPr/>
          </p:nvSpPr>
          <p:spPr>
            <a:xfrm rot="-5400000">
              <a:off x="8789338" y="2792280"/>
              <a:ext cx="39145" cy="119254"/>
            </a:xfrm>
            <a:custGeom>
              <a:rect b="b" l="l" r="r" t="t"/>
              <a:pathLst>
                <a:path extrusionOk="0" h="2489" w="817">
                  <a:moveTo>
                    <a:pt x="742" y="1"/>
                  </a:moveTo>
                  <a:cubicBezTo>
                    <a:pt x="718" y="1"/>
                    <a:pt x="694" y="14"/>
                    <a:pt x="686" y="44"/>
                  </a:cubicBezTo>
                  <a:cubicBezTo>
                    <a:pt x="470" y="835"/>
                    <a:pt x="243" y="1626"/>
                    <a:pt x="13" y="2413"/>
                  </a:cubicBezTo>
                  <a:cubicBezTo>
                    <a:pt x="0" y="2459"/>
                    <a:pt x="38" y="2489"/>
                    <a:pt x="75" y="2489"/>
                  </a:cubicBezTo>
                  <a:cubicBezTo>
                    <a:pt x="99" y="2489"/>
                    <a:pt x="123" y="2476"/>
                    <a:pt x="132" y="2445"/>
                  </a:cubicBezTo>
                  <a:cubicBezTo>
                    <a:pt x="362" y="1657"/>
                    <a:pt x="588" y="870"/>
                    <a:pt x="804" y="75"/>
                  </a:cubicBezTo>
                  <a:cubicBezTo>
                    <a:pt x="817" y="31"/>
                    <a:pt x="779" y="1"/>
                    <a:pt x="742" y="1"/>
                  </a:cubicBezTo>
                  <a:close/>
                </a:path>
              </a:pathLst>
            </a:custGeom>
            <a:solidFill>
              <a:schemeClr val="accent4"/>
            </a:solidFill>
            <a:ln>
              <a:noFill/>
            </a:ln>
          </p:spPr>
          <p:txBody>
            <a:bodyPr anchorCtr="0" anchor="ctr" bIns="130925" lIns="130925" spcFirstLastPara="1" rIns="130925" wrap="square" tIns="130925">
              <a:noAutofit/>
            </a:bodyPr>
            <a:lstStyle/>
            <a:p>
              <a:pPr indent="0" lvl="0" marL="0" rtl="0" algn="l">
                <a:spcBef>
                  <a:spcPts val="0"/>
                </a:spcBef>
                <a:spcAft>
                  <a:spcPts val="0"/>
                </a:spcAft>
                <a:buNone/>
              </a:pPr>
              <a:r>
                <a:t/>
              </a:r>
              <a:endParaRPr/>
            </a:p>
          </p:txBody>
        </p:sp>
        <p:sp>
          <p:nvSpPr>
            <p:cNvPr id="1322" name="Google Shape;1322;p39"/>
            <p:cNvSpPr/>
            <p:nvPr/>
          </p:nvSpPr>
          <p:spPr>
            <a:xfrm rot="-5400000">
              <a:off x="8817630" y="2826753"/>
              <a:ext cx="22231" cy="37611"/>
            </a:xfrm>
            <a:custGeom>
              <a:rect b="b" l="l" r="r" t="t"/>
              <a:pathLst>
                <a:path extrusionOk="0" h="785" w="464">
                  <a:moveTo>
                    <a:pt x="86" y="1"/>
                  </a:moveTo>
                  <a:cubicBezTo>
                    <a:pt x="43" y="1"/>
                    <a:pt x="0" y="45"/>
                    <a:pt x="32" y="92"/>
                  </a:cubicBezTo>
                  <a:cubicBezTo>
                    <a:pt x="168" y="294"/>
                    <a:pt x="248" y="513"/>
                    <a:pt x="328" y="743"/>
                  </a:cubicBezTo>
                  <a:cubicBezTo>
                    <a:pt x="339" y="772"/>
                    <a:pt x="364" y="785"/>
                    <a:pt x="389" y="785"/>
                  </a:cubicBezTo>
                  <a:cubicBezTo>
                    <a:pt x="427" y="785"/>
                    <a:pt x="463" y="755"/>
                    <a:pt x="447" y="708"/>
                  </a:cubicBezTo>
                  <a:cubicBezTo>
                    <a:pt x="360" y="472"/>
                    <a:pt x="279" y="242"/>
                    <a:pt x="136" y="29"/>
                  </a:cubicBezTo>
                  <a:cubicBezTo>
                    <a:pt x="124" y="9"/>
                    <a:pt x="105" y="1"/>
                    <a:pt x="86" y="1"/>
                  </a:cubicBezTo>
                  <a:close/>
                </a:path>
              </a:pathLst>
            </a:custGeom>
            <a:solidFill>
              <a:schemeClr val="accent4"/>
            </a:solidFill>
            <a:ln>
              <a:noFill/>
            </a:ln>
          </p:spPr>
          <p:txBody>
            <a:bodyPr anchorCtr="0" anchor="ctr" bIns="130925" lIns="130925" spcFirstLastPara="1" rIns="130925" wrap="square" tIns="130925">
              <a:noAutofit/>
            </a:bodyPr>
            <a:lstStyle/>
            <a:p>
              <a:pPr indent="0" lvl="0" marL="0" rtl="0" algn="l">
                <a:spcBef>
                  <a:spcPts val="0"/>
                </a:spcBef>
                <a:spcAft>
                  <a:spcPts val="0"/>
                </a:spcAft>
                <a:buNone/>
              </a:pPr>
              <a:r>
                <a:t/>
              </a:r>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6" name="Shape 1326"/>
        <p:cNvGrpSpPr/>
        <p:nvPr/>
      </p:nvGrpSpPr>
      <p:grpSpPr>
        <a:xfrm>
          <a:off x="0" y="0"/>
          <a:ext cx="0" cy="0"/>
          <a:chOff x="0" y="0"/>
          <a:chExt cx="0" cy="0"/>
        </a:xfrm>
      </p:grpSpPr>
      <p:sp>
        <p:nvSpPr>
          <p:cNvPr id="1327" name="Google Shape;1327;p40"/>
          <p:cNvSpPr txBox="1"/>
          <p:nvPr>
            <p:ph type="title"/>
          </p:nvPr>
        </p:nvSpPr>
        <p:spPr>
          <a:xfrm>
            <a:off x="720000" y="535000"/>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Demo</a:t>
            </a:r>
            <a:endParaRPr/>
          </a:p>
        </p:txBody>
      </p:sp>
      <p:grpSp>
        <p:nvGrpSpPr>
          <p:cNvPr id="1328" name="Google Shape;1328;p40"/>
          <p:cNvGrpSpPr/>
          <p:nvPr/>
        </p:nvGrpSpPr>
        <p:grpSpPr>
          <a:xfrm flipH="1">
            <a:off x="8271592" y="4564294"/>
            <a:ext cx="476848" cy="406789"/>
            <a:chOff x="682975" y="237527"/>
            <a:chExt cx="348700" cy="297469"/>
          </a:xfrm>
        </p:grpSpPr>
        <p:sp>
          <p:nvSpPr>
            <p:cNvPr id="1329" name="Google Shape;1329;p40"/>
            <p:cNvSpPr/>
            <p:nvPr/>
          </p:nvSpPr>
          <p:spPr>
            <a:xfrm>
              <a:off x="682975" y="237527"/>
              <a:ext cx="348700" cy="297469"/>
            </a:xfrm>
            <a:custGeom>
              <a:rect b="b" l="l" r="r" t="t"/>
              <a:pathLst>
                <a:path extrusionOk="0" h="7258" w="8508">
                  <a:moveTo>
                    <a:pt x="2187" y="0"/>
                  </a:moveTo>
                  <a:cubicBezTo>
                    <a:pt x="1033" y="0"/>
                    <a:pt x="0" y="1009"/>
                    <a:pt x="108" y="2418"/>
                  </a:cubicBezTo>
                  <a:cubicBezTo>
                    <a:pt x="250" y="4265"/>
                    <a:pt x="2850" y="6390"/>
                    <a:pt x="3863" y="7129"/>
                  </a:cubicBezTo>
                  <a:cubicBezTo>
                    <a:pt x="3980" y="7215"/>
                    <a:pt x="4117" y="7257"/>
                    <a:pt x="4254" y="7257"/>
                  </a:cubicBezTo>
                  <a:cubicBezTo>
                    <a:pt x="4390" y="7257"/>
                    <a:pt x="4527" y="7215"/>
                    <a:pt x="4644" y="7129"/>
                  </a:cubicBezTo>
                  <a:cubicBezTo>
                    <a:pt x="5658" y="6390"/>
                    <a:pt x="8257" y="4265"/>
                    <a:pt x="8400" y="2418"/>
                  </a:cubicBezTo>
                  <a:cubicBezTo>
                    <a:pt x="8507" y="1009"/>
                    <a:pt x="7475" y="0"/>
                    <a:pt x="6320" y="0"/>
                  </a:cubicBezTo>
                  <a:cubicBezTo>
                    <a:pt x="5596" y="0"/>
                    <a:pt x="4823" y="397"/>
                    <a:pt x="4254" y="1341"/>
                  </a:cubicBezTo>
                  <a:cubicBezTo>
                    <a:pt x="3684" y="397"/>
                    <a:pt x="2912" y="0"/>
                    <a:pt x="218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0" name="Google Shape;1330;p40"/>
            <p:cNvSpPr/>
            <p:nvPr/>
          </p:nvSpPr>
          <p:spPr>
            <a:xfrm>
              <a:off x="712771" y="325767"/>
              <a:ext cx="289108" cy="126726"/>
            </a:xfrm>
            <a:custGeom>
              <a:rect b="b" l="l" r="r" t="t"/>
              <a:pathLst>
                <a:path extrusionOk="0" h="3092" w="7054">
                  <a:moveTo>
                    <a:pt x="5896" y="0"/>
                  </a:moveTo>
                  <a:cubicBezTo>
                    <a:pt x="5865" y="0"/>
                    <a:pt x="5837" y="21"/>
                    <a:pt x="5823" y="52"/>
                  </a:cubicBezTo>
                  <a:lnTo>
                    <a:pt x="5614" y="583"/>
                  </a:lnTo>
                  <a:lnTo>
                    <a:pt x="5265" y="583"/>
                  </a:lnTo>
                  <a:lnTo>
                    <a:pt x="5067" y="77"/>
                  </a:lnTo>
                  <a:cubicBezTo>
                    <a:pt x="5053" y="49"/>
                    <a:pt x="5025" y="28"/>
                    <a:pt x="4994" y="28"/>
                  </a:cubicBezTo>
                  <a:cubicBezTo>
                    <a:pt x="4958" y="28"/>
                    <a:pt x="4931" y="49"/>
                    <a:pt x="4917" y="77"/>
                  </a:cubicBezTo>
                  <a:lnTo>
                    <a:pt x="4377" y="1450"/>
                  </a:lnTo>
                  <a:lnTo>
                    <a:pt x="4101" y="750"/>
                  </a:lnTo>
                  <a:cubicBezTo>
                    <a:pt x="4088" y="721"/>
                    <a:pt x="4060" y="700"/>
                    <a:pt x="4025" y="700"/>
                  </a:cubicBezTo>
                  <a:cubicBezTo>
                    <a:pt x="3993" y="700"/>
                    <a:pt x="3966" y="721"/>
                    <a:pt x="3955" y="750"/>
                  </a:cubicBezTo>
                  <a:lnTo>
                    <a:pt x="3147" y="2799"/>
                  </a:lnTo>
                  <a:lnTo>
                    <a:pt x="2332" y="736"/>
                  </a:lnTo>
                  <a:cubicBezTo>
                    <a:pt x="2321" y="704"/>
                    <a:pt x="2290" y="683"/>
                    <a:pt x="2258" y="683"/>
                  </a:cubicBezTo>
                  <a:lnTo>
                    <a:pt x="1927" y="683"/>
                  </a:lnTo>
                  <a:lnTo>
                    <a:pt x="1705" y="115"/>
                  </a:lnTo>
                  <a:cubicBezTo>
                    <a:pt x="1690" y="84"/>
                    <a:pt x="1663" y="63"/>
                    <a:pt x="1631" y="63"/>
                  </a:cubicBezTo>
                  <a:cubicBezTo>
                    <a:pt x="1597" y="63"/>
                    <a:pt x="1568" y="84"/>
                    <a:pt x="1558" y="115"/>
                  </a:cubicBezTo>
                  <a:lnTo>
                    <a:pt x="1293" y="781"/>
                  </a:lnTo>
                  <a:lnTo>
                    <a:pt x="84" y="781"/>
                  </a:lnTo>
                  <a:cubicBezTo>
                    <a:pt x="39" y="781"/>
                    <a:pt x="0" y="823"/>
                    <a:pt x="8" y="871"/>
                  </a:cubicBezTo>
                  <a:cubicBezTo>
                    <a:pt x="15" y="909"/>
                    <a:pt x="50" y="938"/>
                    <a:pt x="87" y="938"/>
                  </a:cubicBezTo>
                  <a:lnTo>
                    <a:pt x="1349" y="938"/>
                  </a:lnTo>
                  <a:cubicBezTo>
                    <a:pt x="1380" y="938"/>
                    <a:pt x="1409" y="917"/>
                    <a:pt x="1419" y="889"/>
                  </a:cubicBezTo>
                  <a:lnTo>
                    <a:pt x="1631" y="359"/>
                  </a:lnTo>
                  <a:lnTo>
                    <a:pt x="1802" y="792"/>
                  </a:lnTo>
                  <a:cubicBezTo>
                    <a:pt x="1812" y="823"/>
                    <a:pt x="1843" y="843"/>
                    <a:pt x="1875" y="843"/>
                  </a:cubicBezTo>
                  <a:lnTo>
                    <a:pt x="2206" y="843"/>
                  </a:lnTo>
                  <a:lnTo>
                    <a:pt x="3074" y="3039"/>
                  </a:lnTo>
                  <a:cubicBezTo>
                    <a:pt x="3084" y="3070"/>
                    <a:pt x="3112" y="3091"/>
                    <a:pt x="3147" y="3091"/>
                  </a:cubicBezTo>
                  <a:cubicBezTo>
                    <a:pt x="3178" y="3091"/>
                    <a:pt x="3207" y="3070"/>
                    <a:pt x="3220" y="3039"/>
                  </a:cubicBezTo>
                  <a:lnTo>
                    <a:pt x="4025" y="993"/>
                  </a:lnTo>
                  <a:lnTo>
                    <a:pt x="4304" y="1694"/>
                  </a:lnTo>
                  <a:cubicBezTo>
                    <a:pt x="4315" y="1725"/>
                    <a:pt x="4346" y="1746"/>
                    <a:pt x="4377" y="1746"/>
                  </a:cubicBezTo>
                  <a:cubicBezTo>
                    <a:pt x="4408" y="1746"/>
                    <a:pt x="4436" y="1725"/>
                    <a:pt x="4450" y="1694"/>
                  </a:cubicBezTo>
                  <a:lnTo>
                    <a:pt x="4994" y="321"/>
                  </a:lnTo>
                  <a:lnTo>
                    <a:pt x="5137" y="690"/>
                  </a:lnTo>
                  <a:cubicBezTo>
                    <a:pt x="5151" y="718"/>
                    <a:pt x="5178" y="739"/>
                    <a:pt x="5209" y="739"/>
                  </a:cubicBezTo>
                  <a:lnTo>
                    <a:pt x="5666" y="739"/>
                  </a:lnTo>
                  <a:cubicBezTo>
                    <a:pt x="5701" y="739"/>
                    <a:pt x="5729" y="718"/>
                    <a:pt x="5740" y="690"/>
                  </a:cubicBezTo>
                  <a:lnTo>
                    <a:pt x="5896" y="293"/>
                  </a:lnTo>
                  <a:lnTo>
                    <a:pt x="6092" y="787"/>
                  </a:lnTo>
                  <a:lnTo>
                    <a:pt x="6129" y="882"/>
                  </a:lnTo>
                  <a:cubicBezTo>
                    <a:pt x="6143" y="917"/>
                    <a:pt x="6175" y="938"/>
                    <a:pt x="6210" y="938"/>
                  </a:cubicBezTo>
                  <a:lnTo>
                    <a:pt x="6966" y="938"/>
                  </a:lnTo>
                  <a:cubicBezTo>
                    <a:pt x="7004" y="938"/>
                    <a:pt x="7039" y="909"/>
                    <a:pt x="7046" y="871"/>
                  </a:cubicBezTo>
                  <a:cubicBezTo>
                    <a:pt x="7053" y="823"/>
                    <a:pt x="7018" y="781"/>
                    <a:pt x="6970" y="781"/>
                  </a:cubicBezTo>
                  <a:lnTo>
                    <a:pt x="6259" y="781"/>
                  </a:lnTo>
                  <a:lnTo>
                    <a:pt x="5970" y="52"/>
                  </a:lnTo>
                  <a:cubicBezTo>
                    <a:pt x="5959" y="21"/>
                    <a:pt x="5928" y="0"/>
                    <a:pt x="589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31" name="Google Shape;1331;p40"/>
          <p:cNvGrpSpPr/>
          <p:nvPr/>
        </p:nvGrpSpPr>
        <p:grpSpPr>
          <a:xfrm rot="4387107">
            <a:off x="236512" y="3616007"/>
            <a:ext cx="416692" cy="539630"/>
            <a:chOff x="5402225" y="3028900"/>
            <a:chExt cx="135050" cy="174900"/>
          </a:xfrm>
        </p:grpSpPr>
        <p:sp>
          <p:nvSpPr>
            <p:cNvPr id="1332" name="Google Shape;1332;p40"/>
            <p:cNvSpPr/>
            <p:nvPr/>
          </p:nvSpPr>
          <p:spPr>
            <a:xfrm>
              <a:off x="5424000" y="3043600"/>
              <a:ext cx="91400" cy="5775"/>
            </a:xfrm>
            <a:custGeom>
              <a:rect b="b" l="l" r="r" t="t"/>
              <a:pathLst>
                <a:path extrusionOk="0" h="231" w="3656">
                  <a:moveTo>
                    <a:pt x="119" y="0"/>
                  </a:moveTo>
                  <a:cubicBezTo>
                    <a:pt x="52" y="0"/>
                    <a:pt x="0" y="49"/>
                    <a:pt x="0" y="115"/>
                  </a:cubicBezTo>
                  <a:cubicBezTo>
                    <a:pt x="0" y="178"/>
                    <a:pt x="52" y="230"/>
                    <a:pt x="119" y="230"/>
                  </a:cubicBezTo>
                  <a:lnTo>
                    <a:pt x="3540" y="230"/>
                  </a:lnTo>
                  <a:cubicBezTo>
                    <a:pt x="3603" y="230"/>
                    <a:pt x="3656" y="178"/>
                    <a:pt x="3656" y="115"/>
                  </a:cubicBezTo>
                  <a:cubicBezTo>
                    <a:pt x="3656" y="49"/>
                    <a:pt x="3603" y="0"/>
                    <a:pt x="35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3" name="Google Shape;1333;p40"/>
            <p:cNvSpPr/>
            <p:nvPr/>
          </p:nvSpPr>
          <p:spPr>
            <a:xfrm>
              <a:off x="5424000" y="3067900"/>
              <a:ext cx="91400" cy="5775"/>
            </a:xfrm>
            <a:custGeom>
              <a:rect b="b" l="l" r="r" t="t"/>
              <a:pathLst>
                <a:path extrusionOk="0" h="231" w="3656">
                  <a:moveTo>
                    <a:pt x="119" y="0"/>
                  </a:moveTo>
                  <a:cubicBezTo>
                    <a:pt x="52" y="0"/>
                    <a:pt x="0" y="53"/>
                    <a:pt x="0" y="116"/>
                  </a:cubicBezTo>
                  <a:cubicBezTo>
                    <a:pt x="0" y="182"/>
                    <a:pt x="52" y="230"/>
                    <a:pt x="119" y="230"/>
                  </a:cubicBezTo>
                  <a:lnTo>
                    <a:pt x="3540" y="230"/>
                  </a:lnTo>
                  <a:cubicBezTo>
                    <a:pt x="3603" y="230"/>
                    <a:pt x="3656" y="182"/>
                    <a:pt x="3656" y="116"/>
                  </a:cubicBezTo>
                  <a:cubicBezTo>
                    <a:pt x="3656" y="53"/>
                    <a:pt x="3603" y="0"/>
                    <a:pt x="35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4" name="Google Shape;1334;p40"/>
            <p:cNvSpPr/>
            <p:nvPr/>
          </p:nvSpPr>
          <p:spPr>
            <a:xfrm>
              <a:off x="5424000" y="3092200"/>
              <a:ext cx="91400" cy="5875"/>
            </a:xfrm>
            <a:custGeom>
              <a:rect b="b" l="l" r="r" t="t"/>
              <a:pathLst>
                <a:path extrusionOk="0" h="235" w="3656">
                  <a:moveTo>
                    <a:pt x="119" y="1"/>
                  </a:moveTo>
                  <a:cubicBezTo>
                    <a:pt x="52" y="1"/>
                    <a:pt x="0" y="53"/>
                    <a:pt x="0" y="119"/>
                  </a:cubicBezTo>
                  <a:cubicBezTo>
                    <a:pt x="0" y="181"/>
                    <a:pt x="52" y="234"/>
                    <a:pt x="119" y="234"/>
                  </a:cubicBezTo>
                  <a:lnTo>
                    <a:pt x="3540" y="234"/>
                  </a:lnTo>
                  <a:cubicBezTo>
                    <a:pt x="3603" y="234"/>
                    <a:pt x="3656" y="181"/>
                    <a:pt x="3656" y="119"/>
                  </a:cubicBezTo>
                  <a:cubicBezTo>
                    <a:pt x="3656" y="53"/>
                    <a:pt x="3603" y="1"/>
                    <a:pt x="35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5" name="Google Shape;1335;p40"/>
            <p:cNvSpPr/>
            <p:nvPr/>
          </p:nvSpPr>
          <p:spPr>
            <a:xfrm>
              <a:off x="5424000" y="3140900"/>
              <a:ext cx="91400" cy="5850"/>
            </a:xfrm>
            <a:custGeom>
              <a:rect b="b" l="l" r="r" t="t"/>
              <a:pathLst>
                <a:path extrusionOk="0" h="234" w="3656">
                  <a:moveTo>
                    <a:pt x="119" y="0"/>
                  </a:moveTo>
                  <a:cubicBezTo>
                    <a:pt x="52" y="0"/>
                    <a:pt x="0" y="52"/>
                    <a:pt x="0" y="115"/>
                  </a:cubicBezTo>
                  <a:cubicBezTo>
                    <a:pt x="0" y="182"/>
                    <a:pt x="52" y="234"/>
                    <a:pt x="119" y="234"/>
                  </a:cubicBezTo>
                  <a:lnTo>
                    <a:pt x="3540" y="234"/>
                  </a:lnTo>
                  <a:cubicBezTo>
                    <a:pt x="3603" y="234"/>
                    <a:pt x="3656" y="182"/>
                    <a:pt x="3656" y="115"/>
                  </a:cubicBezTo>
                  <a:cubicBezTo>
                    <a:pt x="3656" y="52"/>
                    <a:pt x="3603" y="0"/>
                    <a:pt x="35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6" name="Google Shape;1336;p40"/>
            <p:cNvSpPr/>
            <p:nvPr/>
          </p:nvSpPr>
          <p:spPr>
            <a:xfrm>
              <a:off x="5424000" y="3165300"/>
              <a:ext cx="91400" cy="5775"/>
            </a:xfrm>
            <a:custGeom>
              <a:rect b="b" l="l" r="r" t="t"/>
              <a:pathLst>
                <a:path extrusionOk="0" h="231" w="3656">
                  <a:moveTo>
                    <a:pt x="119" y="0"/>
                  </a:moveTo>
                  <a:cubicBezTo>
                    <a:pt x="52" y="0"/>
                    <a:pt x="0" y="52"/>
                    <a:pt x="0" y="115"/>
                  </a:cubicBezTo>
                  <a:cubicBezTo>
                    <a:pt x="0" y="178"/>
                    <a:pt x="52" y="230"/>
                    <a:pt x="119" y="230"/>
                  </a:cubicBezTo>
                  <a:lnTo>
                    <a:pt x="3540" y="230"/>
                  </a:lnTo>
                  <a:cubicBezTo>
                    <a:pt x="3603" y="230"/>
                    <a:pt x="3656" y="178"/>
                    <a:pt x="3656" y="115"/>
                  </a:cubicBezTo>
                  <a:cubicBezTo>
                    <a:pt x="3656" y="52"/>
                    <a:pt x="3603" y="0"/>
                    <a:pt x="35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7" name="Google Shape;1337;p40"/>
            <p:cNvSpPr/>
            <p:nvPr/>
          </p:nvSpPr>
          <p:spPr>
            <a:xfrm>
              <a:off x="5424000" y="3189575"/>
              <a:ext cx="91400" cy="5775"/>
            </a:xfrm>
            <a:custGeom>
              <a:rect b="b" l="l" r="r" t="t"/>
              <a:pathLst>
                <a:path extrusionOk="0" h="231" w="3656">
                  <a:moveTo>
                    <a:pt x="119" y="1"/>
                  </a:moveTo>
                  <a:cubicBezTo>
                    <a:pt x="52" y="1"/>
                    <a:pt x="0" y="54"/>
                    <a:pt x="0" y="116"/>
                  </a:cubicBezTo>
                  <a:cubicBezTo>
                    <a:pt x="0" y="182"/>
                    <a:pt x="52" y="231"/>
                    <a:pt x="119" y="231"/>
                  </a:cubicBezTo>
                  <a:lnTo>
                    <a:pt x="3540" y="231"/>
                  </a:lnTo>
                  <a:cubicBezTo>
                    <a:pt x="3603" y="231"/>
                    <a:pt x="3656" y="182"/>
                    <a:pt x="3656" y="116"/>
                  </a:cubicBezTo>
                  <a:cubicBezTo>
                    <a:pt x="3656" y="54"/>
                    <a:pt x="3603" y="1"/>
                    <a:pt x="35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8" name="Google Shape;1338;p40"/>
            <p:cNvSpPr/>
            <p:nvPr/>
          </p:nvSpPr>
          <p:spPr>
            <a:xfrm>
              <a:off x="5402225" y="3028900"/>
              <a:ext cx="42175" cy="80300"/>
            </a:xfrm>
            <a:custGeom>
              <a:rect b="b" l="l" r="r" t="t"/>
              <a:pathLst>
                <a:path extrusionOk="0" h="3212" w="1687">
                  <a:moveTo>
                    <a:pt x="508" y="0"/>
                  </a:moveTo>
                  <a:cubicBezTo>
                    <a:pt x="385" y="0"/>
                    <a:pt x="277" y="89"/>
                    <a:pt x="258" y="212"/>
                  </a:cubicBezTo>
                  <a:cubicBezTo>
                    <a:pt x="248" y="281"/>
                    <a:pt x="0" y="1919"/>
                    <a:pt x="857" y="2922"/>
                  </a:cubicBezTo>
                  <a:cubicBezTo>
                    <a:pt x="948" y="3031"/>
                    <a:pt x="1053" y="3128"/>
                    <a:pt x="1161" y="3212"/>
                  </a:cubicBezTo>
                  <a:cubicBezTo>
                    <a:pt x="1293" y="3128"/>
                    <a:pt x="1471" y="3034"/>
                    <a:pt x="1687" y="2954"/>
                  </a:cubicBezTo>
                  <a:cubicBezTo>
                    <a:pt x="1513" y="2864"/>
                    <a:pt x="1366" y="2745"/>
                    <a:pt x="1241" y="2599"/>
                  </a:cubicBezTo>
                  <a:cubicBezTo>
                    <a:pt x="805" y="2090"/>
                    <a:pt x="722" y="1338"/>
                    <a:pt x="722" y="832"/>
                  </a:cubicBezTo>
                  <a:cubicBezTo>
                    <a:pt x="722" y="518"/>
                    <a:pt x="753" y="296"/>
                    <a:pt x="753" y="292"/>
                  </a:cubicBezTo>
                  <a:cubicBezTo>
                    <a:pt x="777" y="156"/>
                    <a:pt x="683" y="27"/>
                    <a:pt x="547" y="3"/>
                  </a:cubicBezTo>
                  <a:cubicBezTo>
                    <a:pt x="534" y="1"/>
                    <a:pt x="521" y="0"/>
                    <a:pt x="50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9" name="Google Shape;1339;p40"/>
            <p:cNvSpPr/>
            <p:nvPr/>
          </p:nvSpPr>
          <p:spPr>
            <a:xfrm>
              <a:off x="5494550" y="3121025"/>
              <a:ext cx="42100" cy="82775"/>
            </a:xfrm>
            <a:custGeom>
              <a:rect b="b" l="l" r="r" t="t"/>
              <a:pathLst>
                <a:path extrusionOk="0" h="3311" w="1684">
                  <a:moveTo>
                    <a:pt x="541" y="1"/>
                  </a:moveTo>
                  <a:cubicBezTo>
                    <a:pt x="363" y="102"/>
                    <a:pt x="178" y="175"/>
                    <a:pt x="1" y="231"/>
                  </a:cubicBezTo>
                  <a:cubicBezTo>
                    <a:pt x="147" y="314"/>
                    <a:pt x="276" y="422"/>
                    <a:pt x="387" y="551"/>
                  </a:cubicBezTo>
                  <a:cubicBezTo>
                    <a:pt x="1157" y="1423"/>
                    <a:pt x="966" y="3015"/>
                    <a:pt x="966" y="3029"/>
                  </a:cubicBezTo>
                  <a:cubicBezTo>
                    <a:pt x="948" y="3168"/>
                    <a:pt x="1046" y="3293"/>
                    <a:pt x="1182" y="3311"/>
                  </a:cubicBezTo>
                  <a:lnTo>
                    <a:pt x="1213" y="3311"/>
                  </a:lnTo>
                  <a:cubicBezTo>
                    <a:pt x="1339" y="3311"/>
                    <a:pt x="1447" y="3220"/>
                    <a:pt x="1464" y="3092"/>
                  </a:cubicBezTo>
                  <a:cubicBezTo>
                    <a:pt x="1471" y="3018"/>
                    <a:pt x="1683" y="1262"/>
                    <a:pt x="768" y="220"/>
                  </a:cubicBezTo>
                  <a:cubicBezTo>
                    <a:pt x="694" y="141"/>
                    <a:pt x="621" y="67"/>
                    <a:pt x="5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0" name="Google Shape;1340;p40"/>
            <p:cNvSpPr/>
            <p:nvPr/>
          </p:nvSpPr>
          <p:spPr>
            <a:xfrm>
              <a:off x="5402825" y="3028900"/>
              <a:ext cx="134450" cy="174900"/>
            </a:xfrm>
            <a:custGeom>
              <a:rect b="b" l="l" r="r" t="t"/>
              <a:pathLst>
                <a:path extrusionOk="0" h="6996" w="5378">
                  <a:moveTo>
                    <a:pt x="4868" y="0"/>
                  </a:moveTo>
                  <a:cubicBezTo>
                    <a:pt x="4855" y="0"/>
                    <a:pt x="4842" y="1"/>
                    <a:pt x="4830" y="3"/>
                  </a:cubicBezTo>
                  <a:cubicBezTo>
                    <a:pt x="4694" y="27"/>
                    <a:pt x="4600" y="156"/>
                    <a:pt x="4621" y="292"/>
                  </a:cubicBezTo>
                  <a:cubicBezTo>
                    <a:pt x="4625" y="306"/>
                    <a:pt x="4847" y="1766"/>
                    <a:pt x="4136" y="2595"/>
                  </a:cubicBezTo>
                  <a:cubicBezTo>
                    <a:pt x="3816" y="2975"/>
                    <a:pt x="3335" y="3167"/>
                    <a:pt x="2708" y="3167"/>
                  </a:cubicBezTo>
                  <a:cubicBezTo>
                    <a:pt x="1952" y="3167"/>
                    <a:pt x="1349" y="3414"/>
                    <a:pt x="917" y="3905"/>
                  </a:cubicBezTo>
                  <a:cubicBezTo>
                    <a:pt x="0" y="4947"/>
                    <a:pt x="209" y="6703"/>
                    <a:pt x="220" y="6777"/>
                  </a:cubicBezTo>
                  <a:cubicBezTo>
                    <a:pt x="238" y="6905"/>
                    <a:pt x="346" y="6996"/>
                    <a:pt x="468" y="6996"/>
                  </a:cubicBezTo>
                  <a:lnTo>
                    <a:pt x="502" y="6996"/>
                  </a:lnTo>
                  <a:cubicBezTo>
                    <a:pt x="638" y="6978"/>
                    <a:pt x="736" y="6853"/>
                    <a:pt x="719" y="6714"/>
                  </a:cubicBezTo>
                  <a:cubicBezTo>
                    <a:pt x="715" y="6700"/>
                    <a:pt x="527" y="5108"/>
                    <a:pt x="1293" y="4236"/>
                  </a:cubicBezTo>
                  <a:cubicBezTo>
                    <a:pt x="1628" y="3860"/>
                    <a:pt x="2102" y="3668"/>
                    <a:pt x="2708" y="3668"/>
                  </a:cubicBezTo>
                  <a:cubicBezTo>
                    <a:pt x="3488" y="3668"/>
                    <a:pt x="4095" y="3417"/>
                    <a:pt x="4520" y="2922"/>
                  </a:cubicBezTo>
                  <a:cubicBezTo>
                    <a:pt x="5377" y="1919"/>
                    <a:pt x="5130" y="281"/>
                    <a:pt x="5119" y="212"/>
                  </a:cubicBezTo>
                  <a:cubicBezTo>
                    <a:pt x="5097" y="89"/>
                    <a:pt x="4989" y="0"/>
                    <a:pt x="486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41" name="Google Shape;1341;p40"/>
          <p:cNvGrpSpPr/>
          <p:nvPr/>
        </p:nvGrpSpPr>
        <p:grpSpPr>
          <a:xfrm>
            <a:off x="2240652" y="1178247"/>
            <a:ext cx="4554035" cy="3598872"/>
            <a:chOff x="792000" y="1676400"/>
            <a:chExt cx="2890900" cy="2284563"/>
          </a:xfrm>
        </p:grpSpPr>
        <p:sp>
          <p:nvSpPr>
            <p:cNvPr id="1342" name="Google Shape;1342;p40"/>
            <p:cNvSpPr/>
            <p:nvPr/>
          </p:nvSpPr>
          <p:spPr>
            <a:xfrm>
              <a:off x="792000" y="1676400"/>
              <a:ext cx="2890895" cy="1706143"/>
            </a:xfrm>
            <a:custGeom>
              <a:rect b="b" l="l" r="r" t="t"/>
              <a:pathLst>
                <a:path extrusionOk="0" h="155741" w="260970">
                  <a:moveTo>
                    <a:pt x="249594" y="9954"/>
                  </a:moveTo>
                  <a:lnTo>
                    <a:pt x="249594" y="144364"/>
                  </a:lnTo>
                  <a:lnTo>
                    <a:pt x="11376" y="144364"/>
                  </a:lnTo>
                  <a:lnTo>
                    <a:pt x="11376" y="9954"/>
                  </a:lnTo>
                  <a:close/>
                  <a:moveTo>
                    <a:pt x="8305" y="0"/>
                  </a:moveTo>
                  <a:cubicBezTo>
                    <a:pt x="4039" y="0"/>
                    <a:pt x="0" y="2844"/>
                    <a:pt x="0" y="7110"/>
                  </a:cubicBezTo>
                  <a:lnTo>
                    <a:pt x="0" y="155740"/>
                  </a:lnTo>
                  <a:lnTo>
                    <a:pt x="260970" y="155740"/>
                  </a:lnTo>
                  <a:lnTo>
                    <a:pt x="260970" y="7110"/>
                  </a:lnTo>
                  <a:cubicBezTo>
                    <a:pt x="260970" y="2844"/>
                    <a:pt x="257386" y="0"/>
                    <a:pt x="253120" y="0"/>
                  </a:cubicBezTo>
                  <a:close/>
                </a:path>
              </a:pathLst>
            </a:custGeom>
            <a:solidFill>
              <a:schemeClr val="dk2"/>
            </a:solidFill>
            <a:ln cap="flat" cmpd="sng" w="14075">
              <a:solidFill>
                <a:schemeClr val="lt1"/>
              </a:solidFill>
              <a:prstDash val="solid"/>
              <a:round/>
              <a:headEnd len="sm" w="sm" type="none"/>
              <a:tailEnd len="sm" w="sm" type="none"/>
            </a:ln>
          </p:spPr>
          <p:txBody>
            <a:bodyPr anchorCtr="0" anchor="ctr" bIns="135150" lIns="135150" spcFirstLastPara="1" rIns="135150" wrap="square" tIns="135150">
              <a:noAutofit/>
            </a:bodyPr>
            <a:lstStyle/>
            <a:p>
              <a:pPr indent="0" lvl="0" marL="0" rtl="0" algn="l">
                <a:spcBef>
                  <a:spcPts val="0"/>
                </a:spcBef>
                <a:spcAft>
                  <a:spcPts val="0"/>
                </a:spcAft>
                <a:buNone/>
              </a:pPr>
              <a:r>
                <a:t/>
              </a:r>
              <a:endParaRPr/>
            </a:p>
          </p:txBody>
        </p:sp>
        <p:sp>
          <p:nvSpPr>
            <p:cNvPr id="1343" name="Google Shape;1343;p40"/>
            <p:cNvSpPr/>
            <p:nvPr/>
          </p:nvSpPr>
          <p:spPr>
            <a:xfrm>
              <a:off x="792005" y="3376296"/>
              <a:ext cx="2890895" cy="256426"/>
            </a:xfrm>
            <a:custGeom>
              <a:rect b="b" l="l" r="r" t="t"/>
              <a:pathLst>
                <a:path extrusionOk="0" h="22753" w="260970">
                  <a:moveTo>
                    <a:pt x="0" y="14846"/>
                  </a:moveTo>
                  <a:cubicBezTo>
                    <a:pt x="0" y="19169"/>
                    <a:pt x="4039" y="22753"/>
                    <a:pt x="8305" y="22753"/>
                  </a:cubicBezTo>
                  <a:lnTo>
                    <a:pt x="253120" y="22753"/>
                  </a:lnTo>
                  <a:cubicBezTo>
                    <a:pt x="257443" y="22696"/>
                    <a:pt x="260913" y="19169"/>
                    <a:pt x="260970" y="14846"/>
                  </a:cubicBezTo>
                  <a:lnTo>
                    <a:pt x="260970" y="0"/>
                  </a:lnTo>
                  <a:lnTo>
                    <a:pt x="0" y="0"/>
                  </a:lnTo>
                  <a:close/>
                </a:path>
              </a:pathLst>
            </a:custGeom>
            <a:solidFill>
              <a:schemeClr val="dk2"/>
            </a:solidFill>
            <a:ln cap="flat" cmpd="sng" w="14075">
              <a:solidFill>
                <a:schemeClr val="lt1"/>
              </a:solidFill>
              <a:prstDash val="solid"/>
              <a:round/>
              <a:headEnd len="sm" w="sm" type="none"/>
              <a:tailEnd len="sm" w="sm" type="none"/>
            </a:ln>
          </p:spPr>
          <p:txBody>
            <a:bodyPr anchorCtr="0" anchor="ctr" bIns="135150" lIns="135150" spcFirstLastPara="1" rIns="135150" wrap="square" tIns="135150">
              <a:noAutofit/>
            </a:bodyPr>
            <a:lstStyle/>
            <a:p>
              <a:pPr indent="0" lvl="0" marL="0" rtl="0" algn="l">
                <a:spcBef>
                  <a:spcPts val="0"/>
                </a:spcBef>
                <a:spcAft>
                  <a:spcPts val="0"/>
                </a:spcAft>
                <a:buNone/>
              </a:pPr>
              <a:r>
                <a:t/>
              </a:r>
              <a:endParaRPr/>
            </a:p>
          </p:txBody>
        </p:sp>
        <p:sp>
          <p:nvSpPr>
            <p:cNvPr id="1344" name="Google Shape;1344;p40"/>
            <p:cNvSpPr/>
            <p:nvPr/>
          </p:nvSpPr>
          <p:spPr>
            <a:xfrm>
              <a:off x="2178614" y="3456368"/>
              <a:ext cx="117933" cy="102739"/>
            </a:xfrm>
            <a:custGeom>
              <a:rect b="b" l="l" r="r" t="t"/>
              <a:pathLst>
                <a:path extrusionOk="0" h="9100" w="10627">
                  <a:moveTo>
                    <a:pt x="6092" y="0"/>
                  </a:moveTo>
                  <a:cubicBezTo>
                    <a:pt x="2020" y="0"/>
                    <a:pt x="0" y="4900"/>
                    <a:pt x="2881" y="7747"/>
                  </a:cubicBezTo>
                  <a:cubicBezTo>
                    <a:pt x="3804" y="8681"/>
                    <a:pt x="4944" y="9100"/>
                    <a:pt x="6063" y="9100"/>
                  </a:cubicBezTo>
                  <a:cubicBezTo>
                    <a:pt x="8391" y="9100"/>
                    <a:pt x="10627" y="7286"/>
                    <a:pt x="10627" y="4536"/>
                  </a:cubicBezTo>
                  <a:cubicBezTo>
                    <a:pt x="10627" y="2020"/>
                    <a:pt x="8608" y="0"/>
                    <a:pt x="6092" y="0"/>
                  </a:cubicBezTo>
                  <a:close/>
                </a:path>
              </a:pathLst>
            </a:custGeom>
            <a:solidFill>
              <a:schemeClr val="dk2"/>
            </a:solidFill>
            <a:ln cap="flat" cmpd="sng" w="14075">
              <a:solidFill>
                <a:schemeClr val="lt1"/>
              </a:solidFill>
              <a:prstDash val="solid"/>
              <a:round/>
              <a:headEnd len="sm" w="sm" type="none"/>
              <a:tailEnd len="sm" w="sm" type="none"/>
            </a:ln>
          </p:spPr>
          <p:txBody>
            <a:bodyPr anchorCtr="0" anchor="ctr" bIns="135150" lIns="135150" spcFirstLastPara="1" rIns="135150" wrap="square" tIns="135150">
              <a:noAutofit/>
            </a:bodyPr>
            <a:lstStyle/>
            <a:p>
              <a:pPr indent="0" lvl="0" marL="0" rtl="0" algn="l">
                <a:spcBef>
                  <a:spcPts val="0"/>
                </a:spcBef>
                <a:spcAft>
                  <a:spcPts val="0"/>
                </a:spcAft>
                <a:buNone/>
              </a:pPr>
              <a:r>
                <a:t/>
              </a:r>
              <a:endParaRPr/>
            </a:p>
          </p:txBody>
        </p:sp>
        <p:sp>
          <p:nvSpPr>
            <p:cNvPr id="1345" name="Google Shape;1345;p40"/>
            <p:cNvSpPr/>
            <p:nvPr/>
          </p:nvSpPr>
          <p:spPr>
            <a:xfrm>
              <a:off x="1723980" y="3632724"/>
              <a:ext cx="1046613" cy="328239"/>
            </a:xfrm>
            <a:custGeom>
              <a:rect b="b" l="l" r="r" t="t"/>
              <a:pathLst>
                <a:path extrusionOk="0" h="29125" w="94481">
                  <a:moveTo>
                    <a:pt x="79805" y="18317"/>
                  </a:moveTo>
                  <a:cubicBezTo>
                    <a:pt x="74117" y="12515"/>
                    <a:pt x="73889" y="1"/>
                    <a:pt x="73889" y="1"/>
                  </a:cubicBezTo>
                  <a:lnTo>
                    <a:pt x="20592" y="1"/>
                  </a:lnTo>
                  <a:cubicBezTo>
                    <a:pt x="20592" y="1"/>
                    <a:pt x="20364" y="12515"/>
                    <a:pt x="14676" y="18317"/>
                  </a:cubicBezTo>
                  <a:cubicBezTo>
                    <a:pt x="8931" y="24175"/>
                    <a:pt x="1" y="29124"/>
                    <a:pt x="15529" y="29124"/>
                  </a:cubicBezTo>
                  <a:lnTo>
                    <a:pt x="78952" y="29124"/>
                  </a:lnTo>
                  <a:cubicBezTo>
                    <a:pt x="94480" y="29124"/>
                    <a:pt x="85493" y="24175"/>
                    <a:pt x="79805" y="18317"/>
                  </a:cubicBezTo>
                  <a:close/>
                </a:path>
              </a:pathLst>
            </a:custGeom>
            <a:solidFill>
              <a:schemeClr val="dk2"/>
            </a:solidFill>
            <a:ln cap="flat" cmpd="sng" w="14075">
              <a:solidFill>
                <a:schemeClr val="lt1"/>
              </a:solidFill>
              <a:prstDash val="solid"/>
              <a:round/>
              <a:headEnd len="sm" w="sm" type="none"/>
              <a:tailEnd len="sm" w="sm" type="none"/>
            </a:ln>
          </p:spPr>
          <p:txBody>
            <a:bodyPr anchorCtr="0" anchor="ctr" bIns="135150" lIns="135150" spcFirstLastPara="1" rIns="135150" wrap="square" tIns="135150">
              <a:noAutofit/>
            </a:bodyPr>
            <a:lstStyle/>
            <a:p>
              <a:pPr indent="0" lvl="0" marL="0" rtl="0" algn="l">
                <a:spcBef>
                  <a:spcPts val="0"/>
                </a:spcBef>
                <a:spcAft>
                  <a:spcPts val="0"/>
                </a:spcAft>
                <a:buNone/>
              </a:pPr>
              <a:r>
                <a:t/>
              </a:r>
              <a:endParaRPr/>
            </a:p>
          </p:txBody>
        </p:sp>
      </p:grpSp>
      <p:pic>
        <p:nvPicPr>
          <p:cNvPr id="1346" name="Google Shape;1346;p40" title="AI4ALL-15A.gif"/>
          <p:cNvPicPr preferRelativeResize="0"/>
          <p:nvPr/>
        </p:nvPicPr>
        <p:blipFill rotWithShape="1">
          <a:blip r:embed="rId3">
            <a:alphaModFix/>
          </a:blip>
          <a:srcRect b="25029" l="0" r="0" t="1158"/>
          <a:stretch/>
        </p:blipFill>
        <p:spPr>
          <a:xfrm>
            <a:off x="2418300" y="1332175"/>
            <a:ext cx="4198575" cy="23930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0" name="Shape 1350"/>
        <p:cNvGrpSpPr/>
        <p:nvPr/>
      </p:nvGrpSpPr>
      <p:grpSpPr>
        <a:xfrm>
          <a:off x="0" y="0"/>
          <a:ext cx="0" cy="0"/>
          <a:chOff x="0" y="0"/>
          <a:chExt cx="0" cy="0"/>
        </a:xfrm>
      </p:grpSpPr>
      <p:sp>
        <p:nvSpPr>
          <p:cNvPr id="1351" name="Google Shape;1351;p41"/>
          <p:cNvSpPr/>
          <p:nvPr/>
        </p:nvSpPr>
        <p:spPr>
          <a:xfrm flipH="1" rot="255947">
            <a:off x="431043" y="4166848"/>
            <a:ext cx="6417395" cy="3700357"/>
          </a:xfrm>
          <a:custGeom>
            <a:rect b="b" l="l" r="r" t="t"/>
            <a:pathLst>
              <a:path extrusionOk="0" h="140790" w="244167">
                <a:moveTo>
                  <a:pt x="134823" y="24269"/>
                </a:moveTo>
                <a:cubicBezTo>
                  <a:pt x="122338" y="19609"/>
                  <a:pt x="100115" y="3779"/>
                  <a:pt x="85001" y="971"/>
                </a:cubicBezTo>
                <a:cubicBezTo>
                  <a:pt x="69887" y="-1837"/>
                  <a:pt x="56864" y="1927"/>
                  <a:pt x="44140" y="7423"/>
                </a:cubicBezTo>
                <a:cubicBezTo>
                  <a:pt x="31416" y="12919"/>
                  <a:pt x="15943" y="24927"/>
                  <a:pt x="8655" y="33947"/>
                </a:cubicBezTo>
                <a:cubicBezTo>
                  <a:pt x="1367" y="42968"/>
                  <a:pt x="-843" y="52167"/>
                  <a:pt x="411" y="61546"/>
                </a:cubicBezTo>
                <a:cubicBezTo>
                  <a:pt x="1666" y="70925"/>
                  <a:pt x="3936" y="83710"/>
                  <a:pt x="16182" y="90221"/>
                </a:cubicBezTo>
                <a:cubicBezTo>
                  <a:pt x="28429" y="96733"/>
                  <a:pt x="57641" y="99002"/>
                  <a:pt x="73890" y="100615"/>
                </a:cubicBezTo>
                <a:cubicBezTo>
                  <a:pt x="90139" y="102228"/>
                  <a:pt x="100712" y="94641"/>
                  <a:pt x="113675" y="99898"/>
                </a:cubicBezTo>
                <a:cubicBezTo>
                  <a:pt x="126638" y="105155"/>
                  <a:pt x="140498" y="125347"/>
                  <a:pt x="151669" y="132157"/>
                </a:cubicBezTo>
                <a:cubicBezTo>
                  <a:pt x="162840" y="138967"/>
                  <a:pt x="169591" y="140880"/>
                  <a:pt x="180702" y="140760"/>
                </a:cubicBezTo>
                <a:cubicBezTo>
                  <a:pt x="191814" y="140641"/>
                  <a:pt x="208242" y="137593"/>
                  <a:pt x="218338" y="131440"/>
                </a:cubicBezTo>
                <a:cubicBezTo>
                  <a:pt x="228434" y="125287"/>
                  <a:pt x="237275" y="113997"/>
                  <a:pt x="241277" y="103841"/>
                </a:cubicBezTo>
                <a:cubicBezTo>
                  <a:pt x="245280" y="93686"/>
                  <a:pt x="244563" y="80961"/>
                  <a:pt x="242353" y="70507"/>
                </a:cubicBezTo>
                <a:cubicBezTo>
                  <a:pt x="240143" y="60053"/>
                  <a:pt x="234407" y="48582"/>
                  <a:pt x="228015" y="41115"/>
                </a:cubicBezTo>
                <a:cubicBezTo>
                  <a:pt x="221623" y="33648"/>
                  <a:pt x="215350" y="27734"/>
                  <a:pt x="204000" y="25703"/>
                </a:cubicBezTo>
                <a:cubicBezTo>
                  <a:pt x="192650" y="23672"/>
                  <a:pt x="171443" y="29168"/>
                  <a:pt x="159913" y="28929"/>
                </a:cubicBezTo>
                <a:cubicBezTo>
                  <a:pt x="148384" y="28690"/>
                  <a:pt x="147308" y="28929"/>
                  <a:pt x="134823" y="24269"/>
                </a:cubicBezTo>
                <a:close/>
              </a:path>
            </a:pathLst>
          </a:custGeom>
          <a:noFill/>
          <a:ln cap="flat" cmpd="sng" w="9525">
            <a:solidFill>
              <a:schemeClr val="dk2"/>
            </a:solidFill>
            <a:prstDash val="solid"/>
            <a:round/>
            <a:headEnd len="med" w="med" type="none"/>
            <a:tailEnd len="med" w="med" type="none"/>
          </a:ln>
        </p:spPr>
      </p:sp>
      <p:sp>
        <p:nvSpPr>
          <p:cNvPr id="1352" name="Google Shape;1352;p41"/>
          <p:cNvSpPr/>
          <p:nvPr/>
        </p:nvSpPr>
        <p:spPr>
          <a:xfrm flipH="1" rot="255947">
            <a:off x="507243" y="4243048"/>
            <a:ext cx="6417395" cy="3700357"/>
          </a:xfrm>
          <a:custGeom>
            <a:rect b="b" l="l" r="r" t="t"/>
            <a:pathLst>
              <a:path extrusionOk="0" h="140790" w="244167">
                <a:moveTo>
                  <a:pt x="134823" y="24269"/>
                </a:moveTo>
                <a:cubicBezTo>
                  <a:pt x="122338" y="19609"/>
                  <a:pt x="100115" y="3779"/>
                  <a:pt x="85001" y="971"/>
                </a:cubicBezTo>
                <a:cubicBezTo>
                  <a:pt x="69887" y="-1837"/>
                  <a:pt x="56864" y="1927"/>
                  <a:pt x="44140" y="7423"/>
                </a:cubicBezTo>
                <a:cubicBezTo>
                  <a:pt x="31416" y="12919"/>
                  <a:pt x="15943" y="24927"/>
                  <a:pt x="8655" y="33947"/>
                </a:cubicBezTo>
                <a:cubicBezTo>
                  <a:pt x="1367" y="42968"/>
                  <a:pt x="-843" y="52167"/>
                  <a:pt x="411" y="61546"/>
                </a:cubicBezTo>
                <a:cubicBezTo>
                  <a:pt x="1666" y="70925"/>
                  <a:pt x="3936" y="83710"/>
                  <a:pt x="16182" y="90221"/>
                </a:cubicBezTo>
                <a:cubicBezTo>
                  <a:pt x="28429" y="96733"/>
                  <a:pt x="57641" y="99002"/>
                  <a:pt x="73890" y="100615"/>
                </a:cubicBezTo>
                <a:cubicBezTo>
                  <a:pt x="90139" y="102228"/>
                  <a:pt x="100712" y="94641"/>
                  <a:pt x="113675" y="99898"/>
                </a:cubicBezTo>
                <a:cubicBezTo>
                  <a:pt x="126638" y="105155"/>
                  <a:pt x="140498" y="125347"/>
                  <a:pt x="151669" y="132157"/>
                </a:cubicBezTo>
                <a:cubicBezTo>
                  <a:pt x="162840" y="138967"/>
                  <a:pt x="169591" y="140880"/>
                  <a:pt x="180702" y="140760"/>
                </a:cubicBezTo>
                <a:cubicBezTo>
                  <a:pt x="191814" y="140641"/>
                  <a:pt x="208242" y="137593"/>
                  <a:pt x="218338" y="131440"/>
                </a:cubicBezTo>
                <a:cubicBezTo>
                  <a:pt x="228434" y="125287"/>
                  <a:pt x="237275" y="113997"/>
                  <a:pt x="241277" y="103841"/>
                </a:cubicBezTo>
                <a:cubicBezTo>
                  <a:pt x="245280" y="93686"/>
                  <a:pt x="244563" y="80961"/>
                  <a:pt x="242353" y="70507"/>
                </a:cubicBezTo>
                <a:cubicBezTo>
                  <a:pt x="240143" y="60053"/>
                  <a:pt x="234407" y="48582"/>
                  <a:pt x="228015" y="41115"/>
                </a:cubicBezTo>
                <a:cubicBezTo>
                  <a:pt x="221623" y="33648"/>
                  <a:pt x="215350" y="27734"/>
                  <a:pt x="204000" y="25703"/>
                </a:cubicBezTo>
                <a:cubicBezTo>
                  <a:pt x="192650" y="23672"/>
                  <a:pt x="171443" y="29168"/>
                  <a:pt x="159913" y="28929"/>
                </a:cubicBezTo>
                <a:cubicBezTo>
                  <a:pt x="148384" y="28690"/>
                  <a:pt x="147308" y="28929"/>
                  <a:pt x="134823" y="24269"/>
                </a:cubicBezTo>
                <a:close/>
              </a:path>
            </a:pathLst>
          </a:custGeom>
          <a:solidFill>
            <a:srgbClr val="C7CAEA">
              <a:alpha val="52090"/>
            </a:srgbClr>
          </a:solidFill>
          <a:ln>
            <a:noFill/>
          </a:ln>
        </p:spPr>
      </p:sp>
      <p:sp>
        <p:nvSpPr>
          <p:cNvPr id="1353" name="Google Shape;1353;p41"/>
          <p:cNvSpPr/>
          <p:nvPr/>
        </p:nvSpPr>
        <p:spPr>
          <a:xfrm rot="-714862">
            <a:off x="3583104" y="-2765092"/>
            <a:ext cx="7285403" cy="4523099"/>
          </a:xfrm>
          <a:custGeom>
            <a:rect b="b" l="l" r="r" t="t"/>
            <a:pathLst>
              <a:path extrusionOk="0" h="140790" w="244167">
                <a:moveTo>
                  <a:pt x="134823" y="24269"/>
                </a:moveTo>
                <a:cubicBezTo>
                  <a:pt x="122338" y="19609"/>
                  <a:pt x="100115" y="3779"/>
                  <a:pt x="85001" y="971"/>
                </a:cubicBezTo>
                <a:cubicBezTo>
                  <a:pt x="69887" y="-1837"/>
                  <a:pt x="56864" y="1927"/>
                  <a:pt x="44140" y="7423"/>
                </a:cubicBezTo>
                <a:cubicBezTo>
                  <a:pt x="31416" y="12919"/>
                  <a:pt x="15943" y="24927"/>
                  <a:pt x="8655" y="33947"/>
                </a:cubicBezTo>
                <a:cubicBezTo>
                  <a:pt x="1367" y="42968"/>
                  <a:pt x="-843" y="52167"/>
                  <a:pt x="411" y="61546"/>
                </a:cubicBezTo>
                <a:cubicBezTo>
                  <a:pt x="1666" y="70925"/>
                  <a:pt x="3936" y="83710"/>
                  <a:pt x="16182" y="90221"/>
                </a:cubicBezTo>
                <a:cubicBezTo>
                  <a:pt x="28429" y="96733"/>
                  <a:pt x="57641" y="99002"/>
                  <a:pt x="73890" y="100615"/>
                </a:cubicBezTo>
                <a:cubicBezTo>
                  <a:pt x="90139" y="102228"/>
                  <a:pt x="100712" y="94641"/>
                  <a:pt x="113675" y="99898"/>
                </a:cubicBezTo>
                <a:cubicBezTo>
                  <a:pt x="126638" y="105155"/>
                  <a:pt x="140498" y="125347"/>
                  <a:pt x="151669" y="132157"/>
                </a:cubicBezTo>
                <a:cubicBezTo>
                  <a:pt x="162840" y="138967"/>
                  <a:pt x="169591" y="140880"/>
                  <a:pt x="180702" y="140760"/>
                </a:cubicBezTo>
                <a:cubicBezTo>
                  <a:pt x="191814" y="140641"/>
                  <a:pt x="208242" y="137593"/>
                  <a:pt x="218338" y="131440"/>
                </a:cubicBezTo>
                <a:cubicBezTo>
                  <a:pt x="228434" y="125287"/>
                  <a:pt x="237275" y="113997"/>
                  <a:pt x="241277" y="103841"/>
                </a:cubicBezTo>
                <a:cubicBezTo>
                  <a:pt x="245280" y="93686"/>
                  <a:pt x="244563" y="80961"/>
                  <a:pt x="242353" y="70507"/>
                </a:cubicBezTo>
                <a:cubicBezTo>
                  <a:pt x="240143" y="60053"/>
                  <a:pt x="234407" y="48582"/>
                  <a:pt x="228015" y="41115"/>
                </a:cubicBezTo>
                <a:cubicBezTo>
                  <a:pt x="221623" y="33648"/>
                  <a:pt x="215350" y="27734"/>
                  <a:pt x="204000" y="25703"/>
                </a:cubicBezTo>
                <a:cubicBezTo>
                  <a:pt x="192650" y="23672"/>
                  <a:pt x="171443" y="29168"/>
                  <a:pt x="159913" y="28929"/>
                </a:cubicBezTo>
                <a:cubicBezTo>
                  <a:pt x="148384" y="28690"/>
                  <a:pt x="147308" y="28929"/>
                  <a:pt x="134823" y="24269"/>
                </a:cubicBezTo>
                <a:close/>
              </a:path>
            </a:pathLst>
          </a:custGeom>
          <a:noFill/>
          <a:ln cap="flat" cmpd="sng" w="9525">
            <a:solidFill>
              <a:schemeClr val="dk2"/>
            </a:solidFill>
            <a:prstDash val="solid"/>
            <a:round/>
            <a:headEnd len="med" w="med" type="none"/>
            <a:tailEnd len="med" w="med" type="none"/>
          </a:ln>
        </p:spPr>
      </p:sp>
      <p:sp>
        <p:nvSpPr>
          <p:cNvPr id="1354" name="Google Shape;1354;p41"/>
          <p:cNvSpPr/>
          <p:nvPr/>
        </p:nvSpPr>
        <p:spPr>
          <a:xfrm rot="-714862">
            <a:off x="3563458" y="-2945436"/>
            <a:ext cx="7285403" cy="4523099"/>
          </a:xfrm>
          <a:custGeom>
            <a:rect b="b" l="l" r="r" t="t"/>
            <a:pathLst>
              <a:path extrusionOk="0" h="140790" w="244167">
                <a:moveTo>
                  <a:pt x="134823" y="24269"/>
                </a:moveTo>
                <a:cubicBezTo>
                  <a:pt x="122338" y="19609"/>
                  <a:pt x="100115" y="3779"/>
                  <a:pt x="85001" y="971"/>
                </a:cubicBezTo>
                <a:cubicBezTo>
                  <a:pt x="69887" y="-1837"/>
                  <a:pt x="56864" y="1927"/>
                  <a:pt x="44140" y="7423"/>
                </a:cubicBezTo>
                <a:cubicBezTo>
                  <a:pt x="31416" y="12919"/>
                  <a:pt x="15943" y="24927"/>
                  <a:pt x="8655" y="33947"/>
                </a:cubicBezTo>
                <a:cubicBezTo>
                  <a:pt x="1367" y="42968"/>
                  <a:pt x="-843" y="52167"/>
                  <a:pt x="411" y="61546"/>
                </a:cubicBezTo>
                <a:cubicBezTo>
                  <a:pt x="1666" y="70925"/>
                  <a:pt x="3936" y="83710"/>
                  <a:pt x="16182" y="90221"/>
                </a:cubicBezTo>
                <a:cubicBezTo>
                  <a:pt x="28429" y="96733"/>
                  <a:pt x="57641" y="99002"/>
                  <a:pt x="73890" y="100615"/>
                </a:cubicBezTo>
                <a:cubicBezTo>
                  <a:pt x="90139" y="102228"/>
                  <a:pt x="100712" y="94641"/>
                  <a:pt x="113675" y="99898"/>
                </a:cubicBezTo>
                <a:cubicBezTo>
                  <a:pt x="126638" y="105155"/>
                  <a:pt x="140498" y="125347"/>
                  <a:pt x="151669" y="132157"/>
                </a:cubicBezTo>
                <a:cubicBezTo>
                  <a:pt x="162840" y="138967"/>
                  <a:pt x="169591" y="140880"/>
                  <a:pt x="180702" y="140760"/>
                </a:cubicBezTo>
                <a:cubicBezTo>
                  <a:pt x="191814" y="140641"/>
                  <a:pt x="208242" y="137593"/>
                  <a:pt x="218338" y="131440"/>
                </a:cubicBezTo>
                <a:cubicBezTo>
                  <a:pt x="228434" y="125287"/>
                  <a:pt x="237275" y="113997"/>
                  <a:pt x="241277" y="103841"/>
                </a:cubicBezTo>
                <a:cubicBezTo>
                  <a:pt x="245280" y="93686"/>
                  <a:pt x="244563" y="80961"/>
                  <a:pt x="242353" y="70507"/>
                </a:cubicBezTo>
                <a:cubicBezTo>
                  <a:pt x="240143" y="60053"/>
                  <a:pt x="234407" y="48582"/>
                  <a:pt x="228015" y="41115"/>
                </a:cubicBezTo>
                <a:cubicBezTo>
                  <a:pt x="221623" y="33648"/>
                  <a:pt x="215350" y="27734"/>
                  <a:pt x="204000" y="25703"/>
                </a:cubicBezTo>
                <a:cubicBezTo>
                  <a:pt x="192650" y="23672"/>
                  <a:pt x="171443" y="29168"/>
                  <a:pt x="159913" y="28929"/>
                </a:cubicBezTo>
                <a:cubicBezTo>
                  <a:pt x="148384" y="28690"/>
                  <a:pt x="147308" y="28929"/>
                  <a:pt x="134823" y="24269"/>
                </a:cubicBezTo>
                <a:close/>
              </a:path>
            </a:pathLst>
          </a:custGeom>
          <a:solidFill>
            <a:srgbClr val="C7CAEA">
              <a:alpha val="52090"/>
            </a:srgbClr>
          </a:solidFill>
          <a:ln>
            <a:noFill/>
          </a:ln>
        </p:spPr>
      </p:sp>
      <p:grpSp>
        <p:nvGrpSpPr>
          <p:cNvPr id="1355" name="Google Shape;1355;p41"/>
          <p:cNvGrpSpPr/>
          <p:nvPr/>
        </p:nvGrpSpPr>
        <p:grpSpPr>
          <a:xfrm>
            <a:off x="89839" y="2415204"/>
            <a:ext cx="2162125" cy="4329037"/>
            <a:chOff x="-2617189" y="1675873"/>
            <a:chExt cx="1860532" cy="3725185"/>
          </a:xfrm>
        </p:grpSpPr>
        <p:sp>
          <p:nvSpPr>
            <p:cNvPr id="1356" name="Google Shape;1356;p41"/>
            <p:cNvSpPr/>
            <p:nvPr/>
          </p:nvSpPr>
          <p:spPr>
            <a:xfrm>
              <a:off x="-1856702" y="2269843"/>
              <a:ext cx="905661" cy="770444"/>
            </a:xfrm>
            <a:custGeom>
              <a:rect b="b" l="l" r="r" t="t"/>
              <a:pathLst>
                <a:path extrusionOk="0" h="13464" w="15827">
                  <a:moveTo>
                    <a:pt x="3283" y="0"/>
                  </a:moveTo>
                  <a:lnTo>
                    <a:pt x="1" y="1965"/>
                  </a:lnTo>
                  <a:cubicBezTo>
                    <a:pt x="1" y="1965"/>
                    <a:pt x="3151" y="5732"/>
                    <a:pt x="4976" y="7756"/>
                  </a:cubicBezTo>
                  <a:cubicBezTo>
                    <a:pt x="5558" y="8401"/>
                    <a:pt x="6007" y="8871"/>
                    <a:pt x="6171" y="8979"/>
                  </a:cubicBezTo>
                  <a:cubicBezTo>
                    <a:pt x="6314" y="9070"/>
                    <a:pt x="6530" y="9199"/>
                    <a:pt x="6799" y="9352"/>
                  </a:cubicBezTo>
                  <a:cubicBezTo>
                    <a:pt x="8963" y="10579"/>
                    <a:pt x="14666" y="13464"/>
                    <a:pt x="14666" y="13464"/>
                  </a:cubicBezTo>
                  <a:lnTo>
                    <a:pt x="15827" y="12394"/>
                  </a:lnTo>
                  <a:lnTo>
                    <a:pt x="7976" y="6613"/>
                  </a:lnTo>
                  <a:lnTo>
                    <a:pt x="3283"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7" name="Google Shape;1357;p41"/>
            <p:cNvSpPr/>
            <p:nvPr/>
          </p:nvSpPr>
          <p:spPr>
            <a:xfrm>
              <a:off x="-1571963" y="2713660"/>
              <a:ext cx="104317" cy="91384"/>
            </a:xfrm>
            <a:custGeom>
              <a:rect b="b" l="l" r="r" t="t"/>
              <a:pathLst>
                <a:path extrusionOk="0" h="1597" w="1823">
                  <a:moveTo>
                    <a:pt x="0" y="0"/>
                  </a:moveTo>
                  <a:cubicBezTo>
                    <a:pt x="582" y="645"/>
                    <a:pt x="1031" y="1115"/>
                    <a:pt x="1195" y="1223"/>
                  </a:cubicBezTo>
                  <a:cubicBezTo>
                    <a:pt x="1338" y="1314"/>
                    <a:pt x="1554" y="1443"/>
                    <a:pt x="1823" y="1596"/>
                  </a:cubicBezTo>
                  <a:cubicBezTo>
                    <a:pt x="1802" y="1227"/>
                    <a:pt x="1547" y="673"/>
                    <a:pt x="1091" y="398"/>
                  </a:cubicBezTo>
                  <a:cubicBezTo>
                    <a:pt x="586" y="94"/>
                    <a:pt x="269" y="46"/>
                    <a:pt x="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8" name="Google Shape;1358;p41"/>
            <p:cNvSpPr/>
            <p:nvPr/>
          </p:nvSpPr>
          <p:spPr>
            <a:xfrm>
              <a:off x="-1081681" y="2943638"/>
              <a:ext cx="210407" cy="180594"/>
            </a:xfrm>
            <a:custGeom>
              <a:rect b="b" l="l" r="r" t="t"/>
              <a:pathLst>
                <a:path extrusionOk="0" h="3156" w="3677">
                  <a:moveTo>
                    <a:pt x="2095" y="0"/>
                  </a:moveTo>
                  <a:cubicBezTo>
                    <a:pt x="1625" y="0"/>
                    <a:pt x="1268" y="103"/>
                    <a:pt x="1268" y="103"/>
                  </a:cubicBezTo>
                  <a:cubicBezTo>
                    <a:pt x="1268" y="103"/>
                    <a:pt x="1" y="528"/>
                    <a:pt x="631" y="1497"/>
                  </a:cubicBezTo>
                  <a:cubicBezTo>
                    <a:pt x="921" y="1943"/>
                    <a:pt x="1865" y="2606"/>
                    <a:pt x="2791" y="3156"/>
                  </a:cubicBezTo>
                  <a:cubicBezTo>
                    <a:pt x="2955" y="2849"/>
                    <a:pt x="3116" y="2543"/>
                    <a:pt x="3251" y="2222"/>
                  </a:cubicBezTo>
                  <a:cubicBezTo>
                    <a:pt x="3380" y="1919"/>
                    <a:pt x="3492" y="1591"/>
                    <a:pt x="3677" y="1313"/>
                  </a:cubicBezTo>
                  <a:cubicBezTo>
                    <a:pt x="3412" y="1152"/>
                    <a:pt x="3227" y="1048"/>
                    <a:pt x="3227" y="1048"/>
                  </a:cubicBezTo>
                  <a:cubicBezTo>
                    <a:pt x="3227" y="1048"/>
                    <a:pt x="3332" y="1034"/>
                    <a:pt x="3485" y="1013"/>
                  </a:cubicBezTo>
                  <a:cubicBezTo>
                    <a:pt x="3338" y="793"/>
                    <a:pt x="3196" y="570"/>
                    <a:pt x="3066" y="337"/>
                  </a:cubicBezTo>
                  <a:cubicBezTo>
                    <a:pt x="3042" y="295"/>
                    <a:pt x="3137" y="250"/>
                    <a:pt x="3133" y="208"/>
                  </a:cubicBezTo>
                  <a:cubicBezTo>
                    <a:pt x="3011" y="184"/>
                    <a:pt x="2642" y="47"/>
                    <a:pt x="2523" y="31"/>
                  </a:cubicBezTo>
                  <a:cubicBezTo>
                    <a:pt x="2375" y="9"/>
                    <a:pt x="2230" y="0"/>
                    <a:pt x="2095" y="0"/>
                  </a:cubicBezTo>
                  <a:close/>
                </a:path>
              </a:pathLst>
            </a:custGeom>
            <a:solidFill>
              <a:srgbClr val="B55A0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9" name="Google Shape;1359;p41"/>
            <p:cNvSpPr/>
            <p:nvPr/>
          </p:nvSpPr>
          <p:spPr>
            <a:xfrm>
              <a:off x="-950069" y="3008127"/>
              <a:ext cx="193412" cy="162226"/>
            </a:xfrm>
            <a:custGeom>
              <a:rect b="b" l="l" r="r" t="t"/>
              <a:pathLst>
                <a:path extrusionOk="0" h="2835" w="3380">
                  <a:moveTo>
                    <a:pt x="1091" y="1"/>
                  </a:moveTo>
                  <a:lnTo>
                    <a:pt x="0" y="1729"/>
                  </a:lnTo>
                  <a:cubicBezTo>
                    <a:pt x="0" y="1729"/>
                    <a:pt x="1547" y="2834"/>
                    <a:pt x="1907" y="2834"/>
                  </a:cubicBezTo>
                  <a:cubicBezTo>
                    <a:pt x="1946" y="2834"/>
                    <a:pt x="1972" y="2821"/>
                    <a:pt x="1979" y="2792"/>
                  </a:cubicBezTo>
                  <a:cubicBezTo>
                    <a:pt x="2053" y="2495"/>
                    <a:pt x="1283" y="1921"/>
                    <a:pt x="1282" y="1921"/>
                  </a:cubicBezTo>
                  <a:lnTo>
                    <a:pt x="1282" y="1921"/>
                  </a:lnTo>
                  <a:cubicBezTo>
                    <a:pt x="1283" y="1921"/>
                    <a:pt x="2499" y="2638"/>
                    <a:pt x="2838" y="2638"/>
                  </a:cubicBezTo>
                  <a:cubicBezTo>
                    <a:pt x="2880" y="2638"/>
                    <a:pt x="2908" y="2628"/>
                    <a:pt x="2920" y="2604"/>
                  </a:cubicBezTo>
                  <a:cubicBezTo>
                    <a:pt x="3028" y="2384"/>
                    <a:pt x="1680" y="1440"/>
                    <a:pt x="1680" y="1440"/>
                  </a:cubicBezTo>
                  <a:lnTo>
                    <a:pt x="1680" y="1440"/>
                  </a:lnTo>
                  <a:cubicBezTo>
                    <a:pt x="1680" y="1440"/>
                    <a:pt x="2738" y="2020"/>
                    <a:pt x="3114" y="2020"/>
                  </a:cubicBezTo>
                  <a:cubicBezTo>
                    <a:pt x="3191" y="2020"/>
                    <a:pt x="3239" y="1996"/>
                    <a:pt x="3244" y="1938"/>
                  </a:cubicBezTo>
                  <a:cubicBezTo>
                    <a:pt x="3279" y="1593"/>
                    <a:pt x="1850" y="802"/>
                    <a:pt x="1850" y="802"/>
                  </a:cubicBezTo>
                  <a:lnTo>
                    <a:pt x="1850" y="802"/>
                  </a:lnTo>
                  <a:cubicBezTo>
                    <a:pt x="1850" y="802"/>
                    <a:pt x="2954" y="1270"/>
                    <a:pt x="3271" y="1270"/>
                  </a:cubicBezTo>
                  <a:cubicBezTo>
                    <a:pt x="3349" y="1270"/>
                    <a:pt x="3379" y="1242"/>
                    <a:pt x="3335" y="1172"/>
                  </a:cubicBezTo>
                  <a:cubicBezTo>
                    <a:pt x="2976" y="614"/>
                    <a:pt x="1091" y="1"/>
                    <a:pt x="1091" y="1"/>
                  </a:cubicBezTo>
                  <a:close/>
                </a:path>
              </a:pathLst>
            </a:custGeom>
            <a:solidFill>
              <a:srgbClr val="B55A0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0" name="Google Shape;1360;p41"/>
            <p:cNvSpPr/>
            <p:nvPr/>
          </p:nvSpPr>
          <p:spPr>
            <a:xfrm>
              <a:off x="-896566" y="3042060"/>
              <a:ext cx="49269" cy="77479"/>
            </a:xfrm>
            <a:custGeom>
              <a:rect b="b" l="l" r="r" t="t"/>
              <a:pathLst>
                <a:path extrusionOk="0" h="1354" w="861">
                  <a:moveTo>
                    <a:pt x="777" y="1"/>
                  </a:moveTo>
                  <a:cubicBezTo>
                    <a:pt x="749" y="1"/>
                    <a:pt x="723" y="17"/>
                    <a:pt x="717" y="53"/>
                  </a:cubicBezTo>
                  <a:cubicBezTo>
                    <a:pt x="643" y="523"/>
                    <a:pt x="413" y="931"/>
                    <a:pt x="55" y="1241"/>
                  </a:cubicBezTo>
                  <a:cubicBezTo>
                    <a:pt x="1" y="1287"/>
                    <a:pt x="52" y="1354"/>
                    <a:pt x="108" y="1354"/>
                  </a:cubicBezTo>
                  <a:cubicBezTo>
                    <a:pt x="124" y="1354"/>
                    <a:pt x="141" y="1348"/>
                    <a:pt x="156" y="1335"/>
                  </a:cubicBezTo>
                  <a:cubicBezTo>
                    <a:pt x="532" y="1011"/>
                    <a:pt x="776" y="575"/>
                    <a:pt x="852" y="84"/>
                  </a:cubicBezTo>
                  <a:cubicBezTo>
                    <a:pt x="861" y="33"/>
                    <a:pt x="817" y="1"/>
                    <a:pt x="777" y="1"/>
                  </a:cubicBezTo>
                  <a:close/>
                </a:path>
              </a:pathLst>
            </a:custGeom>
            <a:solidFill>
              <a:srgbClr val="85290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1" name="Google Shape;1361;p41"/>
            <p:cNvSpPr/>
            <p:nvPr/>
          </p:nvSpPr>
          <p:spPr>
            <a:xfrm>
              <a:off x="-1024515" y="3005838"/>
              <a:ext cx="112042" cy="46236"/>
            </a:xfrm>
            <a:custGeom>
              <a:rect b="b" l="l" r="r" t="t"/>
              <a:pathLst>
                <a:path extrusionOk="0" h="808" w="1958">
                  <a:moveTo>
                    <a:pt x="698" y="0"/>
                  </a:moveTo>
                  <a:cubicBezTo>
                    <a:pt x="488" y="0"/>
                    <a:pt x="275" y="46"/>
                    <a:pt x="71" y="142"/>
                  </a:cubicBezTo>
                  <a:cubicBezTo>
                    <a:pt x="1" y="176"/>
                    <a:pt x="24" y="281"/>
                    <a:pt x="85" y="281"/>
                  </a:cubicBezTo>
                  <a:cubicBezTo>
                    <a:pt x="94" y="281"/>
                    <a:pt x="103" y="279"/>
                    <a:pt x="113" y="274"/>
                  </a:cubicBezTo>
                  <a:cubicBezTo>
                    <a:pt x="304" y="184"/>
                    <a:pt x="503" y="140"/>
                    <a:pt x="697" y="140"/>
                  </a:cubicBezTo>
                  <a:cubicBezTo>
                    <a:pt x="1139" y="140"/>
                    <a:pt x="1557" y="365"/>
                    <a:pt x="1806" y="776"/>
                  </a:cubicBezTo>
                  <a:cubicBezTo>
                    <a:pt x="1821" y="798"/>
                    <a:pt x="1841" y="808"/>
                    <a:pt x="1861" y="808"/>
                  </a:cubicBezTo>
                  <a:cubicBezTo>
                    <a:pt x="1909" y="808"/>
                    <a:pt x="1957" y="754"/>
                    <a:pt x="1925" y="700"/>
                  </a:cubicBezTo>
                  <a:cubicBezTo>
                    <a:pt x="1654" y="251"/>
                    <a:pt x="1187" y="0"/>
                    <a:pt x="698" y="0"/>
                  </a:cubicBezTo>
                  <a:close/>
                </a:path>
              </a:pathLst>
            </a:custGeom>
            <a:solidFill>
              <a:srgbClr val="85290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2" name="Google Shape;1362;p41"/>
            <p:cNvSpPr/>
            <p:nvPr/>
          </p:nvSpPr>
          <p:spPr>
            <a:xfrm>
              <a:off x="-1460494" y="2650086"/>
              <a:ext cx="62315" cy="45778"/>
            </a:xfrm>
            <a:custGeom>
              <a:rect b="b" l="l" r="r" t="t"/>
              <a:pathLst>
                <a:path extrusionOk="0" h="800" w="1089">
                  <a:moveTo>
                    <a:pt x="990" y="1"/>
                  </a:moveTo>
                  <a:cubicBezTo>
                    <a:pt x="981" y="1"/>
                    <a:pt x="972" y="2"/>
                    <a:pt x="962" y="7"/>
                  </a:cubicBezTo>
                  <a:cubicBezTo>
                    <a:pt x="596" y="160"/>
                    <a:pt x="289" y="394"/>
                    <a:pt x="38" y="700"/>
                  </a:cubicBezTo>
                  <a:cubicBezTo>
                    <a:pt x="0" y="748"/>
                    <a:pt x="47" y="800"/>
                    <a:pt x="96" y="800"/>
                  </a:cubicBezTo>
                  <a:cubicBezTo>
                    <a:pt x="115" y="800"/>
                    <a:pt x="134" y="792"/>
                    <a:pt x="150" y="774"/>
                  </a:cubicBezTo>
                  <a:cubicBezTo>
                    <a:pt x="383" y="484"/>
                    <a:pt x="676" y="269"/>
                    <a:pt x="1021" y="126"/>
                  </a:cubicBezTo>
                  <a:cubicBezTo>
                    <a:pt x="1089" y="98"/>
                    <a:pt x="1054" y="1"/>
                    <a:pt x="990" y="1"/>
                  </a:cubicBezTo>
                  <a:close/>
                </a:path>
              </a:pathLst>
            </a:custGeom>
            <a:solidFill>
              <a:srgbClr val="3113A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3" name="Google Shape;1363;p41"/>
            <p:cNvSpPr/>
            <p:nvPr/>
          </p:nvSpPr>
          <p:spPr>
            <a:xfrm>
              <a:off x="-1460036" y="2655866"/>
              <a:ext cx="47037" cy="12246"/>
            </a:xfrm>
            <a:custGeom>
              <a:rect b="b" l="l" r="r" t="t"/>
              <a:pathLst>
                <a:path extrusionOk="0" h="214" w="822">
                  <a:moveTo>
                    <a:pt x="592" y="0"/>
                  </a:moveTo>
                  <a:cubicBezTo>
                    <a:pt x="416" y="0"/>
                    <a:pt x="242" y="30"/>
                    <a:pt x="72" y="91"/>
                  </a:cubicBezTo>
                  <a:cubicBezTo>
                    <a:pt x="0" y="115"/>
                    <a:pt x="38" y="213"/>
                    <a:pt x="104" y="213"/>
                  </a:cubicBezTo>
                  <a:cubicBezTo>
                    <a:pt x="112" y="213"/>
                    <a:pt x="120" y="212"/>
                    <a:pt x="128" y="209"/>
                  </a:cubicBezTo>
                  <a:cubicBezTo>
                    <a:pt x="282" y="156"/>
                    <a:pt x="441" y="130"/>
                    <a:pt x="600" y="130"/>
                  </a:cubicBezTo>
                  <a:cubicBezTo>
                    <a:pt x="643" y="130"/>
                    <a:pt x="685" y="132"/>
                    <a:pt x="727" y="136"/>
                  </a:cubicBezTo>
                  <a:cubicBezTo>
                    <a:pt x="731" y="136"/>
                    <a:pt x="734" y="136"/>
                    <a:pt x="737" y="136"/>
                  </a:cubicBezTo>
                  <a:cubicBezTo>
                    <a:pt x="815" y="136"/>
                    <a:pt x="822" y="13"/>
                    <a:pt x="738" y="7"/>
                  </a:cubicBezTo>
                  <a:cubicBezTo>
                    <a:pt x="689" y="2"/>
                    <a:pt x="641" y="0"/>
                    <a:pt x="59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4" name="Google Shape;1364;p41"/>
            <p:cNvSpPr/>
            <p:nvPr/>
          </p:nvSpPr>
          <p:spPr>
            <a:xfrm>
              <a:off x="-1731270" y="4943392"/>
              <a:ext cx="140424" cy="314266"/>
            </a:xfrm>
            <a:custGeom>
              <a:rect b="b" l="l" r="r" t="t"/>
              <a:pathLst>
                <a:path extrusionOk="0" h="5492" w="2454">
                  <a:moveTo>
                    <a:pt x="67" y="1"/>
                  </a:moveTo>
                  <a:lnTo>
                    <a:pt x="0" y="5457"/>
                  </a:lnTo>
                  <a:lnTo>
                    <a:pt x="1718" y="5492"/>
                  </a:lnTo>
                  <a:lnTo>
                    <a:pt x="2453" y="238"/>
                  </a:lnTo>
                  <a:lnTo>
                    <a:pt x="67" y="1"/>
                  </a:lnTo>
                  <a:close/>
                </a:path>
              </a:pathLst>
            </a:custGeom>
            <a:solidFill>
              <a:srgbClr val="B55A0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5" name="Google Shape;1365;p41"/>
            <p:cNvSpPr/>
            <p:nvPr/>
          </p:nvSpPr>
          <p:spPr>
            <a:xfrm>
              <a:off x="-1748208" y="5186245"/>
              <a:ext cx="441700" cy="214813"/>
            </a:xfrm>
            <a:custGeom>
              <a:rect b="b" l="l" r="r" t="t"/>
              <a:pathLst>
                <a:path extrusionOk="0" h="3754" w="7719">
                  <a:moveTo>
                    <a:pt x="2233" y="1"/>
                  </a:moveTo>
                  <a:cubicBezTo>
                    <a:pt x="1859" y="1"/>
                    <a:pt x="1683" y="1213"/>
                    <a:pt x="1683" y="1213"/>
                  </a:cubicBezTo>
                  <a:lnTo>
                    <a:pt x="623" y="1011"/>
                  </a:lnTo>
                  <a:cubicBezTo>
                    <a:pt x="623" y="1011"/>
                    <a:pt x="219" y="501"/>
                    <a:pt x="66" y="501"/>
                  </a:cubicBezTo>
                  <a:cubicBezTo>
                    <a:pt x="24" y="501"/>
                    <a:pt x="1" y="540"/>
                    <a:pt x="10" y="638"/>
                  </a:cubicBezTo>
                  <a:cubicBezTo>
                    <a:pt x="56" y="1095"/>
                    <a:pt x="345" y="3753"/>
                    <a:pt x="345" y="3753"/>
                  </a:cubicBezTo>
                  <a:lnTo>
                    <a:pt x="7718" y="3753"/>
                  </a:lnTo>
                  <a:cubicBezTo>
                    <a:pt x="7488" y="2576"/>
                    <a:pt x="6958" y="2235"/>
                    <a:pt x="6348" y="2196"/>
                  </a:cubicBezTo>
                  <a:cubicBezTo>
                    <a:pt x="5742" y="2158"/>
                    <a:pt x="3296" y="1600"/>
                    <a:pt x="3296" y="1600"/>
                  </a:cubicBezTo>
                  <a:cubicBezTo>
                    <a:pt x="3296" y="1600"/>
                    <a:pt x="2707" y="151"/>
                    <a:pt x="2293" y="11"/>
                  </a:cubicBezTo>
                  <a:cubicBezTo>
                    <a:pt x="2272" y="4"/>
                    <a:pt x="2252" y="1"/>
                    <a:pt x="223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6" name="Google Shape;1366;p41"/>
            <p:cNvSpPr/>
            <p:nvPr/>
          </p:nvSpPr>
          <p:spPr>
            <a:xfrm>
              <a:off x="-1737679" y="5308357"/>
              <a:ext cx="215614" cy="62315"/>
            </a:xfrm>
            <a:custGeom>
              <a:rect b="b" l="l" r="r" t="t"/>
              <a:pathLst>
                <a:path extrusionOk="0" h="1089" w="3768">
                  <a:moveTo>
                    <a:pt x="101" y="0"/>
                  </a:moveTo>
                  <a:cubicBezTo>
                    <a:pt x="27" y="0"/>
                    <a:pt x="0" y="119"/>
                    <a:pt x="84" y="138"/>
                  </a:cubicBezTo>
                  <a:cubicBezTo>
                    <a:pt x="636" y="266"/>
                    <a:pt x="1203" y="338"/>
                    <a:pt x="1772" y="338"/>
                  </a:cubicBezTo>
                  <a:cubicBezTo>
                    <a:pt x="1854" y="338"/>
                    <a:pt x="1936" y="337"/>
                    <a:pt x="2018" y="334"/>
                  </a:cubicBezTo>
                  <a:cubicBezTo>
                    <a:pt x="2210" y="327"/>
                    <a:pt x="2406" y="306"/>
                    <a:pt x="2601" y="306"/>
                  </a:cubicBezTo>
                  <a:cubicBezTo>
                    <a:pt x="2729" y="306"/>
                    <a:pt x="2856" y="315"/>
                    <a:pt x="2980" y="344"/>
                  </a:cubicBezTo>
                  <a:cubicBezTo>
                    <a:pt x="3304" y="414"/>
                    <a:pt x="3607" y="661"/>
                    <a:pt x="3580" y="1020"/>
                  </a:cubicBezTo>
                  <a:cubicBezTo>
                    <a:pt x="3576" y="1066"/>
                    <a:pt x="3610" y="1088"/>
                    <a:pt x="3645" y="1088"/>
                  </a:cubicBezTo>
                  <a:cubicBezTo>
                    <a:pt x="3680" y="1088"/>
                    <a:pt x="3717" y="1066"/>
                    <a:pt x="3718" y="1020"/>
                  </a:cubicBezTo>
                  <a:cubicBezTo>
                    <a:pt x="3767" y="408"/>
                    <a:pt x="3111" y="170"/>
                    <a:pt x="2611" y="170"/>
                  </a:cubicBezTo>
                  <a:cubicBezTo>
                    <a:pt x="2607" y="170"/>
                    <a:pt x="2604" y="170"/>
                    <a:pt x="2600" y="170"/>
                  </a:cubicBezTo>
                  <a:cubicBezTo>
                    <a:pt x="2282" y="170"/>
                    <a:pt x="1967" y="195"/>
                    <a:pt x="1650" y="195"/>
                  </a:cubicBezTo>
                  <a:cubicBezTo>
                    <a:pt x="1578" y="195"/>
                    <a:pt x="1506" y="194"/>
                    <a:pt x="1433" y="191"/>
                  </a:cubicBezTo>
                  <a:cubicBezTo>
                    <a:pt x="991" y="170"/>
                    <a:pt x="552" y="104"/>
                    <a:pt x="119" y="3"/>
                  </a:cubicBezTo>
                  <a:cubicBezTo>
                    <a:pt x="113" y="1"/>
                    <a:pt x="107" y="0"/>
                    <a:pt x="10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7" name="Google Shape;1367;p41"/>
            <p:cNvSpPr/>
            <p:nvPr/>
          </p:nvSpPr>
          <p:spPr>
            <a:xfrm>
              <a:off x="-1444586" y="5311218"/>
              <a:ext cx="62258" cy="66206"/>
            </a:xfrm>
            <a:custGeom>
              <a:rect b="b" l="l" r="r" t="t"/>
              <a:pathLst>
                <a:path extrusionOk="0" h="1157" w="1088">
                  <a:moveTo>
                    <a:pt x="1009" y="1"/>
                  </a:moveTo>
                  <a:cubicBezTo>
                    <a:pt x="1007" y="1"/>
                    <a:pt x="1004" y="1"/>
                    <a:pt x="1001" y="1"/>
                  </a:cubicBezTo>
                  <a:cubicBezTo>
                    <a:pt x="444" y="61"/>
                    <a:pt x="32" y="538"/>
                    <a:pt x="5" y="1088"/>
                  </a:cubicBezTo>
                  <a:cubicBezTo>
                    <a:pt x="1" y="1134"/>
                    <a:pt x="34" y="1157"/>
                    <a:pt x="69" y="1157"/>
                  </a:cubicBezTo>
                  <a:cubicBezTo>
                    <a:pt x="104" y="1157"/>
                    <a:pt x="140" y="1134"/>
                    <a:pt x="144" y="1088"/>
                  </a:cubicBezTo>
                  <a:cubicBezTo>
                    <a:pt x="168" y="618"/>
                    <a:pt x="520" y="193"/>
                    <a:pt x="1001" y="141"/>
                  </a:cubicBezTo>
                  <a:cubicBezTo>
                    <a:pt x="1085" y="130"/>
                    <a:pt x="1088" y="1"/>
                    <a:pt x="100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8" name="Google Shape;1368;p41"/>
            <p:cNvSpPr/>
            <p:nvPr/>
          </p:nvSpPr>
          <p:spPr>
            <a:xfrm>
              <a:off x="-1732644" y="5369471"/>
              <a:ext cx="418754" cy="12417"/>
            </a:xfrm>
            <a:custGeom>
              <a:rect b="b" l="l" r="r" t="t"/>
              <a:pathLst>
                <a:path extrusionOk="0" h="217" w="7318">
                  <a:moveTo>
                    <a:pt x="91" y="1"/>
                  </a:moveTo>
                  <a:cubicBezTo>
                    <a:pt x="0" y="1"/>
                    <a:pt x="0" y="141"/>
                    <a:pt x="91" y="141"/>
                  </a:cubicBezTo>
                  <a:cubicBezTo>
                    <a:pt x="2021" y="161"/>
                    <a:pt x="3947" y="182"/>
                    <a:pt x="5875" y="199"/>
                  </a:cubicBezTo>
                  <a:cubicBezTo>
                    <a:pt x="6327" y="207"/>
                    <a:pt x="6777" y="210"/>
                    <a:pt x="7226" y="217"/>
                  </a:cubicBezTo>
                  <a:cubicBezTo>
                    <a:pt x="7317" y="217"/>
                    <a:pt x="7317" y="78"/>
                    <a:pt x="7226" y="74"/>
                  </a:cubicBezTo>
                  <a:cubicBezTo>
                    <a:pt x="5296" y="57"/>
                    <a:pt x="3370" y="36"/>
                    <a:pt x="1443" y="15"/>
                  </a:cubicBezTo>
                  <a:cubicBezTo>
                    <a:pt x="990" y="11"/>
                    <a:pt x="540" y="4"/>
                    <a:pt x="9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9" name="Google Shape;1369;p41"/>
            <p:cNvSpPr/>
            <p:nvPr/>
          </p:nvSpPr>
          <p:spPr>
            <a:xfrm>
              <a:off x="-2112315" y="2975053"/>
              <a:ext cx="608619" cy="2030598"/>
            </a:xfrm>
            <a:custGeom>
              <a:rect b="b" l="l" r="r" t="t"/>
              <a:pathLst>
                <a:path extrusionOk="0" h="35486" w="10636">
                  <a:moveTo>
                    <a:pt x="7091" y="0"/>
                  </a:moveTo>
                  <a:lnTo>
                    <a:pt x="0" y="3792"/>
                  </a:lnTo>
                  <a:cubicBezTo>
                    <a:pt x="0" y="3792"/>
                    <a:pt x="4310" y="16771"/>
                    <a:pt x="4955" y="19084"/>
                  </a:cubicBezTo>
                  <a:cubicBezTo>
                    <a:pt x="5513" y="21095"/>
                    <a:pt x="6547" y="35486"/>
                    <a:pt x="6547" y="35486"/>
                  </a:cubicBezTo>
                  <a:lnTo>
                    <a:pt x="9286" y="35486"/>
                  </a:lnTo>
                  <a:cubicBezTo>
                    <a:pt x="9286" y="35486"/>
                    <a:pt x="9775" y="34207"/>
                    <a:pt x="10635" y="19238"/>
                  </a:cubicBezTo>
                  <a:cubicBezTo>
                    <a:pt x="9321" y="7980"/>
                    <a:pt x="7091" y="0"/>
                    <a:pt x="709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0" name="Google Shape;1370;p41"/>
            <p:cNvSpPr/>
            <p:nvPr/>
          </p:nvSpPr>
          <p:spPr>
            <a:xfrm>
              <a:off x="-1629185" y="4082423"/>
              <a:ext cx="120053" cy="39312"/>
            </a:xfrm>
            <a:custGeom>
              <a:rect b="b" l="l" r="r" t="t"/>
              <a:pathLst>
                <a:path extrusionOk="0" h="687" w="2098">
                  <a:moveTo>
                    <a:pt x="1996" y="0"/>
                  </a:moveTo>
                  <a:cubicBezTo>
                    <a:pt x="1983" y="0"/>
                    <a:pt x="1969" y="5"/>
                    <a:pt x="1955" y="15"/>
                  </a:cubicBezTo>
                  <a:cubicBezTo>
                    <a:pt x="1489" y="352"/>
                    <a:pt x="936" y="530"/>
                    <a:pt x="368" y="530"/>
                  </a:cubicBezTo>
                  <a:cubicBezTo>
                    <a:pt x="279" y="530"/>
                    <a:pt x="188" y="526"/>
                    <a:pt x="98" y="517"/>
                  </a:cubicBezTo>
                  <a:cubicBezTo>
                    <a:pt x="96" y="517"/>
                    <a:pt x="93" y="517"/>
                    <a:pt x="91" y="517"/>
                  </a:cubicBezTo>
                  <a:cubicBezTo>
                    <a:pt x="0" y="517"/>
                    <a:pt x="3" y="663"/>
                    <a:pt x="98" y="673"/>
                  </a:cubicBezTo>
                  <a:cubicBezTo>
                    <a:pt x="189" y="682"/>
                    <a:pt x="281" y="686"/>
                    <a:pt x="372" y="686"/>
                  </a:cubicBezTo>
                  <a:cubicBezTo>
                    <a:pt x="966" y="686"/>
                    <a:pt x="1549" y="501"/>
                    <a:pt x="2031" y="147"/>
                  </a:cubicBezTo>
                  <a:cubicBezTo>
                    <a:pt x="2098" y="101"/>
                    <a:pt x="2057" y="0"/>
                    <a:pt x="199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1" name="Google Shape;1371;p41"/>
            <p:cNvSpPr/>
            <p:nvPr/>
          </p:nvSpPr>
          <p:spPr>
            <a:xfrm>
              <a:off x="-1969316" y="3368228"/>
              <a:ext cx="273352" cy="1630441"/>
            </a:xfrm>
            <a:custGeom>
              <a:rect b="b" l="l" r="r" t="t"/>
              <a:pathLst>
                <a:path extrusionOk="0" h="28493" w="4777">
                  <a:moveTo>
                    <a:pt x="96" y="0"/>
                  </a:moveTo>
                  <a:cubicBezTo>
                    <a:pt x="87" y="0"/>
                    <a:pt x="78" y="2"/>
                    <a:pt x="69" y="4"/>
                  </a:cubicBezTo>
                  <a:cubicBezTo>
                    <a:pt x="24" y="15"/>
                    <a:pt x="0" y="63"/>
                    <a:pt x="13" y="109"/>
                  </a:cubicBezTo>
                  <a:cubicBezTo>
                    <a:pt x="45" y="216"/>
                    <a:pt x="3164" y="10855"/>
                    <a:pt x="3418" y="12509"/>
                  </a:cubicBezTo>
                  <a:cubicBezTo>
                    <a:pt x="3669" y="14169"/>
                    <a:pt x="4592" y="28270"/>
                    <a:pt x="4603" y="28413"/>
                  </a:cubicBezTo>
                  <a:cubicBezTo>
                    <a:pt x="4606" y="28458"/>
                    <a:pt x="4645" y="28493"/>
                    <a:pt x="4690" y="28493"/>
                  </a:cubicBezTo>
                  <a:lnTo>
                    <a:pt x="4693" y="28493"/>
                  </a:lnTo>
                  <a:cubicBezTo>
                    <a:pt x="4743" y="28490"/>
                    <a:pt x="4777" y="28448"/>
                    <a:pt x="4773" y="28398"/>
                  </a:cubicBezTo>
                  <a:cubicBezTo>
                    <a:pt x="4767" y="28260"/>
                    <a:pt x="3844" y="14151"/>
                    <a:pt x="3588" y="12485"/>
                  </a:cubicBezTo>
                  <a:cubicBezTo>
                    <a:pt x="3334" y="10816"/>
                    <a:pt x="306" y="499"/>
                    <a:pt x="177" y="60"/>
                  </a:cubicBezTo>
                  <a:cubicBezTo>
                    <a:pt x="166" y="23"/>
                    <a:pt x="134" y="0"/>
                    <a:pt x="9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2" name="Google Shape;1372;p41"/>
            <p:cNvSpPr/>
            <p:nvPr/>
          </p:nvSpPr>
          <p:spPr>
            <a:xfrm>
              <a:off x="-1758222" y="4977268"/>
              <a:ext cx="188319" cy="107578"/>
            </a:xfrm>
            <a:custGeom>
              <a:rect b="b" l="l" r="r" t="t"/>
              <a:pathLst>
                <a:path extrusionOk="0" h="1880" w="3291">
                  <a:moveTo>
                    <a:pt x="1" y="1"/>
                  </a:moveTo>
                  <a:lnTo>
                    <a:pt x="1" y="1580"/>
                  </a:lnTo>
                  <a:lnTo>
                    <a:pt x="3228" y="1879"/>
                  </a:lnTo>
                  <a:lnTo>
                    <a:pt x="3291" y="287"/>
                  </a:lnTo>
                  <a:lnTo>
                    <a:pt x="1"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3" name="Google Shape;1373;p41"/>
            <p:cNvSpPr/>
            <p:nvPr/>
          </p:nvSpPr>
          <p:spPr>
            <a:xfrm>
              <a:off x="-2246330" y="2078777"/>
              <a:ext cx="624183" cy="700461"/>
            </a:xfrm>
            <a:custGeom>
              <a:rect b="b" l="l" r="r" t="t"/>
              <a:pathLst>
                <a:path extrusionOk="0" h="12241" w="10908">
                  <a:moveTo>
                    <a:pt x="5646" y="1"/>
                  </a:moveTo>
                  <a:cubicBezTo>
                    <a:pt x="5646" y="1"/>
                    <a:pt x="2210" y="980"/>
                    <a:pt x="1102" y="1524"/>
                  </a:cubicBezTo>
                  <a:cubicBezTo>
                    <a:pt x="1" y="2064"/>
                    <a:pt x="1371" y="9325"/>
                    <a:pt x="1472" y="10653"/>
                  </a:cubicBezTo>
                  <a:cubicBezTo>
                    <a:pt x="1544" y="11594"/>
                    <a:pt x="4763" y="12241"/>
                    <a:pt x="6642" y="12241"/>
                  </a:cubicBezTo>
                  <a:cubicBezTo>
                    <a:pt x="6746" y="12241"/>
                    <a:pt x="6847" y="12239"/>
                    <a:pt x="6942" y="12234"/>
                  </a:cubicBezTo>
                  <a:cubicBezTo>
                    <a:pt x="6977" y="12231"/>
                    <a:pt x="7012" y="12231"/>
                    <a:pt x="7046" y="12228"/>
                  </a:cubicBezTo>
                  <a:cubicBezTo>
                    <a:pt x="7590" y="12193"/>
                    <a:pt x="7949" y="12088"/>
                    <a:pt x="7966" y="11893"/>
                  </a:cubicBezTo>
                  <a:cubicBezTo>
                    <a:pt x="8040" y="10973"/>
                    <a:pt x="8207" y="10172"/>
                    <a:pt x="8419" y="9468"/>
                  </a:cubicBezTo>
                  <a:cubicBezTo>
                    <a:pt x="8434" y="9430"/>
                    <a:pt x="8444" y="9395"/>
                    <a:pt x="8455" y="9357"/>
                  </a:cubicBezTo>
                  <a:cubicBezTo>
                    <a:pt x="9318" y="6636"/>
                    <a:pt x="10907" y="5377"/>
                    <a:pt x="10813" y="4148"/>
                  </a:cubicBezTo>
                  <a:cubicBezTo>
                    <a:pt x="10733" y="3067"/>
                    <a:pt x="7918" y="917"/>
                    <a:pt x="7918" y="917"/>
                  </a:cubicBezTo>
                  <a:lnTo>
                    <a:pt x="7207" y="628"/>
                  </a:lnTo>
                  <a:lnTo>
                    <a:pt x="7102" y="586"/>
                  </a:lnTo>
                  <a:lnTo>
                    <a:pt x="5646"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4" name="Google Shape;1374;p41"/>
            <p:cNvSpPr/>
            <p:nvPr/>
          </p:nvSpPr>
          <p:spPr>
            <a:xfrm>
              <a:off x="-2234542" y="2625538"/>
              <a:ext cx="464017" cy="320217"/>
            </a:xfrm>
            <a:custGeom>
              <a:rect b="b" l="l" r="r" t="t"/>
              <a:pathLst>
                <a:path extrusionOk="0" h="5596" w="8109">
                  <a:moveTo>
                    <a:pt x="1094" y="0"/>
                  </a:moveTo>
                  <a:cubicBezTo>
                    <a:pt x="1094" y="0"/>
                    <a:pt x="1126" y="1607"/>
                    <a:pt x="1" y="3879"/>
                  </a:cubicBezTo>
                  <a:cubicBezTo>
                    <a:pt x="1" y="3879"/>
                    <a:pt x="1459" y="5596"/>
                    <a:pt x="4472" y="5596"/>
                  </a:cubicBezTo>
                  <a:cubicBezTo>
                    <a:pt x="5502" y="5596"/>
                    <a:pt x="6713" y="5396"/>
                    <a:pt x="8109" y="4858"/>
                  </a:cubicBezTo>
                  <a:lnTo>
                    <a:pt x="7760" y="2338"/>
                  </a:lnTo>
                  <a:lnTo>
                    <a:pt x="1094"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5" name="Google Shape;1375;p41"/>
            <p:cNvSpPr/>
            <p:nvPr/>
          </p:nvSpPr>
          <p:spPr>
            <a:xfrm>
              <a:off x="-1842511" y="2112309"/>
              <a:ext cx="192668" cy="189635"/>
            </a:xfrm>
            <a:custGeom>
              <a:rect b="b" l="l" r="r" t="t"/>
              <a:pathLst>
                <a:path extrusionOk="0" h="3314" w="3367">
                  <a:moveTo>
                    <a:pt x="45" y="0"/>
                  </a:moveTo>
                  <a:lnTo>
                    <a:pt x="45" y="0"/>
                  </a:lnTo>
                  <a:cubicBezTo>
                    <a:pt x="0" y="729"/>
                    <a:pt x="206" y="1471"/>
                    <a:pt x="645" y="2060"/>
                  </a:cubicBezTo>
                  <a:cubicBezTo>
                    <a:pt x="1233" y="2845"/>
                    <a:pt x="2193" y="3314"/>
                    <a:pt x="3171" y="3314"/>
                  </a:cubicBezTo>
                  <a:cubicBezTo>
                    <a:pt x="3213" y="3314"/>
                    <a:pt x="3254" y="3313"/>
                    <a:pt x="3296" y="3311"/>
                  </a:cubicBezTo>
                  <a:cubicBezTo>
                    <a:pt x="3365" y="3307"/>
                    <a:pt x="3366" y="3206"/>
                    <a:pt x="3300" y="3206"/>
                  </a:cubicBezTo>
                  <a:cubicBezTo>
                    <a:pt x="3299" y="3206"/>
                    <a:pt x="3297" y="3206"/>
                    <a:pt x="3296" y="3206"/>
                  </a:cubicBezTo>
                  <a:cubicBezTo>
                    <a:pt x="3258" y="3208"/>
                    <a:pt x="3221" y="3209"/>
                    <a:pt x="3183" y="3209"/>
                  </a:cubicBezTo>
                  <a:cubicBezTo>
                    <a:pt x="2222" y="3209"/>
                    <a:pt x="1271" y="2747"/>
                    <a:pt x="703" y="1962"/>
                  </a:cubicBezTo>
                  <a:cubicBezTo>
                    <a:pt x="303" y="1404"/>
                    <a:pt x="115" y="722"/>
                    <a:pt x="150" y="42"/>
                  </a:cubicBezTo>
                  <a:lnTo>
                    <a:pt x="4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6" name="Google Shape;1376;p41"/>
            <p:cNvSpPr/>
            <p:nvPr/>
          </p:nvSpPr>
          <p:spPr>
            <a:xfrm>
              <a:off x="-2004451" y="2137601"/>
              <a:ext cx="166117" cy="324852"/>
            </a:xfrm>
            <a:custGeom>
              <a:rect b="b" l="l" r="r" t="t"/>
              <a:pathLst>
                <a:path extrusionOk="0" h="5677" w="2903">
                  <a:moveTo>
                    <a:pt x="78" y="0"/>
                  </a:moveTo>
                  <a:cubicBezTo>
                    <a:pt x="32" y="0"/>
                    <a:pt x="3" y="69"/>
                    <a:pt x="53" y="98"/>
                  </a:cubicBezTo>
                  <a:cubicBezTo>
                    <a:pt x="994" y="663"/>
                    <a:pt x="1931" y="1401"/>
                    <a:pt x="2325" y="2464"/>
                  </a:cubicBezTo>
                  <a:cubicBezTo>
                    <a:pt x="2697" y="3458"/>
                    <a:pt x="2544" y="4674"/>
                    <a:pt x="1589" y="5277"/>
                  </a:cubicBezTo>
                  <a:cubicBezTo>
                    <a:pt x="1299" y="5461"/>
                    <a:pt x="966" y="5567"/>
                    <a:pt x="630" y="5567"/>
                  </a:cubicBezTo>
                  <a:cubicBezTo>
                    <a:pt x="446" y="5567"/>
                    <a:pt x="262" y="5536"/>
                    <a:pt x="84" y="5468"/>
                  </a:cubicBezTo>
                  <a:cubicBezTo>
                    <a:pt x="77" y="5466"/>
                    <a:pt x="71" y="5464"/>
                    <a:pt x="66" y="5464"/>
                  </a:cubicBezTo>
                  <a:cubicBezTo>
                    <a:pt x="16" y="5464"/>
                    <a:pt x="0" y="5551"/>
                    <a:pt x="56" y="5573"/>
                  </a:cubicBezTo>
                  <a:cubicBezTo>
                    <a:pt x="243" y="5643"/>
                    <a:pt x="436" y="5676"/>
                    <a:pt x="628" y="5676"/>
                  </a:cubicBezTo>
                  <a:cubicBezTo>
                    <a:pt x="1389" y="5676"/>
                    <a:pt x="2133" y="5159"/>
                    <a:pt x="2436" y="4454"/>
                  </a:cubicBezTo>
                  <a:cubicBezTo>
                    <a:pt x="2903" y="3367"/>
                    <a:pt x="2467" y="2126"/>
                    <a:pt x="1722" y="1283"/>
                  </a:cubicBezTo>
                  <a:cubicBezTo>
                    <a:pt x="1262" y="764"/>
                    <a:pt x="694" y="360"/>
                    <a:pt x="105" y="8"/>
                  </a:cubicBezTo>
                  <a:cubicBezTo>
                    <a:pt x="96" y="3"/>
                    <a:pt x="86" y="0"/>
                    <a:pt x="7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7" name="Google Shape;1377;p41"/>
            <p:cNvSpPr/>
            <p:nvPr/>
          </p:nvSpPr>
          <p:spPr>
            <a:xfrm>
              <a:off x="-1822369" y="2324776"/>
              <a:ext cx="87093" cy="295840"/>
            </a:xfrm>
            <a:custGeom>
              <a:rect b="b" l="l" r="r" t="t"/>
              <a:pathLst>
                <a:path extrusionOk="0" h="5170" w="1522">
                  <a:moveTo>
                    <a:pt x="1437" y="0"/>
                  </a:moveTo>
                  <a:cubicBezTo>
                    <a:pt x="1430" y="0"/>
                    <a:pt x="1422" y="2"/>
                    <a:pt x="1414" y="5"/>
                  </a:cubicBezTo>
                  <a:cubicBezTo>
                    <a:pt x="338" y="469"/>
                    <a:pt x="0" y="1705"/>
                    <a:pt x="84" y="2782"/>
                  </a:cubicBezTo>
                  <a:cubicBezTo>
                    <a:pt x="150" y="3615"/>
                    <a:pt x="383" y="4587"/>
                    <a:pt x="1010" y="5169"/>
                  </a:cubicBezTo>
                  <a:cubicBezTo>
                    <a:pt x="1025" y="5131"/>
                    <a:pt x="1035" y="5096"/>
                    <a:pt x="1046" y="5058"/>
                  </a:cubicBezTo>
                  <a:cubicBezTo>
                    <a:pt x="449" y="4479"/>
                    <a:pt x="237" y="3518"/>
                    <a:pt x="184" y="2716"/>
                  </a:cubicBezTo>
                  <a:cubicBezTo>
                    <a:pt x="118" y="1692"/>
                    <a:pt x="449" y="535"/>
                    <a:pt x="1467" y="96"/>
                  </a:cubicBezTo>
                  <a:cubicBezTo>
                    <a:pt x="1522" y="74"/>
                    <a:pt x="1489" y="0"/>
                    <a:pt x="143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8" name="Google Shape;1378;p41"/>
            <p:cNvSpPr/>
            <p:nvPr/>
          </p:nvSpPr>
          <p:spPr>
            <a:xfrm>
              <a:off x="-2023162" y="2605624"/>
              <a:ext cx="188891" cy="273466"/>
            </a:xfrm>
            <a:custGeom>
              <a:rect b="b" l="l" r="r" t="t"/>
              <a:pathLst>
                <a:path extrusionOk="0" h="4779" w="3301">
                  <a:moveTo>
                    <a:pt x="66" y="0"/>
                  </a:moveTo>
                  <a:cubicBezTo>
                    <a:pt x="0" y="0"/>
                    <a:pt x="0" y="105"/>
                    <a:pt x="66" y="108"/>
                  </a:cubicBezTo>
                  <a:cubicBezTo>
                    <a:pt x="1094" y="136"/>
                    <a:pt x="2080" y="697"/>
                    <a:pt x="2614" y="1578"/>
                  </a:cubicBezTo>
                  <a:cubicBezTo>
                    <a:pt x="3188" y="2519"/>
                    <a:pt x="3181" y="3749"/>
                    <a:pt x="2635" y="4700"/>
                  </a:cubicBezTo>
                  <a:cubicBezTo>
                    <a:pt x="2610" y="4741"/>
                    <a:pt x="2646" y="4779"/>
                    <a:pt x="2682" y="4779"/>
                  </a:cubicBezTo>
                  <a:cubicBezTo>
                    <a:pt x="2698" y="4779"/>
                    <a:pt x="2714" y="4771"/>
                    <a:pt x="2725" y="4753"/>
                  </a:cubicBezTo>
                  <a:cubicBezTo>
                    <a:pt x="3289" y="3770"/>
                    <a:pt x="3300" y="2498"/>
                    <a:pt x="2707" y="1522"/>
                  </a:cubicBezTo>
                  <a:cubicBezTo>
                    <a:pt x="2154" y="613"/>
                    <a:pt x="1129" y="31"/>
                    <a:pt x="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9" name="Google Shape;1379;p41"/>
            <p:cNvSpPr/>
            <p:nvPr/>
          </p:nvSpPr>
          <p:spPr>
            <a:xfrm>
              <a:off x="-1807548" y="2370497"/>
              <a:ext cx="182196" cy="281764"/>
            </a:xfrm>
            <a:custGeom>
              <a:rect b="b" l="l" r="r" t="t"/>
              <a:pathLst>
                <a:path extrusionOk="0" h="4924" w="3184">
                  <a:moveTo>
                    <a:pt x="2152" y="1"/>
                  </a:moveTo>
                  <a:cubicBezTo>
                    <a:pt x="2152" y="1"/>
                    <a:pt x="1" y="4924"/>
                    <a:pt x="330" y="4924"/>
                  </a:cubicBezTo>
                  <a:cubicBezTo>
                    <a:pt x="339" y="4924"/>
                    <a:pt x="349" y="4920"/>
                    <a:pt x="361" y="4914"/>
                  </a:cubicBezTo>
                  <a:cubicBezTo>
                    <a:pt x="838" y="4642"/>
                    <a:pt x="3183" y="3572"/>
                    <a:pt x="2543" y="1980"/>
                  </a:cubicBezTo>
                  <a:cubicBezTo>
                    <a:pt x="2009" y="663"/>
                    <a:pt x="2152" y="1"/>
                    <a:pt x="2152"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0" name="Google Shape;1380;p41"/>
            <p:cNvSpPr/>
            <p:nvPr/>
          </p:nvSpPr>
          <p:spPr>
            <a:xfrm>
              <a:off x="-2149567" y="2382914"/>
              <a:ext cx="65005" cy="365308"/>
            </a:xfrm>
            <a:custGeom>
              <a:rect b="b" l="l" r="r" t="t"/>
              <a:pathLst>
                <a:path extrusionOk="0" h="6384" w="1136">
                  <a:moveTo>
                    <a:pt x="90" y="0"/>
                  </a:moveTo>
                  <a:cubicBezTo>
                    <a:pt x="47" y="0"/>
                    <a:pt x="1" y="48"/>
                    <a:pt x="24" y="101"/>
                  </a:cubicBezTo>
                  <a:cubicBezTo>
                    <a:pt x="896" y="2048"/>
                    <a:pt x="997" y="4285"/>
                    <a:pt x="314" y="6303"/>
                  </a:cubicBezTo>
                  <a:cubicBezTo>
                    <a:pt x="297" y="6352"/>
                    <a:pt x="337" y="6383"/>
                    <a:pt x="378" y="6383"/>
                  </a:cubicBezTo>
                  <a:cubicBezTo>
                    <a:pt x="405" y="6383"/>
                    <a:pt x="431" y="6370"/>
                    <a:pt x="442" y="6338"/>
                  </a:cubicBezTo>
                  <a:cubicBezTo>
                    <a:pt x="1136" y="4285"/>
                    <a:pt x="1024" y="2014"/>
                    <a:pt x="140" y="35"/>
                  </a:cubicBezTo>
                  <a:cubicBezTo>
                    <a:pt x="129" y="10"/>
                    <a:pt x="110" y="0"/>
                    <a:pt x="90" y="0"/>
                  </a:cubicBezTo>
                  <a:close/>
                </a:path>
              </a:pathLst>
            </a:custGeom>
            <a:solidFill>
              <a:srgbClr val="0B2A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1" name="Google Shape;1381;p41"/>
            <p:cNvSpPr/>
            <p:nvPr/>
          </p:nvSpPr>
          <p:spPr>
            <a:xfrm>
              <a:off x="-2013778" y="1675873"/>
              <a:ext cx="433518" cy="435978"/>
            </a:xfrm>
            <a:custGeom>
              <a:rect b="b" l="l" r="r" t="t"/>
              <a:pathLst>
                <a:path extrusionOk="0" h="7619" w="7576">
                  <a:moveTo>
                    <a:pt x="3849" y="0"/>
                  </a:moveTo>
                  <a:cubicBezTo>
                    <a:pt x="2904" y="0"/>
                    <a:pt x="2208" y="517"/>
                    <a:pt x="1930" y="808"/>
                  </a:cubicBezTo>
                  <a:cubicBezTo>
                    <a:pt x="1192" y="1582"/>
                    <a:pt x="1606" y="2373"/>
                    <a:pt x="1157" y="3470"/>
                  </a:cubicBezTo>
                  <a:cubicBezTo>
                    <a:pt x="707" y="4572"/>
                    <a:pt x="0" y="5059"/>
                    <a:pt x="0" y="5059"/>
                  </a:cubicBezTo>
                  <a:cubicBezTo>
                    <a:pt x="94" y="5181"/>
                    <a:pt x="188" y="5303"/>
                    <a:pt x="289" y="5422"/>
                  </a:cubicBezTo>
                  <a:lnTo>
                    <a:pt x="1202" y="4474"/>
                  </a:lnTo>
                  <a:lnTo>
                    <a:pt x="1202" y="4474"/>
                  </a:lnTo>
                  <a:lnTo>
                    <a:pt x="463" y="5624"/>
                  </a:lnTo>
                  <a:cubicBezTo>
                    <a:pt x="1028" y="6258"/>
                    <a:pt x="1752" y="6840"/>
                    <a:pt x="2976" y="7286"/>
                  </a:cubicBezTo>
                  <a:cubicBezTo>
                    <a:pt x="3664" y="7539"/>
                    <a:pt x="4347" y="7619"/>
                    <a:pt x="4958" y="7619"/>
                  </a:cubicBezTo>
                  <a:cubicBezTo>
                    <a:pt x="5321" y="7619"/>
                    <a:pt x="5660" y="7591"/>
                    <a:pt x="5959" y="7554"/>
                  </a:cubicBezTo>
                  <a:lnTo>
                    <a:pt x="6010" y="6397"/>
                  </a:lnTo>
                  <a:lnTo>
                    <a:pt x="6189" y="7537"/>
                  </a:lnTo>
                  <a:cubicBezTo>
                    <a:pt x="6515" y="7492"/>
                    <a:pt x="6770" y="7436"/>
                    <a:pt x="6770" y="7436"/>
                  </a:cubicBezTo>
                  <a:cubicBezTo>
                    <a:pt x="6770" y="7436"/>
                    <a:pt x="6418" y="6707"/>
                    <a:pt x="6443" y="5596"/>
                  </a:cubicBezTo>
                  <a:cubicBezTo>
                    <a:pt x="6460" y="4673"/>
                    <a:pt x="7575" y="2986"/>
                    <a:pt x="7192" y="1923"/>
                  </a:cubicBezTo>
                  <a:cubicBezTo>
                    <a:pt x="6772" y="759"/>
                    <a:pt x="5904" y="725"/>
                    <a:pt x="5804" y="725"/>
                  </a:cubicBezTo>
                  <a:cubicBezTo>
                    <a:pt x="5798" y="725"/>
                    <a:pt x="5795" y="725"/>
                    <a:pt x="5795" y="725"/>
                  </a:cubicBezTo>
                  <a:cubicBezTo>
                    <a:pt x="5080" y="188"/>
                    <a:pt x="4419" y="0"/>
                    <a:pt x="384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2" name="Google Shape;1382;p41"/>
            <p:cNvSpPr/>
            <p:nvPr/>
          </p:nvSpPr>
          <p:spPr>
            <a:xfrm>
              <a:off x="-1931664" y="1915063"/>
              <a:ext cx="175501" cy="246629"/>
            </a:xfrm>
            <a:custGeom>
              <a:rect b="b" l="l" r="r" t="t"/>
              <a:pathLst>
                <a:path extrusionOk="0" h="4310" w="3067">
                  <a:moveTo>
                    <a:pt x="1499" y="1"/>
                  </a:moveTo>
                  <a:lnTo>
                    <a:pt x="0" y="3241"/>
                  </a:lnTo>
                  <a:cubicBezTo>
                    <a:pt x="0" y="3241"/>
                    <a:pt x="738" y="4310"/>
                    <a:pt x="1943" y="4310"/>
                  </a:cubicBezTo>
                  <a:cubicBezTo>
                    <a:pt x="2197" y="4310"/>
                    <a:pt x="2471" y="4262"/>
                    <a:pt x="2763" y="4148"/>
                  </a:cubicBezTo>
                  <a:lnTo>
                    <a:pt x="2868" y="3283"/>
                  </a:lnTo>
                  <a:lnTo>
                    <a:pt x="2987" y="2343"/>
                  </a:lnTo>
                  <a:lnTo>
                    <a:pt x="3067" y="1681"/>
                  </a:lnTo>
                  <a:lnTo>
                    <a:pt x="1499" y="1"/>
                  </a:lnTo>
                  <a:close/>
                </a:path>
              </a:pathLst>
            </a:custGeom>
            <a:solidFill>
              <a:srgbClr val="B55A0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3" name="Google Shape;1383;p41"/>
            <p:cNvSpPr/>
            <p:nvPr/>
          </p:nvSpPr>
          <p:spPr>
            <a:xfrm>
              <a:off x="-1840165" y="1981327"/>
              <a:ext cx="79425" cy="150152"/>
            </a:xfrm>
            <a:custGeom>
              <a:rect b="b" l="l" r="r" t="t"/>
              <a:pathLst>
                <a:path extrusionOk="0" h="2624" w="1388">
                  <a:moveTo>
                    <a:pt x="1" y="0"/>
                  </a:moveTo>
                  <a:lnTo>
                    <a:pt x="1" y="0"/>
                  </a:lnTo>
                  <a:cubicBezTo>
                    <a:pt x="332" y="1791"/>
                    <a:pt x="945" y="2579"/>
                    <a:pt x="1210" y="2624"/>
                  </a:cubicBezTo>
                  <a:lnTo>
                    <a:pt x="1388" y="1185"/>
                  </a:lnTo>
                  <a:lnTo>
                    <a:pt x="1" y="0"/>
                  </a:lnTo>
                  <a:close/>
                </a:path>
              </a:pathLst>
            </a:custGeom>
            <a:solidFill>
              <a:srgbClr val="25282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4" name="Google Shape;1384;p41"/>
            <p:cNvSpPr/>
            <p:nvPr/>
          </p:nvSpPr>
          <p:spPr>
            <a:xfrm>
              <a:off x="-1887488" y="1736701"/>
              <a:ext cx="282450" cy="316383"/>
            </a:xfrm>
            <a:custGeom>
              <a:rect b="b" l="l" r="r" t="t"/>
              <a:pathLst>
                <a:path extrusionOk="0" h="5529" w="4936">
                  <a:moveTo>
                    <a:pt x="1896" y="1"/>
                  </a:moveTo>
                  <a:cubicBezTo>
                    <a:pt x="0" y="1"/>
                    <a:pt x="183" y="1675"/>
                    <a:pt x="222" y="2498"/>
                  </a:cubicBezTo>
                  <a:cubicBezTo>
                    <a:pt x="249" y="3174"/>
                    <a:pt x="378" y="3425"/>
                    <a:pt x="695" y="4153"/>
                  </a:cubicBezTo>
                  <a:cubicBezTo>
                    <a:pt x="978" y="4801"/>
                    <a:pt x="1626" y="5250"/>
                    <a:pt x="1985" y="5369"/>
                  </a:cubicBezTo>
                  <a:cubicBezTo>
                    <a:pt x="2297" y="5472"/>
                    <a:pt x="2577" y="5528"/>
                    <a:pt x="2827" y="5528"/>
                  </a:cubicBezTo>
                  <a:cubicBezTo>
                    <a:pt x="3615" y="5528"/>
                    <a:pt x="4096" y="4969"/>
                    <a:pt x="4305" y="3571"/>
                  </a:cubicBezTo>
                  <a:cubicBezTo>
                    <a:pt x="4476" y="2432"/>
                    <a:pt x="4936" y="1881"/>
                    <a:pt x="4758" y="1383"/>
                  </a:cubicBezTo>
                  <a:lnTo>
                    <a:pt x="4755" y="1383"/>
                  </a:lnTo>
                  <a:cubicBezTo>
                    <a:pt x="4741" y="1358"/>
                    <a:pt x="4727" y="1334"/>
                    <a:pt x="4713" y="1310"/>
                  </a:cubicBezTo>
                  <a:cubicBezTo>
                    <a:pt x="4361" y="742"/>
                    <a:pt x="3793" y="345"/>
                    <a:pt x="3145" y="181"/>
                  </a:cubicBezTo>
                  <a:cubicBezTo>
                    <a:pt x="2652" y="56"/>
                    <a:pt x="2239" y="1"/>
                    <a:pt x="1896" y="1"/>
                  </a:cubicBezTo>
                  <a:close/>
                </a:path>
              </a:pathLst>
            </a:custGeom>
            <a:solidFill>
              <a:srgbClr val="B55A0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5" name="Google Shape;1385;p41"/>
            <p:cNvSpPr/>
            <p:nvPr/>
          </p:nvSpPr>
          <p:spPr>
            <a:xfrm>
              <a:off x="-1736993" y="1996376"/>
              <a:ext cx="27181" cy="13276"/>
            </a:xfrm>
            <a:custGeom>
              <a:rect b="b" l="l" r="r" t="t"/>
              <a:pathLst>
                <a:path extrusionOk="0" h="232" w="475">
                  <a:moveTo>
                    <a:pt x="83" y="1"/>
                  </a:moveTo>
                  <a:cubicBezTo>
                    <a:pt x="41" y="1"/>
                    <a:pt x="1" y="45"/>
                    <a:pt x="30" y="89"/>
                  </a:cubicBezTo>
                  <a:cubicBezTo>
                    <a:pt x="105" y="196"/>
                    <a:pt x="218" y="232"/>
                    <a:pt x="335" y="232"/>
                  </a:cubicBezTo>
                  <a:cubicBezTo>
                    <a:pt x="357" y="232"/>
                    <a:pt x="378" y="230"/>
                    <a:pt x="400" y="228"/>
                  </a:cubicBezTo>
                  <a:cubicBezTo>
                    <a:pt x="474" y="219"/>
                    <a:pt x="470" y="110"/>
                    <a:pt x="400" y="110"/>
                  </a:cubicBezTo>
                  <a:cubicBezTo>
                    <a:pt x="398" y="110"/>
                    <a:pt x="396" y="110"/>
                    <a:pt x="393" y="110"/>
                  </a:cubicBezTo>
                  <a:cubicBezTo>
                    <a:pt x="372" y="112"/>
                    <a:pt x="351" y="114"/>
                    <a:pt x="330" y="114"/>
                  </a:cubicBezTo>
                  <a:cubicBezTo>
                    <a:pt x="253" y="114"/>
                    <a:pt x="178" y="95"/>
                    <a:pt x="131" y="27"/>
                  </a:cubicBezTo>
                  <a:cubicBezTo>
                    <a:pt x="118" y="8"/>
                    <a:pt x="100" y="1"/>
                    <a:pt x="83" y="1"/>
                  </a:cubicBezTo>
                  <a:close/>
                </a:path>
              </a:pathLst>
            </a:custGeom>
            <a:solidFill>
              <a:srgbClr val="85290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6" name="Google Shape;1386;p41"/>
            <p:cNvSpPr/>
            <p:nvPr/>
          </p:nvSpPr>
          <p:spPr>
            <a:xfrm>
              <a:off x="-1783915" y="1905621"/>
              <a:ext cx="40742" cy="21687"/>
            </a:xfrm>
            <a:custGeom>
              <a:rect b="b" l="l" r="r" t="t"/>
              <a:pathLst>
                <a:path extrusionOk="0" h="379" w="712">
                  <a:moveTo>
                    <a:pt x="260" y="1"/>
                  </a:moveTo>
                  <a:cubicBezTo>
                    <a:pt x="134" y="1"/>
                    <a:pt x="37" y="44"/>
                    <a:pt x="21" y="117"/>
                  </a:cubicBezTo>
                  <a:cubicBezTo>
                    <a:pt x="1" y="215"/>
                    <a:pt x="133" y="323"/>
                    <a:pt x="318" y="365"/>
                  </a:cubicBezTo>
                  <a:cubicBezTo>
                    <a:pt x="363" y="374"/>
                    <a:pt x="407" y="379"/>
                    <a:pt x="448" y="379"/>
                  </a:cubicBezTo>
                  <a:cubicBezTo>
                    <a:pt x="578" y="379"/>
                    <a:pt x="677" y="335"/>
                    <a:pt x="691" y="260"/>
                  </a:cubicBezTo>
                  <a:cubicBezTo>
                    <a:pt x="711" y="166"/>
                    <a:pt x="578" y="55"/>
                    <a:pt x="394" y="16"/>
                  </a:cubicBezTo>
                  <a:cubicBezTo>
                    <a:pt x="348" y="6"/>
                    <a:pt x="302" y="1"/>
                    <a:pt x="260" y="1"/>
                  </a:cubicBezTo>
                  <a:close/>
                </a:path>
              </a:pathLst>
            </a:custGeom>
            <a:solidFill>
              <a:srgbClr val="85290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7" name="Google Shape;1387;p41"/>
            <p:cNvSpPr/>
            <p:nvPr/>
          </p:nvSpPr>
          <p:spPr>
            <a:xfrm>
              <a:off x="-1675250" y="1934862"/>
              <a:ext cx="34333" cy="21630"/>
            </a:xfrm>
            <a:custGeom>
              <a:rect b="b" l="l" r="r" t="t"/>
              <a:pathLst>
                <a:path extrusionOk="0" h="378" w="600">
                  <a:moveTo>
                    <a:pt x="263" y="1"/>
                  </a:moveTo>
                  <a:cubicBezTo>
                    <a:pt x="135" y="1"/>
                    <a:pt x="37" y="44"/>
                    <a:pt x="22" y="115"/>
                  </a:cubicBezTo>
                  <a:cubicBezTo>
                    <a:pt x="1" y="213"/>
                    <a:pt x="133" y="324"/>
                    <a:pt x="318" y="362"/>
                  </a:cubicBezTo>
                  <a:cubicBezTo>
                    <a:pt x="361" y="373"/>
                    <a:pt x="404" y="377"/>
                    <a:pt x="444" y="377"/>
                  </a:cubicBezTo>
                  <a:cubicBezTo>
                    <a:pt x="484" y="377"/>
                    <a:pt x="521" y="373"/>
                    <a:pt x="554" y="366"/>
                  </a:cubicBezTo>
                  <a:cubicBezTo>
                    <a:pt x="569" y="282"/>
                    <a:pt x="582" y="199"/>
                    <a:pt x="596" y="112"/>
                  </a:cubicBezTo>
                  <a:cubicBezTo>
                    <a:pt x="596" y="105"/>
                    <a:pt x="596" y="102"/>
                    <a:pt x="599" y="98"/>
                  </a:cubicBezTo>
                  <a:cubicBezTo>
                    <a:pt x="544" y="63"/>
                    <a:pt x="474" y="31"/>
                    <a:pt x="394" y="15"/>
                  </a:cubicBezTo>
                  <a:cubicBezTo>
                    <a:pt x="348" y="5"/>
                    <a:pt x="304" y="1"/>
                    <a:pt x="263" y="1"/>
                  </a:cubicBezTo>
                  <a:close/>
                </a:path>
              </a:pathLst>
            </a:custGeom>
            <a:solidFill>
              <a:srgbClr val="85290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8" name="Google Shape;1388;p41"/>
            <p:cNvSpPr/>
            <p:nvPr/>
          </p:nvSpPr>
          <p:spPr>
            <a:xfrm>
              <a:off x="-1899562" y="1714956"/>
              <a:ext cx="295325" cy="184085"/>
            </a:xfrm>
            <a:custGeom>
              <a:rect b="b" l="l" r="r" t="t"/>
              <a:pathLst>
                <a:path extrusionOk="0" h="3217" w="5161">
                  <a:moveTo>
                    <a:pt x="2609" y="1"/>
                  </a:moveTo>
                  <a:cubicBezTo>
                    <a:pt x="2018" y="1"/>
                    <a:pt x="1442" y="138"/>
                    <a:pt x="983" y="334"/>
                  </a:cubicBezTo>
                  <a:cubicBezTo>
                    <a:pt x="265" y="1059"/>
                    <a:pt x="0" y="2216"/>
                    <a:pt x="189" y="3216"/>
                  </a:cubicBezTo>
                  <a:cubicBezTo>
                    <a:pt x="847" y="3129"/>
                    <a:pt x="1342" y="2502"/>
                    <a:pt x="1342" y="2502"/>
                  </a:cubicBezTo>
                  <a:cubicBezTo>
                    <a:pt x="1446" y="2538"/>
                    <a:pt x="1555" y="2554"/>
                    <a:pt x="1667" y="2554"/>
                  </a:cubicBezTo>
                  <a:cubicBezTo>
                    <a:pt x="2673" y="2554"/>
                    <a:pt x="3921" y="1248"/>
                    <a:pt x="3921" y="1248"/>
                  </a:cubicBezTo>
                  <a:cubicBezTo>
                    <a:pt x="3921" y="1248"/>
                    <a:pt x="4650" y="2605"/>
                    <a:pt x="4891" y="2605"/>
                  </a:cubicBezTo>
                  <a:cubicBezTo>
                    <a:pt x="4895" y="2605"/>
                    <a:pt x="4899" y="2604"/>
                    <a:pt x="4903" y="2603"/>
                  </a:cubicBezTo>
                  <a:cubicBezTo>
                    <a:pt x="5129" y="2554"/>
                    <a:pt x="5161" y="1397"/>
                    <a:pt x="5161" y="1397"/>
                  </a:cubicBezTo>
                  <a:cubicBezTo>
                    <a:pt x="4553" y="357"/>
                    <a:pt x="3561" y="1"/>
                    <a:pt x="260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9" name="Google Shape;1389;p41"/>
            <p:cNvSpPr/>
            <p:nvPr/>
          </p:nvSpPr>
          <p:spPr>
            <a:xfrm>
              <a:off x="-1737279" y="1884506"/>
              <a:ext cx="16423" cy="19055"/>
            </a:xfrm>
            <a:custGeom>
              <a:rect b="b" l="l" r="r" t="t"/>
              <a:pathLst>
                <a:path extrusionOk="0" h="333" w="287">
                  <a:moveTo>
                    <a:pt x="162" y="0"/>
                  </a:moveTo>
                  <a:cubicBezTo>
                    <a:pt x="99" y="0"/>
                    <a:pt x="41" y="59"/>
                    <a:pt x="22" y="142"/>
                  </a:cubicBezTo>
                  <a:cubicBezTo>
                    <a:pt x="1" y="232"/>
                    <a:pt x="43" y="316"/>
                    <a:pt x="109" y="330"/>
                  </a:cubicBezTo>
                  <a:cubicBezTo>
                    <a:pt x="116" y="332"/>
                    <a:pt x="124" y="333"/>
                    <a:pt x="132" y="333"/>
                  </a:cubicBezTo>
                  <a:cubicBezTo>
                    <a:pt x="193" y="333"/>
                    <a:pt x="251" y="274"/>
                    <a:pt x="269" y="194"/>
                  </a:cubicBezTo>
                  <a:cubicBezTo>
                    <a:pt x="286" y="103"/>
                    <a:pt x="248" y="17"/>
                    <a:pt x="182" y="2"/>
                  </a:cubicBezTo>
                  <a:cubicBezTo>
                    <a:pt x="175" y="1"/>
                    <a:pt x="168" y="0"/>
                    <a:pt x="162" y="0"/>
                  </a:cubicBezTo>
                  <a:close/>
                </a:path>
              </a:pathLst>
            </a:custGeom>
            <a:solidFill>
              <a:srgbClr val="25282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0" name="Google Shape;1390;p41"/>
            <p:cNvSpPr/>
            <p:nvPr/>
          </p:nvSpPr>
          <p:spPr>
            <a:xfrm>
              <a:off x="-1674448" y="1900872"/>
              <a:ext cx="16423" cy="19170"/>
            </a:xfrm>
            <a:custGeom>
              <a:rect b="b" l="l" r="r" t="t"/>
              <a:pathLst>
                <a:path extrusionOk="0" h="335" w="287">
                  <a:moveTo>
                    <a:pt x="158" y="0"/>
                  </a:moveTo>
                  <a:cubicBezTo>
                    <a:pt x="95" y="0"/>
                    <a:pt x="37" y="59"/>
                    <a:pt x="18" y="141"/>
                  </a:cubicBezTo>
                  <a:cubicBezTo>
                    <a:pt x="0" y="232"/>
                    <a:pt x="39" y="316"/>
                    <a:pt x="105" y="333"/>
                  </a:cubicBezTo>
                  <a:cubicBezTo>
                    <a:pt x="111" y="334"/>
                    <a:pt x="118" y="335"/>
                    <a:pt x="125" y="335"/>
                  </a:cubicBezTo>
                  <a:cubicBezTo>
                    <a:pt x="188" y="335"/>
                    <a:pt x="246" y="276"/>
                    <a:pt x="265" y="194"/>
                  </a:cubicBezTo>
                  <a:cubicBezTo>
                    <a:pt x="286" y="103"/>
                    <a:pt x="244" y="16"/>
                    <a:pt x="178" y="2"/>
                  </a:cubicBezTo>
                  <a:cubicBezTo>
                    <a:pt x="172" y="1"/>
                    <a:pt x="165" y="0"/>
                    <a:pt x="158" y="0"/>
                  </a:cubicBezTo>
                  <a:close/>
                </a:path>
              </a:pathLst>
            </a:custGeom>
            <a:solidFill>
              <a:srgbClr val="25282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1" name="Google Shape;1391;p41"/>
            <p:cNvSpPr/>
            <p:nvPr/>
          </p:nvSpPr>
          <p:spPr>
            <a:xfrm>
              <a:off x="-1755876" y="1844851"/>
              <a:ext cx="49841" cy="22603"/>
            </a:xfrm>
            <a:custGeom>
              <a:rect b="b" l="l" r="r" t="t"/>
              <a:pathLst>
                <a:path extrusionOk="0" h="395" w="871">
                  <a:moveTo>
                    <a:pt x="479" y="1"/>
                  </a:moveTo>
                  <a:cubicBezTo>
                    <a:pt x="315" y="1"/>
                    <a:pt x="156" y="80"/>
                    <a:pt x="58" y="229"/>
                  </a:cubicBezTo>
                  <a:cubicBezTo>
                    <a:pt x="0" y="316"/>
                    <a:pt x="80" y="395"/>
                    <a:pt x="162" y="395"/>
                  </a:cubicBezTo>
                  <a:cubicBezTo>
                    <a:pt x="201" y="395"/>
                    <a:pt x="240" y="378"/>
                    <a:pt x="267" y="337"/>
                  </a:cubicBezTo>
                  <a:cubicBezTo>
                    <a:pt x="313" y="266"/>
                    <a:pt x="385" y="237"/>
                    <a:pt x="460" y="237"/>
                  </a:cubicBezTo>
                  <a:cubicBezTo>
                    <a:pt x="528" y="237"/>
                    <a:pt x="597" y="260"/>
                    <a:pt x="653" y="298"/>
                  </a:cubicBezTo>
                  <a:cubicBezTo>
                    <a:pt x="673" y="311"/>
                    <a:pt x="693" y="316"/>
                    <a:pt x="711" y="316"/>
                  </a:cubicBezTo>
                  <a:cubicBezTo>
                    <a:pt x="811" y="316"/>
                    <a:pt x="871" y="156"/>
                    <a:pt x="765" y="86"/>
                  </a:cubicBezTo>
                  <a:cubicBezTo>
                    <a:pt x="675" y="28"/>
                    <a:pt x="576" y="1"/>
                    <a:pt x="479" y="1"/>
                  </a:cubicBezTo>
                  <a:close/>
                </a:path>
              </a:pathLst>
            </a:custGeom>
            <a:solidFill>
              <a:srgbClr val="25282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2" name="Google Shape;1392;p41"/>
            <p:cNvSpPr/>
            <p:nvPr/>
          </p:nvSpPr>
          <p:spPr>
            <a:xfrm>
              <a:off x="-1672961" y="1858241"/>
              <a:ext cx="41315" cy="34333"/>
            </a:xfrm>
            <a:custGeom>
              <a:rect b="b" l="l" r="r" t="t"/>
              <a:pathLst>
                <a:path extrusionOk="0" h="600" w="722">
                  <a:moveTo>
                    <a:pt x="169" y="1"/>
                  </a:moveTo>
                  <a:cubicBezTo>
                    <a:pt x="163" y="1"/>
                    <a:pt x="156" y="1"/>
                    <a:pt x="149" y="1"/>
                  </a:cubicBezTo>
                  <a:cubicBezTo>
                    <a:pt x="0" y="5"/>
                    <a:pt x="12" y="235"/>
                    <a:pt x="156" y="235"/>
                  </a:cubicBezTo>
                  <a:cubicBezTo>
                    <a:pt x="158" y="235"/>
                    <a:pt x="160" y="235"/>
                    <a:pt x="162" y="235"/>
                  </a:cubicBezTo>
                  <a:cubicBezTo>
                    <a:pt x="164" y="235"/>
                    <a:pt x="165" y="235"/>
                    <a:pt x="167" y="235"/>
                  </a:cubicBezTo>
                  <a:cubicBezTo>
                    <a:pt x="334" y="235"/>
                    <a:pt x="410" y="414"/>
                    <a:pt x="476" y="542"/>
                  </a:cubicBezTo>
                  <a:cubicBezTo>
                    <a:pt x="497" y="582"/>
                    <a:pt x="529" y="599"/>
                    <a:pt x="562" y="599"/>
                  </a:cubicBezTo>
                  <a:cubicBezTo>
                    <a:pt x="640" y="599"/>
                    <a:pt x="721" y="508"/>
                    <a:pt x="675" y="413"/>
                  </a:cubicBezTo>
                  <a:cubicBezTo>
                    <a:pt x="566" y="202"/>
                    <a:pt x="428" y="1"/>
                    <a:pt x="169" y="1"/>
                  </a:cubicBezTo>
                  <a:close/>
                </a:path>
              </a:pathLst>
            </a:custGeom>
            <a:solidFill>
              <a:srgbClr val="25282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3" name="Google Shape;1393;p41"/>
            <p:cNvSpPr/>
            <p:nvPr/>
          </p:nvSpPr>
          <p:spPr>
            <a:xfrm>
              <a:off x="-1713932" y="1908540"/>
              <a:ext cx="25807" cy="35306"/>
            </a:xfrm>
            <a:custGeom>
              <a:rect b="b" l="l" r="r" t="t"/>
              <a:pathLst>
                <a:path extrusionOk="0" h="617" w="451">
                  <a:moveTo>
                    <a:pt x="248" y="0"/>
                  </a:moveTo>
                  <a:cubicBezTo>
                    <a:pt x="223" y="0"/>
                    <a:pt x="203" y="21"/>
                    <a:pt x="203" y="46"/>
                  </a:cubicBezTo>
                  <a:cubicBezTo>
                    <a:pt x="203" y="56"/>
                    <a:pt x="206" y="314"/>
                    <a:pt x="335" y="516"/>
                  </a:cubicBezTo>
                  <a:cubicBezTo>
                    <a:pt x="306" y="523"/>
                    <a:pt x="267" y="530"/>
                    <a:pt x="218" y="530"/>
                  </a:cubicBezTo>
                  <a:cubicBezTo>
                    <a:pt x="173" y="530"/>
                    <a:pt x="120" y="524"/>
                    <a:pt x="60" y="509"/>
                  </a:cubicBezTo>
                  <a:cubicBezTo>
                    <a:pt x="55" y="508"/>
                    <a:pt x="51" y="507"/>
                    <a:pt x="47" y="507"/>
                  </a:cubicBezTo>
                  <a:cubicBezTo>
                    <a:pt x="28" y="507"/>
                    <a:pt x="11" y="520"/>
                    <a:pt x="8" y="537"/>
                  </a:cubicBezTo>
                  <a:cubicBezTo>
                    <a:pt x="0" y="562"/>
                    <a:pt x="14" y="586"/>
                    <a:pt x="39" y="592"/>
                  </a:cubicBezTo>
                  <a:cubicBezTo>
                    <a:pt x="105" y="610"/>
                    <a:pt x="164" y="617"/>
                    <a:pt x="217" y="617"/>
                  </a:cubicBezTo>
                  <a:cubicBezTo>
                    <a:pt x="342" y="617"/>
                    <a:pt x="418" y="579"/>
                    <a:pt x="426" y="579"/>
                  </a:cubicBezTo>
                  <a:cubicBezTo>
                    <a:pt x="436" y="572"/>
                    <a:pt x="443" y="562"/>
                    <a:pt x="447" y="547"/>
                  </a:cubicBezTo>
                  <a:cubicBezTo>
                    <a:pt x="450" y="537"/>
                    <a:pt x="447" y="523"/>
                    <a:pt x="439" y="512"/>
                  </a:cubicBezTo>
                  <a:cubicBezTo>
                    <a:pt x="296" y="328"/>
                    <a:pt x="293" y="46"/>
                    <a:pt x="293" y="46"/>
                  </a:cubicBezTo>
                  <a:cubicBezTo>
                    <a:pt x="290" y="21"/>
                    <a:pt x="272" y="0"/>
                    <a:pt x="248" y="0"/>
                  </a:cubicBezTo>
                  <a:close/>
                </a:path>
              </a:pathLst>
            </a:custGeom>
            <a:solidFill>
              <a:srgbClr val="25282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4" name="Google Shape;1394;p41"/>
            <p:cNvSpPr/>
            <p:nvPr/>
          </p:nvSpPr>
          <p:spPr>
            <a:xfrm>
              <a:off x="-1751813" y="1943789"/>
              <a:ext cx="73645" cy="50070"/>
            </a:xfrm>
            <a:custGeom>
              <a:rect b="b" l="l" r="r" t="t"/>
              <a:pathLst>
                <a:path extrusionOk="0" h="875" w="1287">
                  <a:moveTo>
                    <a:pt x="91" y="1"/>
                  </a:moveTo>
                  <a:cubicBezTo>
                    <a:pt x="91" y="1"/>
                    <a:pt x="1" y="740"/>
                    <a:pt x="593" y="862"/>
                  </a:cubicBezTo>
                  <a:cubicBezTo>
                    <a:pt x="634" y="871"/>
                    <a:pt x="673" y="875"/>
                    <a:pt x="710" y="875"/>
                  </a:cubicBezTo>
                  <a:cubicBezTo>
                    <a:pt x="1122" y="875"/>
                    <a:pt x="1286" y="388"/>
                    <a:pt x="1286" y="388"/>
                  </a:cubicBezTo>
                  <a:cubicBezTo>
                    <a:pt x="1286" y="388"/>
                    <a:pt x="829" y="374"/>
                    <a:pt x="9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5" name="Google Shape;1395;p41"/>
            <p:cNvSpPr/>
            <p:nvPr/>
          </p:nvSpPr>
          <p:spPr>
            <a:xfrm>
              <a:off x="-1884398" y="1836783"/>
              <a:ext cx="84003" cy="105576"/>
            </a:xfrm>
            <a:custGeom>
              <a:rect b="b" l="l" r="r" t="t"/>
              <a:pathLst>
                <a:path extrusionOk="0" h="1845" w="1468">
                  <a:moveTo>
                    <a:pt x="642" y="1"/>
                  </a:moveTo>
                  <a:cubicBezTo>
                    <a:pt x="221" y="1"/>
                    <a:pt x="89" y="378"/>
                    <a:pt x="46" y="784"/>
                  </a:cubicBezTo>
                  <a:cubicBezTo>
                    <a:pt x="0" y="1206"/>
                    <a:pt x="157" y="1805"/>
                    <a:pt x="746" y="1843"/>
                  </a:cubicBezTo>
                  <a:cubicBezTo>
                    <a:pt x="761" y="1844"/>
                    <a:pt x="777" y="1845"/>
                    <a:pt x="792" y="1845"/>
                  </a:cubicBezTo>
                  <a:cubicBezTo>
                    <a:pt x="1058" y="1845"/>
                    <a:pt x="1225" y="1701"/>
                    <a:pt x="1324" y="1533"/>
                  </a:cubicBezTo>
                  <a:cubicBezTo>
                    <a:pt x="1453" y="1314"/>
                    <a:pt x="1467" y="1049"/>
                    <a:pt x="1377" y="812"/>
                  </a:cubicBezTo>
                  <a:cubicBezTo>
                    <a:pt x="1258" y="508"/>
                    <a:pt x="1022" y="24"/>
                    <a:pt x="704" y="3"/>
                  </a:cubicBezTo>
                  <a:cubicBezTo>
                    <a:pt x="682" y="2"/>
                    <a:pt x="662" y="1"/>
                    <a:pt x="642" y="1"/>
                  </a:cubicBezTo>
                  <a:close/>
                </a:path>
              </a:pathLst>
            </a:custGeom>
            <a:solidFill>
              <a:srgbClr val="B55A0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6" name="Google Shape;1396;p41"/>
            <p:cNvSpPr/>
            <p:nvPr/>
          </p:nvSpPr>
          <p:spPr>
            <a:xfrm>
              <a:off x="-1861967" y="1855838"/>
              <a:ext cx="32846" cy="61629"/>
            </a:xfrm>
            <a:custGeom>
              <a:rect b="b" l="l" r="r" t="t"/>
              <a:pathLst>
                <a:path extrusionOk="0" h="1077" w="574">
                  <a:moveTo>
                    <a:pt x="91" y="1"/>
                  </a:moveTo>
                  <a:cubicBezTo>
                    <a:pt x="82" y="1"/>
                    <a:pt x="74" y="1"/>
                    <a:pt x="65" y="2"/>
                  </a:cubicBezTo>
                  <a:cubicBezTo>
                    <a:pt x="0" y="8"/>
                    <a:pt x="15" y="106"/>
                    <a:pt x="76" y="106"/>
                  </a:cubicBezTo>
                  <a:cubicBezTo>
                    <a:pt x="78" y="106"/>
                    <a:pt x="80" y="106"/>
                    <a:pt x="82" y="106"/>
                  </a:cubicBezTo>
                  <a:cubicBezTo>
                    <a:pt x="89" y="105"/>
                    <a:pt x="95" y="105"/>
                    <a:pt x="102" y="105"/>
                  </a:cubicBezTo>
                  <a:cubicBezTo>
                    <a:pt x="291" y="105"/>
                    <a:pt x="393" y="345"/>
                    <a:pt x="416" y="497"/>
                  </a:cubicBezTo>
                  <a:cubicBezTo>
                    <a:pt x="437" y="671"/>
                    <a:pt x="385" y="844"/>
                    <a:pt x="323" y="1008"/>
                  </a:cubicBezTo>
                  <a:cubicBezTo>
                    <a:pt x="307" y="1048"/>
                    <a:pt x="340" y="1077"/>
                    <a:pt x="373" y="1077"/>
                  </a:cubicBezTo>
                  <a:cubicBezTo>
                    <a:pt x="392" y="1077"/>
                    <a:pt x="411" y="1067"/>
                    <a:pt x="420" y="1044"/>
                  </a:cubicBezTo>
                  <a:cubicBezTo>
                    <a:pt x="511" y="806"/>
                    <a:pt x="573" y="545"/>
                    <a:pt x="472" y="301"/>
                  </a:cubicBezTo>
                  <a:cubicBezTo>
                    <a:pt x="403" y="141"/>
                    <a:pt x="269" y="1"/>
                    <a:pt x="91" y="1"/>
                  </a:cubicBezTo>
                  <a:close/>
                </a:path>
              </a:pathLst>
            </a:custGeom>
            <a:solidFill>
              <a:srgbClr val="25282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7" name="Google Shape;1397;p41"/>
            <p:cNvSpPr/>
            <p:nvPr/>
          </p:nvSpPr>
          <p:spPr>
            <a:xfrm>
              <a:off x="-1862482" y="1926508"/>
              <a:ext cx="38682" cy="32617"/>
            </a:xfrm>
            <a:custGeom>
              <a:rect b="b" l="l" r="r" t="t"/>
              <a:pathLst>
                <a:path extrusionOk="0" h="570" w="676">
                  <a:moveTo>
                    <a:pt x="187" y="0"/>
                  </a:moveTo>
                  <a:cubicBezTo>
                    <a:pt x="172" y="0"/>
                    <a:pt x="157" y="6"/>
                    <a:pt x="143" y="21"/>
                  </a:cubicBezTo>
                  <a:cubicBezTo>
                    <a:pt x="0" y="167"/>
                    <a:pt x="7" y="404"/>
                    <a:pt x="185" y="519"/>
                  </a:cubicBezTo>
                  <a:cubicBezTo>
                    <a:pt x="238" y="554"/>
                    <a:pt x="296" y="569"/>
                    <a:pt x="352" y="569"/>
                  </a:cubicBezTo>
                  <a:cubicBezTo>
                    <a:pt x="484" y="569"/>
                    <a:pt x="609" y="483"/>
                    <a:pt x="655" y="349"/>
                  </a:cubicBezTo>
                  <a:cubicBezTo>
                    <a:pt x="675" y="296"/>
                    <a:pt x="629" y="256"/>
                    <a:pt x="586" y="256"/>
                  </a:cubicBezTo>
                  <a:cubicBezTo>
                    <a:pt x="561" y="256"/>
                    <a:pt x="537" y="269"/>
                    <a:pt x="526" y="299"/>
                  </a:cubicBezTo>
                  <a:cubicBezTo>
                    <a:pt x="499" y="378"/>
                    <a:pt x="429" y="432"/>
                    <a:pt x="353" y="432"/>
                  </a:cubicBezTo>
                  <a:cubicBezTo>
                    <a:pt x="324" y="432"/>
                    <a:pt x="294" y="424"/>
                    <a:pt x="266" y="407"/>
                  </a:cubicBezTo>
                  <a:cubicBezTo>
                    <a:pt x="164" y="345"/>
                    <a:pt x="153" y="209"/>
                    <a:pt x="234" y="129"/>
                  </a:cubicBezTo>
                  <a:cubicBezTo>
                    <a:pt x="283" y="77"/>
                    <a:pt x="238" y="0"/>
                    <a:pt x="187"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8" name="Google Shape;1398;p41"/>
            <p:cNvSpPr/>
            <p:nvPr/>
          </p:nvSpPr>
          <p:spPr>
            <a:xfrm>
              <a:off x="-1691615" y="1874149"/>
              <a:ext cx="79825" cy="89267"/>
            </a:xfrm>
            <a:custGeom>
              <a:rect b="b" l="l" r="r" t="t"/>
              <a:pathLst>
                <a:path extrusionOk="0" h="1560" w="1395">
                  <a:moveTo>
                    <a:pt x="750" y="135"/>
                  </a:moveTo>
                  <a:cubicBezTo>
                    <a:pt x="896" y="145"/>
                    <a:pt x="1025" y="225"/>
                    <a:pt x="1119" y="351"/>
                  </a:cubicBezTo>
                  <a:cubicBezTo>
                    <a:pt x="1213" y="483"/>
                    <a:pt x="1258" y="650"/>
                    <a:pt x="1244" y="825"/>
                  </a:cubicBezTo>
                  <a:cubicBezTo>
                    <a:pt x="1215" y="1168"/>
                    <a:pt x="968" y="1428"/>
                    <a:pt x="681" y="1428"/>
                  </a:cubicBezTo>
                  <a:cubicBezTo>
                    <a:pt x="668" y="1428"/>
                    <a:pt x="655" y="1428"/>
                    <a:pt x="642" y="1427"/>
                  </a:cubicBezTo>
                  <a:cubicBezTo>
                    <a:pt x="499" y="1413"/>
                    <a:pt x="370" y="1336"/>
                    <a:pt x="276" y="1208"/>
                  </a:cubicBezTo>
                  <a:cubicBezTo>
                    <a:pt x="182" y="1079"/>
                    <a:pt x="136" y="908"/>
                    <a:pt x="150" y="734"/>
                  </a:cubicBezTo>
                  <a:cubicBezTo>
                    <a:pt x="165" y="560"/>
                    <a:pt x="237" y="402"/>
                    <a:pt x="353" y="288"/>
                  </a:cubicBezTo>
                  <a:cubicBezTo>
                    <a:pt x="454" y="187"/>
                    <a:pt x="583" y="135"/>
                    <a:pt x="712" y="135"/>
                  </a:cubicBezTo>
                  <a:close/>
                  <a:moveTo>
                    <a:pt x="717" y="0"/>
                  </a:moveTo>
                  <a:cubicBezTo>
                    <a:pt x="550" y="0"/>
                    <a:pt x="389" y="66"/>
                    <a:pt x="258" y="193"/>
                  </a:cubicBezTo>
                  <a:cubicBezTo>
                    <a:pt x="123" y="330"/>
                    <a:pt x="36" y="518"/>
                    <a:pt x="18" y="724"/>
                  </a:cubicBezTo>
                  <a:cubicBezTo>
                    <a:pt x="1" y="929"/>
                    <a:pt x="57" y="1131"/>
                    <a:pt x="168" y="1288"/>
                  </a:cubicBezTo>
                  <a:cubicBezTo>
                    <a:pt x="287" y="1444"/>
                    <a:pt x="450" y="1542"/>
                    <a:pt x="631" y="1560"/>
                  </a:cubicBezTo>
                  <a:lnTo>
                    <a:pt x="684" y="1560"/>
                  </a:lnTo>
                  <a:cubicBezTo>
                    <a:pt x="1035" y="1560"/>
                    <a:pt x="1342" y="1246"/>
                    <a:pt x="1377" y="838"/>
                  </a:cubicBezTo>
                  <a:cubicBezTo>
                    <a:pt x="1395" y="632"/>
                    <a:pt x="1339" y="431"/>
                    <a:pt x="1228" y="274"/>
                  </a:cubicBezTo>
                  <a:cubicBezTo>
                    <a:pt x="1109" y="114"/>
                    <a:pt x="945" y="19"/>
                    <a:pt x="763" y="2"/>
                  </a:cubicBezTo>
                  <a:cubicBezTo>
                    <a:pt x="748" y="1"/>
                    <a:pt x="732" y="0"/>
                    <a:pt x="71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9" name="Google Shape;1399;p41"/>
            <p:cNvSpPr/>
            <p:nvPr/>
          </p:nvSpPr>
          <p:spPr>
            <a:xfrm>
              <a:off x="-1778136" y="1853778"/>
              <a:ext cx="81828" cy="89324"/>
            </a:xfrm>
            <a:custGeom>
              <a:rect b="b" l="l" r="r" t="t"/>
              <a:pathLst>
                <a:path extrusionOk="0" h="1561" w="1430">
                  <a:moveTo>
                    <a:pt x="728" y="131"/>
                  </a:moveTo>
                  <a:cubicBezTo>
                    <a:pt x="743" y="131"/>
                    <a:pt x="757" y="131"/>
                    <a:pt x="767" y="135"/>
                  </a:cubicBezTo>
                  <a:cubicBezTo>
                    <a:pt x="1070" y="160"/>
                    <a:pt x="1289" y="470"/>
                    <a:pt x="1262" y="825"/>
                  </a:cubicBezTo>
                  <a:cubicBezTo>
                    <a:pt x="1248" y="999"/>
                    <a:pt x="1175" y="1156"/>
                    <a:pt x="1059" y="1271"/>
                  </a:cubicBezTo>
                  <a:cubicBezTo>
                    <a:pt x="957" y="1371"/>
                    <a:pt x="834" y="1426"/>
                    <a:pt x="704" y="1426"/>
                  </a:cubicBezTo>
                  <a:cubicBezTo>
                    <a:pt x="689" y="1426"/>
                    <a:pt x="674" y="1426"/>
                    <a:pt x="659" y="1424"/>
                  </a:cubicBezTo>
                  <a:cubicBezTo>
                    <a:pt x="360" y="1400"/>
                    <a:pt x="136" y="1090"/>
                    <a:pt x="168" y="734"/>
                  </a:cubicBezTo>
                  <a:cubicBezTo>
                    <a:pt x="196" y="393"/>
                    <a:pt x="443" y="131"/>
                    <a:pt x="728" y="131"/>
                  </a:cubicBezTo>
                  <a:close/>
                  <a:moveTo>
                    <a:pt x="728" y="0"/>
                  </a:moveTo>
                  <a:cubicBezTo>
                    <a:pt x="376" y="0"/>
                    <a:pt x="69" y="314"/>
                    <a:pt x="35" y="724"/>
                  </a:cubicBezTo>
                  <a:cubicBezTo>
                    <a:pt x="1" y="1152"/>
                    <a:pt x="276" y="1525"/>
                    <a:pt x="649" y="1557"/>
                  </a:cubicBezTo>
                  <a:cubicBezTo>
                    <a:pt x="666" y="1557"/>
                    <a:pt x="683" y="1560"/>
                    <a:pt x="701" y="1560"/>
                  </a:cubicBezTo>
                  <a:cubicBezTo>
                    <a:pt x="865" y="1560"/>
                    <a:pt x="1025" y="1490"/>
                    <a:pt x="1151" y="1365"/>
                  </a:cubicBezTo>
                  <a:cubicBezTo>
                    <a:pt x="1289" y="1229"/>
                    <a:pt x="1376" y="1041"/>
                    <a:pt x="1394" y="835"/>
                  </a:cubicBezTo>
                  <a:cubicBezTo>
                    <a:pt x="1429" y="407"/>
                    <a:pt x="1154" y="34"/>
                    <a:pt x="778" y="2"/>
                  </a:cubicBezTo>
                  <a:cubicBezTo>
                    <a:pt x="761" y="1"/>
                    <a:pt x="745" y="0"/>
                    <a:pt x="72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0" name="Google Shape;1400;p41"/>
            <p:cNvSpPr/>
            <p:nvPr/>
          </p:nvSpPr>
          <p:spPr>
            <a:xfrm>
              <a:off x="-1704090" y="1894806"/>
              <a:ext cx="22832" cy="11273"/>
            </a:xfrm>
            <a:custGeom>
              <a:rect b="b" l="l" r="r" t="t"/>
              <a:pathLst>
                <a:path extrusionOk="0" h="197" w="399">
                  <a:moveTo>
                    <a:pt x="133" y="0"/>
                  </a:moveTo>
                  <a:cubicBezTo>
                    <a:pt x="108" y="0"/>
                    <a:pt x="83" y="4"/>
                    <a:pt x="58" y="10"/>
                  </a:cubicBezTo>
                  <a:cubicBezTo>
                    <a:pt x="1" y="23"/>
                    <a:pt x="16" y="106"/>
                    <a:pt x="68" y="106"/>
                  </a:cubicBezTo>
                  <a:cubicBezTo>
                    <a:pt x="72" y="106"/>
                    <a:pt x="77" y="106"/>
                    <a:pt x="82" y="104"/>
                  </a:cubicBezTo>
                  <a:cubicBezTo>
                    <a:pt x="98" y="101"/>
                    <a:pt x="113" y="99"/>
                    <a:pt x="129" y="99"/>
                  </a:cubicBezTo>
                  <a:cubicBezTo>
                    <a:pt x="189" y="99"/>
                    <a:pt x="249" y="125"/>
                    <a:pt x="285" y="174"/>
                  </a:cubicBezTo>
                  <a:cubicBezTo>
                    <a:pt x="296" y="190"/>
                    <a:pt x="312" y="197"/>
                    <a:pt x="328" y="197"/>
                  </a:cubicBezTo>
                  <a:cubicBezTo>
                    <a:pt x="364" y="197"/>
                    <a:pt x="399" y="162"/>
                    <a:pt x="372" y="125"/>
                  </a:cubicBezTo>
                  <a:cubicBezTo>
                    <a:pt x="314" y="46"/>
                    <a:pt x="226" y="0"/>
                    <a:pt x="13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1" name="Google Shape;1401;p41"/>
            <p:cNvSpPr/>
            <p:nvPr/>
          </p:nvSpPr>
          <p:spPr>
            <a:xfrm>
              <a:off x="-1825173" y="1843878"/>
              <a:ext cx="58825" cy="38854"/>
            </a:xfrm>
            <a:custGeom>
              <a:rect b="b" l="l" r="r" t="t"/>
              <a:pathLst>
                <a:path extrusionOk="0" h="679" w="1028">
                  <a:moveTo>
                    <a:pt x="75" y="0"/>
                  </a:moveTo>
                  <a:cubicBezTo>
                    <a:pt x="21" y="0"/>
                    <a:pt x="1" y="86"/>
                    <a:pt x="59" y="99"/>
                  </a:cubicBezTo>
                  <a:cubicBezTo>
                    <a:pt x="411" y="172"/>
                    <a:pt x="707" y="364"/>
                    <a:pt x="916" y="656"/>
                  </a:cubicBezTo>
                  <a:cubicBezTo>
                    <a:pt x="927" y="672"/>
                    <a:pt x="942" y="678"/>
                    <a:pt x="956" y="678"/>
                  </a:cubicBezTo>
                  <a:cubicBezTo>
                    <a:pt x="992" y="678"/>
                    <a:pt x="1027" y="641"/>
                    <a:pt x="1000" y="604"/>
                  </a:cubicBezTo>
                  <a:cubicBezTo>
                    <a:pt x="781" y="294"/>
                    <a:pt x="463" y="82"/>
                    <a:pt x="87" y="1"/>
                  </a:cubicBezTo>
                  <a:cubicBezTo>
                    <a:pt x="83" y="1"/>
                    <a:pt x="79" y="0"/>
                    <a:pt x="7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2" name="Google Shape;1402;p41"/>
            <p:cNvSpPr/>
            <p:nvPr/>
          </p:nvSpPr>
          <p:spPr>
            <a:xfrm>
              <a:off x="-2316084" y="2772657"/>
              <a:ext cx="668588" cy="404964"/>
            </a:xfrm>
            <a:custGeom>
              <a:rect b="b" l="l" r="r" t="t"/>
              <a:pathLst>
                <a:path extrusionOk="0" h="7077" w="11684">
                  <a:moveTo>
                    <a:pt x="2008" y="1"/>
                  </a:moveTo>
                  <a:cubicBezTo>
                    <a:pt x="2008" y="1"/>
                    <a:pt x="216" y="3189"/>
                    <a:pt x="77" y="5332"/>
                  </a:cubicBezTo>
                  <a:cubicBezTo>
                    <a:pt x="1" y="6508"/>
                    <a:pt x="2821" y="7077"/>
                    <a:pt x="5616" y="7077"/>
                  </a:cubicBezTo>
                  <a:cubicBezTo>
                    <a:pt x="7907" y="7077"/>
                    <a:pt x="10182" y="6695"/>
                    <a:pt x="10833" y="5952"/>
                  </a:cubicBezTo>
                  <a:cubicBezTo>
                    <a:pt x="11684" y="4984"/>
                    <a:pt x="9276" y="283"/>
                    <a:pt x="9276" y="283"/>
                  </a:cubicBezTo>
                  <a:cubicBezTo>
                    <a:pt x="9276" y="283"/>
                    <a:pt x="7864" y="886"/>
                    <a:pt x="5899" y="886"/>
                  </a:cubicBezTo>
                  <a:cubicBezTo>
                    <a:pt x="4736" y="886"/>
                    <a:pt x="3379" y="675"/>
                    <a:pt x="200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3" name="Google Shape;1403;p41"/>
            <p:cNvSpPr/>
            <p:nvPr/>
          </p:nvSpPr>
          <p:spPr>
            <a:xfrm>
              <a:off x="-1800967" y="2936771"/>
              <a:ext cx="121998" cy="201309"/>
            </a:xfrm>
            <a:custGeom>
              <a:rect b="b" l="l" r="r" t="t"/>
              <a:pathLst>
                <a:path extrusionOk="0" h="3518" w="2132">
                  <a:moveTo>
                    <a:pt x="76" y="0"/>
                  </a:moveTo>
                  <a:cubicBezTo>
                    <a:pt x="37" y="0"/>
                    <a:pt x="0" y="25"/>
                    <a:pt x="6" y="74"/>
                  </a:cubicBezTo>
                  <a:cubicBezTo>
                    <a:pt x="156" y="1436"/>
                    <a:pt x="881" y="2690"/>
                    <a:pt x="1984" y="3502"/>
                  </a:cubicBezTo>
                  <a:cubicBezTo>
                    <a:pt x="1998" y="3513"/>
                    <a:pt x="2012" y="3517"/>
                    <a:pt x="2025" y="3517"/>
                  </a:cubicBezTo>
                  <a:cubicBezTo>
                    <a:pt x="2088" y="3517"/>
                    <a:pt x="2131" y="3415"/>
                    <a:pt x="2065" y="3366"/>
                  </a:cubicBezTo>
                  <a:cubicBezTo>
                    <a:pt x="1006" y="2593"/>
                    <a:pt x="305" y="1377"/>
                    <a:pt x="162" y="74"/>
                  </a:cubicBezTo>
                  <a:cubicBezTo>
                    <a:pt x="157" y="25"/>
                    <a:pt x="115" y="0"/>
                    <a:pt x="7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4" name="Google Shape;1404;p41"/>
            <p:cNvSpPr/>
            <p:nvPr/>
          </p:nvSpPr>
          <p:spPr>
            <a:xfrm>
              <a:off x="-2231166" y="2833026"/>
              <a:ext cx="464475" cy="59740"/>
            </a:xfrm>
            <a:custGeom>
              <a:rect b="b" l="l" r="r" t="t"/>
              <a:pathLst>
                <a:path extrusionOk="0" h="1044" w="8117">
                  <a:moveTo>
                    <a:pt x="102" y="1"/>
                  </a:moveTo>
                  <a:cubicBezTo>
                    <a:pt x="41" y="1"/>
                    <a:pt x="1" y="91"/>
                    <a:pt x="67" y="124"/>
                  </a:cubicBezTo>
                  <a:cubicBezTo>
                    <a:pt x="1333" y="737"/>
                    <a:pt x="2727" y="1043"/>
                    <a:pt x="4121" y="1043"/>
                  </a:cubicBezTo>
                  <a:cubicBezTo>
                    <a:pt x="5469" y="1043"/>
                    <a:pt x="6817" y="756"/>
                    <a:pt x="8050" y="182"/>
                  </a:cubicBezTo>
                  <a:cubicBezTo>
                    <a:pt x="8116" y="153"/>
                    <a:pt x="8076" y="63"/>
                    <a:pt x="8015" y="63"/>
                  </a:cubicBezTo>
                  <a:cubicBezTo>
                    <a:pt x="8005" y="63"/>
                    <a:pt x="7994" y="66"/>
                    <a:pt x="7984" y="71"/>
                  </a:cubicBezTo>
                  <a:cubicBezTo>
                    <a:pt x="6775" y="634"/>
                    <a:pt x="5451" y="914"/>
                    <a:pt x="4127" y="914"/>
                  </a:cubicBezTo>
                  <a:cubicBezTo>
                    <a:pt x="2753" y="914"/>
                    <a:pt x="1379" y="612"/>
                    <a:pt x="133" y="8"/>
                  </a:cubicBezTo>
                  <a:cubicBezTo>
                    <a:pt x="122" y="3"/>
                    <a:pt x="112" y="1"/>
                    <a:pt x="10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5" name="Google Shape;1405;p41"/>
            <p:cNvSpPr/>
            <p:nvPr/>
          </p:nvSpPr>
          <p:spPr>
            <a:xfrm>
              <a:off x="-1826088" y="2802412"/>
              <a:ext cx="20886" cy="54190"/>
            </a:xfrm>
            <a:custGeom>
              <a:rect b="b" l="l" r="r" t="t"/>
              <a:pathLst>
                <a:path extrusionOk="0" h="947" w="365">
                  <a:moveTo>
                    <a:pt x="90" y="1"/>
                  </a:moveTo>
                  <a:cubicBezTo>
                    <a:pt x="46" y="1"/>
                    <a:pt x="0" y="48"/>
                    <a:pt x="27" y="101"/>
                  </a:cubicBezTo>
                  <a:cubicBezTo>
                    <a:pt x="149" y="349"/>
                    <a:pt x="215" y="610"/>
                    <a:pt x="228" y="881"/>
                  </a:cubicBezTo>
                  <a:cubicBezTo>
                    <a:pt x="232" y="925"/>
                    <a:pt x="267" y="947"/>
                    <a:pt x="300" y="947"/>
                  </a:cubicBezTo>
                  <a:cubicBezTo>
                    <a:pt x="333" y="947"/>
                    <a:pt x="365" y="925"/>
                    <a:pt x="361" y="881"/>
                  </a:cubicBezTo>
                  <a:cubicBezTo>
                    <a:pt x="347" y="585"/>
                    <a:pt x="270" y="303"/>
                    <a:pt x="141" y="35"/>
                  </a:cubicBezTo>
                  <a:cubicBezTo>
                    <a:pt x="129" y="11"/>
                    <a:pt x="110" y="1"/>
                    <a:pt x="9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6" name="Google Shape;1406;p41"/>
            <p:cNvSpPr/>
            <p:nvPr/>
          </p:nvSpPr>
          <p:spPr>
            <a:xfrm>
              <a:off x="-2161240" y="2798464"/>
              <a:ext cx="25063" cy="64776"/>
            </a:xfrm>
            <a:custGeom>
              <a:rect b="b" l="l" r="r" t="t"/>
              <a:pathLst>
                <a:path extrusionOk="0" h="1132" w="438">
                  <a:moveTo>
                    <a:pt x="349" y="0"/>
                  </a:moveTo>
                  <a:cubicBezTo>
                    <a:pt x="329" y="0"/>
                    <a:pt x="310" y="10"/>
                    <a:pt x="298" y="34"/>
                  </a:cubicBezTo>
                  <a:cubicBezTo>
                    <a:pt x="148" y="365"/>
                    <a:pt x="51" y="707"/>
                    <a:pt x="6" y="1069"/>
                  </a:cubicBezTo>
                  <a:cubicBezTo>
                    <a:pt x="0" y="1111"/>
                    <a:pt x="31" y="1132"/>
                    <a:pt x="64" y="1132"/>
                  </a:cubicBezTo>
                  <a:cubicBezTo>
                    <a:pt x="97" y="1132"/>
                    <a:pt x="132" y="1111"/>
                    <a:pt x="138" y="1069"/>
                  </a:cubicBezTo>
                  <a:cubicBezTo>
                    <a:pt x="180" y="731"/>
                    <a:pt x="270" y="410"/>
                    <a:pt x="413" y="101"/>
                  </a:cubicBezTo>
                  <a:cubicBezTo>
                    <a:pt x="437" y="48"/>
                    <a:pt x="392" y="0"/>
                    <a:pt x="349" y="0"/>
                  </a:cubicBezTo>
                  <a:close/>
                </a:path>
              </a:pathLst>
            </a:custGeom>
            <a:solidFill>
              <a:srgbClr val="5364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7" name="Google Shape;1407;p41"/>
            <p:cNvSpPr/>
            <p:nvPr/>
          </p:nvSpPr>
          <p:spPr>
            <a:xfrm>
              <a:off x="-2033749" y="2824100"/>
              <a:ext cx="17396" cy="61858"/>
            </a:xfrm>
            <a:custGeom>
              <a:rect b="b" l="l" r="r" t="t"/>
              <a:pathLst>
                <a:path extrusionOk="0" h="1081" w="304">
                  <a:moveTo>
                    <a:pt x="224" y="1"/>
                  </a:moveTo>
                  <a:cubicBezTo>
                    <a:pt x="198" y="1"/>
                    <a:pt x="172" y="14"/>
                    <a:pt x="161" y="46"/>
                  </a:cubicBezTo>
                  <a:cubicBezTo>
                    <a:pt x="49" y="359"/>
                    <a:pt x="0" y="684"/>
                    <a:pt x="15" y="1015"/>
                  </a:cubicBezTo>
                  <a:cubicBezTo>
                    <a:pt x="16" y="1058"/>
                    <a:pt x="50" y="1080"/>
                    <a:pt x="83" y="1080"/>
                  </a:cubicBezTo>
                  <a:cubicBezTo>
                    <a:pt x="116" y="1080"/>
                    <a:pt x="149" y="1058"/>
                    <a:pt x="147" y="1015"/>
                  </a:cubicBezTo>
                  <a:cubicBezTo>
                    <a:pt x="133" y="694"/>
                    <a:pt x="182" y="384"/>
                    <a:pt x="286" y="81"/>
                  </a:cubicBezTo>
                  <a:cubicBezTo>
                    <a:pt x="303" y="32"/>
                    <a:pt x="264" y="1"/>
                    <a:pt x="224" y="1"/>
                  </a:cubicBezTo>
                  <a:close/>
                </a:path>
              </a:pathLst>
            </a:custGeom>
            <a:solidFill>
              <a:srgbClr val="5364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8" name="Google Shape;1408;p41"/>
            <p:cNvSpPr/>
            <p:nvPr/>
          </p:nvSpPr>
          <p:spPr>
            <a:xfrm>
              <a:off x="-1918102" y="2830909"/>
              <a:ext cx="32731" cy="32903"/>
            </a:xfrm>
            <a:custGeom>
              <a:rect b="b" l="l" r="r" t="t"/>
              <a:pathLst>
                <a:path extrusionOk="0" h="575" w="572">
                  <a:moveTo>
                    <a:pt x="286" y="0"/>
                  </a:moveTo>
                  <a:cubicBezTo>
                    <a:pt x="130" y="0"/>
                    <a:pt x="1" y="129"/>
                    <a:pt x="1" y="290"/>
                  </a:cubicBezTo>
                  <a:cubicBezTo>
                    <a:pt x="1" y="446"/>
                    <a:pt x="130" y="575"/>
                    <a:pt x="286" y="575"/>
                  </a:cubicBezTo>
                  <a:cubicBezTo>
                    <a:pt x="446" y="575"/>
                    <a:pt x="572" y="446"/>
                    <a:pt x="572" y="290"/>
                  </a:cubicBezTo>
                  <a:cubicBezTo>
                    <a:pt x="572" y="129"/>
                    <a:pt x="446" y="0"/>
                    <a:pt x="28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9" name="Google Shape;1409;p41"/>
            <p:cNvSpPr/>
            <p:nvPr/>
          </p:nvSpPr>
          <p:spPr>
            <a:xfrm>
              <a:off x="-2271622" y="2912165"/>
              <a:ext cx="134530" cy="126176"/>
            </a:xfrm>
            <a:custGeom>
              <a:rect b="b" l="l" r="r" t="t"/>
              <a:pathLst>
                <a:path extrusionOk="0" h="2205" w="2351">
                  <a:moveTo>
                    <a:pt x="2269" y="1"/>
                  </a:moveTo>
                  <a:cubicBezTo>
                    <a:pt x="2242" y="1"/>
                    <a:pt x="2215" y="14"/>
                    <a:pt x="2202" y="44"/>
                  </a:cubicBezTo>
                  <a:cubicBezTo>
                    <a:pt x="1836" y="949"/>
                    <a:pt x="1260" y="2073"/>
                    <a:pt x="140" y="2073"/>
                  </a:cubicBezTo>
                  <a:cubicBezTo>
                    <a:pt x="122" y="2073"/>
                    <a:pt x="103" y="2072"/>
                    <a:pt x="84" y="2072"/>
                  </a:cubicBezTo>
                  <a:cubicBezTo>
                    <a:pt x="83" y="2072"/>
                    <a:pt x="82" y="2072"/>
                    <a:pt x="81" y="2072"/>
                  </a:cubicBezTo>
                  <a:cubicBezTo>
                    <a:pt x="0" y="2072"/>
                    <a:pt x="1" y="2201"/>
                    <a:pt x="84" y="2204"/>
                  </a:cubicBezTo>
                  <a:cubicBezTo>
                    <a:pt x="103" y="2204"/>
                    <a:pt x="123" y="2205"/>
                    <a:pt x="142" y="2205"/>
                  </a:cubicBezTo>
                  <a:cubicBezTo>
                    <a:pt x="1327" y="2205"/>
                    <a:pt x="1944" y="1039"/>
                    <a:pt x="2332" y="79"/>
                  </a:cubicBezTo>
                  <a:cubicBezTo>
                    <a:pt x="2351" y="32"/>
                    <a:pt x="2310" y="1"/>
                    <a:pt x="2269" y="1"/>
                  </a:cubicBezTo>
                  <a:close/>
                </a:path>
              </a:pathLst>
            </a:custGeom>
            <a:solidFill>
              <a:srgbClr val="5364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0" name="Google Shape;1410;p41"/>
            <p:cNvSpPr/>
            <p:nvPr/>
          </p:nvSpPr>
          <p:spPr>
            <a:xfrm>
              <a:off x="-1687839" y="2332043"/>
              <a:ext cx="21230" cy="113243"/>
            </a:xfrm>
            <a:custGeom>
              <a:rect b="b" l="l" r="r" t="t"/>
              <a:pathLst>
                <a:path extrusionOk="0" h="1979" w="371">
                  <a:moveTo>
                    <a:pt x="291" y="0"/>
                  </a:moveTo>
                  <a:cubicBezTo>
                    <a:pt x="265" y="0"/>
                    <a:pt x="238" y="14"/>
                    <a:pt x="227" y="45"/>
                  </a:cubicBezTo>
                  <a:cubicBezTo>
                    <a:pt x="28" y="658"/>
                    <a:pt x="1" y="1300"/>
                    <a:pt x="140" y="1930"/>
                  </a:cubicBezTo>
                  <a:cubicBezTo>
                    <a:pt x="148" y="1964"/>
                    <a:pt x="172" y="1979"/>
                    <a:pt x="199" y="1979"/>
                  </a:cubicBezTo>
                  <a:cubicBezTo>
                    <a:pt x="238" y="1979"/>
                    <a:pt x="280" y="1946"/>
                    <a:pt x="269" y="1896"/>
                  </a:cubicBezTo>
                  <a:cubicBezTo>
                    <a:pt x="133" y="1290"/>
                    <a:pt x="165" y="673"/>
                    <a:pt x="356" y="81"/>
                  </a:cubicBezTo>
                  <a:cubicBezTo>
                    <a:pt x="371" y="32"/>
                    <a:pt x="331" y="0"/>
                    <a:pt x="291" y="0"/>
                  </a:cubicBezTo>
                  <a:close/>
                </a:path>
              </a:pathLst>
            </a:custGeom>
            <a:solidFill>
              <a:srgbClr val="0B2A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1" name="Google Shape;1411;p41"/>
            <p:cNvSpPr/>
            <p:nvPr/>
          </p:nvSpPr>
          <p:spPr>
            <a:xfrm>
              <a:off x="-1973207" y="2636696"/>
              <a:ext cx="181109" cy="21973"/>
            </a:xfrm>
            <a:custGeom>
              <a:rect b="b" l="l" r="r" t="t"/>
              <a:pathLst>
                <a:path extrusionOk="0" h="384" w="3165">
                  <a:moveTo>
                    <a:pt x="3080" y="0"/>
                  </a:moveTo>
                  <a:cubicBezTo>
                    <a:pt x="3073" y="0"/>
                    <a:pt x="3066" y="1"/>
                    <a:pt x="3058" y="4"/>
                  </a:cubicBezTo>
                  <a:cubicBezTo>
                    <a:pt x="2518" y="169"/>
                    <a:pt x="1963" y="252"/>
                    <a:pt x="1406" y="252"/>
                  </a:cubicBezTo>
                  <a:cubicBezTo>
                    <a:pt x="973" y="252"/>
                    <a:pt x="540" y="202"/>
                    <a:pt x="113" y="101"/>
                  </a:cubicBezTo>
                  <a:cubicBezTo>
                    <a:pt x="107" y="100"/>
                    <a:pt x="101" y="99"/>
                    <a:pt x="95" y="99"/>
                  </a:cubicBezTo>
                  <a:cubicBezTo>
                    <a:pt x="25" y="99"/>
                    <a:pt x="1" y="207"/>
                    <a:pt x="78" y="227"/>
                  </a:cubicBezTo>
                  <a:cubicBezTo>
                    <a:pt x="517" y="331"/>
                    <a:pt x="963" y="384"/>
                    <a:pt x="1409" y="384"/>
                  </a:cubicBezTo>
                  <a:cubicBezTo>
                    <a:pt x="1976" y="384"/>
                    <a:pt x="2542" y="299"/>
                    <a:pt x="3092" y="130"/>
                  </a:cubicBezTo>
                  <a:cubicBezTo>
                    <a:pt x="3164" y="108"/>
                    <a:pt x="3144" y="0"/>
                    <a:pt x="3080" y="0"/>
                  </a:cubicBezTo>
                  <a:close/>
                </a:path>
              </a:pathLst>
            </a:custGeom>
            <a:solidFill>
              <a:srgbClr val="0B2A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2" name="Google Shape;1412;p41"/>
            <p:cNvSpPr/>
            <p:nvPr/>
          </p:nvSpPr>
          <p:spPr>
            <a:xfrm>
              <a:off x="-2589837" y="4947569"/>
              <a:ext cx="183112" cy="310089"/>
            </a:xfrm>
            <a:custGeom>
              <a:rect b="b" l="l" r="r" t="t"/>
              <a:pathLst>
                <a:path extrusionOk="0" h="5419" w="3200">
                  <a:moveTo>
                    <a:pt x="791" y="1"/>
                  </a:moveTo>
                  <a:lnTo>
                    <a:pt x="0" y="5384"/>
                  </a:lnTo>
                  <a:lnTo>
                    <a:pt x="1718" y="5419"/>
                  </a:lnTo>
                  <a:lnTo>
                    <a:pt x="3199" y="241"/>
                  </a:lnTo>
                  <a:lnTo>
                    <a:pt x="791" y="1"/>
                  </a:lnTo>
                  <a:close/>
                </a:path>
              </a:pathLst>
            </a:custGeom>
            <a:solidFill>
              <a:srgbClr val="B55A0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3" name="Google Shape;1413;p41"/>
            <p:cNvSpPr/>
            <p:nvPr/>
          </p:nvSpPr>
          <p:spPr>
            <a:xfrm>
              <a:off x="-2606775" y="5186245"/>
              <a:ext cx="441700" cy="214813"/>
            </a:xfrm>
            <a:custGeom>
              <a:rect b="b" l="l" r="r" t="t"/>
              <a:pathLst>
                <a:path extrusionOk="0" h="3754" w="7719">
                  <a:moveTo>
                    <a:pt x="2234" y="1"/>
                  </a:moveTo>
                  <a:cubicBezTo>
                    <a:pt x="1860" y="1"/>
                    <a:pt x="1683" y="1213"/>
                    <a:pt x="1683" y="1213"/>
                  </a:cubicBezTo>
                  <a:lnTo>
                    <a:pt x="624" y="1011"/>
                  </a:lnTo>
                  <a:cubicBezTo>
                    <a:pt x="624" y="1011"/>
                    <a:pt x="219" y="501"/>
                    <a:pt x="66" y="501"/>
                  </a:cubicBezTo>
                  <a:cubicBezTo>
                    <a:pt x="24" y="501"/>
                    <a:pt x="1" y="540"/>
                    <a:pt x="10" y="638"/>
                  </a:cubicBezTo>
                  <a:cubicBezTo>
                    <a:pt x="56" y="1095"/>
                    <a:pt x="345" y="3753"/>
                    <a:pt x="345" y="3753"/>
                  </a:cubicBezTo>
                  <a:lnTo>
                    <a:pt x="7718" y="3753"/>
                  </a:lnTo>
                  <a:cubicBezTo>
                    <a:pt x="7488" y="2576"/>
                    <a:pt x="6955" y="2235"/>
                    <a:pt x="6349" y="2196"/>
                  </a:cubicBezTo>
                  <a:cubicBezTo>
                    <a:pt x="5743" y="2158"/>
                    <a:pt x="3293" y="1600"/>
                    <a:pt x="3293" y="1600"/>
                  </a:cubicBezTo>
                  <a:cubicBezTo>
                    <a:pt x="3293" y="1600"/>
                    <a:pt x="2707" y="151"/>
                    <a:pt x="2293" y="11"/>
                  </a:cubicBezTo>
                  <a:cubicBezTo>
                    <a:pt x="2273" y="4"/>
                    <a:pt x="2253" y="1"/>
                    <a:pt x="223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4" name="Google Shape;1414;p41"/>
            <p:cNvSpPr/>
            <p:nvPr/>
          </p:nvSpPr>
          <p:spPr>
            <a:xfrm>
              <a:off x="-2596303" y="5308357"/>
              <a:ext cx="215443" cy="62315"/>
            </a:xfrm>
            <a:custGeom>
              <a:rect b="b" l="l" r="r" t="t"/>
              <a:pathLst>
                <a:path extrusionOk="0" h="1089" w="3765">
                  <a:moveTo>
                    <a:pt x="102" y="0"/>
                  </a:moveTo>
                  <a:cubicBezTo>
                    <a:pt x="28" y="0"/>
                    <a:pt x="1" y="119"/>
                    <a:pt x="82" y="138"/>
                  </a:cubicBezTo>
                  <a:cubicBezTo>
                    <a:pt x="636" y="266"/>
                    <a:pt x="1204" y="338"/>
                    <a:pt x="1773" y="338"/>
                  </a:cubicBezTo>
                  <a:cubicBezTo>
                    <a:pt x="1855" y="338"/>
                    <a:pt x="1937" y="337"/>
                    <a:pt x="2019" y="334"/>
                  </a:cubicBezTo>
                  <a:cubicBezTo>
                    <a:pt x="2210" y="327"/>
                    <a:pt x="2406" y="306"/>
                    <a:pt x="2600" y="306"/>
                  </a:cubicBezTo>
                  <a:cubicBezTo>
                    <a:pt x="2728" y="306"/>
                    <a:pt x="2855" y="315"/>
                    <a:pt x="2981" y="344"/>
                  </a:cubicBezTo>
                  <a:cubicBezTo>
                    <a:pt x="3305" y="414"/>
                    <a:pt x="3608" y="661"/>
                    <a:pt x="3580" y="1020"/>
                  </a:cubicBezTo>
                  <a:cubicBezTo>
                    <a:pt x="3577" y="1066"/>
                    <a:pt x="3610" y="1088"/>
                    <a:pt x="3645" y="1088"/>
                  </a:cubicBezTo>
                  <a:cubicBezTo>
                    <a:pt x="3680" y="1088"/>
                    <a:pt x="3716" y="1066"/>
                    <a:pt x="3720" y="1020"/>
                  </a:cubicBezTo>
                  <a:cubicBezTo>
                    <a:pt x="3765" y="408"/>
                    <a:pt x="3112" y="170"/>
                    <a:pt x="2608" y="170"/>
                  </a:cubicBezTo>
                  <a:cubicBezTo>
                    <a:pt x="2605" y="170"/>
                    <a:pt x="2601" y="170"/>
                    <a:pt x="2598" y="170"/>
                  </a:cubicBezTo>
                  <a:cubicBezTo>
                    <a:pt x="2283" y="170"/>
                    <a:pt x="1968" y="195"/>
                    <a:pt x="1651" y="195"/>
                  </a:cubicBezTo>
                  <a:cubicBezTo>
                    <a:pt x="1579" y="195"/>
                    <a:pt x="1506" y="194"/>
                    <a:pt x="1434" y="191"/>
                  </a:cubicBezTo>
                  <a:cubicBezTo>
                    <a:pt x="991" y="170"/>
                    <a:pt x="552" y="104"/>
                    <a:pt x="120" y="3"/>
                  </a:cubicBezTo>
                  <a:cubicBezTo>
                    <a:pt x="114" y="1"/>
                    <a:pt x="108" y="0"/>
                    <a:pt x="10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5" name="Google Shape;1415;p41"/>
            <p:cNvSpPr/>
            <p:nvPr/>
          </p:nvSpPr>
          <p:spPr>
            <a:xfrm>
              <a:off x="-2303209" y="5311218"/>
              <a:ext cx="62373" cy="66206"/>
            </a:xfrm>
            <a:custGeom>
              <a:rect b="b" l="l" r="r" t="t"/>
              <a:pathLst>
                <a:path extrusionOk="0" h="1157" w="1090">
                  <a:moveTo>
                    <a:pt x="1011" y="1"/>
                  </a:moveTo>
                  <a:cubicBezTo>
                    <a:pt x="1008" y="1"/>
                    <a:pt x="1005" y="1"/>
                    <a:pt x="1002" y="1"/>
                  </a:cubicBezTo>
                  <a:cubicBezTo>
                    <a:pt x="445" y="61"/>
                    <a:pt x="33" y="538"/>
                    <a:pt x="2" y="1088"/>
                  </a:cubicBezTo>
                  <a:cubicBezTo>
                    <a:pt x="1" y="1134"/>
                    <a:pt x="34" y="1157"/>
                    <a:pt x="70" y="1157"/>
                  </a:cubicBezTo>
                  <a:cubicBezTo>
                    <a:pt x="105" y="1157"/>
                    <a:pt x="141" y="1134"/>
                    <a:pt x="145" y="1088"/>
                  </a:cubicBezTo>
                  <a:cubicBezTo>
                    <a:pt x="169" y="618"/>
                    <a:pt x="522" y="193"/>
                    <a:pt x="1002" y="141"/>
                  </a:cubicBezTo>
                  <a:cubicBezTo>
                    <a:pt x="1086" y="130"/>
                    <a:pt x="1089" y="1"/>
                    <a:pt x="101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6" name="Google Shape;1416;p41"/>
            <p:cNvSpPr/>
            <p:nvPr/>
          </p:nvSpPr>
          <p:spPr>
            <a:xfrm>
              <a:off x="-2591210" y="5369471"/>
              <a:ext cx="418754" cy="12417"/>
            </a:xfrm>
            <a:custGeom>
              <a:rect b="b" l="l" r="r" t="t"/>
              <a:pathLst>
                <a:path extrusionOk="0" h="217" w="7318">
                  <a:moveTo>
                    <a:pt x="90" y="1"/>
                  </a:moveTo>
                  <a:cubicBezTo>
                    <a:pt x="0" y="1"/>
                    <a:pt x="0" y="141"/>
                    <a:pt x="90" y="141"/>
                  </a:cubicBezTo>
                  <a:cubicBezTo>
                    <a:pt x="2017" y="161"/>
                    <a:pt x="3948" y="182"/>
                    <a:pt x="5875" y="199"/>
                  </a:cubicBezTo>
                  <a:cubicBezTo>
                    <a:pt x="6324" y="207"/>
                    <a:pt x="6777" y="210"/>
                    <a:pt x="7227" y="217"/>
                  </a:cubicBezTo>
                  <a:cubicBezTo>
                    <a:pt x="7317" y="217"/>
                    <a:pt x="7317" y="78"/>
                    <a:pt x="7227" y="74"/>
                  </a:cubicBezTo>
                  <a:cubicBezTo>
                    <a:pt x="5296" y="57"/>
                    <a:pt x="3369" y="36"/>
                    <a:pt x="1439" y="15"/>
                  </a:cubicBezTo>
                  <a:cubicBezTo>
                    <a:pt x="989" y="11"/>
                    <a:pt x="540" y="4"/>
                    <a:pt x="9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7" name="Google Shape;1417;p41"/>
            <p:cNvSpPr/>
            <p:nvPr/>
          </p:nvSpPr>
          <p:spPr>
            <a:xfrm>
              <a:off x="-2589837" y="2968472"/>
              <a:ext cx="697714" cy="2068708"/>
            </a:xfrm>
            <a:custGeom>
              <a:rect b="b" l="l" r="r" t="t"/>
              <a:pathLst>
                <a:path extrusionOk="0" h="36152" w="12193">
                  <a:moveTo>
                    <a:pt x="5275" y="1"/>
                  </a:moveTo>
                  <a:lnTo>
                    <a:pt x="5275" y="1"/>
                  </a:lnTo>
                  <a:cubicBezTo>
                    <a:pt x="2736" y="11635"/>
                    <a:pt x="5656" y="16269"/>
                    <a:pt x="4969" y="19608"/>
                  </a:cubicBezTo>
                  <a:cubicBezTo>
                    <a:pt x="4767" y="20583"/>
                    <a:pt x="0" y="35747"/>
                    <a:pt x="0" y="35747"/>
                  </a:cubicBezTo>
                  <a:lnTo>
                    <a:pt x="3363" y="36151"/>
                  </a:lnTo>
                  <a:cubicBezTo>
                    <a:pt x="3363" y="36151"/>
                    <a:pt x="9489" y="23266"/>
                    <a:pt x="10426" y="21447"/>
                  </a:cubicBezTo>
                  <a:cubicBezTo>
                    <a:pt x="11363" y="19628"/>
                    <a:pt x="12192" y="4018"/>
                    <a:pt x="12192" y="4018"/>
                  </a:cubicBezTo>
                  <a:lnTo>
                    <a:pt x="527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8" name="Google Shape;1418;p41"/>
            <p:cNvSpPr/>
            <p:nvPr/>
          </p:nvSpPr>
          <p:spPr>
            <a:xfrm>
              <a:off x="-2120784" y="4151032"/>
              <a:ext cx="122399" cy="39598"/>
            </a:xfrm>
            <a:custGeom>
              <a:rect b="b" l="l" r="r" t="t"/>
              <a:pathLst>
                <a:path extrusionOk="0" h="692" w="2139">
                  <a:moveTo>
                    <a:pt x="118" y="1"/>
                  </a:moveTo>
                  <a:cubicBezTo>
                    <a:pt x="55" y="1"/>
                    <a:pt x="0" y="81"/>
                    <a:pt x="58" y="133"/>
                  </a:cubicBezTo>
                  <a:cubicBezTo>
                    <a:pt x="481" y="497"/>
                    <a:pt x="1018" y="692"/>
                    <a:pt x="1567" y="692"/>
                  </a:cubicBezTo>
                  <a:cubicBezTo>
                    <a:pt x="1727" y="692"/>
                    <a:pt x="1888" y="675"/>
                    <a:pt x="2047" y="642"/>
                  </a:cubicBezTo>
                  <a:cubicBezTo>
                    <a:pt x="2139" y="622"/>
                    <a:pt x="2108" y="490"/>
                    <a:pt x="2024" y="490"/>
                  </a:cubicBezTo>
                  <a:cubicBezTo>
                    <a:pt x="2018" y="490"/>
                    <a:pt x="2012" y="491"/>
                    <a:pt x="2006" y="492"/>
                  </a:cubicBezTo>
                  <a:cubicBezTo>
                    <a:pt x="1858" y="524"/>
                    <a:pt x="1709" y="539"/>
                    <a:pt x="1561" y="539"/>
                  </a:cubicBezTo>
                  <a:cubicBezTo>
                    <a:pt x="1054" y="539"/>
                    <a:pt x="557" y="358"/>
                    <a:pt x="169" y="21"/>
                  </a:cubicBezTo>
                  <a:cubicBezTo>
                    <a:pt x="153" y="7"/>
                    <a:pt x="135" y="1"/>
                    <a:pt x="11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9" name="Google Shape;1419;p41"/>
            <p:cNvSpPr/>
            <p:nvPr/>
          </p:nvSpPr>
          <p:spPr>
            <a:xfrm>
              <a:off x="-1942135" y="3004408"/>
              <a:ext cx="72844" cy="731361"/>
            </a:xfrm>
            <a:custGeom>
              <a:rect b="b" l="l" r="r" t="t"/>
              <a:pathLst>
                <a:path extrusionOk="0" h="12781" w="1273">
                  <a:moveTo>
                    <a:pt x="1195" y="1"/>
                  </a:moveTo>
                  <a:cubicBezTo>
                    <a:pt x="1156" y="1"/>
                    <a:pt x="1116" y="26"/>
                    <a:pt x="1114" y="77"/>
                  </a:cubicBezTo>
                  <a:cubicBezTo>
                    <a:pt x="995" y="3418"/>
                    <a:pt x="706" y="6759"/>
                    <a:pt x="333" y="10080"/>
                  </a:cubicBezTo>
                  <a:cubicBezTo>
                    <a:pt x="236" y="10948"/>
                    <a:pt x="131" y="11815"/>
                    <a:pt x="9" y="12683"/>
                  </a:cubicBezTo>
                  <a:cubicBezTo>
                    <a:pt x="1" y="12742"/>
                    <a:pt x="52" y="12780"/>
                    <a:pt x="97" y="12780"/>
                  </a:cubicBezTo>
                  <a:cubicBezTo>
                    <a:pt x="126" y="12780"/>
                    <a:pt x="153" y="12764"/>
                    <a:pt x="159" y="12725"/>
                  </a:cubicBezTo>
                  <a:cubicBezTo>
                    <a:pt x="630" y="9390"/>
                    <a:pt x="926" y="6024"/>
                    <a:pt x="1138" y="2665"/>
                  </a:cubicBezTo>
                  <a:cubicBezTo>
                    <a:pt x="1194" y="1801"/>
                    <a:pt x="1239" y="941"/>
                    <a:pt x="1270" y="77"/>
                  </a:cubicBezTo>
                  <a:cubicBezTo>
                    <a:pt x="1272" y="26"/>
                    <a:pt x="1234" y="1"/>
                    <a:pt x="119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0" name="Google Shape;1420;p41"/>
            <p:cNvSpPr/>
            <p:nvPr/>
          </p:nvSpPr>
          <p:spPr>
            <a:xfrm>
              <a:off x="-1927257" y="3013506"/>
              <a:ext cx="47037" cy="148378"/>
            </a:xfrm>
            <a:custGeom>
              <a:rect b="b" l="l" r="r" t="t"/>
              <a:pathLst>
                <a:path extrusionOk="0" h="2593" w="822">
                  <a:moveTo>
                    <a:pt x="215" y="1"/>
                  </a:moveTo>
                  <a:cubicBezTo>
                    <a:pt x="176" y="1"/>
                    <a:pt x="134" y="25"/>
                    <a:pt x="129" y="74"/>
                  </a:cubicBezTo>
                  <a:cubicBezTo>
                    <a:pt x="66" y="653"/>
                    <a:pt x="0" y="1259"/>
                    <a:pt x="39" y="1844"/>
                  </a:cubicBezTo>
                  <a:cubicBezTo>
                    <a:pt x="64" y="2198"/>
                    <a:pt x="253" y="2593"/>
                    <a:pt x="639" y="2593"/>
                  </a:cubicBezTo>
                  <a:cubicBezTo>
                    <a:pt x="668" y="2593"/>
                    <a:pt x="698" y="2591"/>
                    <a:pt x="729" y="2586"/>
                  </a:cubicBezTo>
                  <a:cubicBezTo>
                    <a:pt x="821" y="2573"/>
                    <a:pt x="787" y="2436"/>
                    <a:pt x="699" y="2436"/>
                  </a:cubicBezTo>
                  <a:cubicBezTo>
                    <a:pt x="695" y="2436"/>
                    <a:pt x="691" y="2436"/>
                    <a:pt x="687" y="2437"/>
                  </a:cubicBezTo>
                  <a:cubicBezTo>
                    <a:pt x="669" y="2439"/>
                    <a:pt x="653" y="2440"/>
                    <a:pt x="636" y="2440"/>
                  </a:cubicBezTo>
                  <a:cubicBezTo>
                    <a:pt x="423" y="2440"/>
                    <a:pt x="275" y="2237"/>
                    <a:pt x="223" y="2046"/>
                  </a:cubicBezTo>
                  <a:cubicBezTo>
                    <a:pt x="171" y="1844"/>
                    <a:pt x="192" y="1621"/>
                    <a:pt x="195" y="1412"/>
                  </a:cubicBezTo>
                  <a:cubicBezTo>
                    <a:pt x="206" y="966"/>
                    <a:pt x="237" y="520"/>
                    <a:pt x="286" y="74"/>
                  </a:cubicBezTo>
                  <a:cubicBezTo>
                    <a:pt x="291" y="25"/>
                    <a:pt x="255" y="1"/>
                    <a:pt x="21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1" name="Google Shape;1421;p41"/>
            <p:cNvSpPr/>
            <p:nvPr/>
          </p:nvSpPr>
          <p:spPr>
            <a:xfrm>
              <a:off x="-2542800" y="3395524"/>
              <a:ext cx="322678" cy="1577682"/>
            </a:xfrm>
            <a:custGeom>
              <a:rect b="b" l="l" r="r" t="t"/>
              <a:pathLst>
                <a:path extrusionOk="0" h="27571" w="5639">
                  <a:moveTo>
                    <a:pt x="4326" y="0"/>
                  </a:moveTo>
                  <a:cubicBezTo>
                    <a:pt x="4322" y="0"/>
                    <a:pt x="4318" y="1"/>
                    <a:pt x="4315" y="1"/>
                  </a:cubicBezTo>
                  <a:cubicBezTo>
                    <a:pt x="4265" y="8"/>
                    <a:pt x="4234" y="50"/>
                    <a:pt x="4238" y="99"/>
                  </a:cubicBezTo>
                  <a:cubicBezTo>
                    <a:pt x="4252" y="193"/>
                    <a:pt x="5464" y="9392"/>
                    <a:pt x="5168" y="12134"/>
                  </a:cubicBezTo>
                  <a:cubicBezTo>
                    <a:pt x="4872" y="14872"/>
                    <a:pt x="67" y="27326"/>
                    <a:pt x="18" y="27451"/>
                  </a:cubicBezTo>
                  <a:cubicBezTo>
                    <a:pt x="0" y="27497"/>
                    <a:pt x="25" y="27545"/>
                    <a:pt x="67" y="27563"/>
                  </a:cubicBezTo>
                  <a:cubicBezTo>
                    <a:pt x="77" y="27566"/>
                    <a:pt x="88" y="27570"/>
                    <a:pt x="98" y="27570"/>
                  </a:cubicBezTo>
                  <a:cubicBezTo>
                    <a:pt x="133" y="27570"/>
                    <a:pt x="168" y="27549"/>
                    <a:pt x="182" y="27514"/>
                  </a:cubicBezTo>
                  <a:cubicBezTo>
                    <a:pt x="377" y="27002"/>
                    <a:pt x="5039" y="14914"/>
                    <a:pt x="5339" y="12151"/>
                  </a:cubicBezTo>
                  <a:cubicBezTo>
                    <a:pt x="5638" y="9392"/>
                    <a:pt x="4423" y="168"/>
                    <a:pt x="4412" y="74"/>
                  </a:cubicBezTo>
                  <a:cubicBezTo>
                    <a:pt x="4406" y="33"/>
                    <a:pt x="4367" y="0"/>
                    <a:pt x="432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2" name="Google Shape;1422;p41"/>
            <p:cNvSpPr/>
            <p:nvPr/>
          </p:nvSpPr>
          <p:spPr>
            <a:xfrm>
              <a:off x="-2617189" y="4943392"/>
              <a:ext cx="274210" cy="116906"/>
            </a:xfrm>
            <a:custGeom>
              <a:rect b="b" l="l" r="r" t="t"/>
              <a:pathLst>
                <a:path extrusionOk="0" h="2043" w="4792">
                  <a:moveTo>
                    <a:pt x="478" y="1"/>
                  </a:moveTo>
                  <a:lnTo>
                    <a:pt x="1" y="1527"/>
                  </a:lnTo>
                  <a:lnTo>
                    <a:pt x="4161" y="2042"/>
                  </a:lnTo>
                  <a:lnTo>
                    <a:pt x="4792" y="520"/>
                  </a:lnTo>
                  <a:lnTo>
                    <a:pt x="478"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3" name="Google Shape;1423;p41"/>
            <p:cNvSpPr/>
            <p:nvPr/>
          </p:nvSpPr>
          <p:spPr>
            <a:xfrm>
              <a:off x="-2540797" y="2078605"/>
              <a:ext cx="657658" cy="1658308"/>
            </a:xfrm>
            <a:custGeom>
              <a:rect b="b" l="l" r="r" t="t"/>
              <a:pathLst>
                <a:path extrusionOk="0" h="28980" w="11493">
                  <a:moveTo>
                    <a:pt x="10792" y="0"/>
                  </a:moveTo>
                  <a:cubicBezTo>
                    <a:pt x="10792" y="0"/>
                    <a:pt x="6255" y="1150"/>
                    <a:pt x="5882" y="1840"/>
                  </a:cubicBezTo>
                  <a:cubicBezTo>
                    <a:pt x="5510" y="2530"/>
                    <a:pt x="6057" y="8558"/>
                    <a:pt x="6091" y="9412"/>
                  </a:cubicBezTo>
                  <a:cubicBezTo>
                    <a:pt x="6129" y="10262"/>
                    <a:pt x="3506" y="15137"/>
                    <a:pt x="2938" y="16917"/>
                  </a:cubicBezTo>
                  <a:cubicBezTo>
                    <a:pt x="2370" y="18702"/>
                    <a:pt x="137" y="26019"/>
                    <a:pt x="67" y="27186"/>
                  </a:cubicBezTo>
                  <a:cubicBezTo>
                    <a:pt x="0" y="28254"/>
                    <a:pt x="6457" y="28980"/>
                    <a:pt x="8289" y="28980"/>
                  </a:cubicBezTo>
                  <a:cubicBezTo>
                    <a:pt x="8466" y="28980"/>
                    <a:pt x="8599" y="28973"/>
                    <a:pt x="8680" y="28959"/>
                  </a:cubicBezTo>
                  <a:cubicBezTo>
                    <a:pt x="9603" y="28806"/>
                    <a:pt x="9534" y="23381"/>
                    <a:pt x="9673" y="21148"/>
                  </a:cubicBezTo>
                  <a:cubicBezTo>
                    <a:pt x="9816" y="18914"/>
                    <a:pt x="9715" y="15252"/>
                    <a:pt x="9949" y="13705"/>
                  </a:cubicBezTo>
                  <a:cubicBezTo>
                    <a:pt x="10182" y="12161"/>
                    <a:pt x="10280" y="10907"/>
                    <a:pt x="10883" y="9056"/>
                  </a:cubicBezTo>
                  <a:cubicBezTo>
                    <a:pt x="11481" y="7207"/>
                    <a:pt x="11492" y="5583"/>
                    <a:pt x="11168" y="4624"/>
                  </a:cubicBezTo>
                  <a:cubicBezTo>
                    <a:pt x="10844" y="3666"/>
                    <a:pt x="10792" y="0"/>
                    <a:pt x="1079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4" name="Google Shape;1424;p41"/>
            <p:cNvSpPr/>
            <p:nvPr/>
          </p:nvSpPr>
          <p:spPr>
            <a:xfrm>
              <a:off x="-2523916" y="3569881"/>
              <a:ext cx="515346" cy="77994"/>
            </a:xfrm>
            <a:custGeom>
              <a:rect b="b" l="l" r="r" t="t"/>
              <a:pathLst>
                <a:path extrusionOk="0" h="1363" w="9006">
                  <a:moveTo>
                    <a:pt x="69" y="0"/>
                  </a:moveTo>
                  <a:cubicBezTo>
                    <a:pt x="18" y="0"/>
                    <a:pt x="1" y="85"/>
                    <a:pt x="58" y="104"/>
                  </a:cubicBezTo>
                  <a:cubicBezTo>
                    <a:pt x="2301" y="874"/>
                    <a:pt x="4685" y="1254"/>
                    <a:pt x="7055" y="1345"/>
                  </a:cubicBezTo>
                  <a:cubicBezTo>
                    <a:pt x="7368" y="1357"/>
                    <a:pt x="7683" y="1363"/>
                    <a:pt x="7997" y="1363"/>
                  </a:cubicBezTo>
                  <a:cubicBezTo>
                    <a:pt x="8311" y="1363"/>
                    <a:pt x="8626" y="1357"/>
                    <a:pt x="8939" y="1345"/>
                  </a:cubicBezTo>
                  <a:cubicBezTo>
                    <a:pt x="9004" y="1345"/>
                    <a:pt x="9006" y="1243"/>
                    <a:pt x="8943" y="1243"/>
                  </a:cubicBezTo>
                  <a:cubicBezTo>
                    <a:pt x="8942" y="1243"/>
                    <a:pt x="8940" y="1243"/>
                    <a:pt x="8939" y="1243"/>
                  </a:cubicBezTo>
                  <a:cubicBezTo>
                    <a:pt x="8627" y="1255"/>
                    <a:pt x="8313" y="1260"/>
                    <a:pt x="8000" y="1260"/>
                  </a:cubicBezTo>
                  <a:cubicBezTo>
                    <a:pt x="5983" y="1260"/>
                    <a:pt x="3955" y="1027"/>
                    <a:pt x="1999" y="557"/>
                  </a:cubicBezTo>
                  <a:cubicBezTo>
                    <a:pt x="1350" y="404"/>
                    <a:pt x="712" y="219"/>
                    <a:pt x="85" y="3"/>
                  </a:cubicBezTo>
                  <a:cubicBezTo>
                    <a:pt x="79" y="1"/>
                    <a:pt x="74" y="0"/>
                    <a:pt x="6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5" name="Google Shape;1425;p41"/>
            <p:cNvSpPr/>
            <p:nvPr/>
          </p:nvSpPr>
          <p:spPr>
            <a:xfrm>
              <a:off x="-2348186" y="3066380"/>
              <a:ext cx="239133" cy="228833"/>
            </a:xfrm>
            <a:custGeom>
              <a:rect b="b" l="l" r="r" t="t"/>
              <a:pathLst>
                <a:path extrusionOk="0" h="3999" w="4179">
                  <a:moveTo>
                    <a:pt x="980" y="1"/>
                  </a:moveTo>
                  <a:cubicBezTo>
                    <a:pt x="980" y="1"/>
                    <a:pt x="0" y="3840"/>
                    <a:pt x="1938" y="3994"/>
                  </a:cubicBezTo>
                  <a:cubicBezTo>
                    <a:pt x="1981" y="3997"/>
                    <a:pt x="2023" y="3999"/>
                    <a:pt x="2065" y="3999"/>
                  </a:cubicBezTo>
                  <a:cubicBezTo>
                    <a:pt x="4041" y="3999"/>
                    <a:pt x="4178" y="251"/>
                    <a:pt x="4178" y="251"/>
                  </a:cubicBezTo>
                  <a:lnTo>
                    <a:pt x="980"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6" name="Google Shape;1426;p41"/>
            <p:cNvSpPr/>
            <p:nvPr/>
          </p:nvSpPr>
          <p:spPr>
            <a:xfrm>
              <a:off x="-2012405" y="2069793"/>
              <a:ext cx="123086" cy="529079"/>
            </a:xfrm>
            <a:custGeom>
              <a:rect b="b" l="l" r="r" t="t"/>
              <a:pathLst>
                <a:path extrusionOk="0" h="9246" w="2151">
                  <a:moveTo>
                    <a:pt x="1616" y="1"/>
                  </a:moveTo>
                  <a:cubicBezTo>
                    <a:pt x="1392" y="1"/>
                    <a:pt x="351" y="31"/>
                    <a:pt x="0" y="587"/>
                  </a:cubicBezTo>
                  <a:lnTo>
                    <a:pt x="332" y="3454"/>
                  </a:lnTo>
                  <a:lnTo>
                    <a:pt x="1324" y="3740"/>
                  </a:lnTo>
                  <a:lnTo>
                    <a:pt x="607" y="4569"/>
                  </a:lnTo>
                  <a:cubicBezTo>
                    <a:pt x="607" y="4569"/>
                    <a:pt x="1265" y="7182"/>
                    <a:pt x="959" y="8663"/>
                  </a:cubicBezTo>
                  <a:lnTo>
                    <a:pt x="1523" y="9245"/>
                  </a:lnTo>
                  <a:cubicBezTo>
                    <a:pt x="1523" y="9245"/>
                    <a:pt x="2143" y="8106"/>
                    <a:pt x="2146" y="6692"/>
                  </a:cubicBezTo>
                  <a:cubicBezTo>
                    <a:pt x="2150" y="5280"/>
                    <a:pt x="1509" y="1534"/>
                    <a:pt x="1659" y="1"/>
                  </a:cubicBezTo>
                  <a:cubicBezTo>
                    <a:pt x="1659" y="1"/>
                    <a:pt x="1644" y="1"/>
                    <a:pt x="161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7" name="Google Shape;1427;p41"/>
            <p:cNvSpPr/>
            <p:nvPr/>
          </p:nvSpPr>
          <p:spPr>
            <a:xfrm>
              <a:off x="-1803256" y="2131421"/>
              <a:ext cx="551339" cy="1502835"/>
            </a:xfrm>
            <a:custGeom>
              <a:rect b="b" l="l" r="r" t="t"/>
              <a:pathLst>
                <a:path extrusionOk="0" h="26263" w="9635">
                  <a:moveTo>
                    <a:pt x="565" y="1"/>
                  </a:moveTo>
                  <a:cubicBezTo>
                    <a:pt x="565" y="1"/>
                    <a:pt x="635" y="3579"/>
                    <a:pt x="1032" y="5486"/>
                  </a:cubicBezTo>
                  <a:cubicBezTo>
                    <a:pt x="1429" y="7388"/>
                    <a:pt x="70" y="9751"/>
                    <a:pt x="17" y="11179"/>
                  </a:cubicBezTo>
                  <a:cubicBezTo>
                    <a:pt x="1" y="11625"/>
                    <a:pt x="247" y="12520"/>
                    <a:pt x="600" y="13541"/>
                  </a:cubicBezTo>
                  <a:cubicBezTo>
                    <a:pt x="1373" y="15788"/>
                    <a:pt x="2642" y="18643"/>
                    <a:pt x="2642" y="18643"/>
                  </a:cubicBezTo>
                  <a:lnTo>
                    <a:pt x="4133" y="26263"/>
                  </a:lnTo>
                  <a:cubicBezTo>
                    <a:pt x="4133" y="26263"/>
                    <a:pt x="5718" y="26071"/>
                    <a:pt x="7342" y="25719"/>
                  </a:cubicBezTo>
                  <a:cubicBezTo>
                    <a:pt x="8108" y="25556"/>
                    <a:pt x="8352" y="25395"/>
                    <a:pt x="8973" y="25165"/>
                  </a:cubicBezTo>
                  <a:cubicBezTo>
                    <a:pt x="9537" y="24956"/>
                    <a:pt x="9634" y="24608"/>
                    <a:pt x="9634" y="24291"/>
                  </a:cubicBezTo>
                  <a:cubicBezTo>
                    <a:pt x="9634" y="24043"/>
                    <a:pt x="8039" y="20681"/>
                    <a:pt x="6896" y="17810"/>
                  </a:cubicBezTo>
                  <a:cubicBezTo>
                    <a:pt x="5757" y="14942"/>
                    <a:pt x="2785" y="10343"/>
                    <a:pt x="2836" y="8635"/>
                  </a:cubicBezTo>
                  <a:cubicBezTo>
                    <a:pt x="2886" y="6928"/>
                    <a:pt x="3816" y="4921"/>
                    <a:pt x="3478" y="3485"/>
                  </a:cubicBezTo>
                  <a:cubicBezTo>
                    <a:pt x="3199" y="2290"/>
                    <a:pt x="565" y="1"/>
                    <a:pt x="56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8" name="Google Shape;1428;p41"/>
            <p:cNvSpPr/>
            <p:nvPr/>
          </p:nvSpPr>
          <p:spPr>
            <a:xfrm>
              <a:off x="-1775332" y="2131421"/>
              <a:ext cx="77823" cy="423733"/>
            </a:xfrm>
            <a:custGeom>
              <a:rect b="b" l="l" r="r" t="t"/>
              <a:pathLst>
                <a:path extrusionOk="0" h="7405" w="1360">
                  <a:moveTo>
                    <a:pt x="77" y="1"/>
                  </a:moveTo>
                  <a:cubicBezTo>
                    <a:pt x="0" y="1154"/>
                    <a:pt x="35" y="2363"/>
                    <a:pt x="206" y="3307"/>
                  </a:cubicBezTo>
                  <a:cubicBezTo>
                    <a:pt x="377" y="4245"/>
                    <a:pt x="700" y="6520"/>
                    <a:pt x="488" y="7405"/>
                  </a:cubicBezTo>
                  <a:lnTo>
                    <a:pt x="1251" y="6869"/>
                  </a:lnTo>
                  <a:cubicBezTo>
                    <a:pt x="1251" y="6869"/>
                    <a:pt x="1359" y="5172"/>
                    <a:pt x="1251" y="4179"/>
                  </a:cubicBezTo>
                  <a:lnTo>
                    <a:pt x="893" y="3590"/>
                  </a:lnTo>
                  <a:lnTo>
                    <a:pt x="1216" y="3322"/>
                  </a:lnTo>
                  <a:lnTo>
                    <a:pt x="1021" y="882"/>
                  </a:lnTo>
                  <a:cubicBezTo>
                    <a:pt x="1021" y="882"/>
                    <a:pt x="833" y="147"/>
                    <a:pt x="7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9" name="Google Shape;1429;p41"/>
            <p:cNvSpPr/>
            <p:nvPr/>
          </p:nvSpPr>
          <p:spPr>
            <a:xfrm>
              <a:off x="-1760797" y="2521450"/>
              <a:ext cx="382361" cy="1014841"/>
            </a:xfrm>
            <a:custGeom>
              <a:rect b="b" l="l" r="r" t="t"/>
              <a:pathLst>
                <a:path extrusionOk="0" h="17735" w="6682">
                  <a:moveTo>
                    <a:pt x="798" y="1"/>
                  </a:moveTo>
                  <a:cubicBezTo>
                    <a:pt x="777" y="1"/>
                    <a:pt x="757" y="12"/>
                    <a:pt x="750" y="39"/>
                  </a:cubicBezTo>
                  <a:cubicBezTo>
                    <a:pt x="412" y="1335"/>
                    <a:pt x="70" y="2649"/>
                    <a:pt x="21" y="3993"/>
                  </a:cubicBezTo>
                  <a:cubicBezTo>
                    <a:pt x="1" y="4631"/>
                    <a:pt x="42" y="5276"/>
                    <a:pt x="189" y="5896"/>
                  </a:cubicBezTo>
                  <a:cubicBezTo>
                    <a:pt x="321" y="6436"/>
                    <a:pt x="544" y="6952"/>
                    <a:pt x="813" y="7436"/>
                  </a:cubicBezTo>
                  <a:cubicBezTo>
                    <a:pt x="1380" y="8471"/>
                    <a:pt x="2140" y="9387"/>
                    <a:pt x="2792" y="10370"/>
                  </a:cubicBezTo>
                  <a:cubicBezTo>
                    <a:pt x="3499" y="11444"/>
                    <a:pt x="4130" y="12565"/>
                    <a:pt x="4711" y="13712"/>
                  </a:cubicBezTo>
                  <a:cubicBezTo>
                    <a:pt x="5377" y="15022"/>
                    <a:pt x="5980" y="16363"/>
                    <a:pt x="6572" y="17708"/>
                  </a:cubicBezTo>
                  <a:cubicBezTo>
                    <a:pt x="6581" y="17727"/>
                    <a:pt x="6596" y="17734"/>
                    <a:pt x="6611" y="17734"/>
                  </a:cubicBezTo>
                  <a:cubicBezTo>
                    <a:pt x="6645" y="17734"/>
                    <a:pt x="6682" y="17697"/>
                    <a:pt x="6663" y="17656"/>
                  </a:cubicBezTo>
                  <a:cubicBezTo>
                    <a:pt x="5639" y="15328"/>
                    <a:pt x="4579" y="13007"/>
                    <a:pt x="3223" y="10851"/>
                  </a:cubicBezTo>
                  <a:cubicBezTo>
                    <a:pt x="2596" y="9858"/>
                    <a:pt x="1865" y="8938"/>
                    <a:pt x="1237" y="7948"/>
                  </a:cubicBezTo>
                  <a:cubicBezTo>
                    <a:pt x="927" y="7461"/>
                    <a:pt x="645" y="6949"/>
                    <a:pt x="450" y="6405"/>
                  </a:cubicBezTo>
                  <a:cubicBezTo>
                    <a:pt x="237" y="5809"/>
                    <a:pt x="144" y="5182"/>
                    <a:pt x="123" y="4551"/>
                  </a:cubicBezTo>
                  <a:cubicBezTo>
                    <a:pt x="77" y="3025"/>
                    <a:pt x="467" y="1530"/>
                    <a:pt x="851" y="66"/>
                  </a:cubicBezTo>
                  <a:cubicBezTo>
                    <a:pt x="862" y="27"/>
                    <a:pt x="829" y="1"/>
                    <a:pt x="79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0" name="Google Shape;1430;p41"/>
            <p:cNvSpPr/>
            <p:nvPr/>
          </p:nvSpPr>
          <p:spPr>
            <a:xfrm>
              <a:off x="-1418836" y="3484562"/>
              <a:ext cx="157419" cy="59626"/>
            </a:xfrm>
            <a:custGeom>
              <a:rect b="b" l="l" r="r" t="t"/>
              <a:pathLst>
                <a:path extrusionOk="0" h="1042" w="2751">
                  <a:moveTo>
                    <a:pt x="2680" y="0"/>
                  </a:moveTo>
                  <a:cubicBezTo>
                    <a:pt x="2671" y="0"/>
                    <a:pt x="2662" y="3"/>
                    <a:pt x="2652" y="10"/>
                  </a:cubicBezTo>
                  <a:cubicBezTo>
                    <a:pt x="1879" y="529"/>
                    <a:pt x="993" y="849"/>
                    <a:pt x="66" y="936"/>
                  </a:cubicBezTo>
                  <a:cubicBezTo>
                    <a:pt x="1" y="943"/>
                    <a:pt x="0" y="1041"/>
                    <a:pt x="63" y="1041"/>
                  </a:cubicBezTo>
                  <a:cubicBezTo>
                    <a:pt x="64" y="1041"/>
                    <a:pt x="65" y="1041"/>
                    <a:pt x="66" y="1041"/>
                  </a:cubicBezTo>
                  <a:cubicBezTo>
                    <a:pt x="1011" y="951"/>
                    <a:pt x="1917" y="630"/>
                    <a:pt x="2704" y="100"/>
                  </a:cubicBezTo>
                  <a:cubicBezTo>
                    <a:pt x="2751" y="68"/>
                    <a:pt x="2722" y="0"/>
                    <a:pt x="268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1" name="Google Shape;1431;p41"/>
            <p:cNvSpPr/>
            <p:nvPr/>
          </p:nvSpPr>
          <p:spPr>
            <a:xfrm>
              <a:off x="-1768980" y="2906271"/>
              <a:ext cx="385909" cy="727985"/>
            </a:xfrm>
            <a:custGeom>
              <a:rect b="b" l="l" r="r" t="t"/>
              <a:pathLst>
                <a:path extrusionOk="0" h="12722" w="6744">
                  <a:moveTo>
                    <a:pt x="1" y="0"/>
                  </a:moveTo>
                  <a:cubicBezTo>
                    <a:pt x="774" y="2247"/>
                    <a:pt x="2043" y="5102"/>
                    <a:pt x="2043" y="5102"/>
                  </a:cubicBezTo>
                  <a:lnTo>
                    <a:pt x="3534" y="12722"/>
                  </a:lnTo>
                  <a:cubicBezTo>
                    <a:pt x="3534" y="12722"/>
                    <a:pt x="5119" y="12530"/>
                    <a:pt x="6743" y="12178"/>
                  </a:cubicBezTo>
                  <a:cubicBezTo>
                    <a:pt x="6468" y="11565"/>
                    <a:pt x="6109" y="10767"/>
                    <a:pt x="5590" y="9593"/>
                  </a:cubicBezTo>
                  <a:cubicBezTo>
                    <a:pt x="4384" y="6858"/>
                    <a:pt x="394" y="610"/>
                    <a:pt x="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2" name="Google Shape;1432;p41"/>
            <p:cNvSpPr/>
            <p:nvPr/>
          </p:nvSpPr>
          <p:spPr>
            <a:xfrm>
              <a:off x="-2460628" y="2521850"/>
              <a:ext cx="330574" cy="1067371"/>
            </a:xfrm>
            <a:custGeom>
              <a:rect b="b" l="l" r="r" t="t"/>
              <a:pathLst>
                <a:path extrusionOk="0" h="18653" w="5777">
                  <a:moveTo>
                    <a:pt x="5712" y="1"/>
                  </a:moveTo>
                  <a:cubicBezTo>
                    <a:pt x="5692" y="1"/>
                    <a:pt x="5674" y="12"/>
                    <a:pt x="5669" y="38"/>
                  </a:cubicBezTo>
                  <a:cubicBezTo>
                    <a:pt x="5259" y="2597"/>
                    <a:pt x="4151" y="4956"/>
                    <a:pt x="3136" y="7314"/>
                  </a:cubicBezTo>
                  <a:cubicBezTo>
                    <a:pt x="2634" y="8485"/>
                    <a:pt x="2160" y="9663"/>
                    <a:pt x="1774" y="10875"/>
                  </a:cubicBezTo>
                  <a:cubicBezTo>
                    <a:pt x="1401" y="12029"/>
                    <a:pt x="1102" y="13203"/>
                    <a:pt x="843" y="14388"/>
                  </a:cubicBezTo>
                  <a:cubicBezTo>
                    <a:pt x="537" y="15781"/>
                    <a:pt x="283" y="17186"/>
                    <a:pt x="7" y="18587"/>
                  </a:cubicBezTo>
                  <a:cubicBezTo>
                    <a:pt x="1" y="18626"/>
                    <a:pt x="34" y="18652"/>
                    <a:pt x="64" y="18652"/>
                  </a:cubicBezTo>
                  <a:cubicBezTo>
                    <a:pt x="84" y="18652"/>
                    <a:pt x="103" y="18641"/>
                    <a:pt x="108" y="18614"/>
                  </a:cubicBezTo>
                  <a:cubicBezTo>
                    <a:pt x="586" y="16175"/>
                    <a:pt x="1007" y="13722"/>
                    <a:pt x="1735" y="11339"/>
                  </a:cubicBezTo>
                  <a:cubicBezTo>
                    <a:pt x="2488" y="8886"/>
                    <a:pt x="3628" y="6590"/>
                    <a:pt x="4565" y="4206"/>
                  </a:cubicBezTo>
                  <a:cubicBezTo>
                    <a:pt x="5095" y="2868"/>
                    <a:pt x="5540" y="1492"/>
                    <a:pt x="5770" y="67"/>
                  </a:cubicBezTo>
                  <a:cubicBezTo>
                    <a:pt x="5777" y="27"/>
                    <a:pt x="5743" y="1"/>
                    <a:pt x="571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3" name="Google Shape;1433;p41"/>
            <p:cNvSpPr/>
            <p:nvPr/>
          </p:nvSpPr>
          <p:spPr>
            <a:xfrm>
              <a:off x="-2070028" y="2473612"/>
              <a:ext cx="115761" cy="1172890"/>
            </a:xfrm>
            <a:custGeom>
              <a:rect b="b" l="l" r="r" t="t"/>
              <a:pathLst>
                <a:path extrusionOk="0" h="20497" w="2023">
                  <a:moveTo>
                    <a:pt x="1960" y="0"/>
                  </a:moveTo>
                  <a:cubicBezTo>
                    <a:pt x="1939" y="0"/>
                    <a:pt x="1919" y="12"/>
                    <a:pt x="1913" y="38"/>
                  </a:cubicBezTo>
                  <a:cubicBezTo>
                    <a:pt x="1401" y="2642"/>
                    <a:pt x="889" y="5251"/>
                    <a:pt x="578" y="7889"/>
                  </a:cubicBezTo>
                  <a:cubicBezTo>
                    <a:pt x="265" y="10548"/>
                    <a:pt x="133" y="13224"/>
                    <a:pt x="67" y="15900"/>
                  </a:cubicBezTo>
                  <a:cubicBezTo>
                    <a:pt x="32" y="17415"/>
                    <a:pt x="14" y="18931"/>
                    <a:pt x="1" y="20447"/>
                  </a:cubicBezTo>
                  <a:cubicBezTo>
                    <a:pt x="1" y="20480"/>
                    <a:pt x="26" y="20496"/>
                    <a:pt x="51" y="20496"/>
                  </a:cubicBezTo>
                  <a:cubicBezTo>
                    <a:pt x="77" y="20496"/>
                    <a:pt x="103" y="20480"/>
                    <a:pt x="105" y="20447"/>
                  </a:cubicBezTo>
                  <a:cubicBezTo>
                    <a:pt x="129" y="17781"/>
                    <a:pt x="157" y="15112"/>
                    <a:pt x="300" y="12450"/>
                  </a:cubicBezTo>
                  <a:cubicBezTo>
                    <a:pt x="443" y="9774"/>
                    <a:pt x="732" y="7116"/>
                    <a:pt x="1185" y="4471"/>
                  </a:cubicBezTo>
                  <a:cubicBezTo>
                    <a:pt x="1436" y="3000"/>
                    <a:pt x="1725" y="1529"/>
                    <a:pt x="2014" y="63"/>
                  </a:cubicBezTo>
                  <a:cubicBezTo>
                    <a:pt x="2023" y="25"/>
                    <a:pt x="1990" y="0"/>
                    <a:pt x="196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4" name="Google Shape;1434;p41"/>
            <p:cNvSpPr/>
            <p:nvPr/>
          </p:nvSpPr>
          <p:spPr>
            <a:xfrm>
              <a:off x="-1471309" y="2201118"/>
              <a:ext cx="60541" cy="130410"/>
            </a:xfrm>
            <a:custGeom>
              <a:rect b="b" l="l" r="r" t="t"/>
              <a:pathLst>
                <a:path extrusionOk="0" h="2279" w="1058">
                  <a:moveTo>
                    <a:pt x="717" y="1"/>
                  </a:moveTo>
                  <a:cubicBezTo>
                    <a:pt x="584" y="1"/>
                    <a:pt x="326" y="181"/>
                    <a:pt x="179" y="508"/>
                  </a:cubicBezTo>
                  <a:cubicBezTo>
                    <a:pt x="1" y="902"/>
                    <a:pt x="213" y="2250"/>
                    <a:pt x="213" y="2250"/>
                  </a:cubicBezTo>
                  <a:cubicBezTo>
                    <a:pt x="252" y="2269"/>
                    <a:pt x="288" y="2278"/>
                    <a:pt x="322" y="2278"/>
                  </a:cubicBezTo>
                  <a:cubicBezTo>
                    <a:pt x="612" y="2278"/>
                    <a:pt x="723" y="1604"/>
                    <a:pt x="882" y="873"/>
                  </a:cubicBezTo>
                  <a:cubicBezTo>
                    <a:pt x="1057" y="58"/>
                    <a:pt x="865" y="111"/>
                    <a:pt x="781" y="24"/>
                  </a:cubicBezTo>
                  <a:cubicBezTo>
                    <a:pt x="766" y="8"/>
                    <a:pt x="744" y="1"/>
                    <a:pt x="717" y="1"/>
                  </a:cubicBezTo>
                  <a:close/>
                </a:path>
              </a:pathLst>
            </a:custGeom>
            <a:solidFill>
              <a:srgbClr val="B55A0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5" name="Google Shape;1435;p41"/>
            <p:cNvSpPr/>
            <p:nvPr/>
          </p:nvSpPr>
          <p:spPr>
            <a:xfrm>
              <a:off x="-1494426" y="2123067"/>
              <a:ext cx="57680" cy="49898"/>
            </a:xfrm>
            <a:custGeom>
              <a:rect b="b" l="l" r="r" t="t"/>
              <a:pathLst>
                <a:path extrusionOk="0" h="872" w="1008">
                  <a:moveTo>
                    <a:pt x="186" y="0"/>
                  </a:moveTo>
                  <a:lnTo>
                    <a:pt x="1" y="241"/>
                  </a:lnTo>
                  <a:lnTo>
                    <a:pt x="823" y="872"/>
                  </a:lnTo>
                  <a:lnTo>
                    <a:pt x="1008" y="631"/>
                  </a:lnTo>
                  <a:lnTo>
                    <a:pt x="186" y="0"/>
                  </a:lnTo>
                  <a:close/>
                </a:path>
              </a:pathLst>
            </a:custGeom>
            <a:solidFill>
              <a:srgbClr val="25282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6" name="Google Shape;1436;p41"/>
            <p:cNvSpPr/>
            <p:nvPr/>
          </p:nvSpPr>
          <p:spPr>
            <a:xfrm>
              <a:off x="-1491909" y="2122952"/>
              <a:ext cx="46293" cy="46407"/>
            </a:xfrm>
            <a:custGeom>
              <a:rect b="b" l="l" r="r" t="t"/>
              <a:pathLst>
                <a:path extrusionOk="0" h="811" w="809">
                  <a:moveTo>
                    <a:pt x="642" y="0"/>
                  </a:moveTo>
                  <a:cubicBezTo>
                    <a:pt x="506" y="0"/>
                    <a:pt x="0" y="672"/>
                    <a:pt x="92" y="745"/>
                  </a:cubicBezTo>
                  <a:lnTo>
                    <a:pt x="176" y="808"/>
                  </a:lnTo>
                  <a:cubicBezTo>
                    <a:pt x="178" y="809"/>
                    <a:pt x="181" y="810"/>
                    <a:pt x="185" y="810"/>
                  </a:cubicBezTo>
                  <a:cubicBezTo>
                    <a:pt x="284" y="810"/>
                    <a:pt x="809" y="119"/>
                    <a:pt x="744" y="68"/>
                  </a:cubicBezTo>
                  <a:lnTo>
                    <a:pt x="660" y="6"/>
                  </a:lnTo>
                  <a:cubicBezTo>
                    <a:pt x="655" y="2"/>
                    <a:pt x="649" y="0"/>
                    <a:pt x="64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7" name="Google Shape;1437;p41"/>
            <p:cNvSpPr/>
            <p:nvPr/>
          </p:nvSpPr>
          <p:spPr>
            <a:xfrm>
              <a:off x="-1522694" y="2097488"/>
              <a:ext cx="64433" cy="64318"/>
            </a:xfrm>
            <a:custGeom>
              <a:rect b="b" l="l" r="r" t="t"/>
              <a:pathLst>
                <a:path extrusionOk="0" h="1124" w="1126">
                  <a:moveTo>
                    <a:pt x="891" y="0"/>
                  </a:moveTo>
                  <a:cubicBezTo>
                    <a:pt x="704" y="0"/>
                    <a:pt x="0" y="930"/>
                    <a:pt x="132" y="1033"/>
                  </a:cubicBezTo>
                  <a:lnTo>
                    <a:pt x="247" y="1120"/>
                  </a:lnTo>
                  <a:cubicBezTo>
                    <a:pt x="251" y="1122"/>
                    <a:pt x="255" y="1124"/>
                    <a:pt x="260" y="1124"/>
                  </a:cubicBezTo>
                  <a:cubicBezTo>
                    <a:pt x="395" y="1124"/>
                    <a:pt x="1126" y="166"/>
                    <a:pt x="1035" y="95"/>
                  </a:cubicBezTo>
                  <a:lnTo>
                    <a:pt x="916" y="8"/>
                  </a:lnTo>
                  <a:cubicBezTo>
                    <a:pt x="910" y="3"/>
                    <a:pt x="901" y="0"/>
                    <a:pt x="89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8" name="Google Shape;1438;p41"/>
            <p:cNvSpPr/>
            <p:nvPr/>
          </p:nvSpPr>
          <p:spPr>
            <a:xfrm>
              <a:off x="-1472739" y="2137086"/>
              <a:ext cx="267916" cy="215958"/>
            </a:xfrm>
            <a:custGeom>
              <a:rect b="b" l="l" r="r" t="t"/>
              <a:pathLst>
                <a:path extrusionOk="0" h="3774" w="4682">
                  <a:moveTo>
                    <a:pt x="717" y="0"/>
                  </a:moveTo>
                  <a:cubicBezTo>
                    <a:pt x="566" y="0"/>
                    <a:pt x="0" y="746"/>
                    <a:pt x="106" y="829"/>
                  </a:cubicBezTo>
                  <a:lnTo>
                    <a:pt x="3939" y="3766"/>
                  </a:lnTo>
                  <a:cubicBezTo>
                    <a:pt x="3945" y="3771"/>
                    <a:pt x="3953" y="3774"/>
                    <a:pt x="3963" y="3774"/>
                  </a:cubicBezTo>
                  <a:cubicBezTo>
                    <a:pt x="4127" y="3774"/>
                    <a:pt x="4681" y="3033"/>
                    <a:pt x="4566" y="2947"/>
                  </a:cubicBezTo>
                  <a:lnTo>
                    <a:pt x="737" y="6"/>
                  </a:lnTo>
                  <a:cubicBezTo>
                    <a:pt x="731" y="2"/>
                    <a:pt x="725" y="0"/>
                    <a:pt x="71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9" name="Google Shape;1439;p41"/>
            <p:cNvSpPr/>
            <p:nvPr/>
          </p:nvSpPr>
          <p:spPr>
            <a:xfrm>
              <a:off x="-1238527" y="2314991"/>
              <a:ext cx="33475" cy="38282"/>
            </a:xfrm>
            <a:custGeom>
              <a:rect b="b" l="l" r="r" t="t"/>
              <a:pathLst>
                <a:path extrusionOk="0" h="669" w="585">
                  <a:moveTo>
                    <a:pt x="506" y="0"/>
                  </a:moveTo>
                  <a:cubicBezTo>
                    <a:pt x="497" y="0"/>
                    <a:pt x="487" y="4"/>
                    <a:pt x="480" y="12"/>
                  </a:cubicBezTo>
                  <a:lnTo>
                    <a:pt x="16" y="619"/>
                  </a:lnTo>
                  <a:cubicBezTo>
                    <a:pt x="0" y="638"/>
                    <a:pt x="15" y="668"/>
                    <a:pt x="38" y="668"/>
                  </a:cubicBezTo>
                  <a:cubicBezTo>
                    <a:pt x="39" y="668"/>
                    <a:pt x="40" y="668"/>
                    <a:pt x="41" y="668"/>
                  </a:cubicBezTo>
                  <a:lnTo>
                    <a:pt x="250" y="660"/>
                  </a:lnTo>
                  <a:lnTo>
                    <a:pt x="585" y="229"/>
                  </a:lnTo>
                  <a:lnTo>
                    <a:pt x="536" y="23"/>
                  </a:lnTo>
                  <a:cubicBezTo>
                    <a:pt x="534" y="9"/>
                    <a:pt x="520" y="0"/>
                    <a:pt x="50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0" name="Google Shape;1440;p41"/>
            <p:cNvSpPr/>
            <p:nvPr/>
          </p:nvSpPr>
          <p:spPr>
            <a:xfrm>
              <a:off x="-1237211" y="2318711"/>
              <a:ext cx="21172" cy="25178"/>
            </a:xfrm>
            <a:custGeom>
              <a:rect b="b" l="l" r="r" t="t"/>
              <a:pathLst>
                <a:path extrusionOk="0" h="440" w="370">
                  <a:moveTo>
                    <a:pt x="294" y="0"/>
                  </a:moveTo>
                  <a:cubicBezTo>
                    <a:pt x="161" y="97"/>
                    <a:pt x="64" y="227"/>
                    <a:pt x="1" y="380"/>
                  </a:cubicBezTo>
                  <a:lnTo>
                    <a:pt x="81" y="439"/>
                  </a:lnTo>
                  <a:lnTo>
                    <a:pt x="370" y="59"/>
                  </a:lnTo>
                  <a:lnTo>
                    <a:pt x="29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1" name="Google Shape;1441;p41"/>
            <p:cNvSpPr/>
            <p:nvPr/>
          </p:nvSpPr>
          <p:spPr>
            <a:xfrm>
              <a:off x="-1220273" y="2333016"/>
              <a:ext cx="25006" cy="23175"/>
            </a:xfrm>
            <a:custGeom>
              <a:rect b="b" l="l" r="r" t="t"/>
              <a:pathLst>
                <a:path extrusionOk="0" h="405" w="437">
                  <a:moveTo>
                    <a:pt x="196" y="1"/>
                  </a:moveTo>
                  <a:lnTo>
                    <a:pt x="1" y="258"/>
                  </a:lnTo>
                  <a:lnTo>
                    <a:pt x="371" y="405"/>
                  </a:lnTo>
                  <a:lnTo>
                    <a:pt x="437" y="321"/>
                  </a:lnTo>
                  <a:lnTo>
                    <a:pt x="19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2" name="Google Shape;1442;p41"/>
            <p:cNvSpPr/>
            <p:nvPr/>
          </p:nvSpPr>
          <p:spPr>
            <a:xfrm>
              <a:off x="-1198701" y="2352014"/>
              <a:ext cx="71814" cy="55792"/>
            </a:xfrm>
            <a:custGeom>
              <a:rect b="b" l="l" r="r" t="t"/>
              <a:pathLst>
                <a:path extrusionOk="0" h="975" w="1255">
                  <a:moveTo>
                    <a:pt x="52" y="0"/>
                  </a:moveTo>
                  <a:lnTo>
                    <a:pt x="0" y="63"/>
                  </a:lnTo>
                  <a:lnTo>
                    <a:pt x="1240" y="972"/>
                  </a:lnTo>
                  <a:cubicBezTo>
                    <a:pt x="1242" y="973"/>
                    <a:pt x="1245" y="974"/>
                    <a:pt x="1247" y="974"/>
                  </a:cubicBezTo>
                  <a:cubicBezTo>
                    <a:pt x="1249" y="974"/>
                    <a:pt x="1251" y="973"/>
                    <a:pt x="1251" y="972"/>
                  </a:cubicBezTo>
                  <a:cubicBezTo>
                    <a:pt x="1255" y="968"/>
                    <a:pt x="1255" y="962"/>
                    <a:pt x="1251" y="958"/>
                  </a:cubicBezTo>
                  <a:lnTo>
                    <a:pt x="52"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3" name="Google Shape;1443;p41"/>
            <p:cNvSpPr/>
            <p:nvPr/>
          </p:nvSpPr>
          <p:spPr>
            <a:xfrm>
              <a:off x="-1429536" y="2168444"/>
              <a:ext cx="56936" cy="58081"/>
            </a:xfrm>
            <a:custGeom>
              <a:rect b="b" l="l" r="r" t="t"/>
              <a:pathLst>
                <a:path extrusionOk="0" h="1015" w="995">
                  <a:moveTo>
                    <a:pt x="680" y="0"/>
                  </a:moveTo>
                  <a:cubicBezTo>
                    <a:pt x="593" y="0"/>
                    <a:pt x="1" y="777"/>
                    <a:pt x="59" y="821"/>
                  </a:cubicBezTo>
                  <a:lnTo>
                    <a:pt x="306" y="1013"/>
                  </a:lnTo>
                  <a:cubicBezTo>
                    <a:pt x="308" y="1014"/>
                    <a:pt x="310" y="1015"/>
                    <a:pt x="312" y="1015"/>
                  </a:cubicBezTo>
                  <a:cubicBezTo>
                    <a:pt x="398" y="1015"/>
                    <a:pt x="994" y="238"/>
                    <a:pt x="937" y="190"/>
                  </a:cubicBezTo>
                  <a:lnTo>
                    <a:pt x="686" y="2"/>
                  </a:lnTo>
                  <a:cubicBezTo>
                    <a:pt x="684" y="1"/>
                    <a:pt x="682" y="0"/>
                    <a:pt x="68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4" name="Google Shape;1444;p41"/>
            <p:cNvSpPr/>
            <p:nvPr/>
          </p:nvSpPr>
          <p:spPr>
            <a:xfrm>
              <a:off x="-1412083" y="2186641"/>
              <a:ext cx="184142" cy="145860"/>
            </a:xfrm>
            <a:custGeom>
              <a:rect b="b" l="l" r="r" t="t"/>
              <a:pathLst>
                <a:path extrusionOk="0" h="2549" w="3218">
                  <a:moveTo>
                    <a:pt x="461" y="0"/>
                  </a:moveTo>
                  <a:cubicBezTo>
                    <a:pt x="335" y="0"/>
                    <a:pt x="1" y="445"/>
                    <a:pt x="95" y="517"/>
                  </a:cubicBezTo>
                  <a:lnTo>
                    <a:pt x="2736" y="2541"/>
                  </a:lnTo>
                  <a:cubicBezTo>
                    <a:pt x="2742" y="2546"/>
                    <a:pt x="2750" y="2548"/>
                    <a:pt x="2758" y="2548"/>
                  </a:cubicBezTo>
                  <a:cubicBezTo>
                    <a:pt x="2880" y="2548"/>
                    <a:pt x="3218" y="2101"/>
                    <a:pt x="3126" y="2033"/>
                  </a:cubicBezTo>
                  <a:lnTo>
                    <a:pt x="485" y="8"/>
                  </a:lnTo>
                  <a:cubicBezTo>
                    <a:pt x="479" y="3"/>
                    <a:pt x="470" y="0"/>
                    <a:pt x="46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5" name="Google Shape;1445;p41"/>
            <p:cNvSpPr/>
            <p:nvPr/>
          </p:nvSpPr>
          <p:spPr>
            <a:xfrm>
              <a:off x="-1455344" y="2153166"/>
              <a:ext cx="53503" cy="46179"/>
            </a:xfrm>
            <a:custGeom>
              <a:rect b="b" l="l" r="r" t="t"/>
              <a:pathLst>
                <a:path extrusionOk="0" h="807" w="935">
                  <a:moveTo>
                    <a:pt x="458" y="1"/>
                  </a:moveTo>
                  <a:cubicBezTo>
                    <a:pt x="334" y="1"/>
                    <a:pt x="0" y="449"/>
                    <a:pt x="91" y="520"/>
                  </a:cubicBezTo>
                  <a:lnTo>
                    <a:pt x="457" y="799"/>
                  </a:lnTo>
                  <a:cubicBezTo>
                    <a:pt x="463" y="804"/>
                    <a:pt x="471" y="806"/>
                    <a:pt x="479" y="806"/>
                  </a:cubicBezTo>
                  <a:cubicBezTo>
                    <a:pt x="601" y="806"/>
                    <a:pt x="935" y="358"/>
                    <a:pt x="847" y="290"/>
                  </a:cubicBezTo>
                  <a:lnTo>
                    <a:pt x="481" y="8"/>
                  </a:lnTo>
                  <a:cubicBezTo>
                    <a:pt x="475" y="3"/>
                    <a:pt x="467" y="1"/>
                    <a:pt x="45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6" name="Google Shape;1446;p41"/>
            <p:cNvSpPr/>
            <p:nvPr/>
          </p:nvSpPr>
          <p:spPr>
            <a:xfrm>
              <a:off x="-1271144" y="2302402"/>
              <a:ext cx="14649" cy="18254"/>
            </a:xfrm>
            <a:custGeom>
              <a:rect b="b" l="l" r="r" t="t"/>
              <a:pathLst>
                <a:path extrusionOk="0" h="319" w="256">
                  <a:moveTo>
                    <a:pt x="236" y="0"/>
                  </a:moveTo>
                  <a:cubicBezTo>
                    <a:pt x="231" y="0"/>
                    <a:pt x="226" y="2"/>
                    <a:pt x="224" y="6"/>
                  </a:cubicBezTo>
                  <a:lnTo>
                    <a:pt x="5" y="292"/>
                  </a:lnTo>
                  <a:cubicBezTo>
                    <a:pt x="1" y="298"/>
                    <a:pt x="1" y="309"/>
                    <a:pt x="8" y="316"/>
                  </a:cubicBezTo>
                  <a:cubicBezTo>
                    <a:pt x="11" y="317"/>
                    <a:pt x="15" y="318"/>
                    <a:pt x="18" y="318"/>
                  </a:cubicBezTo>
                  <a:cubicBezTo>
                    <a:pt x="23" y="318"/>
                    <a:pt x="29" y="317"/>
                    <a:pt x="33" y="313"/>
                  </a:cubicBezTo>
                  <a:lnTo>
                    <a:pt x="252" y="27"/>
                  </a:lnTo>
                  <a:cubicBezTo>
                    <a:pt x="256" y="20"/>
                    <a:pt x="256" y="10"/>
                    <a:pt x="248" y="2"/>
                  </a:cubicBezTo>
                  <a:cubicBezTo>
                    <a:pt x="244" y="1"/>
                    <a:pt x="240" y="0"/>
                    <a:pt x="23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7" name="Google Shape;1447;p41"/>
            <p:cNvSpPr/>
            <p:nvPr/>
          </p:nvSpPr>
          <p:spPr>
            <a:xfrm>
              <a:off x="-1290428" y="2287696"/>
              <a:ext cx="14821" cy="18311"/>
            </a:xfrm>
            <a:custGeom>
              <a:rect b="b" l="l" r="r" t="t"/>
              <a:pathLst>
                <a:path extrusionOk="0" h="320" w="259">
                  <a:moveTo>
                    <a:pt x="237" y="0"/>
                  </a:moveTo>
                  <a:cubicBezTo>
                    <a:pt x="233" y="0"/>
                    <a:pt x="229" y="3"/>
                    <a:pt x="227" y="8"/>
                  </a:cubicBezTo>
                  <a:lnTo>
                    <a:pt x="8" y="291"/>
                  </a:lnTo>
                  <a:cubicBezTo>
                    <a:pt x="0" y="298"/>
                    <a:pt x="3" y="309"/>
                    <a:pt x="11" y="315"/>
                  </a:cubicBezTo>
                  <a:cubicBezTo>
                    <a:pt x="14" y="318"/>
                    <a:pt x="17" y="319"/>
                    <a:pt x="20" y="319"/>
                  </a:cubicBezTo>
                  <a:cubicBezTo>
                    <a:pt x="25" y="319"/>
                    <a:pt x="31" y="316"/>
                    <a:pt x="35" y="312"/>
                  </a:cubicBezTo>
                  <a:lnTo>
                    <a:pt x="251" y="29"/>
                  </a:lnTo>
                  <a:cubicBezTo>
                    <a:pt x="258" y="19"/>
                    <a:pt x="258" y="8"/>
                    <a:pt x="248" y="5"/>
                  </a:cubicBezTo>
                  <a:cubicBezTo>
                    <a:pt x="245" y="2"/>
                    <a:pt x="241" y="0"/>
                    <a:pt x="23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8" name="Google Shape;1448;p41"/>
            <p:cNvSpPr/>
            <p:nvPr/>
          </p:nvSpPr>
          <p:spPr>
            <a:xfrm>
              <a:off x="-1309598" y="2272990"/>
              <a:ext cx="14821" cy="18254"/>
            </a:xfrm>
            <a:custGeom>
              <a:rect b="b" l="l" r="r" t="t"/>
              <a:pathLst>
                <a:path extrusionOk="0" h="319" w="259">
                  <a:moveTo>
                    <a:pt x="239" y="1"/>
                  </a:moveTo>
                  <a:cubicBezTo>
                    <a:pt x="234" y="1"/>
                    <a:pt x="228" y="4"/>
                    <a:pt x="224" y="8"/>
                  </a:cubicBezTo>
                  <a:lnTo>
                    <a:pt x="8" y="290"/>
                  </a:lnTo>
                  <a:cubicBezTo>
                    <a:pt x="1" y="301"/>
                    <a:pt x="4" y="311"/>
                    <a:pt x="11" y="315"/>
                  </a:cubicBezTo>
                  <a:cubicBezTo>
                    <a:pt x="14" y="317"/>
                    <a:pt x="17" y="318"/>
                    <a:pt x="20" y="318"/>
                  </a:cubicBezTo>
                  <a:cubicBezTo>
                    <a:pt x="26" y="318"/>
                    <a:pt x="32" y="315"/>
                    <a:pt x="36" y="311"/>
                  </a:cubicBezTo>
                  <a:lnTo>
                    <a:pt x="251" y="29"/>
                  </a:lnTo>
                  <a:cubicBezTo>
                    <a:pt x="259" y="22"/>
                    <a:pt x="255" y="11"/>
                    <a:pt x="248" y="5"/>
                  </a:cubicBezTo>
                  <a:cubicBezTo>
                    <a:pt x="246" y="2"/>
                    <a:pt x="242" y="1"/>
                    <a:pt x="239" y="1"/>
                  </a:cubicBezTo>
                  <a:close/>
                </a:path>
              </a:pathLst>
            </a:custGeom>
            <a:solidFill>
              <a:srgbClr val="25282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9" name="Google Shape;1449;p41"/>
            <p:cNvSpPr/>
            <p:nvPr/>
          </p:nvSpPr>
          <p:spPr>
            <a:xfrm>
              <a:off x="-1328710" y="2258341"/>
              <a:ext cx="14821" cy="18254"/>
            </a:xfrm>
            <a:custGeom>
              <a:rect b="b" l="l" r="r" t="t"/>
              <a:pathLst>
                <a:path extrusionOk="0" h="319" w="259">
                  <a:moveTo>
                    <a:pt x="238" y="0"/>
                  </a:moveTo>
                  <a:cubicBezTo>
                    <a:pt x="233" y="0"/>
                    <a:pt x="227" y="2"/>
                    <a:pt x="223" y="6"/>
                  </a:cubicBezTo>
                  <a:lnTo>
                    <a:pt x="8" y="291"/>
                  </a:lnTo>
                  <a:cubicBezTo>
                    <a:pt x="0" y="299"/>
                    <a:pt x="0" y="309"/>
                    <a:pt x="11" y="312"/>
                  </a:cubicBezTo>
                  <a:cubicBezTo>
                    <a:pt x="14" y="316"/>
                    <a:pt x="19" y="318"/>
                    <a:pt x="23" y="318"/>
                  </a:cubicBezTo>
                  <a:cubicBezTo>
                    <a:pt x="27" y="318"/>
                    <a:pt x="30" y="316"/>
                    <a:pt x="32" y="312"/>
                  </a:cubicBezTo>
                  <a:lnTo>
                    <a:pt x="251" y="27"/>
                  </a:lnTo>
                  <a:cubicBezTo>
                    <a:pt x="258" y="20"/>
                    <a:pt x="254" y="10"/>
                    <a:pt x="248" y="2"/>
                  </a:cubicBezTo>
                  <a:cubicBezTo>
                    <a:pt x="245" y="1"/>
                    <a:pt x="242" y="0"/>
                    <a:pt x="238" y="0"/>
                  </a:cubicBezTo>
                  <a:close/>
                </a:path>
              </a:pathLst>
            </a:custGeom>
            <a:solidFill>
              <a:srgbClr val="25282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0" name="Google Shape;1450;p41"/>
            <p:cNvSpPr/>
            <p:nvPr/>
          </p:nvSpPr>
          <p:spPr>
            <a:xfrm>
              <a:off x="-1347880" y="2243577"/>
              <a:ext cx="14592" cy="18254"/>
            </a:xfrm>
            <a:custGeom>
              <a:rect b="b" l="l" r="r" t="t"/>
              <a:pathLst>
                <a:path extrusionOk="0" h="319" w="255">
                  <a:moveTo>
                    <a:pt x="238" y="0"/>
                  </a:moveTo>
                  <a:cubicBezTo>
                    <a:pt x="233" y="0"/>
                    <a:pt x="228" y="2"/>
                    <a:pt x="224" y="6"/>
                  </a:cubicBezTo>
                  <a:lnTo>
                    <a:pt x="4" y="292"/>
                  </a:lnTo>
                  <a:cubicBezTo>
                    <a:pt x="1" y="299"/>
                    <a:pt x="1" y="309"/>
                    <a:pt x="8" y="316"/>
                  </a:cubicBezTo>
                  <a:cubicBezTo>
                    <a:pt x="12" y="318"/>
                    <a:pt x="17" y="318"/>
                    <a:pt x="20" y="318"/>
                  </a:cubicBezTo>
                  <a:cubicBezTo>
                    <a:pt x="26" y="318"/>
                    <a:pt x="30" y="317"/>
                    <a:pt x="32" y="313"/>
                  </a:cubicBezTo>
                  <a:lnTo>
                    <a:pt x="251" y="27"/>
                  </a:lnTo>
                  <a:cubicBezTo>
                    <a:pt x="255" y="20"/>
                    <a:pt x="255" y="9"/>
                    <a:pt x="248" y="3"/>
                  </a:cubicBezTo>
                  <a:cubicBezTo>
                    <a:pt x="245" y="1"/>
                    <a:pt x="242" y="0"/>
                    <a:pt x="238" y="0"/>
                  </a:cubicBezTo>
                  <a:close/>
                </a:path>
              </a:pathLst>
            </a:custGeom>
            <a:solidFill>
              <a:srgbClr val="25282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1" name="Google Shape;1451;p41"/>
            <p:cNvSpPr/>
            <p:nvPr/>
          </p:nvSpPr>
          <p:spPr>
            <a:xfrm>
              <a:off x="-1366992" y="2228871"/>
              <a:ext cx="14592" cy="18311"/>
            </a:xfrm>
            <a:custGeom>
              <a:rect b="b" l="l" r="r" t="t"/>
              <a:pathLst>
                <a:path extrusionOk="0" h="320" w="255">
                  <a:moveTo>
                    <a:pt x="234" y="1"/>
                  </a:moveTo>
                  <a:cubicBezTo>
                    <a:pt x="229" y="1"/>
                    <a:pt x="225" y="3"/>
                    <a:pt x="223" y="9"/>
                  </a:cubicBezTo>
                  <a:lnTo>
                    <a:pt x="3" y="291"/>
                  </a:lnTo>
                  <a:cubicBezTo>
                    <a:pt x="0" y="298"/>
                    <a:pt x="0" y="308"/>
                    <a:pt x="8" y="316"/>
                  </a:cubicBezTo>
                  <a:cubicBezTo>
                    <a:pt x="10" y="318"/>
                    <a:pt x="13" y="319"/>
                    <a:pt x="16" y="319"/>
                  </a:cubicBezTo>
                  <a:cubicBezTo>
                    <a:pt x="22" y="319"/>
                    <a:pt x="27" y="316"/>
                    <a:pt x="32" y="312"/>
                  </a:cubicBezTo>
                  <a:lnTo>
                    <a:pt x="251" y="30"/>
                  </a:lnTo>
                  <a:cubicBezTo>
                    <a:pt x="254" y="20"/>
                    <a:pt x="254" y="9"/>
                    <a:pt x="248" y="5"/>
                  </a:cubicBezTo>
                  <a:cubicBezTo>
                    <a:pt x="243" y="2"/>
                    <a:pt x="238" y="1"/>
                    <a:pt x="234" y="1"/>
                  </a:cubicBezTo>
                  <a:close/>
                </a:path>
              </a:pathLst>
            </a:custGeom>
            <a:solidFill>
              <a:srgbClr val="25282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2" name="Google Shape;1452;p41"/>
            <p:cNvSpPr/>
            <p:nvPr/>
          </p:nvSpPr>
          <p:spPr>
            <a:xfrm>
              <a:off x="-1280872" y="2302574"/>
              <a:ext cx="9041" cy="10701"/>
            </a:xfrm>
            <a:custGeom>
              <a:rect b="b" l="l" r="r" t="t"/>
              <a:pathLst>
                <a:path extrusionOk="0" h="187" w="158">
                  <a:moveTo>
                    <a:pt x="137" y="1"/>
                  </a:moveTo>
                  <a:cubicBezTo>
                    <a:pt x="133" y="1"/>
                    <a:pt x="128" y="2"/>
                    <a:pt x="126" y="7"/>
                  </a:cubicBezTo>
                  <a:lnTo>
                    <a:pt x="8" y="160"/>
                  </a:lnTo>
                  <a:cubicBezTo>
                    <a:pt x="0" y="167"/>
                    <a:pt x="4" y="177"/>
                    <a:pt x="11" y="184"/>
                  </a:cubicBezTo>
                  <a:cubicBezTo>
                    <a:pt x="14" y="186"/>
                    <a:pt x="17" y="186"/>
                    <a:pt x="21" y="186"/>
                  </a:cubicBezTo>
                  <a:cubicBezTo>
                    <a:pt x="26" y="186"/>
                    <a:pt x="32" y="185"/>
                    <a:pt x="35" y="181"/>
                  </a:cubicBezTo>
                  <a:lnTo>
                    <a:pt x="150" y="28"/>
                  </a:lnTo>
                  <a:cubicBezTo>
                    <a:pt x="158" y="20"/>
                    <a:pt x="158" y="10"/>
                    <a:pt x="147" y="3"/>
                  </a:cubicBezTo>
                  <a:cubicBezTo>
                    <a:pt x="144" y="1"/>
                    <a:pt x="141" y="1"/>
                    <a:pt x="13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3" name="Google Shape;1453;p41"/>
            <p:cNvSpPr/>
            <p:nvPr/>
          </p:nvSpPr>
          <p:spPr>
            <a:xfrm>
              <a:off x="-1300042" y="2287925"/>
              <a:ext cx="9098" cy="10758"/>
            </a:xfrm>
            <a:custGeom>
              <a:rect b="b" l="l" r="r" t="t"/>
              <a:pathLst>
                <a:path extrusionOk="0" h="188" w="159">
                  <a:moveTo>
                    <a:pt x="138" y="1"/>
                  </a:moveTo>
                  <a:cubicBezTo>
                    <a:pt x="133" y="1"/>
                    <a:pt x="127" y="4"/>
                    <a:pt x="123" y="8"/>
                  </a:cubicBezTo>
                  <a:lnTo>
                    <a:pt x="8" y="158"/>
                  </a:lnTo>
                  <a:cubicBezTo>
                    <a:pt x="1" y="168"/>
                    <a:pt x="4" y="179"/>
                    <a:pt x="15" y="186"/>
                  </a:cubicBezTo>
                  <a:cubicBezTo>
                    <a:pt x="17" y="187"/>
                    <a:pt x="19" y="187"/>
                    <a:pt x="21" y="187"/>
                  </a:cubicBezTo>
                  <a:cubicBezTo>
                    <a:pt x="26" y="187"/>
                    <a:pt x="31" y="184"/>
                    <a:pt x="36" y="179"/>
                  </a:cubicBezTo>
                  <a:lnTo>
                    <a:pt x="151" y="29"/>
                  </a:lnTo>
                  <a:cubicBezTo>
                    <a:pt x="158" y="19"/>
                    <a:pt x="155" y="8"/>
                    <a:pt x="147" y="4"/>
                  </a:cubicBezTo>
                  <a:cubicBezTo>
                    <a:pt x="145" y="2"/>
                    <a:pt x="141" y="1"/>
                    <a:pt x="138" y="1"/>
                  </a:cubicBezTo>
                  <a:close/>
                </a:path>
              </a:pathLst>
            </a:custGeom>
            <a:solidFill>
              <a:srgbClr val="25282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4" name="Google Shape;1454;p41"/>
            <p:cNvSpPr/>
            <p:nvPr/>
          </p:nvSpPr>
          <p:spPr>
            <a:xfrm>
              <a:off x="-1319154" y="2273219"/>
              <a:ext cx="9041" cy="10643"/>
            </a:xfrm>
            <a:custGeom>
              <a:rect b="b" l="l" r="r" t="t"/>
              <a:pathLst>
                <a:path extrusionOk="0" h="186" w="158">
                  <a:moveTo>
                    <a:pt x="138" y="0"/>
                  </a:moveTo>
                  <a:cubicBezTo>
                    <a:pt x="132" y="0"/>
                    <a:pt x="127" y="3"/>
                    <a:pt x="122" y="7"/>
                  </a:cubicBezTo>
                  <a:lnTo>
                    <a:pt x="8" y="157"/>
                  </a:lnTo>
                  <a:cubicBezTo>
                    <a:pt x="0" y="168"/>
                    <a:pt x="4" y="178"/>
                    <a:pt x="11" y="181"/>
                  </a:cubicBezTo>
                  <a:cubicBezTo>
                    <a:pt x="14" y="184"/>
                    <a:pt x="17" y="185"/>
                    <a:pt x="21" y="185"/>
                  </a:cubicBezTo>
                  <a:cubicBezTo>
                    <a:pt x="26" y="185"/>
                    <a:pt x="31" y="182"/>
                    <a:pt x="35" y="178"/>
                  </a:cubicBezTo>
                  <a:lnTo>
                    <a:pt x="150" y="28"/>
                  </a:lnTo>
                  <a:cubicBezTo>
                    <a:pt x="158" y="21"/>
                    <a:pt x="154" y="11"/>
                    <a:pt x="147" y="4"/>
                  </a:cubicBezTo>
                  <a:cubicBezTo>
                    <a:pt x="144" y="1"/>
                    <a:pt x="141" y="0"/>
                    <a:pt x="138" y="0"/>
                  </a:cubicBezTo>
                  <a:close/>
                </a:path>
              </a:pathLst>
            </a:custGeom>
            <a:solidFill>
              <a:srgbClr val="25282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5" name="Google Shape;1455;p41"/>
            <p:cNvSpPr/>
            <p:nvPr/>
          </p:nvSpPr>
          <p:spPr>
            <a:xfrm>
              <a:off x="-1338324" y="2258513"/>
              <a:ext cx="8869" cy="10701"/>
            </a:xfrm>
            <a:custGeom>
              <a:rect b="b" l="l" r="r" t="t"/>
              <a:pathLst>
                <a:path extrusionOk="0" h="187" w="155">
                  <a:moveTo>
                    <a:pt x="137" y="1"/>
                  </a:moveTo>
                  <a:cubicBezTo>
                    <a:pt x="132" y="1"/>
                    <a:pt x="127" y="2"/>
                    <a:pt x="123" y="7"/>
                  </a:cubicBezTo>
                  <a:lnTo>
                    <a:pt x="8" y="160"/>
                  </a:lnTo>
                  <a:cubicBezTo>
                    <a:pt x="1" y="166"/>
                    <a:pt x="1" y="177"/>
                    <a:pt x="8" y="184"/>
                  </a:cubicBezTo>
                  <a:cubicBezTo>
                    <a:pt x="13" y="185"/>
                    <a:pt x="17" y="186"/>
                    <a:pt x="21" y="186"/>
                  </a:cubicBezTo>
                  <a:cubicBezTo>
                    <a:pt x="26" y="186"/>
                    <a:pt x="31" y="185"/>
                    <a:pt x="33" y="181"/>
                  </a:cubicBezTo>
                  <a:lnTo>
                    <a:pt x="151" y="28"/>
                  </a:lnTo>
                  <a:cubicBezTo>
                    <a:pt x="155" y="20"/>
                    <a:pt x="155" y="10"/>
                    <a:pt x="147" y="3"/>
                  </a:cubicBezTo>
                  <a:cubicBezTo>
                    <a:pt x="144" y="2"/>
                    <a:pt x="141" y="1"/>
                    <a:pt x="137" y="1"/>
                  </a:cubicBezTo>
                  <a:close/>
                </a:path>
              </a:pathLst>
            </a:custGeom>
            <a:solidFill>
              <a:srgbClr val="25282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6" name="Google Shape;1456;p41"/>
            <p:cNvSpPr/>
            <p:nvPr/>
          </p:nvSpPr>
          <p:spPr>
            <a:xfrm>
              <a:off x="-1357436" y="2243749"/>
              <a:ext cx="8869" cy="10701"/>
            </a:xfrm>
            <a:custGeom>
              <a:rect b="b" l="l" r="r" t="t"/>
              <a:pathLst>
                <a:path extrusionOk="0" h="187" w="155">
                  <a:moveTo>
                    <a:pt x="134" y="1"/>
                  </a:moveTo>
                  <a:cubicBezTo>
                    <a:pt x="129" y="1"/>
                    <a:pt x="124" y="2"/>
                    <a:pt x="122" y="6"/>
                  </a:cubicBezTo>
                  <a:lnTo>
                    <a:pt x="4" y="160"/>
                  </a:lnTo>
                  <a:cubicBezTo>
                    <a:pt x="0" y="167"/>
                    <a:pt x="0" y="178"/>
                    <a:pt x="8" y="184"/>
                  </a:cubicBezTo>
                  <a:cubicBezTo>
                    <a:pt x="12" y="186"/>
                    <a:pt x="16" y="187"/>
                    <a:pt x="20" y="187"/>
                  </a:cubicBezTo>
                  <a:cubicBezTo>
                    <a:pt x="26" y="187"/>
                    <a:pt x="30" y="185"/>
                    <a:pt x="32" y="181"/>
                  </a:cubicBezTo>
                  <a:lnTo>
                    <a:pt x="150" y="27"/>
                  </a:lnTo>
                  <a:cubicBezTo>
                    <a:pt x="154" y="20"/>
                    <a:pt x="154" y="10"/>
                    <a:pt x="147" y="3"/>
                  </a:cubicBezTo>
                  <a:cubicBezTo>
                    <a:pt x="143" y="2"/>
                    <a:pt x="138" y="1"/>
                    <a:pt x="134" y="1"/>
                  </a:cubicBezTo>
                  <a:close/>
                </a:path>
              </a:pathLst>
            </a:custGeom>
            <a:solidFill>
              <a:srgbClr val="25282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7" name="Google Shape;1457;p41"/>
            <p:cNvSpPr/>
            <p:nvPr/>
          </p:nvSpPr>
          <p:spPr>
            <a:xfrm>
              <a:off x="-1376777" y="2229157"/>
              <a:ext cx="9041" cy="10701"/>
            </a:xfrm>
            <a:custGeom>
              <a:rect b="b" l="l" r="r" t="t"/>
              <a:pathLst>
                <a:path extrusionOk="0" h="187" w="158">
                  <a:moveTo>
                    <a:pt x="138" y="0"/>
                  </a:moveTo>
                  <a:cubicBezTo>
                    <a:pt x="133" y="0"/>
                    <a:pt x="128" y="3"/>
                    <a:pt x="126" y="7"/>
                  </a:cubicBezTo>
                  <a:lnTo>
                    <a:pt x="7" y="157"/>
                  </a:lnTo>
                  <a:cubicBezTo>
                    <a:pt x="0" y="168"/>
                    <a:pt x="4" y="178"/>
                    <a:pt x="15" y="185"/>
                  </a:cubicBezTo>
                  <a:cubicBezTo>
                    <a:pt x="16" y="186"/>
                    <a:pt x="19" y="186"/>
                    <a:pt x="21" y="186"/>
                  </a:cubicBezTo>
                  <a:cubicBezTo>
                    <a:pt x="27" y="186"/>
                    <a:pt x="33" y="183"/>
                    <a:pt x="36" y="178"/>
                  </a:cubicBezTo>
                  <a:lnTo>
                    <a:pt x="150" y="28"/>
                  </a:lnTo>
                  <a:cubicBezTo>
                    <a:pt x="158" y="18"/>
                    <a:pt x="158" y="7"/>
                    <a:pt x="147" y="4"/>
                  </a:cubicBezTo>
                  <a:cubicBezTo>
                    <a:pt x="144" y="1"/>
                    <a:pt x="141" y="0"/>
                    <a:pt x="138" y="0"/>
                  </a:cubicBezTo>
                  <a:close/>
                </a:path>
              </a:pathLst>
            </a:custGeom>
            <a:solidFill>
              <a:srgbClr val="25282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8" name="Google Shape;1458;p41"/>
            <p:cNvSpPr/>
            <p:nvPr/>
          </p:nvSpPr>
          <p:spPr>
            <a:xfrm>
              <a:off x="-2219207" y="2143553"/>
              <a:ext cx="810557" cy="643696"/>
            </a:xfrm>
            <a:custGeom>
              <a:rect b="b" l="l" r="r" t="t"/>
              <a:pathLst>
                <a:path extrusionOk="0" h="11249" w="14165">
                  <a:moveTo>
                    <a:pt x="1783" y="0"/>
                  </a:moveTo>
                  <a:cubicBezTo>
                    <a:pt x="1646" y="0"/>
                    <a:pt x="1503" y="17"/>
                    <a:pt x="1357" y="54"/>
                  </a:cubicBezTo>
                  <a:cubicBezTo>
                    <a:pt x="422" y="290"/>
                    <a:pt x="1" y="559"/>
                    <a:pt x="11" y="2207"/>
                  </a:cubicBezTo>
                  <a:cubicBezTo>
                    <a:pt x="25" y="4315"/>
                    <a:pt x="792" y="8799"/>
                    <a:pt x="2370" y="10597"/>
                  </a:cubicBezTo>
                  <a:cubicBezTo>
                    <a:pt x="2482" y="10726"/>
                    <a:pt x="2600" y="10845"/>
                    <a:pt x="2722" y="10943"/>
                  </a:cubicBezTo>
                  <a:cubicBezTo>
                    <a:pt x="2979" y="11154"/>
                    <a:pt x="3317" y="11248"/>
                    <a:pt x="3714" y="11248"/>
                  </a:cubicBezTo>
                  <a:cubicBezTo>
                    <a:pt x="4116" y="11248"/>
                    <a:pt x="4577" y="11153"/>
                    <a:pt x="5078" y="10985"/>
                  </a:cubicBezTo>
                  <a:cubicBezTo>
                    <a:pt x="8629" y="9793"/>
                    <a:pt x="14165" y="4988"/>
                    <a:pt x="14165" y="4988"/>
                  </a:cubicBezTo>
                  <a:lnTo>
                    <a:pt x="13294" y="3660"/>
                  </a:lnTo>
                  <a:cubicBezTo>
                    <a:pt x="13294" y="3660"/>
                    <a:pt x="7739" y="7064"/>
                    <a:pt x="5595" y="7064"/>
                  </a:cubicBezTo>
                  <a:cubicBezTo>
                    <a:pt x="5399" y="7064"/>
                    <a:pt x="5231" y="7036"/>
                    <a:pt x="5099" y="6974"/>
                  </a:cubicBezTo>
                  <a:cubicBezTo>
                    <a:pt x="4380" y="6636"/>
                    <a:pt x="4583" y="3430"/>
                    <a:pt x="3708" y="1542"/>
                  </a:cubicBezTo>
                  <a:cubicBezTo>
                    <a:pt x="3306" y="676"/>
                    <a:pt x="2642" y="0"/>
                    <a:pt x="178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9" name="Google Shape;1459;p41"/>
            <p:cNvSpPr/>
            <p:nvPr/>
          </p:nvSpPr>
          <p:spPr>
            <a:xfrm>
              <a:off x="-1511593" y="2410782"/>
              <a:ext cx="16080" cy="16022"/>
            </a:xfrm>
            <a:custGeom>
              <a:rect b="b" l="l" r="r" t="t"/>
              <a:pathLst>
                <a:path extrusionOk="0" h="280" w="281">
                  <a:moveTo>
                    <a:pt x="140" y="1"/>
                  </a:moveTo>
                  <a:cubicBezTo>
                    <a:pt x="63" y="1"/>
                    <a:pt x="1" y="64"/>
                    <a:pt x="1" y="140"/>
                  </a:cubicBezTo>
                  <a:cubicBezTo>
                    <a:pt x="1" y="217"/>
                    <a:pt x="63" y="279"/>
                    <a:pt x="140" y="279"/>
                  </a:cubicBezTo>
                  <a:cubicBezTo>
                    <a:pt x="217" y="279"/>
                    <a:pt x="280" y="217"/>
                    <a:pt x="280" y="140"/>
                  </a:cubicBezTo>
                  <a:cubicBezTo>
                    <a:pt x="280" y="64"/>
                    <a:pt x="217" y="1"/>
                    <a:pt x="14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0" name="Google Shape;1460;p41"/>
            <p:cNvSpPr/>
            <p:nvPr/>
          </p:nvSpPr>
          <p:spPr>
            <a:xfrm>
              <a:off x="-1546385" y="2401855"/>
              <a:ext cx="75877" cy="82458"/>
            </a:xfrm>
            <a:custGeom>
              <a:rect b="b" l="l" r="r" t="t"/>
              <a:pathLst>
                <a:path extrusionOk="0" h="1441" w="1326">
                  <a:moveTo>
                    <a:pt x="64" y="0"/>
                  </a:moveTo>
                  <a:cubicBezTo>
                    <a:pt x="34" y="0"/>
                    <a:pt x="0" y="26"/>
                    <a:pt x="7" y="66"/>
                  </a:cubicBezTo>
                  <a:cubicBezTo>
                    <a:pt x="104" y="707"/>
                    <a:pt x="588" y="1307"/>
                    <a:pt x="1236" y="1439"/>
                  </a:cubicBezTo>
                  <a:cubicBezTo>
                    <a:pt x="1240" y="1440"/>
                    <a:pt x="1245" y="1440"/>
                    <a:pt x="1249" y="1440"/>
                  </a:cubicBezTo>
                  <a:cubicBezTo>
                    <a:pt x="1306" y="1440"/>
                    <a:pt x="1326" y="1354"/>
                    <a:pt x="1264" y="1341"/>
                  </a:cubicBezTo>
                  <a:cubicBezTo>
                    <a:pt x="647" y="1212"/>
                    <a:pt x="198" y="648"/>
                    <a:pt x="104" y="38"/>
                  </a:cubicBezTo>
                  <a:cubicBezTo>
                    <a:pt x="101" y="12"/>
                    <a:pt x="83" y="0"/>
                    <a:pt x="64"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1" name="Google Shape;1461;p41"/>
            <p:cNvSpPr/>
            <p:nvPr/>
          </p:nvSpPr>
          <p:spPr>
            <a:xfrm>
              <a:off x="-1507817" y="2409637"/>
              <a:ext cx="62659" cy="58310"/>
            </a:xfrm>
            <a:custGeom>
              <a:rect b="b" l="l" r="r" t="t"/>
              <a:pathLst>
                <a:path extrusionOk="0" h="1019" w="1095">
                  <a:moveTo>
                    <a:pt x="1022" y="0"/>
                  </a:moveTo>
                  <a:cubicBezTo>
                    <a:pt x="1006" y="0"/>
                    <a:pt x="991" y="7"/>
                    <a:pt x="980" y="24"/>
                  </a:cubicBezTo>
                  <a:cubicBezTo>
                    <a:pt x="743" y="397"/>
                    <a:pt x="430" y="700"/>
                    <a:pt x="50" y="923"/>
                  </a:cubicBezTo>
                  <a:cubicBezTo>
                    <a:pt x="0" y="949"/>
                    <a:pt x="30" y="1018"/>
                    <a:pt x="75" y="1018"/>
                  </a:cubicBezTo>
                  <a:cubicBezTo>
                    <a:pt x="84" y="1018"/>
                    <a:pt x="93" y="1016"/>
                    <a:pt x="102" y="1010"/>
                  </a:cubicBezTo>
                  <a:cubicBezTo>
                    <a:pt x="496" y="780"/>
                    <a:pt x="824" y="463"/>
                    <a:pt x="1068" y="76"/>
                  </a:cubicBezTo>
                  <a:cubicBezTo>
                    <a:pt x="1094" y="37"/>
                    <a:pt x="1058" y="0"/>
                    <a:pt x="102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2" name="Google Shape;1462;p41"/>
            <p:cNvSpPr/>
            <p:nvPr/>
          </p:nvSpPr>
          <p:spPr>
            <a:xfrm>
              <a:off x="-2083589" y="2712401"/>
              <a:ext cx="154959" cy="74847"/>
            </a:xfrm>
            <a:custGeom>
              <a:rect b="b" l="l" r="r" t="t"/>
              <a:pathLst>
                <a:path extrusionOk="0" h="1308" w="2708">
                  <a:moveTo>
                    <a:pt x="1345" y="1"/>
                  </a:moveTo>
                  <a:cubicBezTo>
                    <a:pt x="699" y="1"/>
                    <a:pt x="219" y="420"/>
                    <a:pt x="0" y="656"/>
                  </a:cubicBezTo>
                  <a:cubicBezTo>
                    <a:pt x="112" y="785"/>
                    <a:pt x="230" y="904"/>
                    <a:pt x="352" y="1002"/>
                  </a:cubicBezTo>
                  <a:cubicBezTo>
                    <a:pt x="609" y="1213"/>
                    <a:pt x="947" y="1307"/>
                    <a:pt x="1344" y="1307"/>
                  </a:cubicBezTo>
                  <a:cubicBezTo>
                    <a:pt x="1746" y="1307"/>
                    <a:pt x="2207" y="1212"/>
                    <a:pt x="2708" y="1044"/>
                  </a:cubicBezTo>
                  <a:cubicBezTo>
                    <a:pt x="2499" y="605"/>
                    <a:pt x="2140" y="106"/>
                    <a:pt x="1579" y="19"/>
                  </a:cubicBezTo>
                  <a:cubicBezTo>
                    <a:pt x="1499" y="7"/>
                    <a:pt x="1421" y="1"/>
                    <a:pt x="134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3" name="Google Shape;1463;p41"/>
            <p:cNvSpPr/>
            <p:nvPr/>
          </p:nvSpPr>
          <p:spPr>
            <a:xfrm>
              <a:off x="-2017555" y="2542851"/>
              <a:ext cx="107178" cy="49440"/>
            </a:xfrm>
            <a:custGeom>
              <a:rect b="b" l="l" r="r" t="t"/>
              <a:pathLst>
                <a:path extrusionOk="0" h="864" w="1873">
                  <a:moveTo>
                    <a:pt x="1803" y="0"/>
                  </a:moveTo>
                  <a:cubicBezTo>
                    <a:pt x="1798" y="0"/>
                    <a:pt x="1793" y="1"/>
                    <a:pt x="1787" y="3"/>
                  </a:cubicBezTo>
                  <a:cubicBezTo>
                    <a:pt x="1181" y="187"/>
                    <a:pt x="596" y="442"/>
                    <a:pt x="49" y="766"/>
                  </a:cubicBezTo>
                  <a:cubicBezTo>
                    <a:pt x="1" y="795"/>
                    <a:pt x="32" y="863"/>
                    <a:pt x="76" y="863"/>
                  </a:cubicBezTo>
                  <a:cubicBezTo>
                    <a:pt x="84" y="863"/>
                    <a:pt x="92" y="861"/>
                    <a:pt x="100" y="856"/>
                  </a:cubicBezTo>
                  <a:cubicBezTo>
                    <a:pt x="641" y="536"/>
                    <a:pt x="1216" y="285"/>
                    <a:pt x="1815" y="104"/>
                  </a:cubicBezTo>
                  <a:cubicBezTo>
                    <a:pt x="1872" y="85"/>
                    <a:pt x="1857" y="0"/>
                    <a:pt x="180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4" name="Google Shape;1464;p41"/>
            <p:cNvSpPr/>
            <p:nvPr/>
          </p:nvSpPr>
          <p:spPr>
            <a:xfrm>
              <a:off x="-1997069" y="2543938"/>
              <a:ext cx="54132" cy="15851"/>
            </a:xfrm>
            <a:custGeom>
              <a:rect b="b" l="l" r="r" t="t"/>
              <a:pathLst>
                <a:path extrusionOk="0" h="277" w="946">
                  <a:moveTo>
                    <a:pt x="61" y="1"/>
                  </a:moveTo>
                  <a:cubicBezTo>
                    <a:pt x="1" y="1"/>
                    <a:pt x="3" y="99"/>
                    <a:pt x="67" y="102"/>
                  </a:cubicBezTo>
                  <a:cubicBezTo>
                    <a:pt x="342" y="123"/>
                    <a:pt x="603" y="179"/>
                    <a:pt x="861" y="273"/>
                  </a:cubicBezTo>
                  <a:cubicBezTo>
                    <a:pt x="868" y="275"/>
                    <a:pt x="874" y="277"/>
                    <a:pt x="880" y="277"/>
                  </a:cubicBezTo>
                  <a:cubicBezTo>
                    <a:pt x="929" y="277"/>
                    <a:pt x="945" y="193"/>
                    <a:pt x="889" y="172"/>
                  </a:cubicBezTo>
                  <a:cubicBezTo>
                    <a:pt x="624" y="75"/>
                    <a:pt x="349" y="19"/>
                    <a:pt x="67" y="1"/>
                  </a:cubicBezTo>
                  <a:cubicBezTo>
                    <a:pt x="65" y="1"/>
                    <a:pt x="63" y="1"/>
                    <a:pt x="6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5" name="Google Shape;1465;p41"/>
            <p:cNvSpPr/>
            <p:nvPr/>
          </p:nvSpPr>
          <p:spPr>
            <a:xfrm>
              <a:off x="-1793357" y="2505943"/>
              <a:ext cx="296527" cy="199649"/>
            </a:xfrm>
            <a:custGeom>
              <a:rect b="b" l="l" r="r" t="t"/>
              <a:pathLst>
                <a:path extrusionOk="0" h="3489" w="5182">
                  <a:moveTo>
                    <a:pt x="5112" y="1"/>
                  </a:moveTo>
                  <a:cubicBezTo>
                    <a:pt x="5103" y="1"/>
                    <a:pt x="5094" y="4"/>
                    <a:pt x="5085" y="10"/>
                  </a:cubicBezTo>
                  <a:cubicBezTo>
                    <a:pt x="3458" y="1215"/>
                    <a:pt x="1779" y="2341"/>
                    <a:pt x="50" y="3390"/>
                  </a:cubicBezTo>
                  <a:cubicBezTo>
                    <a:pt x="0" y="3419"/>
                    <a:pt x="30" y="3488"/>
                    <a:pt x="76" y="3488"/>
                  </a:cubicBezTo>
                  <a:cubicBezTo>
                    <a:pt x="85" y="3488"/>
                    <a:pt x="94" y="3486"/>
                    <a:pt x="103" y="3481"/>
                  </a:cubicBezTo>
                  <a:cubicBezTo>
                    <a:pt x="1831" y="2432"/>
                    <a:pt x="3511" y="1303"/>
                    <a:pt x="5138" y="101"/>
                  </a:cubicBezTo>
                  <a:cubicBezTo>
                    <a:pt x="5181" y="69"/>
                    <a:pt x="5153" y="1"/>
                    <a:pt x="511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6" name="Google Shape;1466;p41"/>
            <p:cNvSpPr/>
            <p:nvPr/>
          </p:nvSpPr>
          <p:spPr>
            <a:xfrm>
              <a:off x="-2192255" y="2476931"/>
              <a:ext cx="232896" cy="314895"/>
            </a:xfrm>
            <a:custGeom>
              <a:rect b="b" l="l" r="r" t="t"/>
              <a:pathLst>
                <a:path extrusionOk="0" h="5503" w="4070">
                  <a:moveTo>
                    <a:pt x="51" y="0"/>
                  </a:moveTo>
                  <a:cubicBezTo>
                    <a:pt x="25" y="0"/>
                    <a:pt x="0" y="17"/>
                    <a:pt x="4" y="50"/>
                  </a:cubicBezTo>
                  <a:cubicBezTo>
                    <a:pt x="94" y="1106"/>
                    <a:pt x="394" y="2130"/>
                    <a:pt x="844" y="3089"/>
                  </a:cubicBezTo>
                  <a:cubicBezTo>
                    <a:pt x="1066" y="3566"/>
                    <a:pt x="1321" y="4036"/>
                    <a:pt x="1624" y="4469"/>
                  </a:cubicBezTo>
                  <a:cubicBezTo>
                    <a:pt x="1878" y="4834"/>
                    <a:pt x="2206" y="5210"/>
                    <a:pt x="2627" y="5385"/>
                  </a:cubicBezTo>
                  <a:cubicBezTo>
                    <a:pt x="2824" y="5467"/>
                    <a:pt x="3036" y="5503"/>
                    <a:pt x="3250" y="5503"/>
                  </a:cubicBezTo>
                  <a:cubicBezTo>
                    <a:pt x="3511" y="5503"/>
                    <a:pt x="3775" y="5449"/>
                    <a:pt x="4014" y="5357"/>
                  </a:cubicBezTo>
                  <a:cubicBezTo>
                    <a:pt x="4070" y="5335"/>
                    <a:pt x="4054" y="5256"/>
                    <a:pt x="4006" y="5256"/>
                  </a:cubicBezTo>
                  <a:cubicBezTo>
                    <a:pt x="4000" y="5256"/>
                    <a:pt x="3993" y="5257"/>
                    <a:pt x="3986" y="5260"/>
                  </a:cubicBezTo>
                  <a:cubicBezTo>
                    <a:pt x="3755" y="5347"/>
                    <a:pt x="3509" y="5396"/>
                    <a:pt x="3266" y="5396"/>
                  </a:cubicBezTo>
                  <a:cubicBezTo>
                    <a:pt x="2944" y="5396"/>
                    <a:pt x="2628" y="5310"/>
                    <a:pt x="2356" y="5109"/>
                  </a:cubicBezTo>
                  <a:cubicBezTo>
                    <a:pt x="1875" y="4750"/>
                    <a:pt x="1555" y="4210"/>
                    <a:pt x="1269" y="3695"/>
                  </a:cubicBezTo>
                  <a:cubicBezTo>
                    <a:pt x="645" y="2570"/>
                    <a:pt x="217" y="1333"/>
                    <a:pt x="109" y="50"/>
                  </a:cubicBezTo>
                  <a:cubicBezTo>
                    <a:pt x="105" y="17"/>
                    <a:pt x="77" y="0"/>
                    <a:pt x="5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7" name="Google Shape;1467;p41"/>
            <p:cNvSpPr/>
            <p:nvPr/>
          </p:nvSpPr>
          <p:spPr>
            <a:xfrm>
              <a:off x="-1492996" y="2206211"/>
              <a:ext cx="229920" cy="230492"/>
            </a:xfrm>
            <a:custGeom>
              <a:rect b="b" l="l" r="r" t="t"/>
              <a:pathLst>
                <a:path extrusionOk="0" h="4028" w="4018">
                  <a:moveTo>
                    <a:pt x="3394" y="1"/>
                  </a:moveTo>
                  <a:cubicBezTo>
                    <a:pt x="3391" y="1"/>
                    <a:pt x="3387" y="1"/>
                    <a:pt x="3384" y="1"/>
                  </a:cubicBezTo>
                  <a:cubicBezTo>
                    <a:pt x="3125" y="4"/>
                    <a:pt x="1129" y="165"/>
                    <a:pt x="930" y="387"/>
                  </a:cubicBezTo>
                  <a:cubicBezTo>
                    <a:pt x="729" y="607"/>
                    <a:pt x="0" y="3092"/>
                    <a:pt x="0" y="3092"/>
                  </a:cubicBezTo>
                  <a:cubicBezTo>
                    <a:pt x="0" y="3092"/>
                    <a:pt x="761" y="4027"/>
                    <a:pt x="1140" y="4027"/>
                  </a:cubicBezTo>
                  <a:cubicBezTo>
                    <a:pt x="1165" y="4027"/>
                    <a:pt x="1188" y="4023"/>
                    <a:pt x="1209" y="4015"/>
                  </a:cubicBezTo>
                  <a:cubicBezTo>
                    <a:pt x="1551" y="3875"/>
                    <a:pt x="1930" y="3147"/>
                    <a:pt x="2272" y="3084"/>
                  </a:cubicBezTo>
                  <a:cubicBezTo>
                    <a:pt x="2620" y="3018"/>
                    <a:pt x="2837" y="2893"/>
                    <a:pt x="2837" y="2893"/>
                  </a:cubicBezTo>
                  <a:lnTo>
                    <a:pt x="2837" y="2893"/>
                  </a:lnTo>
                  <a:cubicBezTo>
                    <a:pt x="2837" y="2893"/>
                    <a:pt x="2686" y="3444"/>
                    <a:pt x="2843" y="3444"/>
                  </a:cubicBezTo>
                  <a:cubicBezTo>
                    <a:pt x="2851" y="3444"/>
                    <a:pt x="2861" y="3443"/>
                    <a:pt x="2871" y="3439"/>
                  </a:cubicBezTo>
                  <a:cubicBezTo>
                    <a:pt x="3070" y="3373"/>
                    <a:pt x="3767" y="3296"/>
                    <a:pt x="3892" y="2704"/>
                  </a:cubicBezTo>
                  <a:cubicBezTo>
                    <a:pt x="4018" y="2112"/>
                    <a:pt x="3307" y="948"/>
                    <a:pt x="3154" y="788"/>
                  </a:cubicBezTo>
                  <a:cubicBezTo>
                    <a:pt x="3089" y="722"/>
                    <a:pt x="2922" y="703"/>
                    <a:pt x="2750" y="703"/>
                  </a:cubicBezTo>
                  <a:cubicBezTo>
                    <a:pt x="2512" y="703"/>
                    <a:pt x="2265" y="739"/>
                    <a:pt x="2265" y="739"/>
                  </a:cubicBezTo>
                  <a:cubicBezTo>
                    <a:pt x="2265" y="739"/>
                    <a:pt x="2676" y="646"/>
                    <a:pt x="3115" y="596"/>
                  </a:cubicBezTo>
                  <a:cubicBezTo>
                    <a:pt x="3468" y="555"/>
                    <a:pt x="3904" y="1"/>
                    <a:pt x="3394" y="1"/>
                  </a:cubicBezTo>
                  <a:close/>
                </a:path>
              </a:pathLst>
            </a:custGeom>
            <a:solidFill>
              <a:srgbClr val="B55A0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8" name="Google Shape;1468;p41"/>
            <p:cNvSpPr/>
            <p:nvPr/>
          </p:nvSpPr>
          <p:spPr>
            <a:xfrm>
              <a:off x="-1402584" y="2245294"/>
              <a:ext cx="42230" cy="11216"/>
            </a:xfrm>
            <a:custGeom>
              <a:rect b="b" l="l" r="r" t="t"/>
              <a:pathLst>
                <a:path extrusionOk="0" h="196" w="738">
                  <a:moveTo>
                    <a:pt x="670" y="0"/>
                  </a:moveTo>
                  <a:cubicBezTo>
                    <a:pt x="669" y="0"/>
                    <a:pt x="668" y="0"/>
                    <a:pt x="667" y="0"/>
                  </a:cubicBezTo>
                  <a:cubicBezTo>
                    <a:pt x="458" y="4"/>
                    <a:pt x="263" y="29"/>
                    <a:pt x="65" y="84"/>
                  </a:cubicBezTo>
                  <a:cubicBezTo>
                    <a:pt x="1" y="103"/>
                    <a:pt x="19" y="195"/>
                    <a:pt x="76" y="195"/>
                  </a:cubicBezTo>
                  <a:cubicBezTo>
                    <a:pt x="81" y="195"/>
                    <a:pt x="87" y="194"/>
                    <a:pt x="93" y="193"/>
                  </a:cubicBezTo>
                  <a:cubicBezTo>
                    <a:pt x="281" y="140"/>
                    <a:pt x="466" y="116"/>
                    <a:pt x="664" y="112"/>
                  </a:cubicBezTo>
                  <a:cubicBezTo>
                    <a:pt x="736" y="109"/>
                    <a:pt x="737" y="0"/>
                    <a:pt x="670" y="0"/>
                  </a:cubicBezTo>
                  <a:close/>
                </a:path>
              </a:pathLst>
            </a:custGeom>
            <a:solidFill>
              <a:srgbClr val="85290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9" name="Google Shape;1469;p41"/>
            <p:cNvSpPr/>
            <p:nvPr/>
          </p:nvSpPr>
          <p:spPr>
            <a:xfrm>
              <a:off x="-1368136" y="2265265"/>
              <a:ext cx="71242" cy="17453"/>
            </a:xfrm>
            <a:custGeom>
              <a:rect b="b" l="l" r="r" t="t"/>
              <a:pathLst>
                <a:path extrusionOk="0" h="305" w="1245">
                  <a:moveTo>
                    <a:pt x="819" y="1"/>
                  </a:moveTo>
                  <a:cubicBezTo>
                    <a:pt x="561" y="1"/>
                    <a:pt x="307" y="98"/>
                    <a:pt x="59" y="202"/>
                  </a:cubicBezTo>
                  <a:cubicBezTo>
                    <a:pt x="1" y="226"/>
                    <a:pt x="36" y="304"/>
                    <a:pt x="91" y="304"/>
                  </a:cubicBezTo>
                  <a:cubicBezTo>
                    <a:pt x="98" y="304"/>
                    <a:pt x="106" y="303"/>
                    <a:pt x="115" y="299"/>
                  </a:cubicBezTo>
                  <a:cubicBezTo>
                    <a:pt x="338" y="205"/>
                    <a:pt x="578" y="107"/>
                    <a:pt x="819" y="107"/>
                  </a:cubicBezTo>
                  <a:cubicBezTo>
                    <a:pt x="924" y="107"/>
                    <a:pt x="1028" y="125"/>
                    <a:pt x="1131" y="170"/>
                  </a:cubicBezTo>
                  <a:cubicBezTo>
                    <a:pt x="1141" y="175"/>
                    <a:pt x="1150" y="177"/>
                    <a:pt x="1158" y="177"/>
                  </a:cubicBezTo>
                  <a:cubicBezTo>
                    <a:pt x="1211" y="177"/>
                    <a:pt x="1245" y="101"/>
                    <a:pt x="1191" y="77"/>
                  </a:cubicBezTo>
                  <a:cubicBezTo>
                    <a:pt x="1066" y="23"/>
                    <a:pt x="942" y="1"/>
                    <a:pt x="819" y="1"/>
                  </a:cubicBezTo>
                  <a:close/>
                </a:path>
              </a:pathLst>
            </a:custGeom>
            <a:solidFill>
              <a:srgbClr val="85290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0" name="Google Shape;1470;p41"/>
            <p:cNvSpPr/>
            <p:nvPr/>
          </p:nvSpPr>
          <p:spPr>
            <a:xfrm>
              <a:off x="-1347880" y="2294963"/>
              <a:ext cx="66550" cy="14706"/>
            </a:xfrm>
            <a:custGeom>
              <a:rect b="b" l="l" r="r" t="t"/>
              <a:pathLst>
                <a:path extrusionOk="0" h="257" w="1163">
                  <a:moveTo>
                    <a:pt x="606" y="1"/>
                  </a:moveTo>
                  <a:cubicBezTo>
                    <a:pt x="416" y="1"/>
                    <a:pt x="226" y="50"/>
                    <a:pt x="53" y="150"/>
                  </a:cubicBezTo>
                  <a:cubicBezTo>
                    <a:pt x="1" y="182"/>
                    <a:pt x="31" y="257"/>
                    <a:pt x="78" y="257"/>
                  </a:cubicBezTo>
                  <a:cubicBezTo>
                    <a:pt x="86" y="257"/>
                    <a:pt x="96" y="254"/>
                    <a:pt x="105" y="248"/>
                  </a:cubicBezTo>
                  <a:cubicBezTo>
                    <a:pt x="264" y="157"/>
                    <a:pt x="438" y="111"/>
                    <a:pt x="612" y="111"/>
                  </a:cubicBezTo>
                  <a:cubicBezTo>
                    <a:pt x="760" y="111"/>
                    <a:pt x="909" y="144"/>
                    <a:pt x="1049" y="213"/>
                  </a:cubicBezTo>
                  <a:cubicBezTo>
                    <a:pt x="1058" y="217"/>
                    <a:pt x="1067" y="219"/>
                    <a:pt x="1075" y="219"/>
                  </a:cubicBezTo>
                  <a:cubicBezTo>
                    <a:pt x="1126" y="219"/>
                    <a:pt x="1162" y="146"/>
                    <a:pt x="1105" y="119"/>
                  </a:cubicBezTo>
                  <a:cubicBezTo>
                    <a:pt x="946" y="40"/>
                    <a:pt x="776" y="1"/>
                    <a:pt x="606" y="1"/>
                  </a:cubicBezTo>
                  <a:close/>
                </a:path>
              </a:pathLst>
            </a:custGeom>
            <a:solidFill>
              <a:srgbClr val="85290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1" name="Google Shape;1471;p41"/>
            <p:cNvSpPr/>
            <p:nvPr/>
          </p:nvSpPr>
          <p:spPr>
            <a:xfrm>
              <a:off x="-1336378" y="2336793"/>
              <a:ext cx="28611" cy="39255"/>
            </a:xfrm>
            <a:custGeom>
              <a:rect b="b" l="l" r="r" t="t"/>
              <a:pathLst>
                <a:path extrusionOk="0" h="686" w="500">
                  <a:moveTo>
                    <a:pt x="432" y="1"/>
                  </a:moveTo>
                  <a:cubicBezTo>
                    <a:pt x="411" y="1"/>
                    <a:pt x="391" y="14"/>
                    <a:pt x="385" y="43"/>
                  </a:cubicBezTo>
                  <a:cubicBezTo>
                    <a:pt x="351" y="262"/>
                    <a:pt x="235" y="454"/>
                    <a:pt x="50" y="580"/>
                  </a:cubicBezTo>
                  <a:cubicBezTo>
                    <a:pt x="1" y="611"/>
                    <a:pt x="30" y="685"/>
                    <a:pt x="76" y="685"/>
                  </a:cubicBezTo>
                  <a:cubicBezTo>
                    <a:pt x="84" y="685"/>
                    <a:pt x="94" y="683"/>
                    <a:pt x="103" y="677"/>
                  </a:cubicBezTo>
                  <a:cubicBezTo>
                    <a:pt x="312" y="534"/>
                    <a:pt x="455" y="321"/>
                    <a:pt x="493" y="74"/>
                  </a:cubicBezTo>
                  <a:cubicBezTo>
                    <a:pt x="499" y="30"/>
                    <a:pt x="464" y="1"/>
                    <a:pt x="432" y="1"/>
                  </a:cubicBezTo>
                  <a:close/>
                </a:path>
              </a:pathLst>
            </a:custGeom>
            <a:solidFill>
              <a:srgbClr val="85290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2" name="Google Shape;1472;p41"/>
            <p:cNvSpPr/>
            <p:nvPr/>
          </p:nvSpPr>
          <p:spPr>
            <a:xfrm>
              <a:off x="-1320070" y="2351156"/>
              <a:ext cx="32388" cy="12188"/>
            </a:xfrm>
            <a:custGeom>
              <a:rect b="b" l="l" r="r" t="t"/>
              <a:pathLst>
                <a:path extrusionOk="0" h="213" w="566">
                  <a:moveTo>
                    <a:pt x="234" y="0"/>
                  </a:moveTo>
                  <a:cubicBezTo>
                    <a:pt x="174" y="0"/>
                    <a:pt x="114" y="13"/>
                    <a:pt x="58" y="39"/>
                  </a:cubicBezTo>
                  <a:cubicBezTo>
                    <a:pt x="0" y="63"/>
                    <a:pt x="36" y="141"/>
                    <a:pt x="88" y="141"/>
                  </a:cubicBezTo>
                  <a:cubicBezTo>
                    <a:pt x="95" y="141"/>
                    <a:pt x="103" y="140"/>
                    <a:pt x="111" y="136"/>
                  </a:cubicBezTo>
                  <a:cubicBezTo>
                    <a:pt x="150" y="118"/>
                    <a:pt x="192" y="110"/>
                    <a:pt x="233" y="110"/>
                  </a:cubicBezTo>
                  <a:cubicBezTo>
                    <a:pt x="311" y="110"/>
                    <a:pt x="388" y="141"/>
                    <a:pt x="445" y="196"/>
                  </a:cubicBezTo>
                  <a:cubicBezTo>
                    <a:pt x="457" y="208"/>
                    <a:pt x="471" y="213"/>
                    <a:pt x="484" y="213"/>
                  </a:cubicBezTo>
                  <a:cubicBezTo>
                    <a:pt x="527" y="213"/>
                    <a:pt x="565" y="157"/>
                    <a:pt x="526" y="120"/>
                  </a:cubicBezTo>
                  <a:cubicBezTo>
                    <a:pt x="445" y="41"/>
                    <a:pt x="340" y="0"/>
                    <a:pt x="234" y="0"/>
                  </a:cubicBezTo>
                  <a:close/>
                </a:path>
              </a:pathLst>
            </a:custGeom>
            <a:solidFill>
              <a:srgbClr val="85290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3" name="Google Shape;1473;p41"/>
            <p:cNvSpPr/>
            <p:nvPr/>
          </p:nvSpPr>
          <p:spPr>
            <a:xfrm>
              <a:off x="-947322" y="2945583"/>
              <a:ext cx="109924" cy="60599"/>
            </a:xfrm>
            <a:custGeom>
              <a:rect b="b" l="l" r="r" t="t"/>
              <a:pathLst>
                <a:path extrusionOk="0" h="1059" w="1921">
                  <a:moveTo>
                    <a:pt x="203" y="0"/>
                  </a:moveTo>
                  <a:lnTo>
                    <a:pt x="1" y="278"/>
                  </a:lnTo>
                  <a:cubicBezTo>
                    <a:pt x="1" y="278"/>
                    <a:pt x="670" y="975"/>
                    <a:pt x="1329" y="1052"/>
                  </a:cubicBezTo>
                  <a:cubicBezTo>
                    <a:pt x="1366" y="1056"/>
                    <a:pt x="1400" y="1058"/>
                    <a:pt x="1429" y="1058"/>
                  </a:cubicBezTo>
                  <a:cubicBezTo>
                    <a:pt x="1920" y="1058"/>
                    <a:pt x="1348" y="483"/>
                    <a:pt x="1095" y="299"/>
                  </a:cubicBezTo>
                  <a:cubicBezTo>
                    <a:pt x="823" y="105"/>
                    <a:pt x="203" y="0"/>
                    <a:pt x="203" y="0"/>
                  </a:cubicBezTo>
                  <a:close/>
                </a:path>
              </a:pathLst>
            </a:custGeom>
            <a:solidFill>
              <a:srgbClr val="B55A0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74" name="Google Shape;1474;p41"/>
          <p:cNvGrpSpPr/>
          <p:nvPr/>
        </p:nvGrpSpPr>
        <p:grpSpPr>
          <a:xfrm rot="4387107">
            <a:off x="380754" y="1309057"/>
            <a:ext cx="416692" cy="539630"/>
            <a:chOff x="5402225" y="3028900"/>
            <a:chExt cx="135050" cy="174900"/>
          </a:xfrm>
        </p:grpSpPr>
        <p:sp>
          <p:nvSpPr>
            <p:cNvPr id="1475" name="Google Shape;1475;p41"/>
            <p:cNvSpPr/>
            <p:nvPr/>
          </p:nvSpPr>
          <p:spPr>
            <a:xfrm>
              <a:off x="5424000" y="3043600"/>
              <a:ext cx="91400" cy="5775"/>
            </a:xfrm>
            <a:custGeom>
              <a:rect b="b" l="l" r="r" t="t"/>
              <a:pathLst>
                <a:path extrusionOk="0" h="231" w="3656">
                  <a:moveTo>
                    <a:pt x="119" y="0"/>
                  </a:moveTo>
                  <a:cubicBezTo>
                    <a:pt x="52" y="0"/>
                    <a:pt x="0" y="49"/>
                    <a:pt x="0" y="115"/>
                  </a:cubicBezTo>
                  <a:cubicBezTo>
                    <a:pt x="0" y="178"/>
                    <a:pt x="52" y="230"/>
                    <a:pt x="119" y="230"/>
                  </a:cubicBezTo>
                  <a:lnTo>
                    <a:pt x="3540" y="230"/>
                  </a:lnTo>
                  <a:cubicBezTo>
                    <a:pt x="3603" y="230"/>
                    <a:pt x="3656" y="178"/>
                    <a:pt x="3656" y="115"/>
                  </a:cubicBezTo>
                  <a:cubicBezTo>
                    <a:pt x="3656" y="49"/>
                    <a:pt x="3603" y="0"/>
                    <a:pt x="35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6" name="Google Shape;1476;p41"/>
            <p:cNvSpPr/>
            <p:nvPr/>
          </p:nvSpPr>
          <p:spPr>
            <a:xfrm>
              <a:off x="5424000" y="3067900"/>
              <a:ext cx="91400" cy="5775"/>
            </a:xfrm>
            <a:custGeom>
              <a:rect b="b" l="l" r="r" t="t"/>
              <a:pathLst>
                <a:path extrusionOk="0" h="231" w="3656">
                  <a:moveTo>
                    <a:pt x="119" y="0"/>
                  </a:moveTo>
                  <a:cubicBezTo>
                    <a:pt x="52" y="0"/>
                    <a:pt x="0" y="53"/>
                    <a:pt x="0" y="116"/>
                  </a:cubicBezTo>
                  <a:cubicBezTo>
                    <a:pt x="0" y="182"/>
                    <a:pt x="52" y="230"/>
                    <a:pt x="119" y="230"/>
                  </a:cubicBezTo>
                  <a:lnTo>
                    <a:pt x="3540" y="230"/>
                  </a:lnTo>
                  <a:cubicBezTo>
                    <a:pt x="3603" y="230"/>
                    <a:pt x="3656" y="182"/>
                    <a:pt x="3656" y="116"/>
                  </a:cubicBezTo>
                  <a:cubicBezTo>
                    <a:pt x="3656" y="53"/>
                    <a:pt x="3603" y="0"/>
                    <a:pt x="35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7" name="Google Shape;1477;p41"/>
            <p:cNvSpPr/>
            <p:nvPr/>
          </p:nvSpPr>
          <p:spPr>
            <a:xfrm>
              <a:off x="5424000" y="3092200"/>
              <a:ext cx="91400" cy="5875"/>
            </a:xfrm>
            <a:custGeom>
              <a:rect b="b" l="l" r="r" t="t"/>
              <a:pathLst>
                <a:path extrusionOk="0" h="235" w="3656">
                  <a:moveTo>
                    <a:pt x="119" y="1"/>
                  </a:moveTo>
                  <a:cubicBezTo>
                    <a:pt x="52" y="1"/>
                    <a:pt x="0" y="53"/>
                    <a:pt x="0" y="119"/>
                  </a:cubicBezTo>
                  <a:cubicBezTo>
                    <a:pt x="0" y="181"/>
                    <a:pt x="52" y="234"/>
                    <a:pt x="119" y="234"/>
                  </a:cubicBezTo>
                  <a:lnTo>
                    <a:pt x="3540" y="234"/>
                  </a:lnTo>
                  <a:cubicBezTo>
                    <a:pt x="3603" y="234"/>
                    <a:pt x="3656" y="181"/>
                    <a:pt x="3656" y="119"/>
                  </a:cubicBezTo>
                  <a:cubicBezTo>
                    <a:pt x="3656" y="53"/>
                    <a:pt x="3603" y="1"/>
                    <a:pt x="35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8" name="Google Shape;1478;p41"/>
            <p:cNvSpPr/>
            <p:nvPr/>
          </p:nvSpPr>
          <p:spPr>
            <a:xfrm>
              <a:off x="5424000" y="3140900"/>
              <a:ext cx="91400" cy="5850"/>
            </a:xfrm>
            <a:custGeom>
              <a:rect b="b" l="l" r="r" t="t"/>
              <a:pathLst>
                <a:path extrusionOk="0" h="234" w="3656">
                  <a:moveTo>
                    <a:pt x="119" y="0"/>
                  </a:moveTo>
                  <a:cubicBezTo>
                    <a:pt x="52" y="0"/>
                    <a:pt x="0" y="52"/>
                    <a:pt x="0" y="115"/>
                  </a:cubicBezTo>
                  <a:cubicBezTo>
                    <a:pt x="0" y="182"/>
                    <a:pt x="52" y="234"/>
                    <a:pt x="119" y="234"/>
                  </a:cubicBezTo>
                  <a:lnTo>
                    <a:pt x="3540" y="234"/>
                  </a:lnTo>
                  <a:cubicBezTo>
                    <a:pt x="3603" y="234"/>
                    <a:pt x="3656" y="182"/>
                    <a:pt x="3656" y="115"/>
                  </a:cubicBezTo>
                  <a:cubicBezTo>
                    <a:pt x="3656" y="52"/>
                    <a:pt x="3603" y="0"/>
                    <a:pt x="35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9" name="Google Shape;1479;p41"/>
            <p:cNvSpPr/>
            <p:nvPr/>
          </p:nvSpPr>
          <p:spPr>
            <a:xfrm>
              <a:off x="5424000" y="3165300"/>
              <a:ext cx="91400" cy="5775"/>
            </a:xfrm>
            <a:custGeom>
              <a:rect b="b" l="l" r="r" t="t"/>
              <a:pathLst>
                <a:path extrusionOk="0" h="231" w="3656">
                  <a:moveTo>
                    <a:pt x="119" y="0"/>
                  </a:moveTo>
                  <a:cubicBezTo>
                    <a:pt x="52" y="0"/>
                    <a:pt x="0" y="52"/>
                    <a:pt x="0" y="115"/>
                  </a:cubicBezTo>
                  <a:cubicBezTo>
                    <a:pt x="0" y="178"/>
                    <a:pt x="52" y="230"/>
                    <a:pt x="119" y="230"/>
                  </a:cubicBezTo>
                  <a:lnTo>
                    <a:pt x="3540" y="230"/>
                  </a:lnTo>
                  <a:cubicBezTo>
                    <a:pt x="3603" y="230"/>
                    <a:pt x="3656" y="178"/>
                    <a:pt x="3656" y="115"/>
                  </a:cubicBezTo>
                  <a:cubicBezTo>
                    <a:pt x="3656" y="52"/>
                    <a:pt x="3603" y="0"/>
                    <a:pt x="35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0" name="Google Shape;1480;p41"/>
            <p:cNvSpPr/>
            <p:nvPr/>
          </p:nvSpPr>
          <p:spPr>
            <a:xfrm>
              <a:off x="5424000" y="3189575"/>
              <a:ext cx="91400" cy="5775"/>
            </a:xfrm>
            <a:custGeom>
              <a:rect b="b" l="l" r="r" t="t"/>
              <a:pathLst>
                <a:path extrusionOk="0" h="231" w="3656">
                  <a:moveTo>
                    <a:pt x="119" y="1"/>
                  </a:moveTo>
                  <a:cubicBezTo>
                    <a:pt x="52" y="1"/>
                    <a:pt x="0" y="54"/>
                    <a:pt x="0" y="116"/>
                  </a:cubicBezTo>
                  <a:cubicBezTo>
                    <a:pt x="0" y="182"/>
                    <a:pt x="52" y="231"/>
                    <a:pt x="119" y="231"/>
                  </a:cubicBezTo>
                  <a:lnTo>
                    <a:pt x="3540" y="231"/>
                  </a:lnTo>
                  <a:cubicBezTo>
                    <a:pt x="3603" y="231"/>
                    <a:pt x="3656" y="182"/>
                    <a:pt x="3656" y="116"/>
                  </a:cubicBezTo>
                  <a:cubicBezTo>
                    <a:pt x="3656" y="54"/>
                    <a:pt x="3603" y="1"/>
                    <a:pt x="35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1" name="Google Shape;1481;p41"/>
            <p:cNvSpPr/>
            <p:nvPr/>
          </p:nvSpPr>
          <p:spPr>
            <a:xfrm>
              <a:off x="5402225" y="3028900"/>
              <a:ext cx="42175" cy="80300"/>
            </a:xfrm>
            <a:custGeom>
              <a:rect b="b" l="l" r="r" t="t"/>
              <a:pathLst>
                <a:path extrusionOk="0" h="3212" w="1687">
                  <a:moveTo>
                    <a:pt x="508" y="0"/>
                  </a:moveTo>
                  <a:cubicBezTo>
                    <a:pt x="385" y="0"/>
                    <a:pt x="277" y="89"/>
                    <a:pt x="258" y="212"/>
                  </a:cubicBezTo>
                  <a:cubicBezTo>
                    <a:pt x="248" y="281"/>
                    <a:pt x="0" y="1919"/>
                    <a:pt x="857" y="2922"/>
                  </a:cubicBezTo>
                  <a:cubicBezTo>
                    <a:pt x="948" y="3031"/>
                    <a:pt x="1053" y="3128"/>
                    <a:pt x="1161" y="3212"/>
                  </a:cubicBezTo>
                  <a:cubicBezTo>
                    <a:pt x="1293" y="3128"/>
                    <a:pt x="1471" y="3034"/>
                    <a:pt x="1687" y="2954"/>
                  </a:cubicBezTo>
                  <a:cubicBezTo>
                    <a:pt x="1513" y="2864"/>
                    <a:pt x="1366" y="2745"/>
                    <a:pt x="1241" y="2599"/>
                  </a:cubicBezTo>
                  <a:cubicBezTo>
                    <a:pt x="805" y="2090"/>
                    <a:pt x="722" y="1338"/>
                    <a:pt x="722" y="832"/>
                  </a:cubicBezTo>
                  <a:cubicBezTo>
                    <a:pt x="722" y="518"/>
                    <a:pt x="753" y="296"/>
                    <a:pt x="753" y="292"/>
                  </a:cubicBezTo>
                  <a:cubicBezTo>
                    <a:pt x="777" y="156"/>
                    <a:pt x="683" y="27"/>
                    <a:pt x="547" y="3"/>
                  </a:cubicBezTo>
                  <a:cubicBezTo>
                    <a:pt x="534" y="1"/>
                    <a:pt x="521" y="0"/>
                    <a:pt x="50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2" name="Google Shape;1482;p41"/>
            <p:cNvSpPr/>
            <p:nvPr/>
          </p:nvSpPr>
          <p:spPr>
            <a:xfrm>
              <a:off x="5494550" y="3121025"/>
              <a:ext cx="42100" cy="82775"/>
            </a:xfrm>
            <a:custGeom>
              <a:rect b="b" l="l" r="r" t="t"/>
              <a:pathLst>
                <a:path extrusionOk="0" h="3311" w="1684">
                  <a:moveTo>
                    <a:pt x="541" y="1"/>
                  </a:moveTo>
                  <a:cubicBezTo>
                    <a:pt x="363" y="102"/>
                    <a:pt x="178" y="175"/>
                    <a:pt x="1" y="231"/>
                  </a:cubicBezTo>
                  <a:cubicBezTo>
                    <a:pt x="147" y="314"/>
                    <a:pt x="276" y="422"/>
                    <a:pt x="387" y="551"/>
                  </a:cubicBezTo>
                  <a:cubicBezTo>
                    <a:pt x="1157" y="1423"/>
                    <a:pt x="966" y="3015"/>
                    <a:pt x="966" y="3029"/>
                  </a:cubicBezTo>
                  <a:cubicBezTo>
                    <a:pt x="948" y="3168"/>
                    <a:pt x="1046" y="3293"/>
                    <a:pt x="1182" y="3311"/>
                  </a:cubicBezTo>
                  <a:lnTo>
                    <a:pt x="1213" y="3311"/>
                  </a:lnTo>
                  <a:cubicBezTo>
                    <a:pt x="1339" y="3311"/>
                    <a:pt x="1447" y="3220"/>
                    <a:pt x="1464" y="3092"/>
                  </a:cubicBezTo>
                  <a:cubicBezTo>
                    <a:pt x="1471" y="3018"/>
                    <a:pt x="1683" y="1262"/>
                    <a:pt x="768" y="220"/>
                  </a:cubicBezTo>
                  <a:cubicBezTo>
                    <a:pt x="694" y="141"/>
                    <a:pt x="621" y="67"/>
                    <a:pt x="5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3" name="Google Shape;1483;p41"/>
            <p:cNvSpPr/>
            <p:nvPr/>
          </p:nvSpPr>
          <p:spPr>
            <a:xfrm>
              <a:off x="5402825" y="3028900"/>
              <a:ext cx="134450" cy="174900"/>
            </a:xfrm>
            <a:custGeom>
              <a:rect b="b" l="l" r="r" t="t"/>
              <a:pathLst>
                <a:path extrusionOk="0" h="6996" w="5378">
                  <a:moveTo>
                    <a:pt x="4868" y="0"/>
                  </a:moveTo>
                  <a:cubicBezTo>
                    <a:pt x="4855" y="0"/>
                    <a:pt x="4842" y="1"/>
                    <a:pt x="4830" y="3"/>
                  </a:cubicBezTo>
                  <a:cubicBezTo>
                    <a:pt x="4694" y="27"/>
                    <a:pt x="4600" y="156"/>
                    <a:pt x="4621" y="292"/>
                  </a:cubicBezTo>
                  <a:cubicBezTo>
                    <a:pt x="4625" y="306"/>
                    <a:pt x="4847" y="1766"/>
                    <a:pt x="4136" y="2595"/>
                  </a:cubicBezTo>
                  <a:cubicBezTo>
                    <a:pt x="3816" y="2975"/>
                    <a:pt x="3335" y="3167"/>
                    <a:pt x="2708" y="3167"/>
                  </a:cubicBezTo>
                  <a:cubicBezTo>
                    <a:pt x="1952" y="3167"/>
                    <a:pt x="1349" y="3414"/>
                    <a:pt x="917" y="3905"/>
                  </a:cubicBezTo>
                  <a:cubicBezTo>
                    <a:pt x="0" y="4947"/>
                    <a:pt x="209" y="6703"/>
                    <a:pt x="220" y="6777"/>
                  </a:cubicBezTo>
                  <a:cubicBezTo>
                    <a:pt x="238" y="6905"/>
                    <a:pt x="346" y="6996"/>
                    <a:pt x="468" y="6996"/>
                  </a:cubicBezTo>
                  <a:lnTo>
                    <a:pt x="502" y="6996"/>
                  </a:lnTo>
                  <a:cubicBezTo>
                    <a:pt x="638" y="6978"/>
                    <a:pt x="736" y="6853"/>
                    <a:pt x="719" y="6714"/>
                  </a:cubicBezTo>
                  <a:cubicBezTo>
                    <a:pt x="715" y="6700"/>
                    <a:pt x="527" y="5108"/>
                    <a:pt x="1293" y="4236"/>
                  </a:cubicBezTo>
                  <a:cubicBezTo>
                    <a:pt x="1628" y="3860"/>
                    <a:pt x="2102" y="3668"/>
                    <a:pt x="2708" y="3668"/>
                  </a:cubicBezTo>
                  <a:cubicBezTo>
                    <a:pt x="3488" y="3668"/>
                    <a:pt x="4095" y="3417"/>
                    <a:pt x="4520" y="2922"/>
                  </a:cubicBezTo>
                  <a:cubicBezTo>
                    <a:pt x="5377" y="1919"/>
                    <a:pt x="5130" y="281"/>
                    <a:pt x="5119" y="212"/>
                  </a:cubicBezTo>
                  <a:cubicBezTo>
                    <a:pt x="5097" y="89"/>
                    <a:pt x="4989" y="0"/>
                    <a:pt x="486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84" name="Google Shape;1484;p41"/>
          <p:cNvSpPr/>
          <p:nvPr/>
        </p:nvSpPr>
        <p:spPr>
          <a:xfrm rot="-3793924">
            <a:off x="8240188" y="4622821"/>
            <a:ext cx="1202230" cy="806694"/>
          </a:xfrm>
          <a:custGeom>
            <a:rect b="b" l="l" r="r" t="t"/>
            <a:pathLst>
              <a:path extrusionOk="0" h="27472" w="40942">
                <a:moveTo>
                  <a:pt x="26941" y="3084"/>
                </a:moveTo>
                <a:cubicBezTo>
                  <a:pt x="22042" y="-22"/>
                  <a:pt x="15889" y="-321"/>
                  <a:pt x="11528" y="217"/>
                </a:cubicBezTo>
                <a:cubicBezTo>
                  <a:pt x="7167" y="755"/>
                  <a:pt x="2030" y="3263"/>
                  <a:pt x="775" y="6310"/>
                </a:cubicBezTo>
                <a:cubicBezTo>
                  <a:pt x="-479" y="9357"/>
                  <a:pt x="-539" y="14973"/>
                  <a:pt x="4001" y="18497"/>
                </a:cubicBezTo>
                <a:cubicBezTo>
                  <a:pt x="8541" y="22022"/>
                  <a:pt x="21863" y="27397"/>
                  <a:pt x="28016" y="27457"/>
                </a:cubicBezTo>
                <a:cubicBezTo>
                  <a:pt x="34169" y="27517"/>
                  <a:pt x="41099" y="22917"/>
                  <a:pt x="40920" y="18855"/>
                </a:cubicBezTo>
                <a:cubicBezTo>
                  <a:pt x="40741" y="14793"/>
                  <a:pt x="31840" y="6190"/>
                  <a:pt x="26941" y="3084"/>
                </a:cubicBezTo>
                <a:close/>
              </a:path>
            </a:pathLst>
          </a:custGeom>
          <a:solidFill>
            <a:srgbClr val="C7CAEA">
              <a:alpha val="52090"/>
            </a:srgbClr>
          </a:solidFill>
          <a:ln>
            <a:noFill/>
          </a:ln>
        </p:spPr>
      </p:sp>
      <p:sp>
        <p:nvSpPr>
          <p:cNvPr id="1485" name="Google Shape;1485;p41"/>
          <p:cNvSpPr/>
          <p:nvPr/>
        </p:nvSpPr>
        <p:spPr>
          <a:xfrm rot="-3793924">
            <a:off x="8224496" y="4846528"/>
            <a:ext cx="1202230" cy="806694"/>
          </a:xfrm>
          <a:custGeom>
            <a:rect b="b" l="l" r="r" t="t"/>
            <a:pathLst>
              <a:path extrusionOk="0" h="27472" w="40942">
                <a:moveTo>
                  <a:pt x="26941" y="3084"/>
                </a:moveTo>
                <a:cubicBezTo>
                  <a:pt x="22042" y="-22"/>
                  <a:pt x="15889" y="-321"/>
                  <a:pt x="11528" y="217"/>
                </a:cubicBezTo>
                <a:cubicBezTo>
                  <a:pt x="7167" y="755"/>
                  <a:pt x="2030" y="3263"/>
                  <a:pt x="775" y="6310"/>
                </a:cubicBezTo>
                <a:cubicBezTo>
                  <a:pt x="-479" y="9357"/>
                  <a:pt x="-539" y="14973"/>
                  <a:pt x="4001" y="18497"/>
                </a:cubicBezTo>
                <a:cubicBezTo>
                  <a:pt x="8541" y="22022"/>
                  <a:pt x="21863" y="27397"/>
                  <a:pt x="28016" y="27457"/>
                </a:cubicBezTo>
                <a:cubicBezTo>
                  <a:pt x="34169" y="27517"/>
                  <a:pt x="41099" y="22917"/>
                  <a:pt x="40920" y="18855"/>
                </a:cubicBezTo>
                <a:cubicBezTo>
                  <a:pt x="40741" y="14793"/>
                  <a:pt x="31840" y="6190"/>
                  <a:pt x="26941" y="3084"/>
                </a:cubicBezTo>
                <a:close/>
              </a:path>
            </a:pathLst>
          </a:custGeom>
          <a:noFill/>
          <a:ln cap="flat" cmpd="sng" w="9525">
            <a:solidFill>
              <a:schemeClr val="dk2"/>
            </a:solidFill>
            <a:prstDash val="solid"/>
            <a:round/>
            <a:headEnd len="med" w="med" type="none"/>
            <a:tailEnd len="med" w="med" type="none"/>
          </a:ln>
        </p:spPr>
      </p:sp>
      <p:grpSp>
        <p:nvGrpSpPr>
          <p:cNvPr id="1486" name="Google Shape;1486;p41"/>
          <p:cNvGrpSpPr/>
          <p:nvPr/>
        </p:nvGrpSpPr>
        <p:grpSpPr>
          <a:xfrm rot="-737414">
            <a:off x="7230033" y="3899929"/>
            <a:ext cx="476862" cy="406801"/>
            <a:chOff x="682975" y="237527"/>
            <a:chExt cx="348700" cy="297469"/>
          </a:xfrm>
        </p:grpSpPr>
        <p:sp>
          <p:nvSpPr>
            <p:cNvPr id="1487" name="Google Shape;1487;p41"/>
            <p:cNvSpPr/>
            <p:nvPr/>
          </p:nvSpPr>
          <p:spPr>
            <a:xfrm>
              <a:off x="682975" y="237527"/>
              <a:ext cx="348700" cy="297469"/>
            </a:xfrm>
            <a:custGeom>
              <a:rect b="b" l="l" r="r" t="t"/>
              <a:pathLst>
                <a:path extrusionOk="0" h="7258" w="8508">
                  <a:moveTo>
                    <a:pt x="2187" y="0"/>
                  </a:moveTo>
                  <a:cubicBezTo>
                    <a:pt x="1033" y="0"/>
                    <a:pt x="0" y="1009"/>
                    <a:pt x="108" y="2418"/>
                  </a:cubicBezTo>
                  <a:cubicBezTo>
                    <a:pt x="250" y="4265"/>
                    <a:pt x="2850" y="6390"/>
                    <a:pt x="3863" y="7129"/>
                  </a:cubicBezTo>
                  <a:cubicBezTo>
                    <a:pt x="3980" y="7215"/>
                    <a:pt x="4117" y="7257"/>
                    <a:pt x="4254" y="7257"/>
                  </a:cubicBezTo>
                  <a:cubicBezTo>
                    <a:pt x="4390" y="7257"/>
                    <a:pt x="4527" y="7215"/>
                    <a:pt x="4644" y="7129"/>
                  </a:cubicBezTo>
                  <a:cubicBezTo>
                    <a:pt x="5658" y="6390"/>
                    <a:pt x="8257" y="4265"/>
                    <a:pt x="8400" y="2418"/>
                  </a:cubicBezTo>
                  <a:cubicBezTo>
                    <a:pt x="8507" y="1009"/>
                    <a:pt x="7475" y="0"/>
                    <a:pt x="6320" y="0"/>
                  </a:cubicBezTo>
                  <a:cubicBezTo>
                    <a:pt x="5596" y="0"/>
                    <a:pt x="4823" y="397"/>
                    <a:pt x="4254" y="1341"/>
                  </a:cubicBezTo>
                  <a:cubicBezTo>
                    <a:pt x="3684" y="397"/>
                    <a:pt x="2912" y="0"/>
                    <a:pt x="218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8" name="Google Shape;1488;p41"/>
            <p:cNvSpPr/>
            <p:nvPr/>
          </p:nvSpPr>
          <p:spPr>
            <a:xfrm>
              <a:off x="712771" y="325767"/>
              <a:ext cx="289108" cy="126726"/>
            </a:xfrm>
            <a:custGeom>
              <a:rect b="b" l="l" r="r" t="t"/>
              <a:pathLst>
                <a:path extrusionOk="0" h="3092" w="7054">
                  <a:moveTo>
                    <a:pt x="5896" y="0"/>
                  </a:moveTo>
                  <a:cubicBezTo>
                    <a:pt x="5865" y="0"/>
                    <a:pt x="5837" y="21"/>
                    <a:pt x="5823" y="52"/>
                  </a:cubicBezTo>
                  <a:lnTo>
                    <a:pt x="5614" y="583"/>
                  </a:lnTo>
                  <a:lnTo>
                    <a:pt x="5265" y="583"/>
                  </a:lnTo>
                  <a:lnTo>
                    <a:pt x="5067" y="77"/>
                  </a:lnTo>
                  <a:cubicBezTo>
                    <a:pt x="5053" y="49"/>
                    <a:pt x="5025" y="28"/>
                    <a:pt x="4994" y="28"/>
                  </a:cubicBezTo>
                  <a:cubicBezTo>
                    <a:pt x="4958" y="28"/>
                    <a:pt x="4931" y="49"/>
                    <a:pt x="4917" y="77"/>
                  </a:cubicBezTo>
                  <a:lnTo>
                    <a:pt x="4377" y="1450"/>
                  </a:lnTo>
                  <a:lnTo>
                    <a:pt x="4101" y="750"/>
                  </a:lnTo>
                  <a:cubicBezTo>
                    <a:pt x="4088" y="721"/>
                    <a:pt x="4060" y="700"/>
                    <a:pt x="4025" y="700"/>
                  </a:cubicBezTo>
                  <a:cubicBezTo>
                    <a:pt x="3993" y="700"/>
                    <a:pt x="3966" y="721"/>
                    <a:pt x="3955" y="750"/>
                  </a:cubicBezTo>
                  <a:lnTo>
                    <a:pt x="3147" y="2799"/>
                  </a:lnTo>
                  <a:lnTo>
                    <a:pt x="2332" y="736"/>
                  </a:lnTo>
                  <a:cubicBezTo>
                    <a:pt x="2321" y="704"/>
                    <a:pt x="2290" y="683"/>
                    <a:pt x="2258" y="683"/>
                  </a:cubicBezTo>
                  <a:lnTo>
                    <a:pt x="1927" y="683"/>
                  </a:lnTo>
                  <a:lnTo>
                    <a:pt x="1705" y="115"/>
                  </a:lnTo>
                  <a:cubicBezTo>
                    <a:pt x="1690" y="84"/>
                    <a:pt x="1663" y="63"/>
                    <a:pt x="1631" y="63"/>
                  </a:cubicBezTo>
                  <a:cubicBezTo>
                    <a:pt x="1597" y="63"/>
                    <a:pt x="1568" y="84"/>
                    <a:pt x="1558" y="115"/>
                  </a:cubicBezTo>
                  <a:lnTo>
                    <a:pt x="1293" y="781"/>
                  </a:lnTo>
                  <a:lnTo>
                    <a:pt x="84" y="781"/>
                  </a:lnTo>
                  <a:cubicBezTo>
                    <a:pt x="39" y="781"/>
                    <a:pt x="0" y="823"/>
                    <a:pt x="8" y="871"/>
                  </a:cubicBezTo>
                  <a:cubicBezTo>
                    <a:pt x="15" y="909"/>
                    <a:pt x="50" y="938"/>
                    <a:pt x="87" y="938"/>
                  </a:cubicBezTo>
                  <a:lnTo>
                    <a:pt x="1349" y="938"/>
                  </a:lnTo>
                  <a:cubicBezTo>
                    <a:pt x="1380" y="938"/>
                    <a:pt x="1409" y="917"/>
                    <a:pt x="1419" y="889"/>
                  </a:cubicBezTo>
                  <a:lnTo>
                    <a:pt x="1631" y="359"/>
                  </a:lnTo>
                  <a:lnTo>
                    <a:pt x="1802" y="792"/>
                  </a:lnTo>
                  <a:cubicBezTo>
                    <a:pt x="1812" y="823"/>
                    <a:pt x="1843" y="843"/>
                    <a:pt x="1875" y="843"/>
                  </a:cubicBezTo>
                  <a:lnTo>
                    <a:pt x="2206" y="843"/>
                  </a:lnTo>
                  <a:lnTo>
                    <a:pt x="3074" y="3039"/>
                  </a:lnTo>
                  <a:cubicBezTo>
                    <a:pt x="3084" y="3070"/>
                    <a:pt x="3112" y="3091"/>
                    <a:pt x="3147" y="3091"/>
                  </a:cubicBezTo>
                  <a:cubicBezTo>
                    <a:pt x="3178" y="3091"/>
                    <a:pt x="3207" y="3070"/>
                    <a:pt x="3220" y="3039"/>
                  </a:cubicBezTo>
                  <a:lnTo>
                    <a:pt x="4025" y="993"/>
                  </a:lnTo>
                  <a:lnTo>
                    <a:pt x="4304" y="1694"/>
                  </a:lnTo>
                  <a:cubicBezTo>
                    <a:pt x="4315" y="1725"/>
                    <a:pt x="4346" y="1746"/>
                    <a:pt x="4377" y="1746"/>
                  </a:cubicBezTo>
                  <a:cubicBezTo>
                    <a:pt x="4408" y="1746"/>
                    <a:pt x="4436" y="1725"/>
                    <a:pt x="4450" y="1694"/>
                  </a:cubicBezTo>
                  <a:lnTo>
                    <a:pt x="4994" y="321"/>
                  </a:lnTo>
                  <a:lnTo>
                    <a:pt x="5137" y="690"/>
                  </a:lnTo>
                  <a:cubicBezTo>
                    <a:pt x="5151" y="718"/>
                    <a:pt x="5178" y="739"/>
                    <a:pt x="5209" y="739"/>
                  </a:cubicBezTo>
                  <a:lnTo>
                    <a:pt x="5666" y="739"/>
                  </a:lnTo>
                  <a:cubicBezTo>
                    <a:pt x="5701" y="739"/>
                    <a:pt x="5729" y="718"/>
                    <a:pt x="5740" y="690"/>
                  </a:cubicBezTo>
                  <a:lnTo>
                    <a:pt x="5896" y="293"/>
                  </a:lnTo>
                  <a:lnTo>
                    <a:pt x="6092" y="787"/>
                  </a:lnTo>
                  <a:lnTo>
                    <a:pt x="6129" y="882"/>
                  </a:lnTo>
                  <a:cubicBezTo>
                    <a:pt x="6143" y="917"/>
                    <a:pt x="6175" y="938"/>
                    <a:pt x="6210" y="938"/>
                  </a:cubicBezTo>
                  <a:lnTo>
                    <a:pt x="6966" y="938"/>
                  </a:lnTo>
                  <a:cubicBezTo>
                    <a:pt x="7004" y="938"/>
                    <a:pt x="7039" y="909"/>
                    <a:pt x="7046" y="871"/>
                  </a:cubicBezTo>
                  <a:cubicBezTo>
                    <a:pt x="7053" y="823"/>
                    <a:pt x="7018" y="781"/>
                    <a:pt x="6970" y="781"/>
                  </a:cubicBezTo>
                  <a:lnTo>
                    <a:pt x="6259" y="781"/>
                  </a:lnTo>
                  <a:lnTo>
                    <a:pt x="5970" y="52"/>
                  </a:lnTo>
                  <a:cubicBezTo>
                    <a:pt x="5959" y="21"/>
                    <a:pt x="5928" y="0"/>
                    <a:pt x="589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89" name="Google Shape;1489;p41"/>
          <p:cNvSpPr/>
          <p:nvPr/>
        </p:nvSpPr>
        <p:spPr>
          <a:xfrm flipH="1" rot="834082">
            <a:off x="-443418" y="-124578"/>
            <a:ext cx="1202265" cy="806718"/>
          </a:xfrm>
          <a:custGeom>
            <a:rect b="b" l="l" r="r" t="t"/>
            <a:pathLst>
              <a:path extrusionOk="0" h="27472" w="40942">
                <a:moveTo>
                  <a:pt x="26941" y="3084"/>
                </a:moveTo>
                <a:cubicBezTo>
                  <a:pt x="22042" y="-22"/>
                  <a:pt x="15889" y="-321"/>
                  <a:pt x="11528" y="217"/>
                </a:cubicBezTo>
                <a:cubicBezTo>
                  <a:pt x="7167" y="755"/>
                  <a:pt x="2030" y="3263"/>
                  <a:pt x="775" y="6310"/>
                </a:cubicBezTo>
                <a:cubicBezTo>
                  <a:pt x="-479" y="9357"/>
                  <a:pt x="-539" y="14973"/>
                  <a:pt x="4001" y="18497"/>
                </a:cubicBezTo>
                <a:cubicBezTo>
                  <a:pt x="8541" y="22022"/>
                  <a:pt x="21863" y="27397"/>
                  <a:pt x="28016" y="27457"/>
                </a:cubicBezTo>
                <a:cubicBezTo>
                  <a:pt x="34169" y="27517"/>
                  <a:pt x="41099" y="22917"/>
                  <a:pt x="40920" y="18855"/>
                </a:cubicBezTo>
                <a:cubicBezTo>
                  <a:pt x="40741" y="14793"/>
                  <a:pt x="31840" y="6190"/>
                  <a:pt x="26941" y="3084"/>
                </a:cubicBezTo>
                <a:close/>
              </a:path>
            </a:pathLst>
          </a:custGeom>
          <a:solidFill>
            <a:srgbClr val="C7CAEA">
              <a:alpha val="52090"/>
            </a:srgbClr>
          </a:solidFill>
          <a:ln>
            <a:noFill/>
          </a:ln>
        </p:spPr>
      </p:sp>
      <p:sp>
        <p:nvSpPr>
          <p:cNvPr id="1490" name="Google Shape;1490;p41"/>
          <p:cNvSpPr/>
          <p:nvPr/>
        </p:nvSpPr>
        <p:spPr>
          <a:xfrm flipH="1" rot="834082">
            <a:off x="-324288" y="-79684"/>
            <a:ext cx="1202265" cy="806718"/>
          </a:xfrm>
          <a:custGeom>
            <a:rect b="b" l="l" r="r" t="t"/>
            <a:pathLst>
              <a:path extrusionOk="0" h="27472" w="40942">
                <a:moveTo>
                  <a:pt x="26941" y="3084"/>
                </a:moveTo>
                <a:cubicBezTo>
                  <a:pt x="22042" y="-22"/>
                  <a:pt x="15889" y="-321"/>
                  <a:pt x="11528" y="217"/>
                </a:cubicBezTo>
                <a:cubicBezTo>
                  <a:pt x="7167" y="755"/>
                  <a:pt x="2030" y="3263"/>
                  <a:pt x="775" y="6310"/>
                </a:cubicBezTo>
                <a:cubicBezTo>
                  <a:pt x="-479" y="9357"/>
                  <a:pt x="-539" y="14973"/>
                  <a:pt x="4001" y="18497"/>
                </a:cubicBezTo>
                <a:cubicBezTo>
                  <a:pt x="8541" y="22022"/>
                  <a:pt x="21863" y="27397"/>
                  <a:pt x="28016" y="27457"/>
                </a:cubicBezTo>
                <a:cubicBezTo>
                  <a:pt x="34169" y="27517"/>
                  <a:pt x="41099" y="22917"/>
                  <a:pt x="40920" y="18855"/>
                </a:cubicBezTo>
                <a:cubicBezTo>
                  <a:pt x="40741" y="14793"/>
                  <a:pt x="31840" y="6190"/>
                  <a:pt x="26941" y="3084"/>
                </a:cubicBezTo>
                <a:close/>
              </a:path>
            </a:pathLst>
          </a:custGeom>
          <a:noFill/>
          <a:ln cap="flat" cmpd="sng" w="9525">
            <a:solidFill>
              <a:schemeClr val="dk2"/>
            </a:solidFill>
            <a:prstDash val="solid"/>
            <a:round/>
            <a:headEnd len="med" w="med" type="none"/>
            <a:tailEnd len="med" w="med" type="none"/>
          </a:ln>
        </p:spPr>
      </p:sp>
      <p:grpSp>
        <p:nvGrpSpPr>
          <p:cNvPr id="1491" name="Google Shape;1491;p41"/>
          <p:cNvGrpSpPr/>
          <p:nvPr/>
        </p:nvGrpSpPr>
        <p:grpSpPr>
          <a:xfrm rot="1999179">
            <a:off x="1968668" y="-130728"/>
            <a:ext cx="434060" cy="457810"/>
            <a:chOff x="1369189" y="306367"/>
            <a:chExt cx="340667" cy="359315"/>
          </a:xfrm>
        </p:grpSpPr>
        <p:sp>
          <p:nvSpPr>
            <p:cNvPr id="1492" name="Google Shape;1492;p41"/>
            <p:cNvSpPr/>
            <p:nvPr/>
          </p:nvSpPr>
          <p:spPr>
            <a:xfrm>
              <a:off x="1369189" y="306367"/>
              <a:ext cx="340667" cy="359315"/>
            </a:xfrm>
            <a:custGeom>
              <a:rect b="b" l="l" r="r" t="t"/>
              <a:pathLst>
                <a:path extrusionOk="0" h="8767" w="8312">
                  <a:moveTo>
                    <a:pt x="4155" y="0"/>
                  </a:moveTo>
                  <a:lnTo>
                    <a:pt x="4134" y="10"/>
                  </a:lnTo>
                  <a:lnTo>
                    <a:pt x="1" y="1728"/>
                  </a:lnTo>
                  <a:cubicBezTo>
                    <a:pt x="1" y="6345"/>
                    <a:pt x="3688" y="8512"/>
                    <a:pt x="4134" y="8756"/>
                  </a:cubicBezTo>
                  <a:cubicBezTo>
                    <a:pt x="4140" y="8760"/>
                    <a:pt x="4148" y="8767"/>
                    <a:pt x="4155" y="8767"/>
                  </a:cubicBezTo>
                  <a:cubicBezTo>
                    <a:pt x="4161" y="8767"/>
                    <a:pt x="4169" y="8760"/>
                    <a:pt x="4176" y="8756"/>
                  </a:cubicBezTo>
                  <a:cubicBezTo>
                    <a:pt x="4621" y="8512"/>
                    <a:pt x="8312" y="6345"/>
                    <a:pt x="8312" y="1728"/>
                  </a:cubicBezTo>
                  <a:lnTo>
                    <a:pt x="4176" y="10"/>
                  </a:lnTo>
                  <a:lnTo>
                    <a:pt x="415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3" name="Google Shape;1493;p41"/>
            <p:cNvSpPr/>
            <p:nvPr/>
          </p:nvSpPr>
          <p:spPr>
            <a:xfrm>
              <a:off x="1394354" y="331614"/>
              <a:ext cx="290379" cy="306773"/>
            </a:xfrm>
            <a:custGeom>
              <a:rect b="b" l="l" r="r" t="t"/>
              <a:pathLst>
                <a:path extrusionOk="0" h="7485" w="7085">
                  <a:moveTo>
                    <a:pt x="3541" y="0"/>
                  </a:moveTo>
                  <a:lnTo>
                    <a:pt x="1" y="1475"/>
                  </a:lnTo>
                  <a:cubicBezTo>
                    <a:pt x="161" y="5000"/>
                    <a:pt x="2642" y="6906"/>
                    <a:pt x="3541" y="7485"/>
                  </a:cubicBezTo>
                  <a:cubicBezTo>
                    <a:pt x="4440" y="6906"/>
                    <a:pt x="6924" y="5000"/>
                    <a:pt x="7085" y="1475"/>
                  </a:cubicBezTo>
                  <a:lnTo>
                    <a:pt x="3541"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4" name="Google Shape;1494;p41"/>
            <p:cNvSpPr/>
            <p:nvPr/>
          </p:nvSpPr>
          <p:spPr>
            <a:xfrm>
              <a:off x="1459356" y="398174"/>
              <a:ext cx="158571" cy="147300"/>
            </a:xfrm>
            <a:custGeom>
              <a:rect b="b" l="l" r="r" t="t"/>
              <a:pathLst>
                <a:path extrusionOk="0" h="3594" w="3869">
                  <a:moveTo>
                    <a:pt x="1342" y="0"/>
                  </a:moveTo>
                  <a:lnTo>
                    <a:pt x="1342" y="1247"/>
                  </a:lnTo>
                  <a:lnTo>
                    <a:pt x="0" y="1247"/>
                  </a:lnTo>
                  <a:lnTo>
                    <a:pt x="0" y="2345"/>
                  </a:lnTo>
                  <a:lnTo>
                    <a:pt x="1342" y="2345"/>
                  </a:lnTo>
                  <a:lnTo>
                    <a:pt x="1342" y="3593"/>
                  </a:lnTo>
                  <a:lnTo>
                    <a:pt x="2522" y="3593"/>
                  </a:lnTo>
                  <a:lnTo>
                    <a:pt x="2522" y="2345"/>
                  </a:lnTo>
                  <a:lnTo>
                    <a:pt x="3868" y="2345"/>
                  </a:lnTo>
                  <a:lnTo>
                    <a:pt x="3868" y="1247"/>
                  </a:lnTo>
                  <a:lnTo>
                    <a:pt x="2522" y="1247"/>
                  </a:lnTo>
                  <a:lnTo>
                    <a:pt x="252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495" name="Google Shape;1495;p41" title="clusters.png"/>
          <p:cNvPicPr preferRelativeResize="0"/>
          <p:nvPr/>
        </p:nvPicPr>
        <p:blipFill>
          <a:blip r:embed="rId3">
            <a:alphaModFix/>
          </a:blip>
          <a:stretch>
            <a:fillRect/>
          </a:stretch>
        </p:blipFill>
        <p:spPr>
          <a:xfrm>
            <a:off x="2492825" y="219775"/>
            <a:ext cx="4846500" cy="4703948"/>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9" name="Shape 1499"/>
        <p:cNvGrpSpPr/>
        <p:nvPr/>
      </p:nvGrpSpPr>
      <p:grpSpPr>
        <a:xfrm>
          <a:off x="0" y="0"/>
          <a:ext cx="0" cy="0"/>
          <a:chOff x="0" y="0"/>
          <a:chExt cx="0" cy="0"/>
        </a:xfrm>
      </p:grpSpPr>
      <p:sp>
        <p:nvSpPr>
          <p:cNvPr id="1500" name="Google Shape;1500;p42"/>
          <p:cNvSpPr/>
          <p:nvPr/>
        </p:nvSpPr>
        <p:spPr>
          <a:xfrm flipH="1" rot="255947">
            <a:off x="431043" y="4166848"/>
            <a:ext cx="6417395" cy="3700357"/>
          </a:xfrm>
          <a:custGeom>
            <a:rect b="b" l="l" r="r" t="t"/>
            <a:pathLst>
              <a:path extrusionOk="0" h="140790" w="244167">
                <a:moveTo>
                  <a:pt x="134823" y="24269"/>
                </a:moveTo>
                <a:cubicBezTo>
                  <a:pt x="122338" y="19609"/>
                  <a:pt x="100115" y="3779"/>
                  <a:pt x="85001" y="971"/>
                </a:cubicBezTo>
                <a:cubicBezTo>
                  <a:pt x="69887" y="-1837"/>
                  <a:pt x="56864" y="1927"/>
                  <a:pt x="44140" y="7423"/>
                </a:cubicBezTo>
                <a:cubicBezTo>
                  <a:pt x="31416" y="12919"/>
                  <a:pt x="15943" y="24927"/>
                  <a:pt x="8655" y="33947"/>
                </a:cubicBezTo>
                <a:cubicBezTo>
                  <a:pt x="1367" y="42968"/>
                  <a:pt x="-843" y="52167"/>
                  <a:pt x="411" y="61546"/>
                </a:cubicBezTo>
                <a:cubicBezTo>
                  <a:pt x="1666" y="70925"/>
                  <a:pt x="3936" y="83710"/>
                  <a:pt x="16182" y="90221"/>
                </a:cubicBezTo>
                <a:cubicBezTo>
                  <a:pt x="28429" y="96733"/>
                  <a:pt x="57641" y="99002"/>
                  <a:pt x="73890" y="100615"/>
                </a:cubicBezTo>
                <a:cubicBezTo>
                  <a:pt x="90139" y="102228"/>
                  <a:pt x="100712" y="94641"/>
                  <a:pt x="113675" y="99898"/>
                </a:cubicBezTo>
                <a:cubicBezTo>
                  <a:pt x="126638" y="105155"/>
                  <a:pt x="140498" y="125347"/>
                  <a:pt x="151669" y="132157"/>
                </a:cubicBezTo>
                <a:cubicBezTo>
                  <a:pt x="162840" y="138967"/>
                  <a:pt x="169591" y="140880"/>
                  <a:pt x="180702" y="140760"/>
                </a:cubicBezTo>
                <a:cubicBezTo>
                  <a:pt x="191814" y="140641"/>
                  <a:pt x="208242" y="137593"/>
                  <a:pt x="218338" y="131440"/>
                </a:cubicBezTo>
                <a:cubicBezTo>
                  <a:pt x="228434" y="125287"/>
                  <a:pt x="237275" y="113997"/>
                  <a:pt x="241277" y="103841"/>
                </a:cubicBezTo>
                <a:cubicBezTo>
                  <a:pt x="245280" y="93686"/>
                  <a:pt x="244563" y="80961"/>
                  <a:pt x="242353" y="70507"/>
                </a:cubicBezTo>
                <a:cubicBezTo>
                  <a:pt x="240143" y="60053"/>
                  <a:pt x="234407" y="48582"/>
                  <a:pt x="228015" y="41115"/>
                </a:cubicBezTo>
                <a:cubicBezTo>
                  <a:pt x="221623" y="33648"/>
                  <a:pt x="215350" y="27734"/>
                  <a:pt x="204000" y="25703"/>
                </a:cubicBezTo>
                <a:cubicBezTo>
                  <a:pt x="192650" y="23672"/>
                  <a:pt x="171443" y="29168"/>
                  <a:pt x="159913" y="28929"/>
                </a:cubicBezTo>
                <a:cubicBezTo>
                  <a:pt x="148384" y="28690"/>
                  <a:pt x="147308" y="28929"/>
                  <a:pt x="134823" y="24269"/>
                </a:cubicBezTo>
                <a:close/>
              </a:path>
            </a:pathLst>
          </a:custGeom>
          <a:noFill/>
          <a:ln cap="flat" cmpd="sng" w="9525">
            <a:solidFill>
              <a:schemeClr val="dk2"/>
            </a:solidFill>
            <a:prstDash val="solid"/>
            <a:round/>
            <a:headEnd len="med" w="med" type="none"/>
            <a:tailEnd len="med" w="med" type="none"/>
          </a:ln>
        </p:spPr>
      </p:sp>
      <p:sp>
        <p:nvSpPr>
          <p:cNvPr id="1501" name="Google Shape;1501;p42"/>
          <p:cNvSpPr/>
          <p:nvPr/>
        </p:nvSpPr>
        <p:spPr>
          <a:xfrm flipH="1" rot="255947">
            <a:off x="507243" y="4243048"/>
            <a:ext cx="6417395" cy="3700357"/>
          </a:xfrm>
          <a:custGeom>
            <a:rect b="b" l="l" r="r" t="t"/>
            <a:pathLst>
              <a:path extrusionOk="0" h="140790" w="244167">
                <a:moveTo>
                  <a:pt x="134823" y="24269"/>
                </a:moveTo>
                <a:cubicBezTo>
                  <a:pt x="122338" y="19609"/>
                  <a:pt x="100115" y="3779"/>
                  <a:pt x="85001" y="971"/>
                </a:cubicBezTo>
                <a:cubicBezTo>
                  <a:pt x="69887" y="-1837"/>
                  <a:pt x="56864" y="1927"/>
                  <a:pt x="44140" y="7423"/>
                </a:cubicBezTo>
                <a:cubicBezTo>
                  <a:pt x="31416" y="12919"/>
                  <a:pt x="15943" y="24927"/>
                  <a:pt x="8655" y="33947"/>
                </a:cubicBezTo>
                <a:cubicBezTo>
                  <a:pt x="1367" y="42968"/>
                  <a:pt x="-843" y="52167"/>
                  <a:pt x="411" y="61546"/>
                </a:cubicBezTo>
                <a:cubicBezTo>
                  <a:pt x="1666" y="70925"/>
                  <a:pt x="3936" y="83710"/>
                  <a:pt x="16182" y="90221"/>
                </a:cubicBezTo>
                <a:cubicBezTo>
                  <a:pt x="28429" y="96733"/>
                  <a:pt x="57641" y="99002"/>
                  <a:pt x="73890" y="100615"/>
                </a:cubicBezTo>
                <a:cubicBezTo>
                  <a:pt x="90139" y="102228"/>
                  <a:pt x="100712" y="94641"/>
                  <a:pt x="113675" y="99898"/>
                </a:cubicBezTo>
                <a:cubicBezTo>
                  <a:pt x="126638" y="105155"/>
                  <a:pt x="140498" y="125347"/>
                  <a:pt x="151669" y="132157"/>
                </a:cubicBezTo>
                <a:cubicBezTo>
                  <a:pt x="162840" y="138967"/>
                  <a:pt x="169591" y="140880"/>
                  <a:pt x="180702" y="140760"/>
                </a:cubicBezTo>
                <a:cubicBezTo>
                  <a:pt x="191814" y="140641"/>
                  <a:pt x="208242" y="137593"/>
                  <a:pt x="218338" y="131440"/>
                </a:cubicBezTo>
                <a:cubicBezTo>
                  <a:pt x="228434" y="125287"/>
                  <a:pt x="237275" y="113997"/>
                  <a:pt x="241277" y="103841"/>
                </a:cubicBezTo>
                <a:cubicBezTo>
                  <a:pt x="245280" y="93686"/>
                  <a:pt x="244563" y="80961"/>
                  <a:pt x="242353" y="70507"/>
                </a:cubicBezTo>
                <a:cubicBezTo>
                  <a:pt x="240143" y="60053"/>
                  <a:pt x="234407" y="48582"/>
                  <a:pt x="228015" y="41115"/>
                </a:cubicBezTo>
                <a:cubicBezTo>
                  <a:pt x="221623" y="33648"/>
                  <a:pt x="215350" y="27734"/>
                  <a:pt x="204000" y="25703"/>
                </a:cubicBezTo>
                <a:cubicBezTo>
                  <a:pt x="192650" y="23672"/>
                  <a:pt x="171443" y="29168"/>
                  <a:pt x="159913" y="28929"/>
                </a:cubicBezTo>
                <a:cubicBezTo>
                  <a:pt x="148384" y="28690"/>
                  <a:pt x="147308" y="28929"/>
                  <a:pt x="134823" y="24269"/>
                </a:cubicBezTo>
                <a:close/>
              </a:path>
            </a:pathLst>
          </a:custGeom>
          <a:solidFill>
            <a:srgbClr val="C7CAEA">
              <a:alpha val="52090"/>
            </a:srgbClr>
          </a:solidFill>
          <a:ln>
            <a:noFill/>
          </a:ln>
        </p:spPr>
      </p:sp>
      <p:sp>
        <p:nvSpPr>
          <p:cNvPr id="1502" name="Google Shape;1502;p42"/>
          <p:cNvSpPr/>
          <p:nvPr/>
        </p:nvSpPr>
        <p:spPr>
          <a:xfrm rot="-714862">
            <a:off x="3583104" y="-2765092"/>
            <a:ext cx="7285403" cy="4523099"/>
          </a:xfrm>
          <a:custGeom>
            <a:rect b="b" l="l" r="r" t="t"/>
            <a:pathLst>
              <a:path extrusionOk="0" h="140790" w="244167">
                <a:moveTo>
                  <a:pt x="134823" y="24269"/>
                </a:moveTo>
                <a:cubicBezTo>
                  <a:pt x="122338" y="19609"/>
                  <a:pt x="100115" y="3779"/>
                  <a:pt x="85001" y="971"/>
                </a:cubicBezTo>
                <a:cubicBezTo>
                  <a:pt x="69887" y="-1837"/>
                  <a:pt x="56864" y="1927"/>
                  <a:pt x="44140" y="7423"/>
                </a:cubicBezTo>
                <a:cubicBezTo>
                  <a:pt x="31416" y="12919"/>
                  <a:pt x="15943" y="24927"/>
                  <a:pt x="8655" y="33947"/>
                </a:cubicBezTo>
                <a:cubicBezTo>
                  <a:pt x="1367" y="42968"/>
                  <a:pt x="-843" y="52167"/>
                  <a:pt x="411" y="61546"/>
                </a:cubicBezTo>
                <a:cubicBezTo>
                  <a:pt x="1666" y="70925"/>
                  <a:pt x="3936" y="83710"/>
                  <a:pt x="16182" y="90221"/>
                </a:cubicBezTo>
                <a:cubicBezTo>
                  <a:pt x="28429" y="96733"/>
                  <a:pt x="57641" y="99002"/>
                  <a:pt x="73890" y="100615"/>
                </a:cubicBezTo>
                <a:cubicBezTo>
                  <a:pt x="90139" y="102228"/>
                  <a:pt x="100712" y="94641"/>
                  <a:pt x="113675" y="99898"/>
                </a:cubicBezTo>
                <a:cubicBezTo>
                  <a:pt x="126638" y="105155"/>
                  <a:pt x="140498" y="125347"/>
                  <a:pt x="151669" y="132157"/>
                </a:cubicBezTo>
                <a:cubicBezTo>
                  <a:pt x="162840" y="138967"/>
                  <a:pt x="169591" y="140880"/>
                  <a:pt x="180702" y="140760"/>
                </a:cubicBezTo>
                <a:cubicBezTo>
                  <a:pt x="191814" y="140641"/>
                  <a:pt x="208242" y="137593"/>
                  <a:pt x="218338" y="131440"/>
                </a:cubicBezTo>
                <a:cubicBezTo>
                  <a:pt x="228434" y="125287"/>
                  <a:pt x="237275" y="113997"/>
                  <a:pt x="241277" y="103841"/>
                </a:cubicBezTo>
                <a:cubicBezTo>
                  <a:pt x="245280" y="93686"/>
                  <a:pt x="244563" y="80961"/>
                  <a:pt x="242353" y="70507"/>
                </a:cubicBezTo>
                <a:cubicBezTo>
                  <a:pt x="240143" y="60053"/>
                  <a:pt x="234407" y="48582"/>
                  <a:pt x="228015" y="41115"/>
                </a:cubicBezTo>
                <a:cubicBezTo>
                  <a:pt x="221623" y="33648"/>
                  <a:pt x="215350" y="27734"/>
                  <a:pt x="204000" y="25703"/>
                </a:cubicBezTo>
                <a:cubicBezTo>
                  <a:pt x="192650" y="23672"/>
                  <a:pt x="171443" y="29168"/>
                  <a:pt x="159913" y="28929"/>
                </a:cubicBezTo>
                <a:cubicBezTo>
                  <a:pt x="148384" y="28690"/>
                  <a:pt x="147308" y="28929"/>
                  <a:pt x="134823" y="24269"/>
                </a:cubicBezTo>
                <a:close/>
              </a:path>
            </a:pathLst>
          </a:custGeom>
          <a:noFill/>
          <a:ln cap="flat" cmpd="sng" w="9525">
            <a:solidFill>
              <a:schemeClr val="dk2"/>
            </a:solidFill>
            <a:prstDash val="solid"/>
            <a:round/>
            <a:headEnd len="med" w="med" type="none"/>
            <a:tailEnd len="med" w="med" type="none"/>
          </a:ln>
        </p:spPr>
      </p:sp>
      <p:sp>
        <p:nvSpPr>
          <p:cNvPr id="1503" name="Google Shape;1503;p42"/>
          <p:cNvSpPr/>
          <p:nvPr/>
        </p:nvSpPr>
        <p:spPr>
          <a:xfrm rot="-714862">
            <a:off x="3563458" y="-2945436"/>
            <a:ext cx="7285403" cy="4523099"/>
          </a:xfrm>
          <a:custGeom>
            <a:rect b="b" l="l" r="r" t="t"/>
            <a:pathLst>
              <a:path extrusionOk="0" h="140790" w="244167">
                <a:moveTo>
                  <a:pt x="134823" y="24269"/>
                </a:moveTo>
                <a:cubicBezTo>
                  <a:pt x="122338" y="19609"/>
                  <a:pt x="100115" y="3779"/>
                  <a:pt x="85001" y="971"/>
                </a:cubicBezTo>
                <a:cubicBezTo>
                  <a:pt x="69887" y="-1837"/>
                  <a:pt x="56864" y="1927"/>
                  <a:pt x="44140" y="7423"/>
                </a:cubicBezTo>
                <a:cubicBezTo>
                  <a:pt x="31416" y="12919"/>
                  <a:pt x="15943" y="24927"/>
                  <a:pt x="8655" y="33947"/>
                </a:cubicBezTo>
                <a:cubicBezTo>
                  <a:pt x="1367" y="42968"/>
                  <a:pt x="-843" y="52167"/>
                  <a:pt x="411" y="61546"/>
                </a:cubicBezTo>
                <a:cubicBezTo>
                  <a:pt x="1666" y="70925"/>
                  <a:pt x="3936" y="83710"/>
                  <a:pt x="16182" y="90221"/>
                </a:cubicBezTo>
                <a:cubicBezTo>
                  <a:pt x="28429" y="96733"/>
                  <a:pt x="57641" y="99002"/>
                  <a:pt x="73890" y="100615"/>
                </a:cubicBezTo>
                <a:cubicBezTo>
                  <a:pt x="90139" y="102228"/>
                  <a:pt x="100712" y="94641"/>
                  <a:pt x="113675" y="99898"/>
                </a:cubicBezTo>
                <a:cubicBezTo>
                  <a:pt x="126638" y="105155"/>
                  <a:pt x="140498" y="125347"/>
                  <a:pt x="151669" y="132157"/>
                </a:cubicBezTo>
                <a:cubicBezTo>
                  <a:pt x="162840" y="138967"/>
                  <a:pt x="169591" y="140880"/>
                  <a:pt x="180702" y="140760"/>
                </a:cubicBezTo>
                <a:cubicBezTo>
                  <a:pt x="191814" y="140641"/>
                  <a:pt x="208242" y="137593"/>
                  <a:pt x="218338" y="131440"/>
                </a:cubicBezTo>
                <a:cubicBezTo>
                  <a:pt x="228434" y="125287"/>
                  <a:pt x="237275" y="113997"/>
                  <a:pt x="241277" y="103841"/>
                </a:cubicBezTo>
                <a:cubicBezTo>
                  <a:pt x="245280" y="93686"/>
                  <a:pt x="244563" y="80961"/>
                  <a:pt x="242353" y="70507"/>
                </a:cubicBezTo>
                <a:cubicBezTo>
                  <a:pt x="240143" y="60053"/>
                  <a:pt x="234407" y="48582"/>
                  <a:pt x="228015" y="41115"/>
                </a:cubicBezTo>
                <a:cubicBezTo>
                  <a:pt x="221623" y="33648"/>
                  <a:pt x="215350" y="27734"/>
                  <a:pt x="204000" y="25703"/>
                </a:cubicBezTo>
                <a:cubicBezTo>
                  <a:pt x="192650" y="23672"/>
                  <a:pt x="171443" y="29168"/>
                  <a:pt x="159913" y="28929"/>
                </a:cubicBezTo>
                <a:cubicBezTo>
                  <a:pt x="148384" y="28690"/>
                  <a:pt x="147308" y="28929"/>
                  <a:pt x="134823" y="24269"/>
                </a:cubicBezTo>
                <a:close/>
              </a:path>
            </a:pathLst>
          </a:custGeom>
          <a:solidFill>
            <a:srgbClr val="C7CAEA">
              <a:alpha val="52090"/>
            </a:srgbClr>
          </a:solidFill>
          <a:ln>
            <a:noFill/>
          </a:ln>
        </p:spPr>
      </p:sp>
      <p:grpSp>
        <p:nvGrpSpPr>
          <p:cNvPr id="1504" name="Google Shape;1504;p42"/>
          <p:cNvGrpSpPr/>
          <p:nvPr/>
        </p:nvGrpSpPr>
        <p:grpSpPr>
          <a:xfrm>
            <a:off x="-2423749" y="1562604"/>
            <a:ext cx="2162125" cy="4329037"/>
            <a:chOff x="-2617189" y="1675873"/>
            <a:chExt cx="1860532" cy="3725185"/>
          </a:xfrm>
        </p:grpSpPr>
        <p:sp>
          <p:nvSpPr>
            <p:cNvPr id="1505" name="Google Shape;1505;p42"/>
            <p:cNvSpPr/>
            <p:nvPr/>
          </p:nvSpPr>
          <p:spPr>
            <a:xfrm>
              <a:off x="-1856702" y="2269843"/>
              <a:ext cx="905661" cy="770444"/>
            </a:xfrm>
            <a:custGeom>
              <a:rect b="b" l="l" r="r" t="t"/>
              <a:pathLst>
                <a:path extrusionOk="0" h="13464" w="15827">
                  <a:moveTo>
                    <a:pt x="3283" y="0"/>
                  </a:moveTo>
                  <a:lnTo>
                    <a:pt x="1" y="1965"/>
                  </a:lnTo>
                  <a:cubicBezTo>
                    <a:pt x="1" y="1965"/>
                    <a:pt x="3151" y="5732"/>
                    <a:pt x="4976" y="7756"/>
                  </a:cubicBezTo>
                  <a:cubicBezTo>
                    <a:pt x="5558" y="8401"/>
                    <a:pt x="6007" y="8871"/>
                    <a:pt x="6171" y="8979"/>
                  </a:cubicBezTo>
                  <a:cubicBezTo>
                    <a:pt x="6314" y="9070"/>
                    <a:pt x="6530" y="9199"/>
                    <a:pt x="6799" y="9352"/>
                  </a:cubicBezTo>
                  <a:cubicBezTo>
                    <a:pt x="8963" y="10579"/>
                    <a:pt x="14666" y="13464"/>
                    <a:pt x="14666" y="13464"/>
                  </a:cubicBezTo>
                  <a:lnTo>
                    <a:pt x="15827" y="12394"/>
                  </a:lnTo>
                  <a:lnTo>
                    <a:pt x="7976" y="6613"/>
                  </a:lnTo>
                  <a:lnTo>
                    <a:pt x="3283"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6" name="Google Shape;1506;p42"/>
            <p:cNvSpPr/>
            <p:nvPr/>
          </p:nvSpPr>
          <p:spPr>
            <a:xfrm>
              <a:off x="-1571963" y="2713660"/>
              <a:ext cx="104317" cy="91384"/>
            </a:xfrm>
            <a:custGeom>
              <a:rect b="b" l="l" r="r" t="t"/>
              <a:pathLst>
                <a:path extrusionOk="0" h="1597" w="1823">
                  <a:moveTo>
                    <a:pt x="0" y="0"/>
                  </a:moveTo>
                  <a:cubicBezTo>
                    <a:pt x="582" y="645"/>
                    <a:pt x="1031" y="1115"/>
                    <a:pt x="1195" y="1223"/>
                  </a:cubicBezTo>
                  <a:cubicBezTo>
                    <a:pt x="1338" y="1314"/>
                    <a:pt x="1554" y="1443"/>
                    <a:pt x="1823" y="1596"/>
                  </a:cubicBezTo>
                  <a:cubicBezTo>
                    <a:pt x="1802" y="1227"/>
                    <a:pt x="1547" y="673"/>
                    <a:pt x="1091" y="398"/>
                  </a:cubicBezTo>
                  <a:cubicBezTo>
                    <a:pt x="586" y="94"/>
                    <a:pt x="269" y="46"/>
                    <a:pt x="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7" name="Google Shape;1507;p42"/>
            <p:cNvSpPr/>
            <p:nvPr/>
          </p:nvSpPr>
          <p:spPr>
            <a:xfrm>
              <a:off x="-1081681" y="2943638"/>
              <a:ext cx="210407" cy="180594"/>
            </a:xfrm>
            <a:custGeom>
              <a:rect b="b" l="l" r="r" t="t"/>
              <a:pathLst>
                <a:path extrusionOk="0" h="3156" w="3677">
                  <a:moveTo>
                    <a:pt x="2095" y="0"/>
                  </a:moveTo>
                  <a:cubicBezTo>
                    <a:pt x="1625" y="0"/>
                    <a:pt x="1268" y="103"/>
                    <a:pt x="1268" y="103"/>
                  </a:cubicBezTo>
                  <a:cubicBezTo>
                    <a:pt x="1268" y="103"/>
                    <a:pt x="1" y="528"/>
                    <a:pt x="631" y="1497"/>
                  </a:cubicBezTo>
                  <a:cubicBezTo>
                    <a:pt x="921" y="1943"/>
                    <a:pt x="1865" y="2606"/>
                    <a:pt x="2791" y="3156"/>
                  </a:cubicBezTo>
                  <a:cubicBezTo>
                    <a:pt x="2955" y="2849"/>
                    <a:pt x="3116" y="2543"/>
                    <a:pt x="3251" y="2222"/>
                  </a:cubicBezTo>
                  <a:cubicBezTo>
                    <a:pt x="3380" y="1919"/>
                    <a:pt x="3492" y="1591"/>
                    <a:pt x="3677" y="1313"/>
                  </a:cubicBezTo>
                  <a:cubicBezTo>
                    <a:pt x="3412" y="1152"/>
                    <a:pt x="3227" y="1048"/>
                    <a:pt x="3227" y="1048"/>
                  </a:cubicBezTo>
                  <a:cubicBezTo>
                    <a:pt x="3227" y="1048"/>
                    <a:pt x="3332" y="1034"/>
                    <a:pt x="3485" y="1013"/>
                  </a:cubicBezTo>
                  <a:cubicBezTo>
                    <a:pt x="3338" y="793"/>
                    <a:pt x="3196" y="570"/>
                    <a:pt x="3066" y="337"/>
                  </a:cubicBezTo>
                  <a:cubicBezTo>
                    <a:pt x="3042" y="295"/>
                    <a:pt x="3137" y="250"/>
                    <a:pt x="3133" y="208"/>
                  </a:cubicBezTo>
                  <a:cubicBezTo>
                    <a:pt x="3011" y="184"/>
                    <a:pt x="2642" y="47"/>
                    <a:pt x="2523" y="31"/>
                  </a:cubicBezTo>
                  <a:cubicBezTo>
                    <a:pt x="2375" y="9"/>
                    <a:pt x="2230" y="0"/>
                    <a:pt x="2095" y="0"/>
                  </a:cubicBezTo>
                  <a:close/>
                </a:path>
              </a:pathLst>
            </a:custGeom>
            <a:solidFill>
              <a:srgbClr val="B55A0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8" name="Google Shape;1508;p42"/>
            <p:cNvSpPr/>
            <p:nvPr/>
          </p:nvSpPr>
          <p:spPr>
            <a:xfrm>
              <a:off x="-950069" y="3008127"/>
              <a:ext cx="193412" cy="162226"/>
            </a:xfrm>
            <a:custGeom>
              <a:rect b="b" l="l" r="r" t="t"/>
              <a:pathLst>
                <a:path extrusionOk="0" h="2835" w="3380">
                  <a:moveTo>
                    <a:pt x="1091" y="1"/>
                  </a:moveTo>
                  <a:lnTo>
                    <a:pt x="0" y="1729"/>
                  </a:lnTo>
                  <a:cubicBezTo>
                    <a:pt x="0" y="1729"/>
                    <a:pt x="1547" y="2834"/>
                    <a:pt x="1907" y="2834"/>
                  </a:cubicBezTo>
                  <a:cubicBezTo>
                    <a:pt x="1946" y="2834"/>
                    <a:pt x="1972" y="2821"/>
                    <a:pt x="1979" y="2792"/>
                  </a:cubicBezTo>
                  <a:cubicBezTo>
                    <a:pt x="2053" y="2495"/>
                    <a:pt x="1283" y="1921"/>
                    <a:pt x="1282" y="1921"/>
                  </a:cubicBezTo>
                  <a:lnTo>
                    <a:pt x="1282" y="1921"/>
                  </a:lnTo>
                  <a:cubicBezTo>
                    <a:pt x="1283" y="1921"/>
                    <a:pt x="2499" y="2638"/>
                    <a:pt x="2838" y="2638"/>
                  </a:cubicBezTo>
                  <a:cubicBezTo>
                    <a:pt x="2880" y="2638"/>
                    <a:pt x="2908" y="2628"/>
                    <a:pt x="2920" y="2604"/>
                  </a:cubicBezTo>
                  <a:cubicBezTo>
                    <a:pt x="3028" y="2384"/>
                    <a:pt x="1680" y="1440"/>
                    <a:pt x="1680" y="1440"/>
                  </a:cubicBezTo>
                  <a:lnTo>
                    <a:pt x="1680" y="1440"/>
                  </a:lnTo>
                  <a:cubicBezTo>
                    <a:pt x="1680" y="1440"/>
                    <a:pt x="2738" y="2020"/>
                    <a:pt x="3114" y="2020"/>
                  </a:cubicBezTo>
                  <a:cubicBezTo>
                    <a:pt x="3191" y="2020"/>
                    <a:pt x="3239" y="1996"/>
                    <a:pt x="3244" y="1938"/>
                  </a:cubicBezTo>
                  <a:cubicBezTo>
                    <a:pt x="3279" y="1593"/>
                    <a:pt x="1850" y="802"/>
                    <a:pt x="1850" y="802"/>
                  </a:cubicBezTo>
                  <a:lnTo>
                    <a:pt x="1850" y="802"/>
                  </a:lnTo>
                  <a:cubicBezTo>
                    <a:pt x="1850" y="802"/>
                    <a:pt x="2954" y="1270"/>
                    <a:pt x="3271" y="1270"/>
                  </a:cubicBezTo>
                  <a:cubicBezTo>
                    <a:pt x="3349" y="1270"/>
                    <a:pt x="3379" y="1242"/>
                    <a:pt x="3335" y="1172"/>
                  </a:cubicBezTo>
                  <a:cubicBezTo>
                    <a:pt x="2976" y="614"/>
                    <a:pt x="1091" y="1"/>
                    <a:pt x="1091" y="1"/>
                  </a:cubicBezTo>
                  <a:close/>
                </a:path>
              </a:pathLst>
            </a:custGeom>
            <a:solidFill>
              <a:srgbClr val="B55A0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9" name="Google Shape;1509;p42"/>
            <p:cNvSpPr/>
            <p:nvPr/>
          </p:nvSpPr>
          <p:spPr>
            <a:xfrm>
              <a:off x="-896566" y="3042060"/>
              <a:ext cx="49269" cy="77479"/>
            </a:xfrm>
            <a:custGeom>
              <a:rect b="b" l="l" r="r" t="t"/>
              <a:pathLst>
                <a:path extrusionOk="0" h="1354" w="861">
                  <a:moveTo>
                    <a:pt x="777" y="1"/>
                  </a:moveTo>
                  <a:cubicBezTo>
                    <a:pt x="749" y="1"/>
                    <a:pt x="723" y="17"/>
                    <a:pt x="717" y="53"/>
                  </a:cubicBezTo>
                  <a:cubicBezTo>
                    <a:pt x="643" y="523"/>
                    <a:pt x="413" y="931"/>
                    <a:pt x="55" y="1241"/>
                  </a:cubicBezTo>
                  <a:cubicBezTo>
                    <a:pt x="1" y="1287"/>
                    <a:pt x="52" y="1354"/>
                    <a:pt x="108" y="1354"/>
                  </a:cubicBezTo>
                  <a:cubicBezTo>
                    <a:pt x="124" y="1354"/>
                    <a:pt x="141" y="1348"/>
                    <a:pt x="156" y="1335"/>
                  </a:cubicBezTo>
                  <a:cubicBezTo>
                    <a:pt x="532" y="1011"/>
                    <a:pt x="776" y="575"/>
                    <a:pt x="852" y="84"/>
                  </a:cubicBezTo>
                  <a:cubicBezTo>
                    <a:pt x="861" y="33"/>
                    <a:pt x="817" y="1"/>
                    <a:pt x="777" y="1"/>
                  </a:cubicBezTo>
                  <a:close/>
                </a:path>
              </a:pathLst>
            </a:custGeom>
            <a:solidFill>
              <a:srgbClr val="85290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0" name="Google Shape;1510;p42"/>
            <p:cNvSpPr/>
            <p:nvPr/>
          </p:nvSpPr>
          <p:spPr>
            <a:xfrm>
              <a:off x="-1024515" y="3005838"/>
              <a:ext cx="112042" cy="46236"/>
            </a:xfrm>
            <a:custGeom>
              <a:rect b="b" l="l" r="r" t="t"/>
              <a:pathLst>
                <a:path extrusionOk="0" h="808" w="1958">
                  <a:moveTo>
                    <a:pt x="698" y="0"/>
                  </a:moveTo>
                  <a:cubicBezTo>
                    <a:pt x="488" y="0"/>
                    <a:pt x="275" y="46"/>
                    <a:pt x="71" y="142"/>
                  </a:cubicBezTo>
                  <a:cubicBezTo>
                    <a:pt x="1" y="176"/>
                    <a:pt x="24" y="281"/>
                    <a:pt x="85" y="281"/>
                  </a:cubicBezTo>
                  <a:cubicBezTo>
                    <a:pt x="94" y="281"/>
                    <a:pt x="103" y="279"/>
                    <a:pt x="113" y="274"/>
                  </a:cubicBezTo>
                  <a:cubicBezTo>
                    <a:pt x="304" y="184"/>
                    <a:pt x="503" y="140"/>
                    <a:pt x="697" y="140"/>
                  </a:cubicBezTo>
                  <a:cubicBezTo>
                    <a:pt x="1139" y="140"/>
                    <a:pt x="1557" y="365"/>
                    <a:pt x="1806" y="776"/>
                  </a:cubicBezTo>
                  <a:cubicBezTo>
                    <a:pt x="1821" y="798"/>
                    <a:pt x="1841" y="808"/>
                    <a:pt x="1861" y="808"/>
                  </a:cubicBezTo>
                  <a:cubicBezTo>
                    <a:pt x="1909" y="808"/>
                    <a:pt x="1957" y="754"/>
                    <a:pt x="1925" y="700"/>
                  </a:cubicBezTo>
                  <a:cubicBezTo>
                    <a:pt x="1654" y="251"/>
                    <a:pt x="1187" y="0"/>
                    <a:pt x="698" y="0"/>
                  </a:cubicBezTo>
                  <a:close/>
                </a:path>
              </a:pathLst>
            </a:custGeom>
            <a:solidFill>
              <a:srgbClr val="85290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1" name="Google Shape;1511;p42"/>
            <p:cNvSpPr/>
            <p:nvPr/>
          </p:nvSpPr>
          <p:spPr>
            <a:xfrm>
              <a:off x="-1460494" y="2650086"/>
              <a:ext cx="62315" cy="45778"/>
            </a:xfrm>
            <a:custGeom>
              <a:rect b="b" l="l" r="r" t="t"/>
              <a:pathLst>
                <a:path extrusionOk="0" h="800" w="1089">
                  <a:moveTo>
                    <a:pt x="990" y="1"/>
                  </a:moveTo>
                  <a:cubicBezTo>
                    <a:pt x="981" y="1"/>
                    <a:pt x="972" y="2"/>
                    <a:pt x="962" y="7"/>
                  </a:cubicBezTo>
                  <a:cubicBezTo>
                    <a:pt x="596" y="160"/>
                    <a:pt x="289" y="394"/>
                    <a:pt x="38" y="700"/>
                  </a:cubicBezTo>
                  <a:cubicBezTo>
                    <a:pt x="0" y="748"/>
                    <a:pt x="47" y="800"/>
                    <a:pt x="96" y="800"/>
                  </a:cubicBezTo>
                  <a:cubicBezTo>
                    <a:pt x="115" y="800"/>
                    <a:pt x="134" y="792"/>
                    <a:pt x="150" y="774"/>
                  </a:cubicBezTo>
                  <a:cubicBezTo>
                    <a:pt x="383" y="484"/>
                    <a:pt x="676" y="269"/>
                    <a:pt x="1021" y="126"/>
                  </a:cubicBezTo>
                  <a:cubicBezTo>
                    <a:pt x="1089" y="98"/>
                    <a:pt x="1054" y="1"/>
                    <a:pt x="990" y="1"/>
                  </a:cubicBezTo>
                  <a:close/>
                </a:path>
              </a:pathLst>
            </a:custGeom>
            <a:solidFill>
              <a:srgbClr val="3113A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2" name="Google Shape;1512;p42"/>
            <p:cNvSpPr/>
            <p:nvPr/>
          </p:nvSpPr>
          <p:spPr>
            <a:xfrm>
              <a:off x="-1460036" y="2655866"/>
              <a:ext cx="47037" cy="12246"/>
            </a:xfrm>
            <a:custGeom>
              <a:rect b="b" l="l" r="r" t="t"/>
              <a:pathLst>
                <a:path extrusionOk="0" h="214" w="822">
                  <a:moveTo>
                    <a:pt x="592" y="0"/>
                  </a:moveTo>
                  <a:cubicBezTo>
                    <a:pt x="416" y="0"/>
                    <a:pt x="242" y="30"/>
                    <a:pt x="72" y="91"/>
                  </a:cubicBezTo>
                  <a:cubicBezTo>
                    <a:pt x="0" y="115"/>
                    <a:pt x="38" y="213"/>
                    <a:pt x="104" y="213"/>
                  </a:cubicBezTo>
                  <a:cubicBezTo>
                    <a:pt x="112" y="213"/>
                    <a:pt x="120" y="212"/>
                    <a:pt x="128" y="209"/>
                  </a:cubicBezTo>
                  <a:cubicBezTo>
                    <a:pt x="282" y="156"/>
                    <a:pt x="441" y="130"/>
                    <a:pt x="600" y="130"/>
                  </a:cubicBezTo>
                  <a:cubicBezTo>
                    <a:pt x="643" y="130"/>
                    <a:pt x="685" y="132"/>
                    <a:pt x="727" y="136"/>
                  </a:cubicBezTo>
                  <a:cubicBezTo>
                    <a:pt x="731" y="136"/>
                    <a:pt x="734" y="136"/>
                    <a:pt x="737" y="136"/>
                  </a:cubicBezTo>
                  <a:cubicBezTo>
                    <a:pt x="815" y="136"/>
                    <a:pt x="822" y="13"/>
                    <a:pt x="738" y="7"/>
                  </a:cubicBezTo>
                  <a:cubicBezTo>
                    <a:pt x="689" y="2"/>
                    <a:pt x="641" y="0"/>
                    <a:pt x="59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3" name="Google Shape;1513;p42"/>
            <p:cNvSpPr/>
            <p:nvPr/>
          </p:nvSpPr>
          <p:spPr>
            <a:xfrm>
              <a:off x="-1731270" y="4943392"/>
              <a:ext cx="140424" cy="314266"/>
            </a:xfrm>
            <a:custGeom>
              <a:rect b="b" l="l" r="r" t="t"/>
              <a:pathLst>
                <a:path extrusionOk="0" h="5492" w="2454">
                  <a:moveTo>
                    <a:pt x="67" y="1"/>
                  </a:moveTo>
                  <a:lnTo>
                    <a:pt x="0" y="5457"/>
                  </a:lnTo>
                  <a:lnTo>
                    <a:pt x="1718" y="5492"/>
                  </a:lnTo>
                  <a:lnTo>
                    <a:pt x="2453" y="238"/>
                  </a:lnTo>
                  <a:lnTo>
                    <a:pt x="67" y="1"/>
                  </a:lnTo>
                  <a:close/>
                </a:path>
              </a:pathLst>
            </a:custGeom>
            <a:solidFill>
              <a:srgbClr val="B55A0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4" name="Google Shape;1514;p42"/>
            <p:cNvSpPr/>
            <p:nvPr/>
          </p:nvSpPr>
          <p:spPr>
            <a:xfrm>
              <a:off x="-1748208" y="5186245"/>
              <a:ext cx="441700" cy="214813"/>
            </a:xfrm>
            <a:custGeom>
              <a:rect b="b" l="l" r="r" t="t"/>
              <a:pathLst>
                <a:path extrusionOk="0" h="3754" w="7719">
                  <a:moveTo>
                    <a:pt x="2233" y="1"/>
                  </a:moveTo>
                  <a:cubicBezTo>
                    <a:pt x="1859" y="1"/>
                    <a:pt x="1683" y="1213"/>
                    <a:pt x="1683" y="1213"/>
                  </a:cubicBezTo>
                  <a:lnTo>
                    <a:pt x="623" y="1011"/>
                  </a:lnTo>
                  <a:cubicBezTo>
                    <a:pt x="623" y="1011"/>
                    <a:pt x="219" y="501"/>
                    <a:pt x="66" y="501"/>
                  </a:cubicBezTo>
                  <a:cubicBezTo>
                    <a:pt x="24" y="501"/>
                    <a:pt x="1" y="540"/>
                    <a:pt x="10" y="638"/>
                  </a:cubicBezTo>
                  <a:cubicBezTo>
                    <a:pt x="56" y="1095"/>
                    <a:pt x="345" y="3753"/>
                    <a:pt x="345" y="3753"/>
                  </a:cubicBezTo>
                  <a:lnTo>
                    <a:pt x="7718" y="3753"/>
                  </a:lnTo>
                  <a:cubicBezTo>
                    <a:pt x="7488" y="2576"/>
                    <a:pt x="6958" y="2235"/>
                    <a:pt x="6348" y="2196"/>
                  </a:cubicBezTo>
                  <a:cubicBezTo>
                    <a:pt x="5742" y="2158"/>
                    <a:pt x="3296" y="1600"/>
                    <a:pt x="3296" y="1600"/>
                  </a:cubicBezTo>
                  <a:cubicBezTo>
                    <a:pt x="3296" y="1600"/>
                    <a:pt x="2707" y="151"/>
                    <a:pt x="2293" y="11"/>
                  </a:cubicBezTo>
                  <a:cubicBezTo>
                    <a:pt x="2272" y="4"/>
                    <a:pt x="2252" y="1"/>
                    <a:pt x="223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5" name="Google Shape;1515;p42"/>
            <p:cNvSpPr/>
            <p:nvPr/>
          </p:nvSpPr>
          <p:spPr>
            <a:xfrm>
              <a:off x="-1737679" y="5308357"/>
              <a:ext cx="215614" cy="62315"/>
            </a:xfrm>
            <a:custGeom>
              <a:rect b="b" l="l" r="r" t="t"/>
              <a:pathLst>
                <a:path extrusionOk="0" h="1089" w="3768">
                  <a:moveTo>
                    <a:pt x="101" y="0"/>
                  </a:moveTo>
                  <a:cubicBezTo>
                    <a:pt x="27" y="0"/>
                    <a:pt x="0" y="119"/>
                    <a:pt x="84" y="138"/>
                  </a:cubicBezTo>
                  <a:cubicBezTo>
                    <a:pt x="636" y="266"/>
                    <a:pt x="1203" y="338"/>
                    <a:pt x="1772" y="338"/>
                  </a:cubicBezTo>
                  <a:cubicBezTo>
                    <a:pt x="1854" y="338"/>
                    <a:pt x="1936" y="337"/>
                    <a:pt x="2018" y="334"/>
                  </a:cubicBezTo>
                  <a:cubicBezTo>
                    <a:pt x="2210" y="327"/>
                    <a:pt x="2406" y="306"/>
                    <a:pt x="2601" y="306"/>
                  </a:cubicBezTo>
                  <a:cubicBezTo>
                    <a:pt x="2729" y="306"/>
                    <a:pt x="2856" y="315"/>
                    <a:pt x="2980" y="344"/>
                  </a:cubicBezTo>
                  <a:cubicBezTo>
                    <a:pt x="3304" y="414"/>
                    <a:pt x="3607" y="661"/>
                    <a:pt x="3580" y="1020"/>
                  </a:cubicBezTo>
                  <a:cubicBezTo>
                    <a:pt x="3576" y="1066"/>
                    <a:pt x="3610" y="1088"/>
                    <a:pt x="3645" y="1088"/>
                  </a:cubicBezTo>
                  <a:cubicBezTo>
                    <a:pt x="3680" y="1088"/>
                    <a:pt x="3717" y="1066"/>
                    <a:pt x="3718" y="1020"/>
                  </a:cubicBezTo>
                  <a:cubicBezTo>
                    <a:pt x="3767" y="408"/>
                    <a:pt x="3111" y="170"/>
                    <a:pt x="2611" y="170"/>
                  </a:cubicBezTo>
                  <a:cubicBezTo>
                    <a:pt x="2607" y="170"/>
                    <a:pt x="2604" y="170"/>
                    <a:pt x="2600" y="170"/>
                  </a:cubicBezTo>
                  <a:cubicBezTo>
                    <a:pt x="2282" y="170"/>
                    <a:pt x="1967" y="195"/>
                    <a:pt x="1650" y="195"/>
                  </a:cubicBezTo>
                  <a:cubicBezTo>
                    <a:pt x="1578" y="195"/>
                    <a:pt x="1506" y="194"/>
                    <a:pt x="1433" y="191"/>
                  </a:cubicBezTo>
                  <a:cubicBezTo>
                    <a:pt x="991" y="170"/>
                    <a:pt x="552" y="104"/>
                    <a:pt x="119" y="3"/>
                  </a:cubicBezTo>
                  <a:cubicBezTo>
                    <a:pt x="113" y="1"/>
                    <a:pt x="107" y="0"/>
                    <a:pt x="10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6" name="Google Shape;1516;p42"/>
            <p:cNvSpPr/>
            <p:nvPr/>
          </p:nvSpPr>
          <p:spPr>
            <a:xfrm>
              <a:off x="-1444586" y="5311218"/>
              <a:ext cx="62258" cy="66206"/>
            </a:xfrm>
            <a:custGeom>
              <a:rect b="b" l="l" r="r" t="t"/>
              <a:pathLst>
                <a:path extrusionOk="0" h="1157" w="1088">
                  <a:moveTo>
                    <a:pt x="1009" y="1"/>
                  </a:moveTo>
                  <a:cubicBezTo>
                    <a:pt x="1007" y="1"/>
                    <a:pt x="1004" y="1"/>
                    <a:pt x="1001" y="1"/>
                  </a:cubicBezTo>
                  <a:cubicBezTo>
                    <a:pt x="444" y="61"/>
                    <a:pt x="32" y="538"/>
                    <a:pt x="5" y="1088"/>
                  </a:cubicBezTo>
                  <a:cubicBezTo>
                    <a:pt x="1" y="1134"/>
                    <a:pt x="34" y="1157"/>
                    <a:pt x="69" y="1157"/>
                  </a:cubicBezTo>
                  <a:cubicBezTo>
                    <a:pt x="104" y="1157"/>
                    <a:pt x="140" y="1134"/>
                    <a:pt x="144" y="1088"/>
                  </a:cubicBezTo>
                  <a:cubicBezTo>
                    <a:pt x="168" y="618"/>
                    <a:pt x="520" y="193"/>
                    <a:pt x="1001" y="141"/>
                  </a:cubicBezTo>
                  <a:cubicBezTo>
                    <a:pt x="1085" y="130"/>
                    <a:pt x="1088" y="1"/>
                    <a:pt x="100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7" name="Google Shape;1517;p42"/>
            <p:cNvSpPr/>
            <p:nvPr/>
          </p:nvSpPr>
          <p:spPr>
            <a:xfrm>
              <a:off x="-1732644" y="5369471"/>
              <a:ext cx="418754" cy="12417"/>
            </a:xfrm>
            <a:custGeom>
              <a:rect b="b" l="l" r="r" t="t"/>
              <a:pathLst>
                <a:path extrusionOk="0" h="217" w="7318">
                  <a:moveTo>
                    <a:pt x="91" y="1"/>
                  </a:moveTo>
                  <a:cubicBezTo>
                    <a:pt x="0" y="1"/>
                    <a:pt x="0" y="141"/>
                    <a:pt x="91" y="141"/>
                  </a:cubicBezTo>
                  <a:cubicBezTo>
                    <a:pt x="2021" y="161"/>
                    <a:pt x="3947" y="182"/>
                    <a:pt x="5875" y="199"/>
                  </a:cubicBezTo>
                  <a:cubicBezTo>
                    <a:pt x="6327" y="207"/>
                    <a:pt x="6777" y="210"/>
                    <a:pt x="7226" y="217"/>
                  </a:cubicBezTo>
                  <a:cubicBezTo>
                    <a:pt x="7317" y="217"/>
                    <a:pt x="7317" y="78"/>
                    <a:pt x="7226" y="74"/>
                  </a:cubicBezTo>
                  <a:cubicBezTo>
                    <a:pt x="5296" y="57"/>
                    <a:pt x="3370" y="36"/>
                    <a:pt x="1443" y="15"/>
                  </a:cubicBezTo>
                  <a:cubicBezTo>
                    <a:pt x="990" y="11"/>
                    <a:pt x="540" y="4"/>
                    <a:pt x="9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8" name="Google Shape;1518;p42"/>
            <p:cNvSpPr/>
            <p:nvPr/>
          </p:nvSpPr>
          <p:spPr>
            <a:xfrm>
              <a:off x="-2112315" y="2975053"/>
              <a:ext cx="608619" cy="2030598"/>
            </a:xfrm>
            <a:custGeom>
              <a:rect b="b" l="l" r="r" t="t"/>
              <a:pathLst>
                <a:path extrusionOk="0" h="35486" w="10636">
                  <a:moveTo>
                    <a:pt x="7091" y="0"/>
                  </a:moveTo>
                  <a:lnTo>
                    <a:pt x="0" y="3792"/>
                  </a:lnTo>
                  <a:cubicBezTo>
                    <a:pt x="0" y="3792"/>
                    <a:pt x="4310" y="16771"/>
                    <a:pt x="4955" y="19084"/>
                  </a:cubicBezTo>
                  <a:cubicBezTo>
                    <a:pt x="5513" y="21095"/>
                    <a:pt x="6547" y="35486"/>
                    <a:pt x="6547" y="35486"/>
                  </a:cubicBezTo>
                  <a:lnTo>
                    <a:pt x="9286" y="35486"/>
                  </a:lnTo>
                  <a:cubicBezTo>
                    <a:pt x="9286" y="35486"/>
                    <a:pt x="9775" y="34207"/>
                    <a:pt x="10635" y="19238"/>
                  </a:cubicBezTo>
                  <a:cubicBezTo>
                    <a:pt x="9321" y="7980"/>
                    <a:pt x="7091" y="0"/>
                    <a:pt x="709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9" name="Google Shape;1519;p42"/>
            <p:cNvSpPr/>
            <p:nvPr/>
          </p:nvSpPr>
          <p:spPr>
            <a:xfrm>
              <a:off x="-1629185" y="4082423"/>
              <a:ext cx="120053" cy="39312"/>
            </a:xfrm>
            <a:custGeom>
              <a:rect b="b" l="l" r="r" t="t"/>
              <a:pathLst>
                <a:path extrusionOk="0" h="687" w="2098">
                  <a:moveTo>
                    <a:pt x="1996" y="0"/>
                  </a:moveTo>
                  <a:cubicBezTo>
                    <a:pt x="1983" y="0"/>
                    <a:pt x="1969" y="5"/>
                    <a:pt x="1955" y="15"/>
                  </a:cubicBezTo>
                  <a:cubicBezTo>
                    <a:pt x="1489" y="352"/>
                    <a:pt x="936" y="530"/>
                    <a:pt x="368" y="530"/>
                  </a:cubicBezTo>
                  <a:cubicBezTo>
                    <a:pt x="279" y="530"/>
                    <a:pt x="188" y="526"/>
                    <a:pt x="98" y="517"/>
                  </a:cubicBezTo>
                  <a:cubicBezTo>
                    <a:pt x="96" y="517"/>
                    <a:pt x="93" y="517"/>
                    <a:pt x="91" y="517"/>
                  </a:cubicBezTo>
                  <a:cubicBezTo>
                    <a:pt x="0" y="517"/>
                    <a:pt x="3" y="663"/>
                    <a:pt x="98" y="673"/>
                  </a:cubicBezTo>
                  <a:cubicBezTo>
                    <a:pt x="189" y="682"/>
                    <a:pt x="281" y="686"/>
                    <a:pt x="372" y="686"/>
                  </a:cubicBezTo>
                  <a:cubicBezTo>
                    <a:pt x="966" y="686"/>
                    <a:pt x="1549" y="501"/>
                    <a:pt x="2031" y="147"/>
                  </a:cubicBezTo>
                  <a:cubicBezTo>
                    <a:pt x="2098" y="101"/>
                    <a:pt x="2057" y="0"/>
                    <a:pt x="199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0" name="Google Shape;1520;p42"/>
            <p:cNvSpPr/>
            <p:nvPr/>
          </p:nvSpPr>
          <p:spPr>
            <a:xfrm>
              <a:off x="-1969316" y="3368228"/>
              <a:ext cx="273352" cy="1630441"/>
            </a:xfrm>
            <a:custGeom>
              <a:rect b="b" l="l" r="r" t="t"/>
              <a:pathLst>
                <a:path extrusionOk="0" h="28493" w="4777">
                  <a:moveTo>
                    <a:pt x="96" y="0"/>
                  </a:moveTo>
                  <a:cubicBezTo>
                    <a:pt x="87" y="0"/>
                    <a:pt x="78" y="2"/>
                    <a:pt x="69" y="4"/>
                  </a:cubicBezTo>
                  <a:cubicBezTo>
                    <a:pt x="24" y="15"/>
                    <a:pt x="0" y="63"/>
                    <a:pt x="13" y="109"/>
                  </a:cubicBezTo>
                  <a:cubicBezTo>
                    <a:pt x="45" y="216"/>
                    <a:pt x="3164" y="10855"/>
                    <a:pt x="3418" y="12509"/>
                  </a:cubicBezTo>
                  <a:cubicBezTo>
                    <a:pt x="3669" y="14169"/>
                    <a:pt x="4592" y="28270"/>
                    <a:pt x="4603" y="28413"/>
                  </a:cubicBezTo>
                  <a:cubicBezTo>
                    <a:pt x="4606" y="28458"/>
                    <a:pt x="4645" y="28493"/>
                    <a:pt x="4690" y="28493"/>
                  </a:cubicBezTo>
                  <a:lnTo>
                    <a:pt x="4693" y="28493"/>
                  </a:lnTo>
                  <a:cubicBezTo>
                    <a:pt x="4743" y="28490"/>
                    <a:pt x="4777" y="28448"/>
                    <a:pt x="4773" y="28398"/>
                  </a:cubicBezTo>
                  <a:cubicBezTo>
                    <a:pt x="4767" y="28260"/>
                    <a:pt x="3844" y="14151"/>
                    <a:pt x="3588" y="12485"/>
                  </a:cubicBezTo>
                  <a:cubicBezTo>
                    <a:pt x="3334" y="10816"/>
                    <a:pt x="306" y="499"/>
                    <a:pt x="177" y="60"/>
                  </a:cubicBezTo>
                  <a:cubicBezTo>
                    <a:pt x="166" y="23"/>
                    <a:pt x="134" y="0"/>
                    <a:pt x="9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1" name="Google Shape;1521;p42"/>
            <p:cNvSpPr/>
            <p:nvPr/>
          </p:nvSpPr>
          <p:spPr>
            <a:xfrm>
              <a:off x="-1758222" y="4977268"/>
              <a:ext cx="188319" cy="107578"/>
            </a:xfrm>
            <a:custGeom>
              <a:rect b="b" l="l" r="r" t="t"/>
              <a:pathLst>
                <a:path extrusionOk="0" h="1880" w="3291">
                  <a:moveTo>
                    <a:pt x="1" y="1"/>
                  </a:moveTo>
                  <a:lnTo>
                    <a:pt x="1" y="1580"/>
                  </a:lnTo>
                  <a:lnTo>
                    <a:pt x="3228" y="1879"/>
                  </a:lnTo>
                  <a:lnTo>
                    <a:pt x="3291" y="287"/>
                  </a:lnTo>
                  <a:lnTo>
                    <a:pt x="1"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2" name="Google Shape;1522;p42"/>
            <p:cNvSpPr/>
            <p:nvPr/>
          </p:nvSpPr>
          <p:spPr>
            <a:xfrm>
              <a:off x="-2246330" y="2078777"/>
              <a:ext cx="624183" cy="700461"/>
            </a:xfrm>
            <a:custGeom>
              <a:rect b="b" l="l" r="r" t="t"/>
              <a:pathLst>
                <a:path extrusionOk="0" h="12241" w="10908">
                  <a:moveTo>
                    <a:pt x="5646" y="1"/>
                  </a:moveTo>
                  <a:cubicBezTo>
                    <a:pt x="5646" y="1"/>
                    <a:pt x="2210" y="980"/>
                    <a:pt x="1102" y="1524"/>
                  </a:cubicBezTo>
                  <a:cubicBezTo>
                    <a:pt x="1" y="2064"/>
                    <a:pt x="1371" y="9325"/>
                    <a:pt x="1472" y="10653"/>
                  </a:cubicBezTo>
                  <a:cubicBezTo>
                    <a:pt x="1544" y="11594"/>
                    <a:pt x="4763" y="12241"/>
                    <a:pt x="6642" y="12241"/>
                  </a:cubicBezTo>
                  <a:cubicBezTo>
                    <a:pt x="6746" y="12241"/>
                    <a:pt x="6847" y="12239"/>
                    <a:pt x="6942" y="12234"/>
                  </a:cubicBezTo>
                  <a:cubicBezTo>
                    <a:pt x="6977" y="12231"/>
                    <a:pt x="7012" y="12231"/>
                    <a:pt x="7046" y="12228"/>
                  </a:cubicBezTo>
                  <a:cubicBezTo>
                    <a:pt x="7590" y="12193"/>
                    <a:pt x="7949" y="12088"/>
                    <a:pt x="7966" y="11893"/>
                  </a:cubicBezTo>
                  <a:cubicBezTo>
                    <a:pt x="8040" y="10973"/>
                    <a:pt x="8207" y="10172"/>
                    <a:pt x="8419" y="9468"/>
                  </a:cubicBezTo>
                  <a:cubicBezTo>
                    <a:pt x="8434" y="9430"/>
                    <a:pt x="8444" y="9395"/>
                    <a:pt x="8455" y="9357"/>
                  </a:cubicBezTo>
                  <a:cubicBezTo>
                    <a:pt x="9318" y="6636"/>
                    <a:pt x="10907" y="5377"/>
                    <a:pt x="10813" y="4148"/>
                  </a:cubicBezTo>
                  <a:cubicBezTo>
                    <a:pt x="10733" y="3067"/>
                    <a:pt x="7918" y="917"/>
                    <a:pt x="7918" y="917"/>
                  </a:cubicBezTo>
                  <a:lnTo>
                    <a:pt x="7207" y="628"/>
                  </a:lnTo>
                  <a:lnTo>
                    <a:pt x="7102" y="586"/>
                  </a:lnTo>
                  <a:lnTo>
                    <a:pt x="5646"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3" name="Google Shape;1523;p42"/>
            <p:cNvSpPr/>
            <p:nvPr/>
          </p:nvSpPr>
          <p:spPr>
            <a:xfrm>
              <a:off x="-2234542" y="2625538"/>
              <a:ext cx="464017" cy="320217"/>
            </a:xfrm>
            <a:custGeom>
              <a:rect b="b" l="l" r="r" t="t"/>
              <a:pathLst>
                <a:path extrusionOk="0" h="5596" w="8109">
                  <a:moveTo>
                    <a:pt x="1094" y="0"/>
                  </a:moveTo>
                  <a:cubicBezTo>
                    <a:pt x="1094" y="0"/>
                    <a:pt x="1126" y="1607"/>
                    <a:pt x="1" y="3879"/>
                  </a:cubicBezTo>
                  <a:cubicBezTo>
                    <a:pt x="1" y="3879"/>
                    <a:pt x="1459" y="5596"/>
                    <a:pt x="4472" y="5596"/>
                  </a:cubicBezTo>
                  <a:cubicBezTo>
                    <a:pt x="5502" y="5596"/>
                    <a:pt x="6713" y="5396"/>
                    <a:pt x="8109" y="4858"/>
                  </a:cubicBezTo>
                  <a:lnTo>
                    <a:pt x="7760" y="2338"/>
                  </a:lnTo>
                  <a:lnTo>
                    <a:pt x="1094"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4" name="Google Shape;1524;p42"/>
            <p:cNvSpPr/>
            <p:nvPr/>
          </p:nvSpPr>
          <p:spPr>
            <a:xfrm>
              <a:off x="-1842511" y="2112309"/>
              <a:ext cx="192668" cy="189635"/>
            </a:xfrm>
            <a:custGeom>
              <a:rect b="b" l="l" r="r" t="t"/>
              <a:pathLst>
                <a:path extrusionOk="0" h="3314" w="3367">
                  <a:moveTo>
                    <a:pt x="45" y="0"/>
                  </a:moveTo>
                  <a:lnTo>
                    <a:pt x="45" y="0"/>
                  </a:lnTo>
                  <a:cubicBezTo>
                    <a:pt x="0" y="729"/>
                    <a:pt x="206" y="1471"/>
                    <a:pt x="645" y="2060"/>
                  </a:cubicBezTo>
                  <a:cubicBezTo>
                    <a:pt x="1233" y="2845"/>
                    <a:pt x="2193" y="3314"/>
                    <a:pt x="3171" y="3314"/>
                  </a:cubicBezTo>
                  <a:cubicBezTo>
                    <a:pt x="3213" y="3314"/>
                    <a:pt x="3254" y="3313"/>
                    <a:pt x="3296" y="3311"/>
                  </a:cubicBezTo>
                  <a:cubicBezTo>
                    <a:pt x="3365" y="3307"/>
                    <a:pt x="3366" y="3206"/>
                    <a:pt x="3300" y="3206"/>
                  </a:cubicBezTo>
                  <a:cubicBezTo>
                    <a:pt x="3299" y="3206"/>
                    <a:pt x="3297" y="3206"/>
                    <a:pt x="3296" y="3206"/>
                  </a:cubicBezTo>
                  <a:cubicBezTo>
                    <a:pt x="3258" y="3208"/>
                    <a:pt x="3221" y="3209"/>
                    <a:pt x="3183" y="3209"/>
                  </a:cubicBezTo>
                  <a:cubicBezTo>
                    <a:pt x="2222" y="3209"/>
                    <a:pt x="1271" y="2747"/>
                    <a:pt x="703" y="1962"/>
                  </a:cubicBezTo>
                  <a:cubicBezTo>
                    <a:pt x="303" y="1404"/>
                    <a:pt x="115" y="722"/>
                    <a:pt x="150" y="42"/>
                  </a:cubicBezTo>
                  <a:lnTo>
                    <a:pt x="4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5" name="Google Shape;1525;p42"/>
            <p:cNvSpPr/>
            <p:nvPr/>
          </p:nvSpPr>
          <p:spPr>
            <a:xfrm>
              <a:off x="-2004451" y="2137601"/>
              <a:ext cx="166117" cy="324852"/>
            </a:xfrm>
            <a:custGeom>
              <a:rect b="b" l="l" r="r" t="t"/>
              <a:pathLst>
                <a:path extrusionOk="0" h="5677" w="2903">
                  <a:moveTo>
                    <a:pt x="78" y="0"/>
                  </a:moveTo>
                  <a:cubicBezTo>
                    <a:pt x="32" y="0"/>
                    <a:pt x="3" y="69"/>
                    <a:pt x="53" y="98"/>
                  </a:cubicBezTo>
                  <a:cubicBezTo>
                    <a:pt x="994" y="663"/>
                    <a:pt x="1931" y="1401"/>
                    <a:pt x="2325" y="2464"/>
                  </a:cubicBezTo>
                  <a:cubicBezTo>
                    <a:pt x="2697" y="3458"/>
                    <a:pt x="2544" y="4674"/>
                    <a:pt x="1589" y="5277"/>
                  </a:cubicBezTo>
                  <a:cubicBezTo>
                    <a:pt x="1299" y="5461"/>
                    <a:pt x="966" y="5567"/>
                    <a:pt x="630" y="5567"/>
                  </a:cubicBezTo>
                  <a:cubicBezTo>
                    <a:pt x="446" y="5567"/>
                    <a:pt x="262" y="5536"/>
                    <a:pt x="84" y="5468"/>
                  </a:cubicBezTo>
                  <a:cubicBezTo>
                    <a:pt x="77" y="5466"/>
                    <a:pt x="71" y="5464"/>
                    <a:pt x="66" y="5464"/>
                  </a:cubicBezTo>
                  <a:cubicBezTo>
                    <a:pt x="16" y="5464"/>
                    <a:pt x="0" y="5551"/>
                    <a:pt x="56" y="5573"/>
                  </a:cubicBezTo>
                  <a:cubicBezTo>
                    <a:pt x="243" y="5643"/>
                    <a:pt x="436" y="5676"/>
                    <a:pt x="628" y="5676"/>
                  </a:cubicBezTo>
                  <a:cubicBezTo>
                    <a:pt x="1389" y="5676"/>
                    <a:pt x="2133" y="5159"/>
                    <a:pt x="2436" y="4454"/>
                  </a:cubicBezTo>
                  <a:cubicBezTo>
                    <a:pt x="2903" y="3367"/>
                    <a:pt x="2467" y="2126"/>
                    <a:pt x="1722" y="1283"/>
                  </a:cubicBezTo>
                  <a:cubicBezTo>
                    <a:pt x="1262" y="764"/>
                    <a:pt x="694" y="360"/>
                    <a:pt x="105" y="8"/>
                  </a:cubicBezTo>
                  <a:cubicBezTo>
                    <a:pt x="96" y="3"/>
                    <a:pt x="86" y="0"/>
                    <a:pt x="7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6" name="Google Shape;1526;p42"/>
            <p:cNvSpPr/>
            <p:nvPr/>
          </p:nvSpPr>
          <p:spPr>
            <a:xfrm>
              <a:off x="-1822369" y="2324776"/>
              <a:ext cx="87093" cy="295840"/>
            </a:xfrm>
            <a:custGeom>
              <a:rect b="b" l="l" r="r" t="t"/>
              <a:pathLst>
                <a:path extrusionOk="0" h="5170" w="1522">
                  <a:moveTo>
                    <a:pt x="1437" y="0"/>
                  </a:moveTo>
                  <a:cubicBezTo>
                    <a:pt x="1430" y="0"/>
                    <a:pt x="1422" y="2"/>
                    <a:pt x="1414" y="5"/>
                  </a:cubicBezTo>
                  <a:cubicBezTo>
                    <a:pt x="338" y="469"/>
                    <a:pt x="0" y="1705"/>
                    <a:pt x="84" y="2782"/>
                  </a:cubicBezTo>
                  <a:cubicBezTo>
                    <a:pt x="150" y="3615"/>
                    <a:pt x="383" y="4587"/>
                    <a:pt x="1010" y="5169"/>
                  </a:cubicBezTo>
                  <a:cubicBezTo>
                    <a:pt x="1025" y="5131"/>
                    <a:pt x="1035" y="5096"/>
                    <a:pt x="1046" y="5058"/>
                  </a:cubicBezTo>
                  <a:cubicBezTo>
                    <a:pt x="449" y="4479"/>
                    <a:pt x="237" y="3518"/>
                    <a:pt x="184" y="2716"/>
                  </a:cubicBezTo>
                  <a:cubicBezTo>
                    <a:pt x="118" y="1692"/>
                    <a:pt x="449" y="535"/>
                    <a:pt x="1467" y="96"/>
                  </a:cubicBezTo>
                  <a:cubicBezTo>
                    <a:pt x="1522" y="74"/>
                    <a:pt x="1489" y="0"/>
                    <a:pt x="143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7" name="Google Shape;1527;p42"/>
            <p:cNvSpPr/>
            <p:nvPr/>
          </p:nvSpPr>
          <p:spPr>
            <a:xfrm>
              <a:off x="-2023162" y="2605624"/>
              <a:ext cx="188891" cy="273466"/>
            </a:xfrm>
            <a:custGeom>
              <a:rect b="b" l="l" r="r" t="t"/>
              <a:pathLst>
                <a:path extrusionOk="0" h="4779" w="3301">
                  <a:moveTo>
                    <a:pt x="66" y="0"/>
                  </a:moveTo>
                  <a:cubicBezTo>
                    <a:pt x="0" y="0"/>
                    <a:pt x="0" y="105"/>
                    <a:pt x="66" y="108"/>
                  </a:cubicBezTo>
                  <a:cubicBezTo>
                    <a:pt x="1094" y="136"/>
                    <a:pt x="2080" y="697"/>
                    <a:pt x="2614" y="1578"/>
                  </a:cubicBezTo>
                  <a:cubicBezTo>
                    <a:pt x="3188" y="2519"/>
                    <a:pt x="3181" y="3749"/>
                    <a:pt x="2635" y="4700"/>
                  </a:cubicBezTo>
                  <a:cubicBezTo>
                    <a:pt x="2610" y="4741"/>
                    <a:pt x="2646" y="4779"/>
                    <a:pt x="2682" y="4779"/>
                  </a:cubicBezTo>
                  <a:cubicBezTo>
                    <a:pt x="2698" y="4779"/>
                    <a:pt x="2714" y="4771"/>
                    <a:pt x="2725" y="4753"/>
                  </a:cubicBezTo>
                  <a:cubicBezTo>
                    <a:pt x="3289" y="3770"/>
                    <a:pt x="3300" y="2498"/>
                    <a:pt x="2707" y="1522"/>
                  </a:cubicBezTo>
                  <a:cubicBezTo>
                    <a:pt x="2154" y="613"/>
                    <a:pt x="1129" y="31"/>
                    <a:pt x="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8" name="Google Shape;1528;p42"/>
            <p:cNvSpPr/>
            <p:nvPr/>
          </p:nvSpPr>
          <p:spPr>
            <a:xfrm>
              <a:off x="-1807548" y="2370497"/>
              <a:ext cx="182196" cy="281764"/>
            </a:xfrm>
            <a:custGeom>
              <a:rect b="b" l="l" r="r" t="t"/>
              <a:pathLst>
                <a:path extrusionOk="0" h="4924" w="3184">
                  <a:moveTo>
                    <a:pt x="2152" y="1"/>
                  </a:moveTo>
                  <a:cubicBezTo>
                    <a:pt x="2152" y="1"/>
                    <a:pt x="1" y="4924"/>
                    <a:pt x="330" y="4924"/>
                  </a:cubicBezTo>
                  <a:cubicBezTo>
                    <a:pt x="339" y="4924"/>
                    <a:pt x="349" y="4920"/>
                    <a:pt x="361" y="4914"/>
                  </a:cubicBezTo>
                  <a:cubicBezTo>
                    <a:pt x="838" y="4642"/>
                    <a:pt x="3183" y="3572"/>
                    <a:pt x="2543" y="1980"/>
                  </a:cubicBezTo>
                  <a:cubicBezTo>
                    <a:pt x="2009" y="663"/>
                    <a:pt x="2152" y="1"/>
                    <a:pt x="2152"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9" name="Google Shape;1529;p42"/>
            <p:cNvSpPr/>
            <p:nvPr/>
          </p:nvSpPr>
          <p:spPr>
            <a:xfrm>
              <a:off x="-2149567" y="2382914"/>
              <a:ext cx="65005" cy="365308"/>
            </a:xfrm>
            <a:custGeom>
              <a:rect b="b" l="l" r="r" t="t"/>
              <a:pathLst>
                <a:path extrusionOk="0" h="6384" w="1136">
                  <a:moveTo>
                    <a:pt x="90" y="0"/>
                  </a:moveTo>
                  <a:cubicBezTo>
                    <a:pt x="47" y="0"/>
                    <a:pt x="1" y="48"/>
                    <a:pt x="24" y="101"/>
                  </a:cubicBezTo>
                  <a:cubicBezTo>
                    <a:pt x="896" y="2048"/>
                    <a:pt x="997" y="4285"/>
                    <a:pt x="314" y="6303"/>
                  </a:cubicBezTo>
                  <a:cubicBezTo>
                    <a:pt x="297" y="6352"/>
                    <a:pt x="337" y="6383"/>
                    <a:pt x="378" y="6383"/>
                  </a:cubicBezTo>
                  <a:cubicBezTo>
                    <a:pt x="405" y="6383"/>
                    <a:pt x="431" y="6370"/>
                    <a:pt x="442" y="6338"/>
                  </a:cubicBezTo>
                  <a:cubicBezTo>
                    <a:pt x="1136" y="4285"/>
                    <a:pt x="1024" y="2014"/>
                    <a:pt x="140" y="35"/>
                  </a:cubicBezTo>
                  <a:cubicBezTo>
                    <a:pt x="129" y="10"/>
                    <a:pt x="110" y="0"/>
                    <a:pt x="90" y="0"/>
                  </a:cubicBezTo>
                  <a:close/>
                </a:path>
              </a:pathLst>
            </a:custGeom>
            <a:solidFill>
              <a:srgbClr val="0B2A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0" name="Google Shape;1530;p42"/>
            <p:cNvSpPr/>
            <p:nvPr/>
          </p:nvSpPr>
          <p:spPr>
            <a:xfrm>
              <a:off x="-2013778" y="1675873"/>
              <a:ext cx="433518" cy="435978"/>
            </a:xfrm>
            <a:custGeom>
              <a:rect b="b" l="l" r="r" t="t"/>
              <a:pathLst>
                <a:path extrusionOk="0" h="7619" w="7576">
                  <a:moveTo>
                    <a:pt x="3849" y="0"/>
                  </a:moveTo>
                  <a:cubicBezTo>
                    <a:pt x="2904" y="0"/>
                    <a:pt x="2208" y="517"/>
                    <a:pt x="1930" y="808"/>
                  </a:cubicBezTo>
                  <a:cubicBezTo>
                    <a:pt x="1192" y="1582"/>
                    <a:pt x="1606" y="2373"/>
                    <a:pt x="1157" y="3470"/>
                  </a:cubicBezTo>
                  <a:cubicBezTo>
                    <a:pt x="707" y="4572"/>
                    <a:pt x="0" y="5059"/>
                    <a:pt x="0" y="5059"/>
                  </a:cubicBezTo>
                  <a:cubicBezTo>
                    <a:pt x="94" y="5181"/>
                    <a:pt x="188" y="5303"/>
                    <a:pt x="289" y="5422"/>
                  </a:cubicBezTo>
                  <a:lnTo>
                    <a:pt x="1202" y="4474"/>
                  </a:lnTo>
                  <a:lnTo>
                    <a:pt x="1202" y="4474"/>
                  </a:lnTo>
                  <a:lnTo>
                    <a:pt x="463" y="5624"/>
                  </a:lnTo>
                  <a:cubicBezTo>
                    <a:pt x="1028" y="6258"/>
                    <a:pt x="1752" y="6840"/>
                    <a:pt x="2976" y="7286"/>
                  </a:cubicBezTo>
                  <a:cubicBezTo>
                    <a:pt x="3664" y="7539"/>
                    <a:pt x="4347" y="7619"/>
                    <a:pt x="4958" y="7619"/>
                  </a:cubicBezTo>
                  <a:cubicBezTo>
                    <a:pt x="5321" y="7619"/>
                    <a:pt x="5660" y="7591"/>
                    <a:pt x="5959" y="7554"/>
                  </a:cubicBezTo>
                  <a:lnTo>
                    <a:pt x="6010" y="6397"/>
                  </a:lnTo>
                  <a:lnTo>
                    <a:pt x="6189" y="7537"/>
                  </a:lnTo>
                  <a:cubicBezTo>
                    <a:pt x="6515" y="7492"/>
                    <a:pt x="6770" y="7436"/>
                    <a:pt x="6770" y="7436"/>
                  </a:cubicBezTo>
                  <a:cubicBezTo>
                    <a:pt x="6770" y="7436"/>
                    <a:pt x="6418" y="6707"/>
                    <a:pt x="6443" y="5596"/>
                  </a:cubicBezTo>
                  <a:cubicBezTo>
                    <a:pt x="6460" y="4673"/>
                    <a:pt x="7575" y="2986"/>
                    <a:pt x="7192" y="1923"/>
                  </a:cubicBezTo>
                  <a:cubicBezTo>
                    <a:pt x="6772" y="759"/>
                    <a:pt x="5904" y="725"/>
                    <a:pt x="5804" y="725"/>
                  </a:cubicBezTo>
                  <a:cubicBezTo>
                    <a:pt x="5798" y="725"/>
                    <a:pt x="5795" y="725"/>
                    <a:pt x="5795" y="725"/>
                  </a:cubicBezTo>
                  <a:cubicBezTo>
                    <a:pt x="5080" y="188"/>
                    <a:pt x="4419" y="0"/>
                    <a:pt x="384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1" name="Google Shape;1531;p42"/>
            <p:cNvSpPr/>
            <p:nvPr/>
          </p:nvSpPr>
          <p:spPr>
            <a:xfrm>
              <a:off x="-1931664" y="1915063"/>
              <a:ext cx="175501" cy="246629"/>
            </a:xfrm>
            <a:custGeom>
              <a:rect b="b" l="l" r="r" t="t"/>
              <a:pathLst>
                <a:path extrusionOk="0" h="4310" w="3067">
                  <a:moveTo>
                    <a:pt x="1499" y="1"/>
                  </a:moveTo>
                  <a:lnTo>
                    <a:pt x="0" y="3241"/>
                  </a:lnTo>
                  <a:cubicBezTo>
                    <a:pt x="0" y="3241"/>
                    <a:pt x="738" y="4310"/>
                    <a:pt x="1943" y="4310"/>
                  </a:cubicBezTo>
                  <a:cubicBezTo>
                    <a:pt x="2197" y="4310"/>
                    <a:pt x="2471" y="4262"/>
                    <a:pt x="2763" y="4148"/>
                  </a:cubicBezTo>
                  <a:lnTo>
                    <a:pt x="2868" y="3283"/>
                  </a:lnTo>
                  <a:lnTo>
                    <a:pt x="2987" y="2343"/>
                  </a:lnTo>
                  <a:lnTo>
                    <a:pt x="3067" y="1681"/>
                  </a:lnTo>
                  <a:lnTo>
                    <a:pt x="1499" y="1"/>
                  </a:lnTo>
                  <a:close/>
                </a:path>
              </a:pathLst>
            </a:custGeom>
            <a:solidFill>
              <a:srgbClr val="B55A0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2" name="Google Shape;1532;p42"/>
            <p:cNvSpPr/>
            <p:nvPr/>
          </p:nvSpPr>
          <p:spPr>
            <a:xfrm>
              <a:off x="-1840165" y="1981327"/>
              <a:ext cx="79425" cy="150152"/>
            </a:xfrm>
            <a:custGeom>
              <a:rect b="b" l="l" r="r" t="t"/>
              <a:pathLst>
                <a:path extrusionOk="0" h="2624" w="1388">
                  <a:moveTo>
                    <a:pt x="1" y="0"/>
                  </a:moveTo>
                  <a:lnTo>
                    <a:pt x="1" y="0"/>
                  </a:lnTo>
                  <a:cubicBezTo>
                    <a:pt x="332" y="1791"/>
                    <a:pt x="945" y="2579"/>
                    <a:pt x="1210" y="2624"/>
                  </a:cubicBezTo>
                  <a:lnTo>
                    <a:pt x="1388" y="1185"/>
                  </a:lnTo>
                  <a:lnTo>
                    <a:pt x="1" y="0"/>
                  </a:lnTo>
                  <a:close/>
                </a:path>
              </a:pathLst>
            </a:custGeom>
            <a:solidFill>
              <a:srgbClr val="25282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3" name="Google Shape;1533;p42"/>
            <p:cNvSpPr/>
            <p:nvPr/>
          </p:nvSpPr>
          <p:spPr>
            <a:xfrm>
              <a:off x="-1887488" y="1736701"/>
              <a:ext cx="282450" cy="316383"/>
            </a:xfrm>
            <a:custGeom>
              <a:rect b="b" l="l" r="r" t="t"/>
              <a:pathLst>
                <a:path extrusionOk="0" h="5529" w="4936">
                  <a:moveTo>
                    <a:pt x="1896" y="1"/>
                  </a:moveTo>
                  <a:cubicBezTo>
                    <a:pt x="0" y="1"/>
                    <a:pt x="183" y="1675"/>
                    <a:pt x="222" y="2498"/>
                  </a:cubicBezTo>
                  <a:cubicBezTo>
                    <a:pt x="249" y="3174"/>
                    <a:pt x="378" y="3425"/>
                    <a:pt x="695" y="4153"/>
                  </a:cubicBezTo>
                  <a:cubicBezTo>
                    <a:pt x="978" y="4801"/>
                    <a:pt x="1626" y="5250"/>
                    <a:pt x="1985" y="5369"/>
                  </a:cubicBezTo>
                  <a:cubicBezTo>
                    <a:pt x="2297" y="5472"/>
                    <a:pt x="2577" y="5528"/>
                    <a:pt x="2827" y="5528"/>
                  </a:cubicBezTo>
                  <a:cubicBezTo>
                    <a:pt x="3615" y="5528"/>
                    <a:pt x="4096" y="4969"/>
                    <a:pt x="4305" y="3571"/>
                  </a:cubicBezTo>
                  <a:cubicBezTo>
                    <a:pt x="4476" y="2432"/>
                    <a:pt x="4936" y="1881"/>
                    <a:pt x="4758" y="1383"/>
                  </a:cubicBezTo>
                  <a:lnTo>
                    <a:pt x="4755" y="1383"/>
                  </a:lnTo>
                  <a:cubicBezTo>
                    <a:pt x="4741" y="1358"/>
                    <a:pt x="4727" y="1334"/>
                    <a:pt x="4713" y="1310"/>
                  </a:cubicBezTo>
                  <a:cubicBezTo>
                    <a:pt x="4361" y="742"/>
                    <a:pt x="3793" y="345"/>
                    <a:pt x="3145" y="181"/>
                  </a:cubicBezTo>
                  <a:cubicBezTo>
                    <a:pt x="2652" y="56"/>
                    <a:pt x="2239" y="1"/>
                    <a:pt x="1896" y="1"/>
                  </a:cubicBezTo>
                  <a:close/>
                </a:path>
              </a:pathLst>
            </a:custGeom>
            <a:solidFill>
              <a:srgbClr val="B55A0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4" name="Google Shape;1534;p42"/>
            <p:cNvSpPr/>
            <p:nvPr/>
          </p:nvSpPr>
          <p:spPr>
            <a:xfrm>
              <a:off x="-1736993" y="1996376"/>
              <a:ext cx="27181" cy="13276"/>
            </a:xfrm>
            <a:custGeom>
              <a:rect b="b" l="l" r="r" t="t"/>
              <a:pathLst>
                <a:path extrusionOk="0" h="232" w="475">
                  <a:moveTo>
                    <a:pt x="83" y="1"/>
                  </a:moveTo>
                  <a:cubicBezTo>
                    <a:pt x="41" y="1"/>
                    <a:pt x="1" y="45"/>
                    <a:pt x="30" y="89"/>
                  </a:cubicBezTo>
                  <a:cubicBezTo>
                    <a:pt x="105" y="196"/>
                    <a:pt x="218" y="232"/>
                    <a:pt x="335" y="232"/>
                  </a:cubicBezTo>
                  <a:cubicBezTo>
                    <a:pt x="357" y="232"/>
                    <a:pt x="378" y="230"/>
                    <a:pt x="400" y="228"/>
                  </a:cubicBezTo>
                  <a:cubicBezTo>
                    <a:pt x="474" y="219"/>
                    <a:pt x="470" y="110"/>
                    <a:pt x="400" y="110"/>
                  </a:cubicBezTo>
                  <a:cubicBezTo>
                    <a:pt x="398" y="110"/>
                    <a:pt x="396" y="110"/>
                    <a:pt x="393" y="110"/>
                  </a:cubicBezTo>
                  <a:cubicBezTo>
                    <a:pt x="372" y="112"/>
                    <a:pt x="351" y="114"/>
                    <a:pt x="330" y="114"/>
                  </a:cubicBezTo>
                  <a:cubicBezTo>
                    <a:pt x="253" y="114"/>
                    <a:pt x="178" y="95"/>
                    <a:pt x="131" y="27"/>
                  </a:cubicBezTo>
                  <a:cubicBezTo>
                    <a:pt x="118" y="8"/>
                    <a:pt x="100" y="1"/>
                    <a:pt x="83" y="1"/>
                  </a:cubicBezTo>
                  <a:close/>
                </a:path>
              </a:pathLst>
            </a:custGeom>
            <a:solidFill>
              <a:srgbClr val="85290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5" name="Google Shape;1535;p42"/>
            <p:cNvSpPr/>
            <p:nvPr/>
          </p:nvSpPr>
          <p:spPr>
            <a:xfrm>
              <a:off x="-1783915" y="1905621"/>
              <a:ext cx="40742" cy="21687"/>
            </a:xfrm>
            <a:custGeom>
              <a:rect b="b" l="l" r="r" t="t"/>
              <a:pathLst>
                <a:path extrusionOk="0" h="379" w="712">
                  <a:moveTo>
                    <a:pt x="260" y="1"/>
                  </a:moveTo>
                  <a:cubicBezTo>
                    <a:pt x="134" y="1"/>
                    <a:pt x="37" y="44"/>
                    <a:pt x="21" y="117"/>
                  </a:cubicBezTo>
                  <a:cubicBezTo>
                    <a:pt x="1" y="215"/>
                    <a:pt x="133" y="323"/>
                    <a:pt x="318" y="365"/>
                  </a:cubicBezTo>
                  <a:cubicBezTo>
                    <a:pt x="363" y="374"/>
                    <a:pt x="407" y="379"/>
                    <a:pt x="448" y="379"/>
                  </a:cubicBezTo>
                  <a:cubicBezTo>
                    <a:pt x="578" y="379"/>
                    <a:pt x="677" y="335"/>
                    <a:pt x="691" y="260"/>
                  </a:cubicBezTo>
                  <a:cubicBezTo>
                    <a:pt x="711" y="166"/>
                    <a:pt x="578" y="55"/>
                    <a:pt x="394" y="16"/>
                  </a:cubicBezTo>
                  <a:cubicBezTo>
                    <a:pt x="348" y="6"/>
                    <a:pt x="302" y="1"/>
                    <a:pt x="260" y="1"/>
                  </a:cubicBezTo>
                  <a:close/>
                </a:path>
              </a:pathLst>
            </a:custGeom>
            <a:solidFill>
              <a:srgbClr val="85290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6" name="Google Shape;1536;p42"/>
            <p:cNvSpPr/>
            <p:nvPr/>
          </p:nvSpPr>
          <p:spPr>
            <a:xfrm>
              <a:off x="-1675250" y="1934862"/>
              <a:ext cx="34333" cy="21630"/>
            </a:xfrm>
            <a:custGeom>
              <a:rect b="b" l="l" r="r" t="t"/>
              <a:pathLst>
                <a:path extrusionOk="0" h="378" w="600">
                  <a:moveTo>
                    <a:pt x="263" y="1"/>
                  </a:moveTo>
                  <a:cubicBezTo>
                    <a:pt x="135" y="1"/>
                    <a:pt x="37" y="44"/>
                    <a:pt x="22" y="115"/>
                  </a:cubicBezTo>
                  <a:cubicBezTo>
                    <a:pt x="1" y="213"/>
                    <a:pt x="133" y="324"/>
                    <a:pt x="318" y="362"/>
                  </a:cubicBezTo>
                  <a:cubicBezTo>
                    <a:pt x="361" y="373"/>
                    <a:pt x="404" y="377"/>
                    <a:pt x="444" y="377"/>
                  </a:cubicBezTo>
                  <a:cubicBezTo>
                    <a:pt x="484" y="377"/>
                    <a:pt x="521" y="373"/>
                    <a:pt x="554" y="366"/>
                  </a:cubicBezTo>
                  <a:cubicBezTo>
                    <a:pt x="569" y="282"/>
                    <a:pt x="582" y="199"/>
                    <a:pt x="596" y="112"/>
                  </a:cubicBezTo>
                  <a:cubicBezTo>
                    <a:pt x="596" y="105"/>
                    <a:pt x="596" y="102"/>
                    <a:pt x="599" y="98"/>
                  </a:cubicBezTo>
                  <a:cubicBezTo>
                    <a:pt x="544" y="63"/>
                    <a:pt x="474" y="31"/>
                    <a:pt x="394" y="15"/>
                  </a:cubicBezTo>
                  <a:cubicBezTo>
                    <a:pt x="348" y="5"/>
                    <a:pt x="304" y="1"/>
                    <a:pt x="263" y="1"/>
                  </a:cubicBezTo>
                  <a:close/>
                </a:path>
              </a:pathLst>
            </a:custGeom>
            <a:solidFill>
              <a:srgbClr val="85290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7" name="Google Shape;1537;p42"/>
            <p:cNvSpPr/>
            <p:nvPr/>
          </p:nvSpPr>
          <p:spPr>
            <a:xfrm>
              <a:off x="-1899562" y="1714956"/>
              <a:ext cx="295325" cy="184085"/>
            </a:xfrm>
            <a:custGeom>
              <a:rect b="b" l="l" r="r" t="t"/>
              <a:pathLst>
                <a:path extrusionOk="0" h="3217" w="5161">
                  <a:moveTo>
                    <a:pt x="2609" y="1"/>
                  </a:moveTo>
                  <a:cubicBezTo>
                    <a:pt x="2018" y="1"/>
                    <a:pt x="1442" y="138"/>
                    <a:pt x="983" y="334"/>
                  </a:cubicBezTo>
                  <a:cubicBezTo>
                    <a:pt x="265" y="1059"/>
                    <a:pt x="0" y="2216"/>
                    <a:pt x="189" y="3216"/>
                  </a:cubicBezTo>
                  <a:cubicBezTo>
                    <a:pt x="847" y="3129"/>
                    <a:pt x="1342" y="2502"/>
                    <a:pt x="1342" y="2502"/>
                  </a:cubicBezTo>
                  <a:cubicBezTo>
                    <a:pt x="1446" y="2538"/>
                    <a:pt x="1555" y="2554"/>
                    <a:pt x="1667" y="2554"/>
                  </a:cubicBezTo>
                  <a:cubicBezTo>
                    <a:pt x="2673" y="2554"/>
                    <a:pt x="3921" y="1248"/>
                    <a:pt x="3921" y="1248"/>
                  </a:cubicBezTo>
                  <a:cubicBezTo>
                    <a:pt x="3921" y="1248"/>
                    <a:pt x="4650" y="2605"/>
                    <a:pt x="4891" y="2605"/>
                  </a:cubicBezTo>
                  <a:cubicBezTo>
                    <a:pt x="4895" y="2605"/>
                    <a:pt x="4899" y="2604"/>
                    <a:pt x="4903" y="2603"/>
                  </a:cubicBezTo>
                  <a:cubicBezTo>
                    <a:pt x="5129" y="2554"/>
                    <a:pt x="5161" y="1397"/>
                    <a:pt x="5161" y="1397"/>
                  </a:cubicBezTo>
                  <a:cubicBezTo>
                    <a:pt x="4553" y="357"/>
                    <a:pt x="3561" y="1"/>
                    <a:pt x="260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8" name="Google Shape;1538;p42"/>
            <p:cNvSpPr/>
            <p:nvPr/>
          </p:nvSpPr>
          <p:spPr>
            <a:xfrm>
              <a:off x="-1737279" y="1884506"/>
              <a:ext cx="16423" cy="19055"/>
            </a:xfrm>
            <a:custGeom>
              <a:rect b="b" l="l" r="r" t="t"/>
              <a:pathLst>
                <a:path extrusionOk="0" h="333" w="287">
                  <a:moveTo>
                    <a:pt x="162" y="0"/>
                  </a:moveTo>
                  <a:cubicBezTo>
                    <a:pt x="99" y="0"/>
                    <a:pt x="41" y="59"/>
                    <a:pt x="22" y="142"/>
                  </a:cubicBezTo>
                  <a:cubicBezTo>
                    <a:pt x="1" y="232"/>
                    <a:pt x="43" y="316"/>
                    <a:pt x="109" y="330"/>
                  </a:cubicBezTo>
                  <a:cubicBezTo>
                    <a:pt x="116" y="332"/>
                    <a:pt x="124" y="333"/>
                    <a:pt x="132" y="333"/>
                  </a:cubicBezTo>
                  <a:cubicBezTo>
                    <a:pt x="193" y="333"/>
                    <a:pt x="251" y="274"/>
                    <a:pt x="269" y="194"/>
                  </a:cubicBezTo>
                  <a:cubicBezTo>
                    <a:pt x="286" y="103"/>
                    <a:pt x="248" y="17"/>
                    <a:pt x="182" y="2"/>
                  </a:cubicBezTo>
                  <a:cubicBezTo>
                    <a:pt x="175" y="1"/>
                    <a:pt x="168" y="0"/>
                    <a:pt x="162" y="0"/>
                  </a:cubicBezTo>
                  <a:close/>
                </a:path>
              </a:pathLst>
            </a:custGeom>
            <a:solidFill>
              <a:srgbClr val="25282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9" name="Google Shape;1539;p42"/>
            <p:cNvSpPr/>
            <p:nvPr/>
          </p:nvSpPr>
          <p:spPr>
            <a:xfrm>
              <a:off x="-1674448" y="1900872"/>
              <a:ext cx="16423" cy="19170"/>
            </a:xfrm>
            <a:custGeom>
              <a:rect b="b" l="l" r="r" t="t"/>
              <a:pathLst>
                <a:path extrusionOk="0" h="335" w="287">
                  <a:moveTo>
                    <a:pt x="158" y="0"/>
                  </a:moveTo>
                  <a:cubicBezTo>
                    <a:pt x="95" y="0"/>
                    <a:pt x="37" y="59"/>
                    <a:pt x="18" y="141"/>
                  </a:cubicBezTo>
                  <a:cubicBezTo>
                    <a:pt x="0" y="232"/>
                    <a:pt x="39" y="316"/>
                    <a:pt x="105" y="333"/>
                  </a:cubicBezTo>
                  <a:cubicBezTo>
                    <a:pt x="111" y="334"/>
                    <a:pt x="118" y="335"/>
                    <a:pt x="125" y="335"/>
                  </a:cubicBezTo>
                  <a:cubicBezTo>
                    <a:pt x="188" y="335"/>
                    <a:pt x="246" y="276"/>
                    <a:pt x="265" y="194"/>
                  </a:cubicBezTo>
                  <a:cubicBezTo>
                    <a:pt x="286" y="103"/>
                    <a:pt x="244" y="16"/>
                    <a:pt x="178" y="2"/>
                  </a:cubicBezTo>
                  <a:cubicBezTo>
                    <a:pt x="172" y="1"/>
                    <a:pt x="165" y="0"/>
                    <a:pt x="158" y="0"/>
                  </a:cubicBezTo>
                  <a:close/>
                </a:path>
              </a:pathLst>
            </a:custGeom>
            <a:solidFill>
              <a:srgbClr val="25282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0" name="Google Shape;1540;p42"/>
            <p:cNvSpPr/>
            <p:nvPr/>
          </p:nvSpPr>
          <p:spPr>
            <a:xfrm>
              <a:off x="-1755876" y="1844851"/>
              <a:ext cx="49841" cy="22603"/>
            </a:xfrm>
            <a:custGeom>
              <a:rect b="b" l="l" r="r" t="t"/>
              <a:pathLst>
                <a:path extrusionOk="0" h="395" w="871">
                  <a:moveTo>
                    <a:pt x="479" y="1"/>
                  </a:moveTo>
                  <a:cubicBezTo>
                    <a:pt x="315" y="1"/>
                    <a:pt x="156" y="80"/>
                    <a:pt x="58" y="229"/>
                  </a:cubicBezTo>
                  <a:cubicBezTo>
                    <a:pt x="0" y="316"/>
                    <a:pt x="80" y="395"/>
                    <a:pt x="162" y="395"/>
                  </a:cubicBezTo>
                  <a:cubicBezTo>
                    <a:pt x="201" y="395"/>
                    <a:pt x="240" y="378"/>
                    <a:pt x="267" y="337"/>
                  </a:cubicBezTo>
                  <a:cubicBezTo>
                    <a:pt x="313" y="266"/>
                    <a:pt x="385" y="237"/>
                    <a:pt x="460" y="237"/>
                  </a:cubicBezTo>
                  <a:cubicBezTo>
                    <a:pt x="528" y="237"/>
                    <a:pt x="597" y="260"/>
                    <a:pt x="653" y="298"/>
                  </a:cubicBezTo>
                  <a:cubicBezTo>
                    <a:pt x="673" y="311"/>
                    <a:pt x="693" y="316"/>
                    <a:pt x="711" y="316"/>
                  </a:cubicBezTo>
                  <a:cubicBezTo>
                    <a:pt x="811" y="316"/>
                    <a:pt x="871" y="156"/>
                    <a:pt x="765" y="86"/>
                  </a:cubicBezTo>
                  <a:cubicBezTo>
                    <a:pt x="675" y="28"/>
                    <a:pt x="576" y="1"/>
                    <a:pt x="479" y="1"/>
                  </a:cubicBezTo>
                  <a:close/>
                </a:path>
              </a:pathLst>
            </a:custGeom>
            <a:solidFill>
              <a:srgbClr val="25282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1" name="Google Shape;1541;p42"/>
            <p:cNvSpPr/>
            <p:nvPr/>
          </p:nvSpPr>
          <p:spPr>
            <a:xfrm>
              <a:off x="-1672961" y="1858241"/>
              <a:ext cx="41315" cy="34333"/>
            </a:xfrm>
            <a:custGeom>
              <a:rect b="b" l="l" r="r" t="t"/>
              <a:pathLst>
                <a:path extrusionOk="0" h="600" w="722">
                  <a:moveTo>
                    <a:pt x="169" y="1"/>
                  </a:moveTo>
                  <a:cubicBezTo>
                    <a:pt x="163" y="1"/>
                    <a:pt x="156" y="1"/>
                    <a:pt x="149" y="1"/>
                  </a:cubicBezTo>
                  <a:cubicBezTo>
                    <a:pt x="0" y="5"/>
                    <a:pt x="12" y="235"/>
                    <a:pt x="156" y="235"/>
                  </a:cubicBezTo>
                  <a:cubicBezTo>
                    <a:pt x="158" y="235"/>
                    <a:pt x="160" y="235"/>
                    <a:pt x="162" y="235"/>
                  </a:cubicBezTo>
                  <a:cubicBezTo>
                    <a:pt x="164" y="235"/>
                    <a:pt x="165" y="235"/>
                    <a:pt x="167" y="235"/>
                  </a:cubicBezTo>
                  <a:cubicBezTo>
                    <a:pt x="334" y="235"/>
                    <a:pt x="410" y="414"/>
                    <a:pt x="476" y="542"/>
                  </a:cubicBezTo>
                  <a:cubicBezTo>
                    <a:pt x="497" y="582"/>
                    <a:pt x="529" y="599"/>
                    <a:pt x="562" y="599"/>
                  </a:cubicBezTo>
                  <a:cubicBezTo>
                    <a:pt x="640" y="599"/>
                    <a:pt x="721" y="508"/>
                    <a:pt x="675" y="413"/>
                  </a:cubicBezTo>
                  <a:cubicBezTo>
                    <a:pt x="566" y="202"/>
                    <a:pt x="428" y="1"/>
                    <a:pt x="169" y="1"/>
                  </a:cubicBezTo>
                  <a:close/>
                </a:path>
              </a:pathLst>
            </a:custGeom>
            <a:solidFill>
              <a:srgbClr val="25282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2" name="Google Shape;1542;p42"/>
            <p:cNvSpPr/>
            <p:nvPr/>
          </p:nvSpPr>
          <p:spPr>
            <a:xfrm>
              <a:off x="-1713932" y="1908540"/>
              <a:ext cx="25807" cy="35306"/>
            </a:xfrm>
            <a:custGeom>
              <a:rect b="b" l="l" r="r" t="t"/>
              <a:pathLst>
                <a:path extrusionOk="0" h="617" w="451">
                  <a:moveTo>
                    <a:pt x="248" y="0"/>
                  </a:moveTo>
                  <a:cubicBezTo>
                    <a:pt x="223" y="0"/>
                    <a:pt x="203" y="21"/>
                    <a:pt x="203" y="46"/>
                  </a:cubicBezTo>
                  <a:cubicBezTo>
                    <a:pt x="203" y="56"/>
                    <a:pt x="206" y="314"/>
                    <a:pt x="335" y="516"/>
                  </a:cubicBezTo>
                  <a:cubicBezTo>
                    <a:pt x="306" y="523"/>
                    <a:pt x="267" y="530"/>
                    <a:pt x="218" y="530"/>
                  </a:cubicBezTo>
                  <a:cubicBezTo>
                    <a:pt x="173" y="530"/>
                    <a:pt x="120" y="524"/>
                    <a:pt x="60" y="509"/>
                  </a:cubicBezTo>
                  <a:cubicBezTo>
                    <a:pt x="55" y="508"/>
                    <a:pt x="51" y="507"/>
                    <a:pt x="47" y="507"/>
                  </a:cubicBezTo>
                  <a:cubicBezTo>
                    <a:pt x="28" y="507"/>
                    <a:pt x="11" y="520"/>
                    <a:pt x="8" y="537"/>
                  </a:cubicBezTo>
                  <a:cubicBezTo>
                    <a:pt x="0" y="562"/>
                    <a:pt x="14" y="586"/>
                    <a:pt x="39" y="592"/>
                  </a:cubicBezTo>
                  <a:cubicBezTo>
                    <a:pt x="105" y="610"/>
                    <a:pt x="164" y="617"/>
                    <a:pt x="217" y="617"/>
                  </a:cubicBezTo>
                  <a:cubicBezTo>
                    <a:pt x="342" y="617"/>
                    <a:pt x="418" y="579"/>
                    <a:pt x="426" y="579"/>
                  </a:cubicBezTo>
                  <a:cubicBezTo>
                    <a:pt x="436" y="572"/>
                    <a:pt x="443" y="562"/>
                    <a:pt x="447" y="547"/>
                  </a:cubicBezTo>
                  <a:cubicBezTo>
                    <a:pt x="450" y="537"/>
                    <a:pt x="447" y="523"/>
                    <a:pt x="439" y="512"/>
                  </a:cubicBezTo>
                  <a:cubicBezTo>
                    <a:pt x="296" y="328"/>
                    <a:pt x="293" y="46"/>
                    <a:pt x="293" y="46"/>
                  </a:cubicBezTo>
                  <a:cubicBezTo>
                    <a:pt x="290" y="21"/>
                    <a:pt x="272" y="0"/>
                    <a:pt x="248" y="0"/>
                  </a:cubicBezTo>
                  <a:close/>
                </a:path>
              </a:pathLst>
            </a:custGeom>
            <a:solidFill>
              <a:srgbClr val="25282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3" name="Google Shape;1543;p42"/>
            <p:cNvSpPr/>
            <p:nvPr/>
          </p:nvSpPr>
          <p:spPr>
            <a:xfrm>
              <a:off x="-1751813" y="1943789"/>
              <a:ext cx="73645" cy="50070"/>
            </a:xfrm>
            <a:custGeom>
              <a:rect b="b" l="l" r="r" t="t"/>
              <a:pathLst>
                <a:path extrusionOk="0" h="875" w="1287">
                  <a:moveTo>
                    <a:pt x="91" y="1"/>
                  </a:moveTo>
                  <a:cubicBezTo>
                    <a:pt x="91" y="1"/>
                    <a:pt x="1" y="740"/>
                    <a:pt x="593" y="862"/>
                  </a:cubicBezTo>
                  <a:cubicBezTo>
                    <a:pt x="634" y="871"/>
                    <a:pt x="673" y="875"/>
                    <a:pt x="710" y="875"/>
                  </a:cubicBezTo>
                  <a:cubicBezTo>
                    <a:pt x="1122" y="875"/>
                    <a:pt x="1286" y="388"/>
                    <a:pt x="1286" y="388"/>
                  </a:cubicBezTo>
                  <a:cubicBezTo>
                    <a:pt x="1286" y="388"/>
                    <a:pt x="829" y="374"/>
                    <a:pt x="9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4" name="Google Shape;1544;p42"/>
            <p:cNvSpPr/>
            <p:nvPr/>
          </p:nvSpPr>
          <p:spPr>
            <a:xfrm>
              <a:off x="-1884398" y="1836783"/>
              <a:ext cx="84003" cy="105576"/>
            </a:xfrm>
            <a:custGeom>
              <a:rect b="b" l="l" r="r" t="t"/>
              <a:pathLst>
                <a:path extrusionOk="0" h="1845" w="1468">
                  <a:moveTo>
                    <a:pt x="642" y="1"/>
                  </a:moveTo>
                  <a:cubicBezTo>
                    <a:pt x="221" y="1"/>
                    <a:pt x="89" y="378"/>
                    <a:pt x="46" y="784"/>
                  </a:cubicBezTo>
                  <a:cubicBezTo>
                    <a:pt x="0" y="1206"/>
                    <a:pt x="157" y="1805"/>
                    <a:pt x="746" y="1843"/>
                  </a:cubicBezTo>
                  <a:cubicBezTo>
                    <a:pt x="761" y="1844"/>
                    <a:pt x="777" y="1845"/>
                    <a:pt x="792" y="1845"/>
                  </a:cubicBezTo>
                  <a:cubicBezTo>
                    <a:pt x="1058" y="1845"/>
                    <a:pt x="1225" y="1701"/>
                    <a:pt x="1324" y="1533"/>
                  </a:cubicBezTo>
                  <a:cubicBezTo>
                    <a:pt x="1453" y="1314"/>
                    <a:pt x="1467" y="1049"/>
                    <a:pt x="1377" y="812"/>
                  </a:cubicBezTo>
                  <a:cubicBezTo>
                    <a:pt x="1258" y="508"/>
                    <a:pt x="1022" y="24"/>
                    <a:pt x="704" y="3"/>
                  </a:cubicBezTo>
                  <a:cubicBezTo>
                    <a:pt x="682" y="2"/>
                    <a:pt x="662" y="1"/>
                    <a:pt x="642" y="1"/>
                  </a:cubicBezTo>
                  <a:close/>
                </a:path>
              </a:pathLst>
            </a:custGeom>
            <a:solidFill>
              <a:srgbClr val="B55A0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5" name="Google Shape;1545;p42"/>
            <p:cNvSpPr/>
            <p:nvPr/>
          </p:nvSpPr>
          <p:spPr>
            <a:xfrm>
              <a:off x="-1861967" y="1855838"/>
              <a:ext cx="32846" cy="61629"/>
            </a:xfrm>
            <a:custGeom>
              <a:rect b="b" l="l" r="r" t="t"/>
              <a:pathLst>
                <a:path extrusionOk="0" h="1077" w="574">
                  <a:moveTo>
                    <a:pt x="91" y="1"/>
                  </a:moveTo>
                  <a:cubicBezTo>
                    <a:pt x="82" y="1"/>
                    <a:pt x="74" y="1"/>
                    <a:pt x="65" y="2"/>
                  </a:cubicBezTo>
                  <a:cubicBezTo>
                    <a:pt x="0" y="8"/>
                    <a:pt x="15" y="106"/>
                    <a:pt x="76" y="106"/>
                  </a:cubicBezTo>
                  <a:cubicBezTo>
                    <a:pt x="78" y="106"/>
                    <a:pt x="80" y="106"/>
                    <a:pt x="82" y="106"/>
                  </a:cubicBezTo>
                  <a:cubicBezTo>
                    <a:pt x="89" y="105"/>
                    <a:pt x="95" y="105"/>
                    <a:pt x="102" y="105"/>
                  </a:cubicBezTo>
                  <a:cubicBezTo>
                    <a:pt x="291" y="105"/>
                    <a:pt x="393" y="345"/>
                    <a:pt x="416" y="497"/>
                  </a:cubicBezTo>
                  <a:cubicBezTo>
                    <a:pt x="437" y="671"/>
                    <a:pt x="385" y="844"/>
                    <a:pt x="323" y="1008"/>
                  </a:cubicBezTo>
                  <a:cubicBezTo>
                    <a:pt x="307" y="1048"/>
                    <a:pt x="340" y="1077"/>
                    <a:pt x="373" y="1077"/>
                  </a:cubicBezTo>
                  <a:cubicBezTo>
                    <a:pt x="392" y="1077"/>
                    <a:pt x="411" y="1067"/>
                    <a:pt x="420" y="1044"/>
                  </a:cubicBezTo>
                  <a:cubicBezTo>
                    <a:pt x="511" y="806"/>
                    <a:pt x="573" y="545"/>
                    <a:pt x="472" y="301"/>
                  </a:cubicBezTo>
                  <a:cubicBezTo>
                    <a:pt x="403" y="141"/>
                    <a:pt x="269" y="1"/>
                    <a:pt x="91" y="1"/>
                  </a:cubicBezTo>
                  <a:close/>
                </a:path>
              </a:pathLst>
            </a:custGeom>
            <a:solidFill>
              <a:srgbClr val="25282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6" name="Google Shape;1546;p42"/>
            <p:cNvSpPr/>
            <p:nvPr/>
          </p:nvSpPr>
          <p:spPr>
            <a:xfrm>
              <a:off x="-1862482" y="1926508"/>
              <a:ext cx="38682" cy="32617"/>
            </a:xfrm>
            <a:custGeom>
              <a:rect b="b" l="l" r="r" t="t"/>
              <a:pathLst>
                <a:path extrusionOk="0" h="570" w="676">
                  <a:moveTo>
                    <a:pt x="187" y="0"/>
                  </a:moveTo>
                  <a:cubicBezTo>
                    <a:pt x="172" y="0"/>
                    <a:pt x="157" y="6"/>
                    <a:pt x="143" y="21"/>
                  </a:cubicBezTo>
                  <a:cubicBezTo>
                    <a:pt x="0" y="167"/>
                    <a:pt x="7" y="404"/>
                    <a:pt x="185" y="519"/>
                  </a:cubicBezTo>
                  <a:cubicBezTo>
                    <a:pt x="238" y="554"/>
                    <a:pt x="296" y="569"/>
                    <a:pt x="352" y="569"/>
                  </a:cubicBezTo>
                  <a:cubicBezTo>
                    <a:pt x="484" y="569"/>
                    <a:pt x="609" y="483"/>
                    <a:pt x="655" y="349"/>
                  </a:cubicBezTo>
                  <a:cubicBezTo>
                    <a:pt x="675" y="296"/>
                    <a:pt x="629" y="256"/>
                    <a:pt x="586" y="256"/>
                  </a:cubicBezTo>
                  <a:cubicBezTo>
                    <a:pt x="561" y="256"/>
                    <a:pt x="537" y="269"/>
                    <a:pt x="526" y="299"/>
                  </a:cubicBezTo>
                  <a:cubicBezTo>
                    <a:pt x="499" y="378"/>
                    <a:pt x="429" y="432"/>
                    <a:pt x="353" y="432"/>
                  </a:cubicBezTo>
                  <a:cubicBezTo>
                    <a:pt x="324" y="432"/>
                    <a:pt x="294" y="424"/>
                    <a:pt x="266" y="407"/>
                  </a:cubicBezTo>
                  <a:cubicBezTo>
                    <a:pt x="164" y="345"/>
                    <a:pt x="153" y="209"/>
                    <a:pt x="234" y="129"/>
                  </a:cubicBezTo>
                  <a:cubicBezTo>
                    <a:pt x="283" y="77"/>
                    <a:pt x="238" y="0"/>
                    <a:pt x="187"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7" name="Google Shape;1547;p42"/>
            <p:cNvSpPr/>
            <p:nvPr/>
          </p:nvSpPr>
          <p:spPr>
            <a:xfrm>
              <a:off x="-1691615" y="1874149"/>
              <a:ext cx="79825" cy="89267"/>
            </a:xfrm>
            <a:custGeom>
              <a:rect b="b" l="l" r="r" t="t"/>
              <a:pathLst>
                <a:path extrusionOk="0" h="1560" w="1395">
                  <a:moveTo>
                    <a:pt x="750" y="135"/>
                  </a:moveTo>
                  <a:cubicBezTo>
                    <a:pt x="896" y="145"/>
                    <a:pt x="1025" y="225"/>
                    <a:pt x="1119" y="351"/>
                  </a:cubicBezTo>
                  <a:cubicBezTo>
                    <a:pt x="1213" y="483"/>
                    <a:pt x="1258" y="650"/>
                    <a:pt x="1244" y="825"/>
                  </a:cubicBezTo>
                  <a:cubicBezTo>
                    <a:pt x="1215" y="1168"/>
                    <a:pt x="968" y="1428"/>
                    <a:pt x="681" y="1428"/>
                  </a:cubicBezTo>
                  <a:cubicBezTo>
                    <a:pt x="668" y="1428"/>
                    <a:pt x="655" y="1428"/>
                    <a:pt x="642" y="1427"/>
                  </a:cubicBezTo>
                  <a:cubicBezTo>
                    <a:pt x="499" y="1413"/>
                    <a:pt x="370" y="1336"/>
                    <a:pt x="276" y="1208"/>
                  </a:cubicBezTo>
                  <a:cubicBezTo>
                    <a:pt x="182" y="1079"/>
                    <a:pt x="136" y="908"/>
                    <a:pt x="150" y="734"/>
                  </a:cubicBezTo>
                  <a:cubicBezTo>
                    <a:pt x="165" y="560"/>
                    <a:pt x="237" y="402"/>
                    <a:pt x="353" y="288"/>
                  </a:cubicBezTo>
                  <a:cubicBezTo>
                    <a:pt x="454" y="187"/>
                    <a:pt x="583" y="135"/>
                    <a:pt x="712" y="135"/>
                  </a:cubicBezTo>
                  <a:close/>
                  <a:moveTo>
                    <a:pt x="717" y="0"/>
                  </a:moveTo>
                  <a:cubicBezTo>
                    <a:pt x="550" y="0"/>
                    <a:pt x="389" y="66"/>
                    <a:pt x="258" y="193"/>
                  </a:cubicBezTo>
                  <a:cubicBezTo>
                    <a:pt x="123" y="330"/>
                    <a:pt x="36" y="518"/>
                    <a:pt x="18" y="724"/>
                  </a:cubicBezTo>
                  <a:cubicBezTo>
                    <a:pt x="1" y="929"/>
                    <a:pt x="57" y="1131"/>
                    <a:pt x="168" y="1288"/>
                  </a:cubicBezTo>
                  <a:cubicBezTo>
                    <a:pt x="287" y="1444"/>
                    <a:pt x="450" y="1542"/>
                    <a:pt x="631" y="1560"/>
                  </a:cubicBezTo>
                  <a:lnTo>
                    <a:pt x="684" y="1560"/>
                  </a:lnTo>
                  <a:cubicBezTo>
                    <a:pt x="1035" y="1560"/>
                    <a:pt x="1342" y="1246"/>
                    <a:pt x="1377" y="838"/>
                  </a:cubicBezTo>
                  <a:cubicBezTo>
                    <a:pt x="1395" y="632"/>
                    <a:pt x="1339" y="431"/>
                    <a:pt x="1228" y="274"/>
                  </a:cubicBezTo>
                  <a:cubicBezTo>
                    <a:pt x="1109" y="114"/>
                    <a:pt x="945" y="19"/>
                    <a:pt x="763" y="2"/>
                  </a:cubicBezTo>
                  <a:cubicBezTo>
                    <a:pt x="748" y="1"/>
                    <a:pt x="732" y="0"/>
                    <a:pt x="71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8" name="Google Shape;1548;p42"/>
            <p:cNvSpPr/>
            <p:nvPr/>
          </p:nvSpPr>
          <p:spPr>
            <a:xfrm>
              <a:off x="-1778136" y="1853778"/>
              <a:ext cx="81828" cy="89324"/>
            </a:xfrm>
            <a:custGeom>
              <a:rect b="b" l="l" r="r" t="t"/>
              <a:pathLst>
                <a:path extrusionOk="0" h="1561" w="1430">
                  <a:moveTo>
                    <a:pt x="728" y="131"/>
                  </a:moveTo>
                  <a:cubicBezTo>
                    <a:pt x="743" y="131"/>
                    <a:pt x="757" y="131"/>
                    <a:pt x="767" y="135"/>
                  </a:cubicBezTo>
                  <a:cubicBezTo>
                    <a:pt x="1070" y="160"/>
                    <a:pt x="1289" y="470"/>
                    <a:pt x="1262" y="825"/>
                  </a:cubicBezTo>
                  <a:cubicBezTo>
                    <a:pt x="1248" y="999"/>
                    <a:pt x="1175" y="1156"/>
                    <a:pt x="1059" y="1271"/>
                  </a:cubicBezTo>
                  <a:cubicBezTo>
                    <a:pt x="957" y="1371"/>
                    <a:pt x="834" y="1426"/>
                    <a:pt x="704" y="1426"/>
                  </a:cubicBezTo>
                  <a:cubicBezTo>
                    <a:pt x="689" y="1426"/>
                    <a:pt x="674" y="1426"/>
                    <a:pt x="659" y="1424"/>
                  </a:cubicBezTo>
                  <a:cubicBezTo>
                    <a:pt x="360" y="1400"/>
                    <a:pt x="136" y="1090"/>
                    <a:pt x="168" y="734"/>
                  </a:cubicBezTo>
                  <a:cubicBezTo>
                    <a:pt x="196" y="393"/>
                    <a:pt x="443" y="131"/>
                    <a:pt x="728" y="131"/>
                  </a:cubicBezTo>
                  <a:close/>
                  <a:moveTo>
                    <a:pt x="728" y="0"/>
                  </a:moveTo>
                  <a:cubicBezTo>
                    <a:pt x="376" y="0"/>
                    <a:pt x="69" y="314"/>
                    <a:pt x="35" y="724"/>
                  </a:cubicBezTo>
                  <a:cubicBezTo>
                    <a:pt x="1" y="1152"/>
                    <a:pt x="276" y="1525"/>
                    <a:pt x="649" y="1557"/>
                  </a:cubicBezTo>
                  <a:cubicBezTo>
                    <a:pt x="666" y="1557"/>
                    <a:pt x="683" y="1560"/>
                    <a:pt x="701" y="1560"/>
                  </a:cubicBezTo>
                  <a:cubicBezTo>
                    <a:pt x="865" y="1560"/>
                    <a:pt x="1025" y="1490"/>
                    <a:pt x="1151" y="1365"/>
                  </a:cubicBezTo>
                  <a:cubicBezTo>
                    <a:pt x="1289" y="1229"/>
                    <a:pt x="1376" y="1041"/>
                    <a:pt x="1394" y="835"/>
                  </a:cubicBezTo>
                  <a:cubicBezTo>
                    <a:pt x="1429" y="407"/>
                    <a:pt x="1154" y="34"/>
                    <a:pt x="778" y="2"/>
                  </a:cubicBezTo>
                  <a:cubicBezTo>
                    <a:pt x="761" y="1"/>
                    <a:pt x="745" y="0"/>
                    <a:pt x="72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9" name="Google Shape;1549;p42"/>
            <p:cNvSpPr/>
            <p:nvPr/>
          </p:nvSpPr>
          <p:spPr>
            <a:xfrm>
              <a:off x="-1704090" y="1894806"/>
              <a:ext cx="22832" cy="11273"/>
            </a:xfrm>
            <a:custGeom>
              <a:rect b="b" l="l" r="r" t="t"/>
              <a:pathLst>
                <a:path extrusionOk="0" h="197" w="399">
                  <a:moveTo>
                    <a:pt x="133" y="0"/>
                  </a:moveTo>
                  <a:cubicBezTo>
                    <a:pt x="108" y="0"/>
                    <a:pt x="83" y="4"/>
                    <a:pt x="58" y="10"/>
                  </a:cubicBezTo>
                  <a:cubicBezTo>
                    <a:pt x="1" y="23"/>
                    <a:pt x="16" y="106"/>
                    <a:pt x="68" y="106"/>
                  </a:cubicBezTo>
                  <a:cubicBezTo>
                    <a:pt x="72" y="106"/>
                    <a:pt x="77" y="106"/>
                    <a:pt x="82" y="104"/>
                  </a:cubicBezTo>
                  <a:cubicBezTo>
                    <a:pt x="98" y="101"/>
                    <a:pt x="113" y="99"/>
                    <a:pt x="129" y="99"/>
                  </a:cubicBezTo>
                  <a:cubicBezTo>
                    <a:pt x="189" y="99"/>
                    <a:pt x="249" y="125"/>
                    <a:pt x="285" y="174"/>
                  </a:cubicBezTo>
                  <a:cubicBezTo>
                    <a:pt x="296" y="190"/>
                    <a:pt x="312" y="197"/>
                    <a:pt x="328" y="197"/>
                  </a:cubicBezTo>
                  <a:cubicBezTo>
                    <a:pt x="364" y="197"/>
                    <a:pt x="399" y="162"/>
                    <a:pt x="372" y="125"/>
                  </a:cubicBezTo>
                  <a:cubicBezTo>
                    <a:pt x="314" y="46"/>
                    <a:pt x="226" y="0"/>
                    <a:pt x="13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0" name="Google Shape;1550;p42"/>
            <p:cNvSpPr/>
            <p:nvPr/>
          </p:nvSpPr>
          <p:spPr>
            <a:xfrm>
              <a:off x="-1825173" y="1843878"/>
              <a:ext cx="58825" cy="38854"/>
            </a:xfrm>
            <a:custGeom>
              <a:rect b="b" l="l" r="r" t="t"/>
              <a:pathLst>
                <a:path extrusionOk="0" h="679" w="1028">
                  <a:moveTo>
                    <a:pt x="75" y="0"/>
                  </a:moveTo>
                  <a:cubicBezTo>
                    <a:pt x="21" y="0"/>
                    <a:pt x="1" y="86"/>
                    <a:pt x="59" y="99"/>
                  </a:cubicBezTo>
                  <a:cubicBezTo>
                    <a:pt x="411" y="172"/>
                    <a:pt x="707" y="364"/>
                    <a:pt x="916" y="656"/>
                  </a:cubicBezTo>
                  <a:cubicBezTo>
                    <a:pt x="927" y="672"/>
                    <a:pt x="942" y="678"/>
                    <a:pt x="956" y="678"/>
                  </a:cubicBezTo>
                  <a:cubicBezTo>
                    <a:pt x="992" y="678"/>
                    <a:pt x="1027" y="641"/>
                    <a:pt x="1000" y="604"/>
                  </a:cubicBezTo>
                  <a:cubicBezTo>
                    <a:pt x="781" y="294"/>
                    <a:pt x="463" y="82"/>
                    <a:pt x="87" y="1"/>
                  </a:cubicBezTo>
                  <a:cubicBezTo>
                    <a:pt x="83" y="1"/>
                    <a:pt x="79" y="0"/>
                    <a:pt x="7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1" name="Google Shape;1551;p42"/>
            <p:cNvSpPr/>
            <p:nvPr/>
          </p:nvSpPr>
          <p:spPr>
            <a:xfrm>
              <a:off x="-2316084" y="2772657"/>
              <a:ext cx="668588" cy="404964"/>
            </a:xfrm>
            <a:custGeom>
              <a:rect b="b" l="l" r="r" t="t"/>
              <a:pathLst>
                <a:path extrusionOk="0" h="7077" w="11684">
                  <a:moveTo>
                    <a:pt x="2008" y="1"/>
                  </a:moveTo>
                  <a:cubicBezTo>
                    <a:pt x="2008" y="1"/>
                    <a:pt x="216" y="3189"/>
                    <a:pt x="77" y="5332"/>
                  </a:cubicBezTo>
                  <a:cubicBezTo>
                    <a:pt x="1" y="6508"/>
                    <a:pt x="2821" y="7077"/>
                    <a:pt x="5616" y="7077"/>
                  </a:cubicBezTo>
                  <a:cubicBezTo>
                    <a:pt x="7907" y="7077"/>
                    <a:pt x="10182" y="6695"/>
                    <a:pt x="10833" y="5952"/>
                  </a:cubicBezTo>
                  <a:cubicBezTo>
                    <a:pt x="11684" y="4984"/>
                    <a:pt x="9276" y="283"/>
                    <a:pt x="9276" y="283"/>
                  </a:cubicBezTo>
                  <a:cubicBezTo>
                    <a:pt x="9276" y="283"/>
                    <a:pt x="7864" y="886"/>
                    <a:pt x="5899" y="886"/>
                  </a:cubicBezTo>
                  <a:cubicBezTo>
                    <a:pt x="4736" y="886"/>
                    <a:pt x="3379" y="675"/>
                    <a:pt x="200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2" name="Google Shape;1552;p42"/>
            <p:cNvSpPr/>
            <p:nvPr/>
          </p:nvSpPr>
          <p:spPr>
            <a:xfrm>
              <a:off x="-1800967" y="2936771"/>
              <a:ext cx="121998" cy="201309"/>
            </a:xfrm>
            <a:custGeom>
              <a:rect b="b" l="l" r="r" t="t"/>
              <a:pathLst>
                <a:path extrusionOk="0" h="3518" w="2132">
                  <a:moveTo>
                    <a:pt x="76" y="0"/>
                  </a:moveTo>
                  <a:cubicBezTo>
                    <a:pt x="37" y="0"/>
                    <a:pt x="0" y="25"/>
                    <a:pt x="6" y="74"/>
                  </a:cubicBezTo>
                  <a:cubicBezTo>
                    <a:pt x="156" y="1436"/>
                    <a:pt x="881" y="2690"/>
                    <a:pt x="1984" y="3502"/>
                  </a:cubicBezTo>
                  <a:cubicBezTo>
                    <a:pt x="1998" y="3513"/>
                    <a:pt x="2012" y="3517"/>
                    <a:pt x="2025" y="3517"/>
                  </a:cubicBezTo>
                  <a:cubicBezTo>
                    <a:pt x="2088" y="3517"/>
                    <a:pt x="2131" y="3415"/>
                    <a:pt x="2065" y="3366"/>
                  </a:cubicBezTo>
                  <a:cubicBezTo>
                    <a:pt x="1006" y="2593"/>
                    <a:pt x="305" y="1377"/>
                    <a:pt x="162" y="74"/>
                  </a:cubicBezTo>
                  <a:cubicBezTo>
                    <a:pt x="157" y="25"/>
                    <a:pt x="115" y="0"/>
                    <a:pt x="7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3" name="Google Shape;1553;p42"/>
            <p:cNvSpPr/>
            <p:nvPr/>
          </p:nvSpPr>
          <p:spPr>
            <a:xfrm>
              <a:off x="-2231166" y="2833026"/>
              <a:ext cx="464475" cy="59740"/>
            </a:xfrm>
            <a:custGeom>
              <a:rect b="b" l="l" r="r" t="t"/>
              <a:pathLst>
                <a:path extrusionOk="0" h="1044" w="8117">
                  <a:moveTo>
                    <a:pt x="102" y="1"/>
                  </a:moveTo>
                  <a:cubicBezTo>
                    <a:pt x="41" y="1"/>
                    <a:pt x="1" y="91"/>
                    <a:pt x="67" y="124"/>
                  </a:cubicBezTo>
                  <a:cubicBezTo>
                    <a:pt x="1333" y="737"/>
                    <a:pt x="2727" y="1043"/>
                    <a:pt x="4121" y="1043"/>
                  </a:cubicBezTo>
                  <a:cubicBezTo>
                    <a:pt x="5469" y="1043"/>
                    <a:pt x="6817" y="756"/>
                    <a:pt x="8050" y="182"/>
                  </a:cubicBezTo>
                  <a:cubicBezTo>
                    <a:pt x="8116" y="153"/>
                    <a:pt x="8076" y="63"/>
                    <a:pt x="8015" y="63"/>
                  </a:cubicBezTo>
                  <a:cubicBezTo>
                    <a:pt x="8005" y="63"/>
                    <a:pt x="7994" y="66"/>
                    <a:pt x="7984" y="71"/>
                  </a:cubicBezTo>
                  <a:cubicBezTo>
                    <a:pt x="6775" y="634"/>
                    <a:pt x="5451" y="914"/>
                    <a:pt x="4127" y="914"/>
                  </a:cubicBezTo>
                  <a:cubicBezTo>
                    <a:pt x="2753" y="914"/>
                    <a:pt x="1379" y="612"/>
                    <a:pt x="133" y="8"/>
                  </a:cubicBezTo>
                  <a:cubicBezTo>
                    <a:pt x="122" y="3"/>
                    <a:pt x="112" y="1"/>
                    <a:pt x="10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4" name="Google Shape;1554;p42"/>
            <p:cNvSpPr/>
            <p:nvPr/>
          </p:nvSpPr>
          <p:spPr>
            <a:xfrm>
              <a:off x="-1826088" y="2802412"/>
              <a:ext cx="20886" cy="54190"/>
            </a:xfrm>
            <a:custGeom>
              <a:rect b="b" l="l" r="r" t="t"/>
              <a:pathLst>
                <a:path extrusionOk="0" h="947" w="365">
                  <a:moveTo>
                    <a:pt x="90" y="1"/>
                  </a:moveTo>
                  <a:cubicBezTo>
                    <a:pt x="46" y="1"/>
                    <a:pt x="0" y="48"/>
                    <a:pt x="27" y="101"/>
                  </a:cubicBezTo>
                  <a:cubicBezTo>
                    <a:pt x="149" y="349"/>
                    <a:pt x="215" y="610"/>
                    <a:pt x="228" y="881"/>
                  </a:cubicBezTo>
                  <a:cubicBezTo>
                    <a:pt x="232" y="925"/>
                    <a:pt x="267" y="947"/>
                    <a:pt x="300" y="947"/>
                  </a:cubicBezTo>
                  <a:cubicBezTo>
                    <a:pt x="333" y="947"/>
                    <a:pt x="365" y="925"/>
                    <a:pt x="361" y="881"/>
                  </a:cubicBezTo>
                  <a:cubicBezTo>
                    <a:pt x="347" y="585"/>
                    <a:pt x="270" y="303"/>
                    <a:pt x="141" y="35"/>
                  </a:cubicBezTo>
                  <a:cubicBezTo>
                    <a:pt x="129" y="11"/>
                    <a:pt x="110" y="1"/>
                    <a:pt x="9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5" name="Google Shape;1555;p42"/>
            <p:cNvSpPr/>
            <p:nvPr/>
          </p:nvSpPr>
          <p:spPr>
            <a:xfrm>
              <a:off x="-2161240" y="2798464"/>
              <a:ext cx="25063" cy="64776"/>
            </a:xfrm>
            <a:custGeom>
              <a:rect b="b" l="l" r="r" t="t"/>
              <a:pathLst>
                <a:path extrusionOk="0" h="1132" w="438">
                  <a:moveTo>
                    <a:pt x="349" y="0"/>
                  </a:moveTo>
                  <a:cubicBezTo>
                    <a:pt x="329" y="0"/>
                    <a:pt x="310" y="10"/>
                    <a:pt x="298" y="34"/>
                  </a:cubicBezTo>
                  <a:cubicBezTo>
                    <a:pt x="148" y="365"/>
                    <a:pt x="51" y="707"/>
                    <a:pt x="6" y="1069"/>
                  </a:cubicBezTo>
                  <a:cubicBezTo>
                    <a:pt x="0" y="1111"/>
                    <a:pt x="31" y="1132"/>
                    <a:pt x="64" y="1132"/>
                  </a:cubicBezTo>
                  <a:cubicBezTo>
                    <a:pt x="97" y="1132"/>
                    <a:pt x="132" y="1111"/>
                    <a:pt x="138" y="1069"/>
                  </a:cubicBezTo>
                  <a:cubicBezTo>
                    <a:pt x="180" y="731"/>
                    <a:pt x="270" y="410"/>
                    <a:pt x="413" y="101"/>
                  </a:cubicBezTo>
                  <a:cubicBezTo>
                    <a:pt x="437" y="48"/>
                    <a:pt x="392" y="0"/>
                    <a:pt x="349" y="0"/>
                  </a:cubicBezTo>
                  <a:close/>
                </a:path>
              </a:pathLst>
            </a:custGeom>
            <a:solidFill>
              <a:srgbClr val="5364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6" name="Google Shape;1556;p42"/>
            <p:cNvSpPr/>
            <p:nvPr/>
          </p:nvSpPr>
          <p:spPr>
            <a:xfrm>
              <a:off x="-2033749" y="2824100"/>
              <a:ext cx="17396" cy="61858"/>
            </a:xfrm>
            <a:custGeom>
              <a:rect b="b" l="l" r="r" t="t"/>
              <a:pathLst>
                <a:path extrusionOk="0" h="1081" w="304">
                  <a:moveTo>
                    <a:pt x="224" y="1"/>
                  </a:moveTo>
                  <a:cubicBezTo>
                    <a:pt x="198" y="1"/>
                    <a:pt x="172" y="14"/>
                    <a:pt x="161" y="46"/>
                  </a:cubicBezTo>
                  <a:cubicBezTo>
                    <a:pt x="49" y="359"/>
                    <a:pt x="0" y="684"/>
                    <a:pt x="15" y="1015"/>
                  </a:cubicBezTo>
                  <a:cubicBezTo>
                    <a:pt x="16" y="1058"/>
                    <a:pt x="50" y="1080"/>
                    <a:pt x="83" y="1080"/>
                  </a:cubicBezTo>
                  <a:cubicBezTo>
                    <a:pt x="116" y="1080"/>
                    <a:pt x="149" y="1058"/>
                    <a:pt x="147" y="1015"/>
                  </a:cubicBezTo>
                  <a:cubicBezTo>
                    <a:pt x="133" y="694"/>
                    <a:pt x="182" y="384"/>
                    <a:pt x="286" y="81"/>
                  </a:cubicBezTo>
                  <a:cubicBezTo>
                    <a:pt x="303" y="32"/>
                    <a:pt x="264" y="1"/>
                    <a:pt x="224" y="1"/>
                  </a:cubicBezTo>
                  <a:close/>
                </a:path>
              </a:pathLst>
            </a:custGeom>
            <a:solidFill>
              <a:srgbClr val="5364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7" name="Google Shape;1557;p42"/>
            <p:cNvSpPr/>
            <p:nvPr/>
          </p:nvSpPr>
          <p:spPr>
            <a:xfrm>
              <a:off x="-1918102" y="2830909"/>
              <a:ext cx="32731" cy="32903"/>
            </a:xfrm>
            <a:custGeom>
              <a:rect b="b" l="l" r="r" t="t"/>
              <a:pathLst>
                <a:path extrusionOk="0" h="575" w="572">
                  <a:moveTo>
                    <a:pt x="286" y="0"/>
                  </a:moveTo>
                  <a:cubicBezTo>
                    <a:pt x="130" y="0"/>
                    <a:pt x="1" y="129"/>
                    <a:pt x="1" y="290"/>
                  </a:cubicBezTo>
                  <a:cubicBezTo>
                    <a:pt x="1" y="446"/>
                    <a:pt x="130" y="575"/>
                    <a:pt x="286" y="575"/>
                  </a:cubicBezTo>
                  <a:cubicBezTo>
                    <a:pt x="446" y="575"/>
                    <a:pt x="572" y="446"/>
                    <a:pt x="572" y="290"/>
                  </a:cubicBezTo>
                  <a:cubicBezTo>
                    <a:pt x="572" y="129"/>
                    <a:pt x="446" y="0"/>
                    <a:pt x="28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8" name="Google Shape;1558;p42"/>
            <p:cNvSpPr/>
            <p:nvPr/>
          </p:nvSpPr>
          <p:spPr>
            <a:xfrm>
              <a:off x="-2271622" y="2912165"/>
              <a:ext cx="134530" cy="126176"/>
            </a:xfrm>
            <a:custGeom>
              <a:rect b="b" l="l" r="r" t="t"/>
              <a:pathLst>
                <a:path extrusionOk="0" h="2205" w="2351">
                  <a:moveTo>
                    <a:pt x="2269" y="1"/>
                  </a:moveTo>
                  <a:cubicBezTo>
                    <a:pt x="2242" y="1"/>
                    <a:pt x="2215" y="14"/>
                    <a:pt x="2202" y="44"/>
                  </a:cubicBezTo>
                  <a:cubicBezTo>
                    <a:pt x="1836" y="949"/>
                    <a:pt x="1260" y="2073"/>
                    <a:pt x="140" y="2073"/>
                  </a:cubicBezTo>
                  <a:cubicBezTo>
                    <a:pt x="122" y="2073"/>
                    <a:pt x="103" y="2072"/>
                    <a:pt x="84" y="2072"/>
                  </a:cubicBezTo>
                  <a:cubicBezTo>
                    <a:pt x="83" y="2072"/>
                    <a:pt x="82" y="2072"/>
                    <a:pt x="81" y="2072"/>
                  </a:cubicBezTo>
                  <a:cubicBezTo>
                    <a:pt x="0" y="2072"/>
                    <a:pt x="1" y="2201"/>
                    <a:pt x="84" y="2204"/>
                  </a:cubicBezTo>
                  <a:cubicBezTo>
                    <a:pt x="103" y="2204"/>
                    <a:pt x="123" y="2205"/>
                    <a:pt x="142" y="2205"/>
                  </a:cubicBezTo>
                  <a:cubicBezTo>
                    <a:pt x="1327" y="2205"/>
                    <a:pt x="1944" y="1039"/>
                    <a:pt x="2332" y="79"/>
                  </a:cubicBezTo>
                  <a:cubicBezTo>
                    <a:pt x="2351" y="32"/>
                    <a:pt x="2310" y="1"/>
                    <a:pt x="2269" y="1"/>
                  </a:cubicBezTo>
                  <a:close/>
                </a:path>
              </a:pathLst>
            </a:custGeom>
            <a:solidFill>
              <a:srgbClr val="5364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9" name="Google Shape;1559;p42"/>
            <p:cNvSpPr/>
            <p:nvPr/>
          </p:nvSpPr>
          <p:spPr>
            <a:xfrm>
              <a:off x="-1687839" y="2332043"/>
              <a:ext cx="21230" cy="113243"/>
            </a:xfrm>
            <a:custGeom>
              <a:rect b="b" l="l" r="r" t="t"/>
              <a:pathLst>
                <a:path extrusionOk="0" h="1979" w="371">
                  <a:moveTo>
                    <a:pt x="291" y="0"/>
                  </a:moveTo>
                  <a:cubicBezTo>
                    <a:pt x="265" y="0"/>
                    <a:pt x="238" y="14"/>
                    <a:pt x="227" y="45"/>
                  </a:cubicBezTo>
                  <a:cubicBezTo>
                    <a:pt x="28" y="658"/>
                    <a:pt x="1" y="1300"/>
                    <a:pt x="140" y="1930"/>
                  </a:cubicBezTo>
                  <a:cubicBezTo>
                    <a:pt x="148" y="1964"/>
                    <a:pt x="172" y="1979"/>
                    <a:pt x="199" y="1979"/>
                  </a:cubicBezTo>
                  <a:cubicBezTo>
                    <a:pt x="238" y="1979"/>
                    <a:pt x="280" y="1946"/>
                    <a:pt x="269" y="1896"/>
                  </a:cubicBezTo>
                  <a:cubicBezTo>
                    <a:pt x="133" y="1290"/>
                    <a:pt x="165" y="673"/>
                    <a:pt x="356" y="81"/>
                  </a:cubicBezTo>
                  <a:cubicBezTo>
                    <a:pt x="371" y="32"/>
                    <a:pt x="331" y="0"/>
                    <a:pt x="291" y="0"/>
                  </a:cubicBezTo>
                  <a:close/>
                </a:path>
              </a:pathLst>
            </a:custGeom>
            <a:solidFill>
              <a:srgbClr val="0B2A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0" name="Google Shape;1560;p42"/>
            <p:cNvSpPr/>
            <p:nvPr/>
          </p:nvSpPr>
          <p:spPr>
            <a:xfrm>
              <a:off x="-1973207" y="2636696"/>
              <a:ext cx="181109" cy="21973"/>
            </a:xfrm>
            <a:custGeom>
              <a:rect b="b" l="l" r="r" t="t"/>
              <a:pathLst>
                <a:path extrusionOk="0" h="384" w="3165">
                  <a:moveTo>
                    <a:pt x="3080" y="0"/>
                  </a:moveTo>
                  <a:cubicBezTo>
                    <a:pt x="3073" y="0"/>
                    <a:pt x="3066" y="1"/>
                    <a:pt x="3058" y="4"/>
                  </a:cubicBezTo>
                  <a:cubicBezTo>
                    <a:pt x="2518" y="169"/>
                    <a:pt x="1963" y="252"/>
                    <a:pt x="1406" y="252"/>
                  </a:cubicBezTo>
                  <a:cubicBezTo>
                    <a:pt x="973" y="252"/>
                    <a:pt x="540" y="202"/>
                    <a:pt x="113" y="101"/>
                  </a:cubicBezTo>
                  <a:cubicBezTo>
                    <a:pt x="107" y="100"/>
                    <a:pt x="101" y="99"/>
                    <a:pt x="95" y="99"/>
                  </a:cubicBezTo>
                  <a:cubicBezTo>
                    <a:pt x="25" y="99"/>
                    <a:pt x="1" y="207"/>
                    <a:pt x="78" y="227"/>
                  </a:cubicBezTo>
                  <a:cubicBezTo>
                    <a:pt x="517" y="331"/>
                    <a:pt x="963" y="384"/>
                    <a:pt x="1409" y="384"/>
                  </a:cubicBezTo>
                  <a:cubicBezTo>
                    <a:pt x="1976" y="384"/>
                    <a:pt x="2542" y="299"/>
                    <a:pt x="3092" y="130"/>
                  </a:cubicBezTo>
                  <a:cubicBezTo>
                    <a:pt x="3164" y="108"/>
                    <a:pt x="3144" y="0"/>
                    <a:pt x="3080" y="0"/>
                  </a:cubicBezTo>
                  <a:close/>
                </a:path>
              </a:pathLst>
            </a:custGeom>
            <a:solidFill>
              <a:srgbClr val="0B2A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1" name="Google Shape;1561;p42"/>
            <p:cNvSpPr/>
            <p:nvPr/>
          </p:nvSpPr>
          <p:spPr>
            <a:xfrm>
              <a:off x="-2589837" y="4947569"/>
              <a:ext cx="183112" cy="310089"/>
            </a:xfrm>
            <a:custGeom>
              <a:rect b="b" l="l" r="r" t="t"/>
              <a:pathLst>
                <a:path extrusionOk="0" h="5419" w="3200">
                  <a:moveTo>
                    <a:pt x="791" y="1"/>
                  </a:moveTo>
                  <a:lnTo>
                    <a:pt x="0" y="5384"/>
                  </a:lnTo>
                  <a:lnTo>
                    <a:pt x="1718" y="5419"/>
                  </a:lnTo>
                  <a:lnTo>
                    <a:pt x="3199" y="241"/>
                  </a:lnTo>
                  <a:lnTo>
                    <a:pt x="791" y="1"/>
                  </a:lnTo>
                  <a:close/>
                </a:path>
              </a:pathLst>
            </a:custGeom>
            <a:solidFill>
              <a:srgbClr val="B55A0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2" name="Google Shape;1562;p42"/>
            <p:cNvSpPr/>
            <p:nvPr/>
          </p:nvSpPr>
          <p:spPr>
            <a:xfrm>
              <a:off x="-2606775" y="5186245"/>
              <a:ext cx="441700" cy="214813"/>
            </a:xfrm>
            <a:custGeom>
              <a:rect b="b" l="l" r="r" t="t"/>
              <a:pathLst>
                <a:path extrusionOk="0" h="3754" w="7719">
                  <a:moveTo>
                    <a:pt x="2234" y="1"/>
                  </a:moveTo>
                  <a:cubicBezTo>
                    <a:pt x="1860" y="1"/>
                    <a:pt x="1683" y="1213"/>
                    <a:pt x="1683" y="1213"/>
                  </a:cubicBezTo>
                  <a:lnTo>
                    <a:pt x="624" y="1011"/>
                  </a:lnTo>
                  <a:cubicBezTo>
                    <a:pt x="624" y="1011"/>
                    <a:pt x="219" y="501"/>
                    <a:pt x="66" y="501"/>
                  </a:cubicBezTo>
                  <a:cubicBezTo>
                    <a:pt x="24" y="501"/>
                    <a:pt x="1" y="540"/>
                    <a:pt x="10" y="638"/>
                  </a:cubicBezTo>
                  <a:cubicBezTo>
                    <a:pt x="56" y="1095"/>
                    <a:pt x="345" y="3753"/>
                    <a:pt x="345" y="3753"/>
                  </a:cubicBezTo>
                  <a:lnTo>
                    <a:pt x="7718" y="3753"/>
                  </a:lnTo>
                  <a:cubicBezTo>
                    <a:pt x="7488" y="2576"/>
                    <a:pt x="6955" y="2235"/>
                    <a:pt x="6349" y="2196"/>
                  </a:cubicBezTo>
                  <a:cubicBezTo>
                    <a:pt x="5743" y="2158"/>
                    <a:pt x="3293" y="1600"/>
                    <a:pt x="3293" y="1600"/>
                  </a:cubicBezTo>
                  <a:cubicBezTo>
                    <a:pt x="3293" y="1600"/>
                    <a:pt x="2707" y="151"/>
                    <a:pt x="2293" y="11"/>
                  </a:cubicBezTo>
                  <a:cubicBezTo>
                    <a:pt x="2273" y="4"/>
                    <a:pt x="2253" y="1"/>
                    <a:pt x="223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3" name="Google Shape;1563;p42"/>
            <p:cNvSpPr/>
            <p:nvPr/>
          </p:nvSpPr>
          <p:spPr>
            <a:xfrm>
              <a:off x="-2596303" y="5308357"/>
              <a:ext cx="215443" cy="62315"/>
            </a:xfrm>
            <a:custGeom>
              <a:rect b="b" l="l" r="r" t="t"/>
              <a:pathLst>
                <a:path extrusionOk="0" h="1089" w="3765">
                  <a:moveTo>
                    <a:pt x="102" y="0"/>
                  </a:moveTo>
                  <a:cubicBezTo>
                    <a:pt x="28" y="0"/>
                    <a:pt x="1" y="119"/>
                    <a:pt x="82" y="138"/>
                  </a:cubicBezTo>
                  <a:cubicBezTo>
                    <a:pt x="636" y="266"/>
                    <a:pt x="1204" y="338"/>
                    <a:pt x="1773" y="338"/>
                  </a:cubicBezTo>
                  <a:cubicBezTo>
                    <a:pt x="1855" y="338"/>
                    <a:pt x="1937" y="337"/>
                    <a:pt x="2019" y="334"/>
                  </a:cubicBezTo>
                  <a:cubicBezTo>
                    <a:pt x="2210" y="327"/>
                    <a:pt x="2406" y="306"/>
                    <a:pt x="2600" y="306"/>
                  </a:cubicBezTo>
                  <a:cubicBezTo>
                    <a:pt x="2728" y="306"/>
                    <a:pt x="2855" y="315"/>
                    <a:pt x="2981" y="344"/>
                  </a:cubicBezTo>
                  <a:cubicBezTo>
                    <a:pt x="3305" y="414"/>
                    <a:pt x="3608" y="661"/>
                    <a:pt x="3580" y="1020"/>
                  </a:cubicBezTo>
                  <a:cubicBezTo>
                    <a:pt x="3577" y="1066"/>
                    <a:pt x="3610" y="1088"/>
                    <a:pt x="3645" y="1088"/>
                  </a:cubicBezTo>
                  <a:cubicBezTo>
                    <a:pt x="3680" y="1088"/>
                    <a:pt x="3716" y="1066"/>
                    <a:pt x="3720" y="1020"/>
                  </a:cubicBezTo>
                  <a:cubicBezTo>
                    <a:pt x="3765" y="408"/>
                    <a:pt x="3112" y="170"/>
                    <a:pt x="2608" y="170"/>
                  </a:cubicBezTo>
                  <a:cubicBezTo>
                    <a:pt x="2605" y="170"/>
                    <a:pt x="2601" y="170"/>
                    <a:pt x="2598" y="170"/>
                  </a:cubicBezTo>
                  <a:cubicBezTo>
                    <a:pt x="2283" y="170"/>
                    <a:pt x="1968" y="195"/>
                    <a:pt x="1651" y="195"/>
                  </a:cubicBezTo>
                  <a:cubicBezTo>
                    <a:pt x="1579" y="195"/>
                    <a:pt x="1506" y="194"/>
                    <a:pt x="1434" y="191"/>
                  </a:cubicBezTo>
                  <a:cubicBezTo>
                    <a:pt x="991" y="170"/>
                    <a:pt x="552" y="104"/>
                    <a:pt x="120" y="3"/>
                  </a:cubicBezTo>
                  <a:cubicBezTo>
                    <a:pt x="114" y="1"/>
                    <a:pt x="108" y="0"/>
                    <a:pt x="10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4" name="Google Shape;1564;p42"/>
            <p:cNvSpPr/>
            <p:nvPr/>
          </p:nvSpPr>
          <p:spPr>
            <a:xfrm>
              <a:off x="-2303209" y="5311218"/>
              <a:ext cx="62373" cy="66206"/>
            </a:xfrm>
            <a:custGeom>
              <a:rect b="b" l="l" r="r" t="t"/>
              <a:pathLst>
                <a:path extrusionOk="0" h="1157" w="1090">
                  <a:moveTo>
                    <a:pt x="1011" y="1"/>
                  </a:moveTo>
                  <a:cubicBezTo>
                    <a:pt x="1008" y="1"/>
                    <a:pt x="1005" y="1"/>
                    <a:pt x="1002" y="1"/>
                  </a:cubicBezTo>
                  <a:cubicBezTo>
                    <a:pt x="445" y="61"/>
                    <a:pt x="33" y="538"/>
                    <a:pt x="2" y="1088"/>
                  </a:cubicBezTo>
                  <a:cubicBezTo>
                    <a:pt x="1" y="1134"/>
                    <a:pt x="34" y="1157"/>
                    <a:pt x="70" y="1157"/>
                  </a:cubicBezTo>
                  <a:cubicBezTo>
                    <a:pt x="105" y="1157"/>
                    <a:pt x="141" y="1134"/>
                    <a:pt x="145" y="1088"/>
                  </a:cubicBezTo>
                  <a:cubicBezTo>
                    <a:pt x="169" y="618"/>
                    <a:pt x="522" y="193"/>
                    <a:pt x="1002" y="141"/>
                  </a:cubicBezTo>
                  <a:cubicBezTo>
                    <a:pt x="1086" y="130"/>
                    <a:pt x="1089" y="1"/>
                    <a:pt x="101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5" name="Google Shape;1565;p42"/>
            <p:cNvSpPr/>
            <p:nvPr/>
          </p:nvSpPr>
          <p:spPr>
            <a:xfrm>
              <a:off x="-2591210" y="5369471"/>
              <a:ext cx="418754" cy="12417"/>
            </a:xfrm>
            <a:custGeom>
              <a:rect b="b" l="l" r="r" t="t"/>
              <a:pathLst>
                <a:path extrusionOk="0" h="217" w="7318">
                  <a:moveTo>
                    <a:pt x="90" y="1"/>
                  </a:moveTo>
                  <a:cubicBezTo>
                    <a:pt x="0" y="1"/>
                    <a:pt x="0" y="141"/>
                    <a:pt x="90" y="141"/>
                  </a:cubicBezTo>
                  <a:cubicBezTo>
                    <a:pt x="2017" y="161"/>
                    <a:pt x="3948" y="182"/>
                    <a:pt x="5875" y="199"/>
                  </a:cubicBezTo>
                  <a:cubicBezTo>
                    <a:pt x="6324" y="207"/>
                    <a:pt x="6777" y="210"/>
                    <a:pt x="7227" y="217"/>
                  </a:cubicBezTo>
                  <a:cubicBezTo>
                    <a:pt x="7317" y="217"/>
                    <a:pt x="7317" y="78"/>
                    <a:pt x="7227" y="74"/>
                  </a:cubicBezTo>
                  <a:cubicBezTo>
                    <a:pt x="5296" y="57"/>
                    <a:pt x="3369" y="36"/>
                    <a:pt x="1439" y="15"/>
                  </a:cubicBezTo>
                  <a:cubicBezTo>
                    <a:pt x="989" y="11"/>
                    <a:pt x="540" y="4"/>
                    <a:pt x="9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6" name="Google Shape;1566;p42"/>
            <p:cNvSpPr/>
            <p:nvPr/>
          </p:nvSpPr>
          <p:spPr>
            <a:xfrm>
              <a:off x="-2589837" y="2968472"/>
              <a:ext cx="697714" cy="2068708"/>
            </a:xfrm>
            <a:custGeom>
              <a:rect b="b" l="l" r="r" t="t"/>
              <a:pathLst>
                <a:path extrusionOk="0" h="36152" w="12193">
                  <a:moveTo>
                    <a:pt x="5275" y="1"/>
                  </a:moveTo>
                  <a:lnTo>
                    <a:pt x="5275" y="1"/>
                  </a:lnTo>
                  <a:cubicBezTo>
                    <a:pt x="2736" y="11635"/>
                    <a:pt x="5656" y="16269"/>
                    <a:pt x="4969" y="19608"/>
                  </a:cubicBezTo>
                  <a:cubicBezTo>
                    <a:pt x="4767" y="20583"/>
                    <a:pt x="0" y="35747"/>
                    <a:pt x="0" y="35747"/>
                  </a:cubicBezTo>
                  <a:lnTo>
                    <a:pt x="3363" y="36151"/>
                  </a:lnTo>
                  <a:cubicBezTo>
                    <a:pt x="3363" y="36151"/>
                    <a:pt x="9489" y="23266"/>
                    <a:pt x="10426" y="21447"/>
                  </a:cubicBezTo>
                  <a:cubicBezTo>
                    <a:pt x="11363" y="19628"/>
                    <a:pt x="12192" y="4018"/>
                    <a:pt x="12192" y="4018"/>
                  </a:cubicBezTo>
                  <a:lnTo>
                    <a:pt x="527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7" name="Google Shape;1567;p42"/>
            <p:cNvSpPr/>
            <p:nvPr/>
          </p:nvSpPr>
          <p:spPr>
            <a:xfrm>
              <a:off x="-2120784" y="4151032"/>
              <a:ext cx="122399" cy="39598"/>
            </a:xfrm>
            <a:custGeom>
              <a:rect b="b" l="l" r="r" t="t"/>
              <a:pathLst>
                <a:path extrusionOk="0" h="692" w="2139">
                  <a:moveTo>
                    <a:pt x="118" y="1"/>
                  </a:moveTo>
                  <a:cubicBezTo>
                    <a:pt x="55" y="1"/>
                    <a:pt x="0" y="81"/>
                    <a:pt x="58" y="133"/>
                  </a:cubicBezTo>
                  <a:cubicBezTo>
                    <a:pt x="481" y="497"/>
                    <a:pt x="1018" y="692"/>
                    <a:pt x="1567" y="692"/>
                  </a:cubicBezTo>
                  <a:cubicBezTo>
                    <a:pt x="1727" y="692"/>
                    <a:pt x="1888" y="675"/>
                    <a:pt x="2047" y="642"/>
                  </a:cubicBezTo>
                  <a:cubicBezTo>
                    <a:pt x="2139" y="622"/>
                    <a:pt x="2108" y="490"/>
                    <a:pt x="2024" y="490"/>
                  </a:cubicBezTo>
                  <a:cubicBezTo>
                    <a:pt x="2018" y="490"/>
                    <a:pt x="2012" y="491"/>
                    <a:pt x="2006" y="492"/>
                  </a:cubicBezTo>
                  <a:cubicBezTo>
                    <a:pt x="1858" y="524"/>
                    <a:pt x="1709" y="539"/>
                    <a:pt x="1561" y="539"/>
                  </a:cubicBezTo>
                  <a:cubicBezTo>
                    <a:pt x="1054" y="539"/>
                    <a:pt x="557" y="358"/>
                    <a:pt x="169" y="21"/>
                  </a:cubicBezTo>
                  <a:cubicBezTo>
                    <a:pt x="153" y="7"/>
                    <a:pt x="135" y="1"/>
                    <a:pt x="11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8" name="Google Shape;1568;p42"/>
            <p:cNvSpPr/>
            <p:nvPr/>
          </p:nvSpPr>
          <p:spPr>
            <a:xfrm>
              <a:off x="-1942135" y="3004408"/>
              <a:ext cx="72844" cy="731361"/>
            </a:xfrm>
            <a:custGeom>
              <a:rect b="b" l="l" r="r" t="t"/>
              <a:pathLst>
                <a:path extrusionOk="0" h="12781" w="1273">
                  <a:moveTo>
                    <a:pt x="1195" y="1"/>
                  </a:moveTo>
                  <a:cubicBezTo>
                    <a:pt x="1156" y="1"/>
                    <a:pt x="1116" y="26"/>
                    <a:pt x="1114" y="77"/>
                  </a:cubicBezTo>
                  <a:cubicBezTo>
                    <a:pt x="995" y="3418"/>
                    <a:pt x="706" y="6759"/>
                    <a:pt x="333" y="10080"/>
                  </a:cubicBezTo>
                  <a:cubicBezTo>
                    <a:pt x="236" y="10948"/>
                    <a:pt x="131" y="11815"/>
                    <a:pt x="9" y="12683"/>
                  </a:cubicBezTo>
                  <a:cubicBezTo>
                    <a:pt x="1" y="12742"/>
                    <a:pt x="52" y="12780"/>
                    <a:pt x="97" y="12780"/>
                  </a:cubicBezTo>
                  <a:cubicBezTo>
                    <a:pt x="126" y="12780"/>
                    <a:pt x="153" y="12764"/>
                    <a:pt x="159" y="12725"/>
                  </a:cubicBezTo>
                  <a:cubicBezTo>
                    <a:pt x="630" y="9390"/>
                    <a:pt x="926" y="6024"/>
                    <a:pt x="1138" y="2665"/>
                  </a:cubicBezTo>
                  <a:cubicBezTo>
                    <a:pt x="1194" y="1801"/>
                    <a:pt x="1239" y="941"/>
                    <a:pt x="1270" y="77"/>
                  </a:cubicBezTo>
                  <a:cubicBezTo>
                    <a:pt x="1272" y="26"/>
                    <a:pt x="1234" y="1"/>
                    <a:pt x="119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9" name="Google Shape;1569;p42"/>
            <p:cNvSpPr/>
            <p:nvPr/>
          </p:nvSpPr>
          <p:spPr>
            <a:xfrm>
              <a:off x="-1927257" y="3013506"/>
              <a:ext cx="47037" cy="148378"/>
            </a:xfrm>
            <a:custGeom>
              <a:rect b="b" l="l" r="r" t="t"/>
              <a:pathLst>
                <a:path extrusionOk="0" h="2593" w="822">
                  <a:moveTo>
                    <a:pt x="215" y="1"/>
                  </a:moveTo>
                  <a:cubicBezTo>
                    <a:pt x="176" y="1"/>
                    <a:pt x="134" y="25"/>
                    <a:pt x="129" y="74"/>
                  </a:cubicBezTo>
                  <a:cubicBezTo>
                    <a:pt x="66" y="653"/>
                    <a:pt x="0" y="1259"/>
                    <a:pt x="39" y="1844"/>
                  </a:cubicBezTo>
                  <a:cubicBezTo>
                    <a:pt x="64" y="2198"/>
                    <a:pt x="253" y="2593"/>
                    <a:pt x="639" y="2593"/>
                  </a:cubicBezTo>
                  <a:cubicBezTo>
                    <a:pt x="668" y="2593"/>
                    <a:pt x="698" y="2591"/>
                    <a:pt x="729" y="2586"/>
                  </a:cubicBezTo>
                  <a:cubicBezTo>
                    <a:pt x="821" y="2573"/>
                    <a:pt x="787" y="2436"/>
                    <a:pt x="699" y="2436"/>
                  </a:cubicBezTo>
                  <a:cubicBezTo>
                    <a:pt x="695" y="2436"/>
                    <a:pt x="691" y="2436"/>
                    <a:pt x="687" y="2437"/>
                  </a:cubicBezTo>
                  <a:cubicBezTo>
                    <a:pt x="669" y="2439"/>
                    <a:pt x="653" y="2440"/>
                    <a:pt x="636" y="2440"/>
                  </a:cubicBezTo>
                  <a:cubicBezTo>
                    <a:pt x="423" y="2440"/>
                    <a:pt x="275" y="2237"/>
                    <a:pt x="223" y="2046"/>
                  </a:cubicBezTo>
                  <a:cubicBezTo>
                    <a:pt x="171" y="1844"/>
                    <a:pt x="192" y="1621"/>
                    <a:pt x="195" y="1412"/>
                  </a:cubicBezTo>
                  <a:cubicBezTo>
                    <a:pt x="206" y="966"/>
                    <a:pt x="237" y="520"/>
                    <a:pt x="286" y="74"/>
                  </a:cubicBezTo>
                  <a:cubicBezTo>
                    <a:pt x="291" y="25"/>
                    <a:pt x="255" y="1"/>
                    <a:pt x="21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0" name="Google Shape;1570;p42"/>
            <p:cNvSpPr/>
            <p:nvPr/>
          </p:nvSpPr>
          <p:spPr>
            <a:xfrm>
              <a:off x="-2542800" y="3395524"/>
              <a:ext cx="322678" cy="1577682"/>
            </a:xfrm>
            <a:custGeom>
              <a:rect b="b" l="l" r="r" t="t"/>
              <a:pathLst>
                <a:path extrusionOk="0" h="27571" w="5639">
                  <a:moveTo>
                    <a:pt x="4326" y="0"/>
                  </a:moveTo>
                  <a:cubicBezTo>
                    <a:pt x="4322" y="0"/>
                    <a:pt x="4318" y="1"/>
                    <a:pt x="4315" y="1"/>
                  </a:cubicBezTo>
                  <a:cubicBezTo>
                    <a:pt x="4265" y="8"/>
                    <a:pt x="4234" y="50"/>
                    <a:pt x="4238" y="99"/>
                  </a:cubicBezTo>
                  <a:cubicBezTo>
                    <a:pt x="4252" y="193"/>
                    <a:pt x="5464" y="9392"/>
                    <a:pt x="5168" y="12134"/>
                  </a:cubicBezTo>
                  <a:cubicBezTo>
                    <a:pt x="4872" y="14872"/>
                    <a:pt x="67" y="27326"/>
                    <a:pt x="18" y="27451"/>
                  </a:cubicBezTo>
                  <a:cubicBezTo>
                    <a:pt x="0" y="27497"/>
                    <a:pt x="25" y="27545"/>
                    <a:pt x="67" y="27563"/>
                  </a:cubicBezTo>
                  <a:cubicBezTo>
                    <a:pt x="77" y="27566"/>
                    <a:pt x="88" y="27570"/>
                    <a:pt x="98" y="27570"/>
                  </a:cubicBezTo>
                  <a:cubicBezTo>
                    <a:pt x="133" y="27570"/>
                    <a:pt x="168" y="27549"/>
                    <a:pt x="182" y="27514"/>
                  </a:cubicBezTo>
                  <a:cubicBezTo>
                    <a:pt x="377" y="27002"/>
                    <a:pt x="5039" y="14914"/>
                    <a:pt x="5339" y="12151"/>
                  </a:cubicBezTo>
                  <a:cubicBezTo>
                    <a:pt x="5638" y="9392"/>
                    <a:pt x="4423" y="168"/>
                    <a:pt x="4412" y="74"/>
                  </a:cubicBezTo>
                  <a:cubicBezTo>
                    <a:pt x="4406" y="33"/>
                    <a:pt x="4367" y="0"/>
                    <a:pt x="432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1" name="Google Shape;1571;p42"/>
            <p:cNvSpPr/>
            <p:nvPr/>
          </p:nvSpPr>
          <p:spPr>
            <a:xfrm>
              <a:off x="-2617189" y="4943392"/>
              <a:ext cx="274210" cy="116906"/>
            </a:xfrm>
            <a:custGeom>
              <a:rect b="b" l="l" r="r" t="t"/>
              <a:pathLst>
                <a:path extrusionOk="0" h="2043" w="4792">
                  <a:moveTo>
                    <a:pt x="478" y="1"/>
                  </a:moveTo>
                  <a:lnTo>
                    <a:pt x="1" y="1527"/>
                  </a:lnTo>
                  <a:lnTo>
                    <a:pt x="4161" y="2042"/>
                  </a:lnTo>
                  <a:lnTo>
                    <a:pt x="4792" y="520"/>
                  </a:lnTo>
                  <a:lnTo>
                    <a:pt x="478"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2" name="Google Shape;1572;p42"/>
            <p:cNvSpPr/>
            <p:nvPr/>
          </p:nvSpPr>
          <p:spPr>
            <a:xfrm>
              <a:off x="-2540797" y="2078605"/>
              <a:ext cx="657658" cy="1658308"/>
            </a:xfrm>
            <a:custGeom>
              <a:rect b="b" l="l" r="r" t="t"/>
              <a:pathLst>
                <a:path extrusionOk="0" h="28980" w="11493">
                  <a:moveTo>
                    <a:pt x="10792" y="0"/>
                  </a:moveTo>
                  <a:cubicBezTo>
                    <a:pt x="10792" y="0"/>
                    <a:pt x="6255" y="1150"/>
                    <a:pt x="5882" y="1840"/>
                  </a:cubicBezTo>
                  <a:cubicBezTo>
                    <a:pt x="5510" y="2530"/>
                    <a:pt x="6057" y="8558"/>
                    <a:pt x="6091" y="9412"/>
                  </a:cubicBezTo>
                  <a:cubicBezTo>
                    <a:pt x="6129" y="10262"/>
                    <a:pt x="3506" y="15137"/>
                    <a:pt x="2938" y="16917"/>
                  </a:cubicBezTo>
                  <a:cubicBezTo>
                    <a:pt x="2370" y="18702"/>
                    <a:pt x="137" y="26019"/>
                    <a:pt x="67" y="27186"/>
                  </a:cubicBezTo>
                  <a:cubicBezTo>
                    <a:pt x="0" y="28254"/>
                    <a:pt x="6457" y="28980"/>
                    <a:pt x="8289" y="28980"/>
                  </a:cubicBezTo>
                  <a:cubicBezTo>
                    <a:pt x="8466" y="28980"/>
                    <a:pt x="8599" y="28973"/>
                    <a:pt x="8680" y="28959"/>
                  </a:cubicBezTo>
                  <a:cubicBezTo>
                    <a:pt x="9603" y="28806"/>
                    <a:pt x="9534" y="23381"/>
                    <a:pt x="9673" y="21148"/>
                  </a:cubicBezTo>
                  <a:cubicBezTo>
                    <a:pt x="9816" y="18914"/>
                    <a:pt x="9715" y="15252"/>
                    <a:pt x="9949" y="13705"/>
                  </a:cubicBezTo>
                  <a:cubicBezTo>
                    <a:pt x="10182" y="12161"/>
                    <a:pt x="10280" y="10907"/>
                    <a:pt x="10883" y="9056"/>
                  </a:cubicBezTo>
                  <a:cubicBezTo>
                    <a:pt x="11481" y="7207"/>
                    <a:pt x="11492" y="5583"/>
                    <a:pt x="11168" y="4624"/>
                  </a:cubicBezTo>
                  <a:cubicBezTo>
                    <a:pt x="10844" y="3666"/>
                    <a:pt x="10792" y="0"/>
                    <a:pt x="1079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3" name="Google Shape;1573;p42"/>
            <p:cNvSpPr/>
            <p:nvPr/>
          </p:nvSpPr>
          <p:spPr>
            <a:xfrm>
              <a:off x="-2523916" y="3569881"/>
              <a:ext cx="515346" cy="77994"/>
            </a:xfrm>
            <a:custGeom>
              <a:rect b="b" l="l" r="r" t="t"/>
              <a:pathLst>
                <a:path extrusionOk="0" h="1363" w="9006">
                  <a:moveTo>
                    <a:pt x="69" y="0"/>
                  </a:moveTo>
                  <a:cubicBezTo>
                    <a:pt x="18" y="0"/>
                    <a:pt x="1" y="85"/>
                    <a:pt x="58" y="104"/>
                  </a:cubicBezTo>
                  <a:cubicBezTo>
                    <a:pt x="2301" y="874"/>
                    <a:pt x="4685" y="1254"/>
                    <a:pt x="7055" y="1345"/>
                  </a:cubicBezTo>
                  <a:cubicBezTo>
                    <a:pt x="7368" y="1357"/>
                    <a:pt x="7683" y="1363"/>
                    <a:pt x="7997" y="1363"/>
                  </a:cubicBezTo>
                  <a:cubicBezTo>
                    <a:pt x="8311" y="1363"/>
                    <a:pt x="8626" y="1357"/>
                    <a:pt x="8939" y="1345"/>
                  </a:cubicBezTo>
                  <a:cubicBezTo>
                    <a:pt x="9004" y="1345"/>
                    <a:pt x="9006" y="1243"/>
                    <a:pt x="8943" y="1243"/>
                  </a:cubicBezTo>
                  <a:cubicBezTo>
                    <a:pt x="8942" y="1243"/>
                    <a:pt x="8940" y="1243"/>
                    <a:pt x="8939" y="1243"/>
                  </a:cubicBezTo>
                  <a:cubicBezTo>
                    <a:pt x="8627" y="1255"/>
                    <a:pt x="8313" y="1260"/>
                    <a:pt x="8000" y="1260"/>
                  </a:cubicBezTo>
                  <a:cubicBezTo>
                    <a:pt x="5983" y="1260"/>
                    <a:pt x="3955" y="1027"/>
                    <a:pt x="1999" y="557"/>
                  </a:cubicBezTo>
                  <a:cubicBezTo>
                    <a:pt x="1350" y="404"/>
                    <a:pt x="712" y="219"/>
                    <a:pt x="85" y="3"/>
                  </a:cubicBezTo>
                  <a:cubicBezTo>
                    <a:pt x="79" y="1"/>
                    <a:pt x="74" y="0"/>
                    <a:pt x="6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4" name="Google Shape;1574;p42"/>
            <p:cNvSpPr/>
            <p:nvPr/>
          </p:nvSpPr>
          <p:spPr>
            <a:xfrm>
              <a:off x="-2348186" y="3066380"/>
              <a:ext cx="239133" cy="228833"/>
            </a:xfrm>
            <a:custGeom>
              <a:rect b="b" l="l" r="r" t="t"/>
              <a:pathLst>
                <a:path extrusionOk="0" h="3999" w="4179">
                  <a:moveTo>
                    <a:pt x="980" y="1"/>
                  </a:moveTo>
                  <a:cubicBezTo>
                    <a:pt x="980" y="1"/>
                    <a:pt x="0" y="3840"/>
                    <a:pt x="1938" y="3994"/>
                  </a:cubicBezTo>
                  <a:cubicBezTo>
                    <a:pt x="1981" y="3997"/>
                    <a:pt x="2023" y="3999"/>
                    <a:pt x="2065" y="3999"/>
                  </a:cubicBezTo>
                  <a:cubicBezTo>
                    <a:pt x="4041" y="3999"/>
                    <a:pt x="4178" y="251"/>
                    <a:pt x="4178" y="251"/>
                  </a:cubicBezTo>
                  <a:lnTo>
                    <a:pt x="980"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5" name="Google Shape;1575;p42"/>
            <p:cNvSpPr/>
            <p:nvPr/>
          </p:nvSpPr>
          <p:spPr>
            <a:xfrm>
              <a:off x="-2012405" y="2069793"/>
              <a:ext cx="123086" cy="529079"/>
            </a:xfrm>
            <a:custGeom>
              <a:rect b="b" l="l" r="r" t="t"/>
              <a:pathLst>
                <a:path extrusionOk="0" h="9246" w="2151">
                  <a:moveTo>
                    <a:pt x="1616" y="1"/>
                  </a:moveTo>
                  <a:cubicBezTo>
                    <a:pt x="1392" y="1"/>
                    <a:pt x="351" y="31"/>
                    <a:pt x="0" y="587"/>
                  </a:cubicBezTo>
                  <a:lnTo>
                    <a:pt x="332" y="3454"/>
                  </a:lnTo>
                  <a:lnTo>
                    <a:pt x="1324" y="3740"/>
                  </a:lnTo>
                  <a:lnTo>
                    <a:pt x="607" y="4569"/>
                  </a:lnTo>
                  <a:cubicBezTo>
                    <a:pt x="607" y="4569"/>
                    <a:pt x="1265" y="7182"/>
                    <a:pt x="959" y="8663"/>
                  </a:cubicBezTo>
                  <a:lnTo>
                    <a:pt x="1523" y="9245"/>
                  </a:lnTo>
                  <a:cubicBezTo>
                    <a:pt x="1523" y="9245"/>
                    <a:pt x="2143" y="8106"/>
                    <a:pt x="2146" y="6692"/>
                  </a:cubicBezTo>
                  <a:cubicBezTo>
                    <a:pt x="2150" y="5280"/>
                    <a:pt x="1509" y="1534"/>
                    <a:pt x="1659" y="1"/>
                  </a:cubicBezTo>
                  <a:cubicBezTo>
                    <a:pt x="1659" y="1"/>
                    <a:pt x="1644" y="1"/>
                    <a:pt x="161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6" name="Google Shape;1576;p42"/>
            <p:cNvSpPr/>
            <p:nvPr/>
          </p:nvSpPr>
          <p:spPr>
            <a:xfrm>
              <a:off x="-1803256" y="2131421"/>
              <a:ext cx="551339" cy="1502835"/>
            </a:xfrm>
            <a:custGeom>
              <a:rect b="b" l="l" r="r" t="t"/>
              <a:pathLst>
                <a:path extrusionOk="0" h="26263" w="9635">
                  <a:moveTo>
                    <a:pt x="565" y="1"/>
                  </a:moveTo>
                  <a:cubicBezTo>
                    <a:pt x="565" y="1"/>
                    <a:pt x="635" y="3579"/>
                    <a:pt x="1032" y="5486"/>
                  </a:cubicBezTo>
                  <a:cubicBezTo>
                    <a:pt x="1429" y="7388"/>
                    <a:pt x="70" y="9751"/>
                    <a:pt x="17" y="11179"/>
                  </a:cubicBezTo>
                  <a:cubicBezTo>
                    <a:pt x="1" y="11625"/>
                    <a:pt x="247" y="12520"/>
                    <a:pt x="600" y="13541"/>
                  </a:cubicBezTo>
                  <a:cubicBezTo>
                    <a:pt x="1373" y="15788"/>
                    <a:pt x="2642" y="18643"/>
                    <a:pt x="2642" y="18643"/>
                  </a:cubicBezTo>
                  <a:lnTo>
                    <a:pt x="4133" y="26263"/>
                  </a:lnTo>
                  <a:cubicBezTo>
                    <a:pt x="4133" y="26263"/>
                    <a:pt x="5718" y="26071"/>
                    <a:pt x="7342" y="25719"/>
                  </a:cubicBezTo>
                  <a:cubicBezTo>
                    <a:pt x="8108" y="25556"/>
                    <a:pt x="8352" y="25395"/>
                    <a:pt x="8973" y="25165"/>
                  </a:cubicBezTo>
                  <a:cubicBezTo>
                    <a:pt x="9537" y="24956"/>
                    <a:pt x="9634" y="24608"/>
                    <a:pt x="9634" y="24291"/>
                  </a:cubicBezTo>
                  <a:cubicBezTo>
                    <a:pt x="9634" y="24043"/>
                    <a:pt x="8039" y="20681"/>
                    <a:pt x="6896" y="17810"/>
                  </a:cubicBezTo>
                  <a:cubicBezTo>
                    <a:pt x="5757" y="14942"/>
                    <a:pt x="2785" y="10343"/>
                    <a:pt x="2836" y="8635"/>
                  </a:cubicBezTo>
                  <a:cubicBezTo>
                    <a:pt x="2886" y="6928"/>
                    <a:pt x="3816" y="4921"/>
                    <a:pt x="3478" y="3485"/>
                  </a:cubicBezTo>
                  <a:cubicBezTo>
                    <a:pt x="3199" y="2290"/>
                    <a:pt x="565" y="1"/>
                    <a:pt x="56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7" name="Google Shape;1577;p42"/>
            <p:cNvSpPr/>
            <p:nvPr/>
          </p:nvSpPr>
          <p:spPr>
            <a:xfrm>
              <a:off x="-1775332" y="2131421"/>
              <a:ext cx="77823" cy="423733"/>
            </a:xfrm>
            <a:custGeom>
              <a:rect b="b" l="l" r="r" t="t"/>
              <a:pathLst>
                <a:path extrusionOk="0" h="7405" w="1360">
                  <a:moveTo>
                    <a:pt x="77" y="1"/>
                  </a:moveTo>
                  <a:cubicBezTo>
                    <a:pt x="0" y="1154"/>
                    <a:pt x="35" y="2363"/>
                    <a:pt x="206" y="3307"/>
                  </a:cubicBezTo>
                  <a:cubicBezTo>
                    <a:pt x="377" y="4245"/>
                    <a:pt x="700" y="6520"/>
                    <a:pt x="488" y="7405"/>
                  </a:cubicBezTo>
                  <a:lnTo>
                    <a:pt x="1251" y="6869"/>
                  </a:lnTo>
                  <a:cubicBezTo>
                    <a:pt x="1251" y="6869"/>
                    <a:pt x="1359" y="5172"/>
                    <a:pt x="1251" y="4179"/>
                  </a:cubicBezTo>
                  <a:lnTo>
                    <a:pt x="893" y="3590"/>
                  </a:lnTo>
                  <a:lnTo>
                    <a:pt x="1216" y="3322"/>
                  </a:lnTo>
                  <a:lnTo>
                    <a:pt x="1021" y="882"/>
                  </a:lnTo>
                  <a:cubicBezTo>
                    <a:pt x="1021" y="882"/>
                    <a:pt x="833" y="147"/>
                    <a:pt x="7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8" name="Google Shape;1578;p42"/>
            <p:cNvSpPr/>
            <p:nvPr/>
          </p:nvSpPr>
          <p:spPr>
            <a:xfrm>
              <a:off x="-1760797" y="2521450"/>
              <a:ext cx="382361" cy="1014841"/>
            </a:xfrm>
            <a:custGeom>
              <a:rect b="b" l="l" r="r" t="t"/>
              <a:pathLst>
                <a:path extrusionOk="0" h="17735" w="6682">
                  <a:moveTo>
                    <a:pt x="798" y="1"/>
                  </a:moveTo>
                  <a:cubicBezTo>
                    <a:pt x="777" y="1"/>
                    <a:pt x="757" y="12"/>
                    <a:pt x="750" y="39"/>
                  </a:cubicBezTo>
                  <a:cubicBezTo>
                    <a:pt x="412" y="1335"/>
                    <a:pt x="70" y="2649"/>
                    <a:pt x="21" y="3993"/>
                  </a:cubicBezTo>
                  <a:cubicBezTo>
                    <a:pt x="1" y="4631"/>
                    <a:pt x="42" y="5276"/>
                    <a:pt x="189" y="5896"/>
                  </a:cubicBezTo>
                  <a:cubicBezTo>
                    <a:pt x="321" y="6436"/>
                    <a:pt x="544" y="6952"/>
                    <a:pt x="813" y="7436"/>
                  </a:cubicBezTo>
                  <a:cubicBezTo>
                    <a:pt x="1380" y="8471"/>
                    <a:pt x="2140" y="9387"/>
                    <a:pt x="2792" y="10370"/>
                  </a:cubicBezTo>
                  <a:cubicBezTo>
                    <a:pt x="3499" y="11444"/>
                    <a:pt x="4130" y="12565"/>
                    <a:pt x="4711" y="13712"/>
                  </a:cubicBezTo>
                  <a:cubicBezTo>
                    <a:pt x="5377" y="15022"/>
                    <a:pt x="5980" y="16363"/>
                    <a:pt x="6572" y="17708"/>
                  </a:cubicBezTo>
                  <a:cubicBezTo>
                    <a:pt x="6581" y="17727"/>
                    <a:pt x="6596" y="17734"/>
                    <a:pt x="6611" y="17734"/>
                  </a:cubicBezTo>
                  <a:cubicBezTo>
                    <a:pt x="6645" y="17734"/>
                    <a:pt x="6682" y="17697"/>
                    <a:pt x="6663" y="17656"/>
                  </a:cubicBezTo>
                  <a:cubicBezTo>
                    <a:pt x="5639" y="15328"/>
                    <a:pt x="4579" y="13007"/>
                    <a:pt x="3223" y="10851"/>
                  </a:cubicBezTo>
                  <a:cubicBezTo>
                    <a:pt x="2596" y="9858"/>
                    <a:pt x="1865" y="8938"/>
                    <a:pt x="1237" y="7948"/>
                  </a:cubicBezTo>
                  <a:cubicBezTo>
                    <a:pt x="927" y="7461"/>
                    <a:pt x="645" y="6949"/>
                    <a:pt x="450" y="6405"/>
                  </a:cubicBezTo>
                  <a:cubicBezTo>
                    <a:pt x="237" y="5809"/>
                    <a:pt x="144" y="5182"/>
                    <a:pt x="123" y="4551"/>
                  </a:cubicBezTo>
                  <a:cubicBezTo>
                    <a:pt x="77" y="3025"/>
                    <a:pt x="467" y="1530"/>
                    <a:pt x="851" y="66"/>
                  </a:cubicBezTo>
                  <a:cubicBezTo>
                    <a:pt x="862" y="27"/>
                    <a:pt x="829" y="1"/>
                    <a:pt x="79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9" name="Google Shape;1579;p42"/>
            <p:cNvSpPr/>
            <p:nvPr/>
          </p:nvSpPr>
          <p:spPr>
            <a:xfrm>
              <a:off x="-1418836" y="3484562"/>
              <a:ext cx="157419" cy="59626"/>
            </a:xfrm>
            <a:custGeom>
              <a:rect b="b" l="l" r="r" t="t"/>
              <a:pathLst>
                <a:path extrusionOk="0" h="1042" w="2751">
                  <a:moveTo>
                    <a:pt x="2680" y="0"/>
                  </a:moveTo>
                  <a:cubicBezTo>
                    <a:pt x="2671" y="0"/>
                    <a:pt x="2662" y="3"/>
                    <a:pt x="2652" y="10"/>
                  </a:cubicBezTo>
                  <a:cubicBezTo>
                    <a:pt x="1879" y="529"/>
                    <a:pt x="993" y="849"/>
                    <a:pt x="66" y="936"/>
                  </a:cubicBezTo>
                  <a:cubicBezTo>
                    <a:pt x="1" y="943"/>
                    <a:pt x="0" y="1041"/>
                    <a:pt x="63" y="1041"/>
                  </a:cubicBezTo>
                  <a:cubicBezTo>
                    <a:pt x="64" y="1041"/>
                    <a:pt x="65" y="1041"/>
                    <a:pt x="66" y="1041"/>
                  </a:cubicBezTo>
                  <a:cubicBezTo>
                    <a:pt x="1011" y="951"/>
                    <a:pt x="1917" y="630"/>
                    <a:pt x="2704" y="100"/>
                  </a:cubicBezTo>
                  <a:cubicBezTo>
                    <a:pt x="2751" y="68"/>
                    <a:pt x="2722" y="0"/>
                    <a:pt x="268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0" name="Google Shape;1580;p42"/>
            <p:cNvSpPr/>
            <p:nvPr/>
          </p:nvSpPr>
          <p:spPr>
            <a:xfrm>
              <a:off x="-1768980" y="2906271"/>
              <a:ext cx="385909" cy="727985"/>
            </a:xfrm>
            <a:custGeom>
              <a:rect b="b" l="l" r="r" t="t"/>
              <a:pathLst>
                <a:path extrusionOk="0" h="12722" w="6744">
                  <a:moveTo>
                    <a:pt x="1" y="0"/>
                  </a:moveTo>
                  <a:cubicBezTo>
                    <a:pt x="774" y="2247"/>
                    <a:pt x="2043" y="5102"/>
                    <a:pt x="2043" y="5102"/>
                  </a:cubicBezTo>
                  <a:lnTo>
                    <a:pt x="3534" y="12722"/>
                  </a:lnTo>
                  <a:cubicBezTo>
                    <a:pt x="3534" y="12722"/>
                    <a:pt x="5119" y="12530"/>
                    <a:pt x="6743" y="12178"/>
                  </a:cubicBezTo>
                  <a:cubicBezTo>
                    <a:pt x="6468" y="11565"/>
                    <a:pt x="6109" y="10767"/>
                    <a:pt x="5590" y="9593"/>
                  </a:cubicBezTo>
                  <a:cubicBezTo>
                    <a:pt x="4384" y="6858"/>
                    <a:pt x="394" y="610"/>
                    <a:pt x="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1" name="Google Shape;1581;p42"/>
            <p:cNvSpPr/>
            <p:nvPr/>
          </p:nvSpPr>
          <p:spPr>
            <a:xfrm>
              <a:off x="-2460628" y="2521850"/>
              <a:ext cx="330574" cy="1067371"/>
            </a:xfrm>
            <a:custGeom>
              <a:rect b="b" l="l" r="r" t="t"/>
              <a:pathLst>
                <a:path extrusionOk="0" h="18653" w="5777">
                  <a:moveTo>
                    <a:pt x="5712" y="1"/>
                  </a:moveTo>
                  <a:cubicBezTo>
                    <a:pt x="5692" y="1"/>
                    <a:pt x="5674" y="12"/>
                    <a:pt x="5669" y="38"/>
                  </a:cubicBezTo>
                  <a:cubicBezTo>
                    <a:pt x="5259" y="2597"/>
                    <a:pt x="4151" y="4956"/>
                    <a:pt x="3136" y="7314"/>
                  </a:cubicBezTo>
                  <a:cubicBezTo>
                    <a:pt x="2634" y="8485"/>
                    <a:pt x="2160" y="9663"/>
                    <a:pt x="1774" y="10875"/>
                  </a:cubicBezTo>
                  <a:cubicBezTo>
                    <a:pt x="1401" y="12029"/>
                    <a:pt x="1102" y="13203"/>
                    <a:pt x="843" y="14388"/>
                  </a:cubicBezTo>
                  <a:cubicBezTo>
                    <a:pt x="537" y="15781"/>
                    <a:pt x="283" y="17186"/>
                    <a:pt x="7" y="18587"/>
                  </a:cubicBezTo>
                  <a:cubicBezTo>
                    <a:pt x="1" y="18626"/>
                    <a:pt x="34" y="18652"/>
                    <a:pt x="64" y="18652"/>
                  </a:cubicBezTo>
                  <a:cubicBezTo>
                    <a:pt x="84" y="18652"/>
                    <a:pt x="103" y="18641"/>
                    <a:pt x="108" y="18614"/>
                  </a:cubicBezTo>
                  <a:cubicBezTo>
                    <a:pt x="586" y="16175"/>
                    <a:pt x="1007" y="13722"/>
                    <a:pt x="1735" y="11339"/>
                  </a:cubicBezTo>
                  <a:cubicBezTo>
                    <a:pt x="2488" y="8886"/>
                    <a:pt x="3628" y="6590"/>
                    <a:pt x="4565" y="4206"/>
                  </a:cubicBezTo>
                  <a:cubicBezTo>
                    <a:pt x="5095" y="2868"/>
                    <a:pt x="5540" y="1492"/>
                    <a:pt x="5770" y="67"/>
                  </a:cubicBezTo>
                  <a:cubicBezTo>
                    <a:pt x="5777" y="27"/>
                    <a:pt x="5743" y="1"/>
                    <a:pt x="571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2" name="Google Shape;1582;p42"/>
            <p:cNvSpPr/>
            <p:nvPr/>
          </p:nvSpPr>
          <p:spPr>
            <a:xfrm>
              <a:off x="-2070028" y="2473612"/>
              <a:ext cx="115761" cy="1172890"/>
            </a:xfrm>
            <a:custGeom>
              <a:rect b="b" l="l" r="r" t="t"/>
              <a:pathLst>
                <a:path extrusionOk="0" h="20497" w="2023">
                  <a:moveTo>
                    <a:pt x="1960" y="0"/>
                  </a:moveTo>
                  <a:cubicBezTo>
                    <a:pt x="1939" y="0"/>
                    <a:pt x="1919" y="12"/>
                    <a:pt x="1913" y="38"/>
                  </a:cubicBezTo>
                  <a:cubicBezTo>
                    <a:pt x="1401" y="2642"/>
                    <a:pt x="889" y="5251"/>
                    <a:pt x="578" y="7889"/>
                  </a:cubicBezTo>
                  <a:cubicBezTo>
                    <a:pt x="265" y="10548"/>
                    <a:pt x="133" y="13224"/>
                    <a:pt x="67" y="15900"/>
                  </a:cubicBezTo>
                  <a:cubicBezTo>
                    <a:pt x="32" y="17415"/>
                    <a:pt x="14" y="18931"/>
                    <a:pt x="1" y="20447"/>
                  </a:cubicBezTo>
                  <a:cubicBezTo>
                    <a:pt x="1" y="20480"/>
                    <a:pt x="26" y="20496"/>
                    <a:pt x="51" y="20496"/>
                  </a:cubicBezTo>
                  <a:cubicBezTo>
                    <a:pt x="77" y="20496"/>
                    <a:pt x="103" y="20480"/>
                    <a:pt x="105" y="20447"/>
                  </a:cubicBezTo>
                  <a:cubicBezTo>
                    <a:pt x="129" y="17781"/>
                    <a:pt x="157" y="15112"/>
                    <a:pt x="300" y="12450"/>
                  </a:cubicBezTo>
                  <a:cubicBezTo>
                    <a:pt x="443" y="9774"/>
                    <a:pt x="732" y="7116"/>
                    <a:pt x="1185" y="4471"/>
                  </a:cubicBezTo>
                  <a:cubicBezTo>
                    <a:pt x="1436" y="3000"/>
                    <a:pt x="1725" y="1529"/>
                    <a:pt x="2014" y="63"/>
                  </a:cubicBezTo>
                  <a:cubicBezTo>
                    <a:pt x="2023" y="25"/>
                    <a:pt x="1990" y="0"/>
                    <a:pt x="196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3" name="Google Shape;1583;p42"/>
            <p:cNvSpPr/>
            <p:nvPr/>
          </p:nvSpPr>
          <p:spPr>
            <a:xfrm>
              <a:off x="-1471309" y="2201118"/>
              <a:ext cx="60541" cy="130410"/>
            </a:xfrm>
            <a:custGeom>
              <a:rect b="b" l="l" r="r" t="t"/>
              <a:pathLst>
                <a:path extrusionOk="0" h="2279" w="1058">
                  <a:moveTo>
                    <a:pt x="717" y="1"/>
                  </a:moveTo>
                  <a:cubicBezTo>
                    <a:pt x="584" y="1"/>
                    <a:pt x="326" y="181"/>
                    <a:pt x="179" y="508"/>
                  </a:cubicBezTo>
                  <a:cubicBezTo>
                    <a:pt x="1" y="902"/>
                    <a:pt x="213" y="2250"/>
                    <a:pt x="213" y="2250"/>
                  </a:cubicBezTo>
                  <a:cubicBezTo>
                    <a:pt x="252" y="2269"/>
                    <a:pt x="288" y="2278"/>
                    <a:pt x="322" y="2278"/>
                  </a:cubicBezTo>
                  <a:cubicBezTo>
                    <a:pt x="612" y="2278"/>
                    <a:pt x="723" y="1604"/>
                    <a:pt x="882" y="873"/>
                  </a:cubicBezTo>
                  <a:cubicBezTo>
                    <a:pt x="1057" y="58"/>
                    <a:pt x="865" y="111"/>
                    <a:pt x="781" y="24"/>
                  </a:cubicBezTo>
                  <a:cubicBezTo>
                    <a:pt x="766" y="8"/>
                    <a:pt x="744" y="1"/>
                    <a:pt x="717" y="1"/>
                  </a:cubicBezTo>
                  <a:close/>
                </a:path>
              </a:pathLst>
            </a:custGeom>
            <a:solidFill>
              <a:srgbClr val="B55A0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4" name="Google Shape;1584;p42"/>
            <p:cNvSpPr/>
            <p:nvPr/>
          </p:nvSpPr>
          <p:spPr>
            <a:xfrm>
              <a:off x="-1494426" y="2123067"/>
              <a:ext cx="57680" cy="49898"/>
            </a:xfrm>
            <a:custGeom>
              <a:rect b="b" l="l" r="r" t="t"/>
              <a:pathLst>
                <a:path extrusionOk="0" h="872" w="1008">
                  <a:moveTo>
                    <a:pt x="186" y="0"/>
                  </a:moveTo>
                  <a:lnTo>
                    <a:pt x="1" y="241"/>
                  </a:lnTo>
                  <a:lnTo>
                    <a:pt x="823" y="872"/>
                  </a:lnTo>
                  <a:lnTo>
                    <a:pt x="1008" y="631"/>
                  </a:lnTo>
                  <a:lnTo>
                    <a:pt x="186" y="0"/>
                  </a:lnTo>
                  <a:close/>
                </a:path>
              </a:pathLst>
            </a:custGeom>
            <a:solidFill>
              <a:srgbClr val="25282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5" name="Google Shape;1585;p42"/>
            <p:cNvSpPr/>
            <p:nvPr/>
          </p:nvSpPr>
          <p:spPr>
            <a:xfrm>
              <a:off x="-1491909" y="2122952"/>
              <a:ext cx="46293" cy="46407"/>
            </a:xfrm>
            <a:custGeom>
              <a:rect b="b" l="l" r="r" t="t"/>
              <a:pathLst>
                <a:path extrusionOk="0" h="811" w="809">
                  <a:moveTo>
                    <a:pt x="642" y="0"/>
                  </a:moveTo>
                  <a:cubicBezTo>
                    <a:pt x="506" y="0"/>
                    <a:pt x="0" y="672"/>
                    <a:pt x="92" y="745"/>
                  </a:cubicBezTo>
                  <a:lnTo>
                    <a:pt x="176" y="808"/>
                  </a:lnTo>
                  <a:cubicBezTo>
                    <a:pt x="178" y="809"/>
                    <a:pt x="181" y="810"/>
                    <a:pt x="185" y="810"/>
                  </a:cubicBezTo>
                  <a:cubicBezTo>
                    <a:pt x="284" y="810"/>
                    <a:pt x="809" y="119"/>
                    <a:pt x="744" y="68"/>
                  </a:cubicBezTo>
                  <a:lnTo>
                    <a:pt x="660" y="6"/>
                  </a:lnTo>
                  <a:cubicBezTo>
                    <a:pt x="655" y="2"/>
                    <a:pt x="649" y="0"/>
                    <a:pt x="64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6" name="Google Shape;1586;p42"/>
            <p:cNvSpPr/>
            <p:nvPr/>
          </p:nvSpPr>
          <p:spPr>
            <a:xfrm>
              <a:off x="-1522694" y="2097488"/>
              <a:ext cx="64433" cy="64318"/>
            </a:xfrm>
            <a:custGeom>
              <a:rect b="b" l="l" r="r" t="t"/>
              <a:pathLst>
                <a:path extrusionOk="0" h="1124" w="1126">
                  <a:moveTo>
                    <a:pt x="891" y="0"/>
                  </a:moveTo>
                  <a:cubicBezTo>
                    <a:pt x="704" y="0"/>
                    <a:pt x="0" y="930"/>
                    <a:pt x="132" y="1033"/>
                  </a:cubicBezTo>
                  <a:lnTo>
                    <a:pt x="247" y="1120"/>
                  </a:lnTo>
                  <a:cubicBezTo>
                    <a:pt x="251" y="1122"/>
                    <a:pt x="255" y="1124"/>
                    <a:pt x="260" y="1124"/>
                  </a:cubicBezTo>
                  <a:cubicBezTo>
                    <a:pt x="395" y="1124"/>
                    <a:pt x="1126" y="166"/>
                    <a:pt x="1035" y="95"/>
                  </a:cubicBezTo>
                  <a:lnTo>
                    <a:pt x="916" y="8"/>
                  </a:lnTo>
                  <a:cubicBezTo>
                    <a:pt x="910" y="3"/>
                    <a:pt x="901" y="0"/>
                    <a:pt x="89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7" name="Google Shape;1587;p42"/>
            <p:cNvSpPr/>
            <p:nvPr/>
          </p:nvSpPr>
          <p:spPr>
            <a:xfrm>
              <a:off x="-1472739" y="2137086"/>
              <a:ext cx="267916" cy="215958"/>
            </a:xfrm>
            <a:custGeom>
              <a:rect b="b" l="l" r="r" t="t"/>
              <a:pathLst>
                <a:path extrusionOk="0" h="3774" w="4682">
                  <a:moveTo>
                    <a:pt x="717" y="0"/>
                  </a:moveTo>
                  <a:cubicBezTo>
                    <a:pt x="566" y="0"/>
                    <a:pt x="0" y="746"/>
                    <a:pt x="106" y="829"/>
                  </a:cubicBezTo>
                  <a:lnTo>
                    <a:pt x="3939" y="3766"/>
                  </a:lnTo>
                  <a:cubicBezTo>
                    <a:pt x="3945" y="3771"/>
                    <a:pt x="3953" y="3774"/>
                    <a:pt x="3963" y="3774"/>
                  </a:cubicBezTo>
                  <a:cubicBezTo>
                    <a:pt x="4127" y="3774"/>
                    <a:pt x="4681" y="3033"/>
                    <a:pt x="4566" y="2947"/>
                  </a:cubicBezTo>
                  <a:lnTo>
                    <a:pt x="737" y="6"/>
                  </a:lnTo>
                  <a:cubicBezTo>
                    <a:pt x="731" y="2"/>
                    <a:pt x="725" y="0"/>
                    <a:pt x="71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8" name="Google Shape;1588;p42"/>
            <p:cNvSpPr/>
            <p:nvPr/>
          </p:nvSpPr>
          <p:spPr>
            <a:xfrm>
              <a:off x="-1238527" y="2314991"/>
              <a:ext cx="33475" cy="38282"/>
            </a:xfrm>
            <a:custGeom>
              <a:rect b="b" l="l" r="r" t="t"/>
              <a:pathLst>
                <a:path extrusionOk="0" h="669" w="585">
                  <a:moveTo>
                    <a:pt x="506" y="0"/>
                  </a:moveTo>
                  <a:cubicBezTo>
                    <a:pt x="497" y="0"/>
                    <a:pt x="487" y="4"/>
                    <a:pt x="480" y="12"/>
                  </a:cubicBezTo>
                  <a:lnTo>
                    <a:pt x="16" y="619"/>
                  </a:lnTo>
                  <a:cubicBezTo>
                    <a:pt x="0" y="638"/>
                    <a:pt x="15" y="668"/>
                    <a:pt x="38" y="668"/>
                  </a:cubicBezTo>
                  <a:cubicBezTo>
                    <a:pt x="39" y="668"/>
                    <a:pt x="40" y="668"/>
                    <a:pt x="41" y="668"/>
                  </a:cubicBezTo>
                  <a:lnTo>
                    <a:pt x="250" y="660"/>
                  </a:lnTo>
                  <a:lnTo>
                    <a:pt x="585" y="229"/>
                  </a:lnTo>
                  <a:lnTo>
                    <a:pt x="536" y="23"/>
                  </a:lnTo>
                  <a:cubicBezTo>
                    <a:pt x="534" y="9"/>
                    <a:pt x="520" y="0"/>
                    <a:pt x="50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9" name="Google Shape;1589;p42"/>
            <p:cNvSpPr/>
            <p:nvPr/>
          </p:nvSpPr>
          <p:spPr>
            <a:xfrm>
              <a:off x="-1237211" y="2318711"/>
              <a:ext cx="21172" cy="25178"/>
            </a:xfrm>
            <a:custGeom>
              <a:rect b="b" l="l" r="r" t="t"/>
              <a:pathLst>
                <a:path extrusionOk="0" h="440" w="370">
                  <a:moveTo>
                    <a:pt x="294" y="0"/>
                  </a:moveTo>
                  <a:cubicBezTo>
                    <a:pt x="161" y="97"/>
                    <a:pt x="64" y="227"/>
                    <a:pt x="1" y="380"/>
                  </a:cubicBezTo>
                  <a:lnTo>
                    <a:pt x="81" y="439"/>
                  </a:lnTo>
                  <a:lnTo>
                    <a:pt x="370" y="59"/>
                  </a:lnTo>
                  <a:lnTo>
                    <a:pt x="29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0" name="Google Shape;1590;p42"/>
            <p:cNvSpPr/>
            <p:nvPr/>
          </p:nvSpPr>
          <p:spPr>
            <a:xfrm>
              <a:off x="-1220273" y="2333016"/>
              <a:ext cx="25006" cy="23175"/>
            </a:xfrm>
            <a:custGeom>
              <a:rect b="b" l="l" r="r" t="t"/>
              <a:pathLst>
                <a:path extrusionOk="0" h="405" w="437">
                  <a:moveTo>
                    <a:pt x="196" y="1"/>
                  </a:moveTo>
                  <a:lnTo>
                    <a:pt x="1" y="258"/>
                  </a:lnTo>
                  <a:lnTo>
                    <a:pt x="371" y="405"/>
                  </a:lnTo>
                  <a:lnTo>
                    <a:pt x="437" y="321"/>
                  </a:lnTo>
                  <a:lnTo>
                    <a:pt x="19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1" name="Google Shape;1591;p42"/>
            <p:cNvSpPr/>
            <p:nvPr/>
          </p:nvSpPr>
          <p:spPr>
            <a:xfrm>
              <a:off x="-1198701" y="2352014"/>
              <a:ext cx="71814" cy="55792"/>
            </a:xfrm>
            <a:custGeom>
              <a:rect b="b" l="l" r="r" t="t"/>
              <a:pathLst>
                <a:path extrusionOk="0" h="975" w="1255">
                  <a:moveTo>
                    <a:pt x="52" y="0"/>
                  </a:moveTo>
                  <a:lnTo>
                    <a:pt x="0" y="63"/>
                  </a:lnTo>
                  <a:lnTo>
                    <a:pt x="1240" y="972"/>
                  </a:lnTo>
                  <a:cubicBezTo>
                    <a:pt x="1242" y="973"/>
                    <a:pt x="1245" y="974"/>
                    <a:pt x="1247" y="974"/>
                  </a:cubicBezTo>
                  <a:cubicBezTo>
                    <a:pt x="1249" y="974"/>
                    <a:pt x="1251" y="973"/>
                    <a:pt x="1251" y="972"/>
                  </a:cubicBezTo>
                  <a:cubicBezTo>
                    <a:pt x="1255" y="968"/>
                    <a:pt x="1255" y="962"/>
                    <a:pt x="1251" y="958"/>
                  </a:cubicBezTo>
                  <a:lnTo>
                    <a:pt x="52"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2" name="Google Shape;1592;p42"/>
            <p:cNvSpPr/>
            <p:nvPr/>
          </p:nvSpPr>
          <p:spPr>
            <a:xfrm>
              <a:off x="-1429536" y="2168444"/>
              <a:ext cx="56936" cy="58081"/>
            </a:xfrm>
            <a:custGeom>
              <a:rect b="b" l="l" r="r" t="t"/>
              <a:pathLst>
                <a:path extrusionOk="0" h="1015" w="995">
                  <a:moveTo>
                    <a:pt x="680" y="0"/>
                  </a:moveTo>
                  <a:cubicBezTo>
                    <a:pt x="593" y="0"/>
                    <a:pt x="1" y="777"/>
                    <a:pt x="59" y="821"/>
                  </a:cubicBezTo>
                  <a:lnTo>
                    <a:pt x="306" y="1013"/>
                  </a:lnTo>
                  <a:cubicBezTo>
                    <a:pt x="308" y="1014"/>
                    <a:pt x="310" y="1015"/>
                    <a:pt x="312" y="1015"/>
                  </a:cubicBezTo>
                  <a:cubicBezTo>
                    <a:pt x="398" y="1015"/>
                    <a:pt x="994" y="238"/>
                    <a:pt x="937" y="190"/>
                  </a:cubicBezTo>
                  <a:lnTo>
                    <a:pt x="686" y="2"/>
                  </a:lnTo>
                  <a:cubicBezTo>
                    <a:pt x="684" y="1"/>
                    <a:pt x="682" y="0"/>
                    <a:pt x="68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3" name="Google Shape;1593;p42"/>
            <p:cNvSpPr/>
            <p:nvPr/>
          </p:nvSpPr>
          <p:spPr>
            <a:xfrm>
              <a:off x="-1412083" y="2186641"/>
              <a:ext cx="184142" cy="145860"/>
            </a:xfrm>
            <a:custGeom>
              <a:rect b="b" l="l" r="r" t="t"/>
              <a:pathLst>
                <a:path extrusionOk="0" h="2549" w="3218">
                  <a:moveTo>
                    <a:pt x="461" y="0"/>
                  </a:moveTo>
                  <a:cubicBezTo>
                    <a:pt x="335" y="0"/>
                    <a:pt x="1" y="445"/>
                    <a:pt x="95" y="517"/>
                  </a:cubicBezTo>
                  <a:lnTo>
                    <a:pt x="2736" y="2541"/>
                  </a:lnTo>
                  <a:cubicBezTo>
                    <a:pt x="2742" y="2546"/>
                    <a:pt x="2750" y="2548"/>
                    <a:pt x="2758" y="2548"/>
                  </a:cubicBezTo>
                  <a:cubicBezTo>
                    <a:pt x="2880" y="2548"/>
                    <a:pt x="3218" y="2101"/>
                    <a:pt x="3126" y="2033"/>
                  </a:cubicBezTo>
                  <a:lnTo>
                    <a:pt x="485" y="8"/>
                  </a:lnTo>
                  <a:cubicBezTo>
                    <a:pt x="479" y="3"/>
                    <a:pt x="470" y="0"/>
                    <a:pt x="46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4" name="Google Shape;1594;p42"/>
            <p:cNvSpPr/>
            <p:nvPr/>
          </p:nvSpPr>
          <p:spPr>
            <a:xfrm>
              <a:off x="-1455344" y="2153166"/>
              <a:ext cx="53503" cy="46179"/>
            </a:xfrm>
            <a:custGeom>
              <a:rect b="b" l="l" r="r" t="t"/>
              <a:pathLst>
                <a:path extrusionOk="0" h="807" w="935">
                  <a:moveTo>
                    <a:pt x="458" y="1"/>
                  </a:moveTo>
                  <a:cubicBezTo>
                    <a:pt x="334" y="1"/>
                    <a:pt x="0" y="449"/>
                    <a:pt x="91" y="520"/>
                  </a:cubicBezTo>
                  <a:lnTo>
                    <a:pt x="457" y="799"/>
                  </a:lnTo>
                  <a:cubicBezTo>
                    <a:pt x="463" y="804"/>
                    <a:pt x="471" y="806"/>
                    <a:pt x="479" y="806"/>
                  </a:cubicBezTo>
                  <a:cubicBezTo>
                    <a:pt x="601" y="806"/>
                    <a:pt x="935" y="358"/>
                    <a:pt x="847" y="290"/>
                  </a:cubicBezTo>
                  <a:lnTo>
                    <a:pt x="481" y="8"/>
                  </a:lnTo>
                  <a:cubicBezTo>
                    <a:pt x="475" y="3"/>
                    <a:pt x="467" y="1"/>
                    <a:pt x="45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5" name="Google Shape;1595;p42"/>
            <p:cNvSpPr/>
            <p:nvPr/>
          </p:nvSpPr>
          <p:spPr>
            <a:xfrm>
              <a:off x="-1271144" y="2302402"/>
              <a:ext cx="14649" cy="18254"/>
            </a:xfrm>
            <a:custGeom>
              <a:rect b="b" l="l" r="r" t="t"/>
              <a:pathLst>
                <a:path extrusionOk="0" h="319" w="256">
                  <a:moveTo>
                    <a:pt x="236" y="0"/>
                  </a:moveTo>
                  <a:cubicBezTo>
                    <a:pt x="231" y="0"/>
                    <a:pt x="226" y="2"/>
                    <a:pt x="224" y="6"/>
                  </a:cubicBezTo>
                  <a:lnTo>
                    <a:pt x="5" y="292"/>
                  </a:lnTo>
                  <a:cubicBezTo>
                    <a:pt x="1" y="298"/>
                    <a:pt x="1" y="309"/>
                    <a:pt x="8" y="316"/>
                  </a:cubicBezTo>
                  <a:cubicBezTo>
                    <a:pt x="11" y="317"/>
                    <a:pt x="15" y="318"/>
                    <a:pt x="18" y="318"/>
                  </a:cubicBezTo>
                  <a:cubicBezTo>
                    <a:pt x="23" y="318"/>
                    <a:pt x="29" y="317"/>
                    <a:pt x="33" y="313"/>
                  </a:cubicBezTo>
                  <a:lnTo>
                    <a:pt x="252" y="27"/>
                  </a:lnTo>
                  <a:cubicBezTo>
                    <a:pt x="256" y="20"/>
                    <a:pt x="256" y="10"/>
                    <a:pt x="248" y="2"/>
                  </a:cubicBezTo>
                  <a:cubicBezTo>
                    <a:pt x="244" y="1"/>
                    <a:pt x="240" y="0"/>
                    <a:pt x="23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6" name="Google Shape;1596;p42"/>
            <p:cNvSpPr/>
            <p:nvPr/>
          </p:nvSpPr>
          <p:spPr>
            <a:xfrm>
              <a:off x="-1290428" y="2287696"/>
              <a:ext cx="14821" cy="18311"/>
            </a:xfrm>
            <a:custGeom>
              <a:rect b="b" l="l" r="r" t="t"/>
              <a:pathLst>
                <a:path extrusionOk="0" h="320" w="259">
                  <a:moveTo>
                    <a:pt x="237" y="0"/>
                  </a:moveTo>
                  <a:cubicBezTo>
                    <a:pt x="233" y="0"/>
                    <a:pt x="229" y="3"/>
                    <a:pt x="227" y="8"/>
                  </a:cubicBezTo>
                  <a:lnTo>
                    <a:pt x="8" y="291"/>
                  </a:lnTo>
                  <a:cubicBezTo>
                    <a:pt x="0" y="298"/>
                    <a:pt x="3" y="309"/>
                    <a:pt x="11" y="315"/>
                  </a:cubicBezTo>
                  <a:cubicBezTo>
                    <a:pt x="14" y="318"/>
                    <a:pt x="17" y="319"/>
                    <a:pt x="20" y="319"/>
                  </a:cubicBezTo>
                  <a:cubicBezTo>
                    <a:pt x="25" y="319"/>
                    <a:pt x="31" y="316"/>
                    <a:pt x="35" y="312"/>
                  </a:cubicBezTo>
                  <a:lnTo>
                    <a:pt x="251" y="29"/>
                  </a:lnTo>
                  <a:cubicBezTo>
                    <a:pt x="258" y="19"/>
                    <a:pt x="258" y="8"/>
                    <a:pt x="248" y="5"/>
                  </a:cubicBezTo>
                  <a:cubicBezTo>
                    <a:pt x="245" y="2"/>
                    <a:pt x="241" y="0"/>
                    <a:pt x="23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7" name="Google Shape;1597;p42"/>
            <p:cNvSpPr/>
            <p:nvPr/>
          </p:nvSpPr>
          <p:spPr>
            <a:xfrm>
              <a:off x="-1309598" y="2272990"/>
              <a:ext cx="14821" cy="18254"/>
            </a:xfrm>
            <a:custGeom>
              <a:rect b="b" l="l" r="r" t="t"/>
              <a:pathLst>
                <a:path extrusionOk="0" h="319" w="259">
                  <a:moveTo>
                    <a:pt x="239" y="1"/>
                  </a:moveTo>
                  <a:cubicBezTo>
                    <a:pt x="234" y="1"/>
                    <a:pt x="228" y="4"/>
                    <a:pt x="224" y="8"/>
                  </a:cubicBezTo>
                  <a:lnTo>
                    <a:pt x="8" y="290"/>
                  </a:lnTo>
                  <a:cubicBezTo>
                    <a:pt x="1" y="301"/>
                    <a:pt x="4" y="311"/>
                    <a:pt x="11" y="315"/>
                  </a:cubicBezTo>
                  <a:cubicBezTo>
                    <a:pt x="14" y="317"/>
                    <a:pt x="17" y="318"/>
                    <a:pt x="20" y="318"/>
                  </a:cubicBezTo>
                  <a:cubicBezTo>
                    <a:pt x="26" y="318"/>
                    <a:pt x="32" y="315"/>
                    <a:pt x="36" y="311"/>
                  </a:cubicBezTo>
                  <a:lnTo>
                    <a:pt x="251" y="29"/>
                  </a:lnTo>
                  <a:cubicBezTo>
                    <a:pt x="259" y="22"/>
                    <a:pt x="255" y="11"/>
                    <a:pt x="248" y="5"/>
                  </a:cubicBezTo>
                  <a:cubicBezTo>
                    <a:pt x="246" y="2"/>
                    <a:pt x="242" y="1"/>
                    <a:pt x="239" y="1"/>
                  </a:cubicBezTo>
                  <a:close/>
                </a:path>
              </a:pathLst>
            </a:custGeom>
            <a:solidFill>
              <a:srgbClr val="25282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8" name="Google Shape;1598;p42"/>
            <p:cNvSpPr/>
            <p:nvPr/>
          </p:nvSpPr>
          <p:spPr>
            <a:xfrm>
              <a:off x="-1328710" y="2258341"/>
              <a:ext cx="14821" cy="18254"/>
            </a:xfrm>
            <a:custGeom>
              <a:rect b="b" l="l" r="r" t="t"/>
              <a:pathLst>
                <a:path extrusionOk="0" h="319" w="259">
                  <a:moveTo>
                    <a:pt x="238" y="0"/>
                  </a:moveTo>
                  <a:cubicBezTo>
                    <a:pt x="233" y="0"/>
                    <a:pt x="227" y="2"/>
                    <a:pt x="223" y="6"/>
                  </a:cubicBezTo>
                  <a:lnTo>
                    <a:pt x="8" y="291"/>
                  </a:lnTo>
                  <a:cubicBezTo>
                    <a:pt x="0" y="299"/>
                    <a:pt x="0" y="309"/>
                    <a:pt x="11" y="312"/>
                  </a:cubicBezTo>
                  <a:cubicBezTo>
                    <a:pt x="14" y="316"/>
                    <a:pt x="19" y="318"/>
                    <a:pt x="23" y="318"/>
                  </a:cubicBezTo>
                  <a:cubicBezTo>
                    <a:pt x="27" y="318"/>
                    <a:pt x="30" y="316"/>
                    <a:pt x="32" y="312"/>
                  </a:cubicBezTo>
                  <a:lnTo>
                    <a:pt x="251" y="27"/>
                  </a:lnTo>
                  <a:cubicBezTo>
                    <a:pt x="258" y="20"/>
                    <a:pt x="254" y="10"/>
                    <a:pt x="248" y="2"/>
                  </a:cubicBezTo>
                  <a:cubicBezTo>
                    <a:pt x="245" y="1"/>
                    <a:pt x="242" y="0"/>
                    <a:pt x="238" y="0"/>
                  </a:cubicBezTo>
                  <a:close/>
                </a:path>
              </a:pathLst>
            </a:custGeom>
            <a:solidFill>
              <a:srgbClr val="25282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9" name="Google Shape;1599;p42"/>
            <p:cNvSpPr/>
            <p:nvPr/>
          </p:nvSpPr>
          <p:spPr>
            <a:xfrm>
              <a:off x="-1347880" y="2243577"/>
              <a:ext cx="14592" cy="18254"/>
            </a:xfrm>
            <a:custGeom>
              <a:rect b="b" l="l" r="r" t="t"/>
              <a:pathLst>
                <a:path extrusionOk="0" h="319" w="255">
                  <a:moveTo>
                    <a:pt x="238" y="0"/>
                  </a:moveTo>
                  <a:cubicBezTo>
                    <a:pt x="233" y="0"/>
                    <a:pt x="228" y="2"/>
                    <a:pt x="224" y="6"/>
                  </a:cubicBezTo>
                  <a:lnTo>
                    <a:pt x="4" y="292"/>
                  </a:lnTo>
                  <a:cubicBezTo>
                    <a:pt x="1" y="299"/>
                    <a:pt x="1" y="309"/>
                    <a:pt x="8" y="316"/>
                  </a:cubicBezTo>
                  <a:cubicBezTo>
                    <a:pt x="12" y="318"/>
                    <a:pt x="17" y="318"/>
                    <a:pt x="20" y="318"/>
                  </a:cubicBezTo>
                  <a:cubicBezTo>
                    <a:pt x="26" y="318"/>
                    <a:pt x="30" y="317"/>
                    <a:pt x="32" y="313"/>
                  </a:cubicBezTo>
                  <a:lnTo>
                    <a:pt x="251" y="27"/>
                  </a:lnTo>
                  <a:cubicBezTo>
                    <a:pt x="255" y="20"/>
                    <a:pt x="255" y="9"/>
                    <a:pt x="248" y="3"/>
                  </a:cubicBezTo>
                  <a:cubicBezTo>
                    <a:pt x="245" y="1"/>
                    <a:pt x="242" y="0"/>
                    <a:pt x="238" y="0"/>
                  </a:cubicBezTo>
                  <a:close/>
                </a:path>
              </a:pathLst>
            </a:custGeom>
            <a:solidFill>
              <a:srgbClr val="25282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0" name="Google Shape;1600;p42"/>
            <p:cNvSpPr/>
            <p:nvPr/>
          </p:nvSpPr>
          <p:spPr>
            <a:xfrm>
              <a:off x="-1366992" y="2228871"/>
              <a:ext cx="14592" cy="18311"/>
            </a:xfrm>
            <a:custGeom>
              <a:rect b="b" l="l" r="r" t="t"/>
              <a:pathLst>
                <a:path extrusionOk="0" h="320" w="255">
                  <a:moveTo>
                    <a:pt x="234" y="1"/>
                  </a:moveTo>
                  <a:cubicBezTo>
                    <a:pt x="229" y="1"/>
                    <a:pt x="225" y="3"/>
                    <a:pt x="223" y="9"/>
                  </a:cubicBezTo>
                  <a:lnTo>
                    <a:pt x="3" y="291"/>
                  </a:lnTo>
                  <a:cubicBezTo>
                    <a:pt x="0" y="298"/>
                    <a:pt x="0" y="308"/>
                    <a:pt x="8" y="316"/>
                  </a:cubicBezTo>
                  <a:cubicBezTo>
                    <a:pt x="10" y="318"/>
                    <a:pt x="13" y="319"/>
                    <a:pt x="16" y="319"/>
                  </a:cubicBezTo>
                  <a:cubicBezTo>
                    <a:pt x="22" y="319"/>
                    <a:pt x="27" y="316"/>
                    <a:pt x="32" y="312"/>
                  </a:cubicBezTo>
                  <a:lnTo>
                    <a:pt x="251" y="30"/>
                  </a:lnTo>
                  <a:cubicBezTo>
                    <a:pt x="254" y="20"/>
                    <a:pt x="254" y="9"/>
                    <a:pt x="248" y="5"/>
                  </a:cubicBezTo>
                  <a:cubicBezTo>
                    <a:pt x="243" y="2"/>
                    <a:pt x="238" y="1"/>
                    <a:pt x="234" y="1"/>
                  </a:cubicBezTo>
                  <a:close/>
                </a:path>
              </a:pathLst>
            </a:custGeom>
            <a:solidFill>
              <a:srgbClr val="25282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1" name="Google Shape;1601;p42"/>
            <p:cNvSpPr/>
            <p:nvPr/>
          </p:nvSpPr>
          <p:spPr>
            <a:xfrm>
              <a:off x="-1280872" y="2302574"/>
              <a:ext cx="9041" cy="10701"/>
            </a:xfrm>
            <a:custGeom>
              <a:rect b="b" l="l" r="r" t="t"/>
              <a:pathLst>
                <a:path extrusionOk="0" h="187" w="158">
                  <a:moveTo>
                    <a:pt x="137" y="1"/>
                  </a:moveTo>
                  <a:cubicBezTo>
                    <a:pt x="133" y="1"/>
                    <a:pt x="128" y="2"/>
                    <a:pt x="126" y="7"/>
                  </a:cubicBezTo>
                  <a:lnTo>
                    <a:pt x="8" y="160"/>
                  </a:lnTo>
                  <a:cubicBezTo>
                    <a:pt x="0" y="167"/>
                    <a:pt x="4" y="177"/>
                    <a:pt x="11" y="184"/>
                  </a:cubicBezTo>
                  <a:cubicBezTo>
                    <a:pt x="14" y="186"/>
                    <a:pt x="17" y="186"/>
                    <a:pt x="21" y="186"/>
                  </a:cubicBezTo>
                  <a:cubicBezTo>
                    <a:pt x="26" y="186"/>
                    <a:pt x="32" y="185"/>
                    <a:pt x="35" y="181"/>
                  </a:cubicBezTo>
                  <a:lnTo>
                    <a:pt x="150" y="28"/>
                  </a:lnTo>
                  <a:cubicBezTo>
                    <a:pt x="158" y="20"/>
                    <a:pt x="158" y="10"/>
                    <a:pt x="147" y="3"/>
                  </a:cubicBezTo>
                  <a:cubicBezTo>
                    <a:pt x="144" y="1"/>
                    <a:pt x="141" y="1"/>
                    <a:pt x="13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2" name="Google Shape;1602;p42"/>
            <p:cNvSpPr/>
            <p:nvPr/>
          </p:nvSpPr>
          <p:spPr>
            <a:xfrm>
              <a:off x="-1300042" y="2287925"/>
              <a:ext cx="9098" cy="10758"/>
            </a:xfrm>
            <a:custGeom>
              <a:rect b="b" l="l" r="r" t="t"/>
              <a:pathLst>
                <a:path extrusionOk="0" h="188" w="159">
                  <a:moveTo>
                    <a:pt x="138" y="1"/>
                  </a:moveTo>
                  <a:cubicBezTo>
                    <a:pt x="133" y="1"/>
                    <a:pt x="127" y="4"/>
                    <a:pt x="123" y="8"/>
                  </a:cubicBezTo>
                  <a:lnTo>
                    <a:pt x="8" y="158"/>
                  </a:lnTo>
                  <a:cubicBezTo>
                    <a:pt x="1" y="168"/>
                    <a:pt x="4" y="179"/>
                    <a:pt x="15" y="186"/>
                  </a:cubicBezTo>
                  <a:cubicBezTo>
                    <a:pt x="17" y="187"/>
                    <a:pt x="19" y="187"/>
                    <a:pt x="21" y="187"/>
                  </a:cubicBezTo>
                  <a:cubicBezTo>
                    <a:pt x="26" y="187"/>
                    <a:pt x="31" y="184"/>
                    <a:pt x="36" y="179"/>
                  </a:cubicBezTo>
                  <a:lnTo>
                    <a:pt x="151" y="29"/>
                  </a:lnTo>
                  <a:cubicBezTo>
                    <a:pt x="158" y="19"/>
                    <a:pt x="155" y="8"/>
                    <a:pt x="147" y="4"/>
                  </a:cubicBezTo>
                  <a:cubicBezTo>
                    <a:pt x="145" y="2"/>
                    <a:pt x="141" y="1"/>
                    <a:pt x="138" y="1"/>
                  </a:cubicBezTo>
                  <a:close/>
                </a:path>
              </a:pathLst>
            </a:custGeom>
            <a:solidFill>
              <a:srgbClr val="25282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3" name="Google Shape;1603;p42"/>
            <p:cNvSpPr/>
            <p:nvPr/>
          </p:nvSpPr>
          <p:spPr>
            <a:xfrm>
              <a:off x="-1319154" y="2273219"/>
              <a:ext cx="9041" cy="10643"/>
            </a:xfrm>
            <a:custGeom>
              <a:rect b="b" l="l" r="r" t="t"/>
              <a:pathLst>
                <a:path extrusionOk="0" h="186" w="158">
                  <a:moveTo>
                    <a:pt x="138" y="0"/>
                  </a:moveTo>
                  <a:cubicBezTo>
                    <a:pt x="132" y="0"/>
                    <a:pt x="127" y="3"/>
                    <a:pt x="122" y="7"/>
                  </a:cubicBezTo>
                  <a:lnTo>
                    <a:pt x="8" y="157"/>
                  </a:lnTo>
                  <a:cubicBezTo>
                    <a:pt x="0" y="168"/>
                    <a:pt x="4" y="178"/>
                    <a:pt x="11" y="181"/>
                  </a:cubicBezTo>
                  <a:cubicBezTo>
                    <a:pt x="14" y="184"/>
                    <a:pt x="17" y="185"/>
                    <a:pt x="21" y="185"/>
                  </a:cubicBezTo>
                  <a:cubicBezTo>
                    <a:pt x="26" y="185"/>
                    <a:pt x="31" y="182"/>
                    <a:pt x="35" y="178"/>
                  </a:cubicBezTo>
                  <a:lnTo>
                    <a:pt x="150" y="28"/>
                  </a:lnTo>
                  <a:cubicBezTo>
                    <a:pt x="158" y="21"/>
                    <a:pt x="154" y="11"/>
                    <a:pt x="147" y="4"/>
                  </a:cubicBezTo>
                  <a:cubicBezTo>
                    <a:pt x="144" y="1"/>
                    <a:pt x="141" y="0"/>
                    <a:pt x="138" y="0"/>
                  </a:cubicBezTo>
                  <a:close/>
                </a:path>
              </a:pathLst>
            </a:custGeom>
            <a:solidFill>
              <a:srgbClr val="25282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4" name="Google Shape;1604;p42"/>
            <p:cNvSpPr/>
            <p:nvPr/>
          </p:nvSpPr>
          <p:spPr>
            <a:xfrm>
              <a:off x="-1338324" y="2258513"/>
              <a:ext cx="8869" cy="10701"/>
            </a:xfrm>
            <a:custGeom>
              <a:rect b="b" l="l" r="r" t="t"/>
              <a:pathLst>
                <a:path extrusionOk="0" h="187" w="155">
                  <a:moveTo>
                    <a:pt x="137" y="1"/>
                  </a:moveTo>
                  <a:cubicBezTo>
                    <a:pt x="132" y="1"/>
                    <a:pt x="127" y="2"/>
                    <a:pt x="123" y="7"/>
                  </a:cubicBezTo>
                  <a:lnTo>
                    <a:pt x="8" y="160"/>
                  </a:lnTo>
                  <a:cubicBezTo>
                    <a:pt x="1" y="166"/>
                    <a:pt x="1" y="177"/>
                    <a:pt x="8" y="184"/>
                  </a:cubicBezTo>
                  <a:cubicBezTo>
                    <a:pt x="13" y="185"/>
                    <a:pt x="17" y="186"/>
                    <a:pt x="21" y="186"/>
                  </a:cubicBezTo>
                  <a:cubicBezTo>
                    <a:pt x="26" y="186"/>
                    <a:pt x="31" y="185"/>
                    <a:pt x="33" y="181"/>
                  </a:cubicBezTo>
                  <a:lnTo>
                    <a:pt x="151" y="28"/>
                  </a:lnTo>
                  <a:cubicBezTo>
                    <a:pt x="155" y="20"/>
                    <a:pt x="155" y="10"/>
                    <a:pt x="147" y="3"/>
                  </a:cubicBezTo>
                  <a:cubicBezTo>
                    <a:pt x="144" y="2"/>
                    <a:pt x="141" y="1"/>
                    <a:pt x="137" y="1"/>
                  </a:cubicBezTo>
                  <a:close/>
                </a:path>
              </a:pathLst>
            </a:custGeom>
            <a:solidFill>
              <a:srgbClr val="25282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5" name="Google Shape;1605;p42"/>
            <p:cNvSpPr/>
            <p:nvPr/>
          </p:nvSpPr>
          <p:spPr>
            <a:xfrm>
              <a:off x="-1357436" y="2243749"/>
              <a:ext cx="8869" cy="10701"/>
            </a:xfrm>
            <a:custGeom>
              <a:rect b="b" l="l" r="r" t="t"/>
              <a:pathLst>
                <a:path extrusionOk="0" h="187" w="155">
                  <a:moveTo>
                    <a:pt x="134" y="1"/>
                  </a:moveTo>
                  <a:cubicBezTo>
                    <a:pt x="129" y="1"/>
                    <a:pt x="124" y="2"/>
                    <a:pt x="122" y="6"/>
                  </a:cubicBezTo>
                  <a:lnTo>
                    <a:pt x="4" y="160"/>
                  </a:lnTo>
                  <a:cubicBezTo>
                    <a:pt x="0" y="167"/>
                    <a:pt x="0" y="178"/>
                    <a:pt x="8" y="184"/>
                  </a:cubicBezTo>
                  <a:cubicBezTo>
                    <a:pt x="12" y="186"/>
                    <a:pt x="16" y="187"/>
                    <a:pt x="20" y="187"/>
                  </a:cubicBezTo>
                  <a:cubicBezTo>
                    <a:pt x="26" y="187"/>
                    <a:pt x="30" y="185"/>
                    <a:pt x="32" y="181"/>
                  </a:cubicBezTo>
                  <a:lnTo>
                    <a:pt x="150" y="27"/>
                  </a:lnTo>
                  <a:cubicBezTo>
                    <a:pt x="154" y="20"/>
                    <a:pt x="154" y="10"/>
                    <a:pt x="147" y="3"/>
                  </a:cubicBezTo>
                  <a:cubicBezTo>
                    <a:pt x="143" y="2"/>
                    <a:pt x="138" y="1"/>
                    <a:pt x="134" y="1"/>
                  </a:cubicBezTo>
                  <a:close/>
                </a:path>
              </a:pathLst>
            </a:custGeom>
            <a:solidFill>
              <a:srgbClr val="25282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6" name="Google Shape;1606;p42"/>
            <p:cNvSpPr/>
            <p:nvPr/>
          </p:nvSpPr>
          <p:spPr>
            <a:xfrm>
              <a:off x="-1376777" y="2229157"/>
              <a:ext cx="9041" cy="10701"/>
            </a:xfrm>
            <a:custGeom>
              <a:rect b="b" l="l" r="r" t="t"/>
              <a:pathLst>
                <a:path extrusionOk="0" h="187" w="158">
                  <a:moveTo>
                    <a:pt x="138" y="0"/>
                  </a:moveTo>
                  <a:cubicBezTo>
                    <a:pt x="133" y="0"/>
                    <a:pt x="128" y="3"/>
                    <a:pt x="126" y="7"/>
                  </a:cubicBezTo>
                  <a:lnTo>
                    <a:pt x="7" y="157"/>
                  </a:lnTo>
                  <a:cubicBezTo>
                    <a:pt x="0" y="168"/>
                    <a:pt x="4" y="178"/>
                    <a:pt x="15" y="185"/>
                  </a:cubicBezTo>
                  <a:cubicBezTo>
                    <a:pt x="16" y="186"/>
                    <a:pt x="19" y="186"/>
                    <a:pt x="21" y="186"/>
                  </a:cubicBezTo>
                  <a:cubicBezTo>
                    <a:pt x="27" y="186"/>
                    <a:pt x="33" y="183"/>
                    <a:pt x="36" y="178"/>
                  </a:cubicBezTo>
                  <a:lnTo>
                    <a:pt x="150" y="28"/>
                  </a:lnTo>
                  <a:cubicBezTo>
                    <a:pt x="158" y="18"/>
                    <a:pt x="158" y="7"/>
                    <a:pt x="147" y="4"/>
                  </a:cubicBezTo>
                  <a:cubicBezTo>
                    <a:pt x="144" y="1"/>
                    <a:pt x="141" y="0"/>
                    <a:pt x="138" y="0"/>
                  </a:cubicBezTo>
                  <a:close/>
                </a:path>
              </a:pathLst>
            </a:custGeom>
            <a:solidFill>
              <a:srgbClr val="25282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7" name="Google Shape;1607;p42"/>
            <p:cNvSpPr/>
            <p:nvPr/>
          </p:nvSpPr>
          <p:spPr>
            <a:xfrm>
              <a:off x="-2219207" y="2143553"/>
              <a:ext cx="810557" cy="643696"/>
            </a:xfrm>
            <a:custGeom>
              <a:rect b="b" l="l" r="r" t="t"/>
              <a:pathLst>
                <a:path extrusionOk="0" h="11249" w="14165">
                  <a:moveTo>
                    <a:pt x="1783" y="0"/>
                  </a:moveTo>
                  <a:cubicBezTo>
                    <a:pt x="1646" y="0"/>
                    <a:pt x="1503" y="17"/>
                    <a:pt x="1357" y="54"/>
                  </a:cubicBezTo>
                  <a:cubicBezTo>
                    <a:pt x="422" y="290"/>
                    <a:pt x="1" y="559"/>
                    <a:pt x="11" y="2207"/>
                  </a:cubicBezTo>
                  <a:cubicBezTo>
                    <a:pt x="25" y="4315"/>
                    <a:pt x="792" y="8799"/>
                    <a:pt x="2370" y="10597"/>
                  </a:cubicBezTo>
                  <a:cubicBezTo>
                    <a:pt x="2482" y="10726"/>
                    <a:pt x="2600" y="10845"/>
                    <a:pt x="2722" y="10943"/>
                  </a:cubicBezTo>
                  <a:cubicBezTo>
                    <a:pt x="2979" y="11154"/>
                    <a:pt x="3317" y="11248"/>
                    <a:pt x="3714" y="11248"/>
                  </a:cubicBezTo>
                  <a:cubicBezTo>
                    <a:pt x="4116" y="11248"/>
                    <a:pt x="4577" y="11153"/>
                    <a:pt x="5078" y="10985"/>
                  </a:cubicBezTo>
                  <a:cubicBezTo>
                    <a:pt x="8629" y="9793"/>
                    <a:pt x="14165" y="4988"/>
                    <a:pt x="14165" y="4988"/>
                  </a:cubicBezTo>
                  <a:lnTo>
                    <a:pt x="13294" y="3660"/>
                  </a:lnTo>
                  <a:cubicBezTo>
                    <a:pt x="13294" y="3660"/>
                    <a:pt x="7739" y="7064"/>
                    <a:pt x="5595" y="7064"/>
                  </a:cubicBezTo>
                  <a:cubicBezTo>
                    <a:pt x="5399" y="7064"/>
                    <a:pt x="5231" y="7036"/>
                    <a:pt x="5099" y="6974"/>
                  </a:cubicBezTo>
                  <a:cubicBezTo>
                    <a:pt x="4380" y="6636"/>
                    <a:pt x="4583" y="3430"/>
                    <a:pt x="3708" y="1542"/>
                  </a:cubicBezTo>
                  <a:cubicBezTo>
                    <a:pt x="3306" y="676"/>
                    <a:pt x="2642" y="0"/>
                    <a:pt x="178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8" name="Google Shape;1608;p42"/>
            <p:cNvSpPr/>
            <p:nvPr/>
          </p:nvSpPr>
          <p:spPr>
            <a:xfrm>
              <a:off x="-1511593" y="2410782"/>
              <a:ext cx="16080" cy="16022"/>
            </a:xfrm>
            <a:custGeom>
              <a:rect b="b" l="l" r="r" t="t"/>
              <a:pathLst>
                <a:path extrusionOk="0" h="280" w="281">
                  <a:moveTo>
                    <a:pt x="140" y="1"/>
                  </a:moveTo>
                  <a:cubicBezTo>
                    <a:pt x="63" y="1"/>
                    <a:pt x="1" y="64"/>
                    <a:pt x="1" y="140"/>
                  </a:cubicBezTo>
                  <a:cubicBezTo>
                    <a:pt x="1" y="217"/>
                    <a:pt x="63" y="279"/>
                    <a:pt x="140" y="279"/>
                  </a:cubicBezTo>
                  <a:cubicBezTo>
                    <a:pt x="217" y="279"/>
                    <a:pt x="280" y="217"/>
                    <a:pt x="280" y="140"/>
                  </a:cubicBezTo>
                  <a:cubicBezTo>
                    <a:pt x="280" y="64"/>
                    <a:pt x="217" y="1"/>
                    <a:pt x="14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9" name="Google Shape;1609;p42"/>
            <p:cNvSpPr/>
            <p:nvPr/>
          </p:nvSpPr>
          <p:spPr>
            <a:xfrm>
              <a:off x="-1546385" y="2401855"/>
              <a:ext cx="75877" cy="82458"/>
            </a:xfrm>
            <a:custGeom>
              <a:rect b="b" l="l" r="r" t="t"/>
              <a:pathLst>
                <a:path extrusionOk="0" h="1441" w="1326">
                  <a:moveTo>
                    <a:pt x="64" y="0"/>
                  </a:moveTo>
                  <a:cubicBezTo>
                    <a:pt x="34" y="0"/>
                    <a:pt x="0" y="26"/>
                    <a:pt x="7" y="66"/>
                  </a:cubicBezTo>
                  <a:cubicBezTo>
                    <a:pt x="104" y="707"/>
                    <a:pt x="588" y="1307"/>
                    <a:pt x="1236" y="1439"/>
                  </a:cubicBezTo>
                  <a:cubicBezTo>
                    <a:pt x="1240" y="1440"/>
                    <a:pt x="1245" y="1440"/>
                    <a:pt x="1249" y="1440"/>
                  </a:cubicBezTo>
                  <a:cubicBezTo>
                    <a:pt x="1306" y="1440"/>
                    <a:pt x="1326" y="1354"/>
                    <a:pt x="1264" y="1341"/>
                  </a:cubicBezTo>
                  <a:cubicBezTo>
                    <a:pt x="647" y="1212"/>
                    <a:pt x="198" y="648"/>
                    <a:pt x="104" y="38"/>
                  </a:cubicBezTo>
                  <a:cubicBezTo>
                    <a:pt x="101" y="12"/>
                    <a:pt x="83" y="0"/>
                    <a:pt x="64"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0" name="Google Shape;1610;p42"/>
            <p:cNvSpPr/>
            <p:nvPr/>
          </p:nvSpPr>
          <p:spPr>
            <a:xfrm>
              <a:off x="-1507817" y="2409637"/>
              <a:ext cx="62659" cy="58310"/>
            </a:xfrm>
            <a:custGeom>
              <a:rect b="b" l="l" r="r" t="t"/>
              <a:pathLst>
                <a:path extrusionOk="0" h="1019" w="1095">
                  <a:moveTo>
                    <a:pt x="1022" y="0"/>
                  </a:moveTo>
                  <a:cubicBezTo>
                    <a:pt x="1006" y="0"/>
                    <a:pt x="991" y="7"/>
                    <a:pt x="980" y="24"/>
                  </a:cubicBezTo>
                  <a:cubicBezTo>
                    <a:pt x="743" y="397"/>
                    <a:pt x="430" y="700"/>
                    <a:pt x="50" y="923"/>
                  </a:cubicBezTo>
                  <a:cubicBezTo>
                    <a:pt x="0" y="949"/>
                    <a:pt x="30" y="1018"/>
                    <a:pt x="75" y="1018"/>
                  </a:cubicBezTo>
                  <a:cubicBezTo>
                    <a:pt x="84" y="1018"/>
                    <a:pt x="93" y="1016"/>
                    <a:pt x="102" y="1010"/>
                  </a:cubicBezTo>
                  <a:cubicBezTo>
                    <a:pt x="496" y="780"/>
                    <a:pt x="824" y="463"/>
                    <a:pt x="1068" y="76"/>
                  </a:cubicBezTo>
                  <a:cubicBezTo>
                    <a:pt x="1094" y="37"/>
                    <a:pt x="1058" y="0"/>
                    <a:pt x="102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1" name="Google Shape;1611;p42"/>
            <p:cNvSpPr/>
            <p:nvPr/>
          </p:nvSpPr>
          <p:spPr>
            <a:xfrm>
              <a:off x="-2083589" y="2712401"/>
              <a:ext cx="154959" cy="74847"/>
            </a:xfrm>
            <a:custGeom>
              <a:rect b="b" l="l" r="r" t="t"/>
              <a:pathLst>
                <a:path extrusionOk="0" h="1308" w="2708">
                  <a:moveTo>
                    <a:pt x="1345" y="1"/>
                  </a:moveTo>
                  <a:cubicBezTo>
                    <a:pt x="699" y="1"/>
                    <a:pt x="219" y="420"/>
                    <a:pt x="0" y="656"/>
                  </a:cubicBezTo>
                  <a:cubicBezTo>
                    <a:pt x="112" y="785"/>
                    <a:pt x="230" y="904"/>
                    <a:pt x="352" y="1002"/>
                  </a:cubicBezTo>
                  <a:cubicBezTo>
                    <a:pt x="609" y="1213"/>
                    <a:pt x="947" y="1307"/>
                    <a:pt x="1344" y="1307"/>
                  </a:cubicBezTo>
                  <a:cubicBezTo>
                    <a:pt x="1746" y="1307"/>
                    <a:pt x="2207" y="1212"/>
                    <a:pt x="2708" y="1044"/>
                  </a:cubicBezTo>
                  <a:cubicBezTo>
                    <a:pt x="2499" y="605"/>
                    <a:pt x="2140" y="106"/>
                    <a:pt x="1579" y="19"/>
                  </a:cubicBezTo>
                  <a:cubicBezTo>
                    <a:pt x="1499" y="7"/>
                    <a:pt x="1421" y="1"/>
                    <a:pt x="134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2" name="Google Shape;1612;p42"/>
            <p:cNvSpPr/>
            <p:nvPr/>
          </p:nvSpPr>
          <p:spPr>
            <a:xfrm>
              <a:off x="-2017555" y="2542851"/>
              <a:ext cx="107178" cy="49440"/>
            </a:xfrm>
            <a:custGeom>
              <a:rect b="b" l="l" r="r" t="t"/>
              <a:pathLst>
                <a:path extrusionOk="0" h="864" w="1873">
                  <a:moveTo>
                    <a:pt x="1803" y="0"/>
                  </a:moveTo>
                  <a:cubicBezTo>
                    <a:pt x="1798" y="0"/>
                    <a:pt x="1793" y="1"/>
                    <a:pt x="1787" y="3"/>
                  </a:cubicBezTo>
                  <a:cubicBezTo>
                    <a:pt x="1181" y="187"/>
                    <a:pt x="596" y="442"/>
                    <a:pt x="49" y="766"/>
                  </a:cubicBezTo>
                  <a:cubicBezTo>
                    <a:pt x="1" y="795"/>
                    <a:pt x="32" y="863"/>
                    <a:pt x="76" y="863"/>
                  </a:cubicBezTo>
                  <a:cubicBezTo>
                    <a:pt x="84" y="863"/>
                    <a:pt x="92" y="861"/>
                    <a:pt x="100" y="856"/>
                  </a:cubicBezTo>
                  <a:cubicBezTo>
                    <a:pt x="641" y="536"/>
                    <a:pt x="1216" y="285"/>
                    <a:pt x="1815" y="104"/>
                  </a:cubicBezTo>
                  <a:cubicBezTo>
                    <a:pt x="1872" y="85"/>
                    <a:pt x="1857" y="0"/>
                    <a:pt x="180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3" name="Google Shape;1613;p42"/>
            <p:cNvSpPr/>
            <p:nvPr/>
          </p:nvSpPr>
          <p:spPr>
            <a:xfrm>
              <a:off x="-1997069" y="2543938"/>
              <a:ext cx="54132" cy="15851"/>
            </a:xfrm>
            <a:custGeom>
              <a:rect b="b" l="l" r="r" t="t"/>
              <a:pathLst>
                <a:path extrusionOk="0" h="277" w="946">
                  <a:moveTo>
                    <a:pt x="61" y="1"/>
                  </a:moveTo>
                  <a:cubicBezTo>
                    <a:pt x="1" y="1"/>
                    <a:pt x="3" y="99"/>
                    <a:pt x="67" y="102"/>
                  </a:cubicBezTo>
                  <a:cubicBezTo>
                    <a:pt x="342" y="123"/>
                    <a:pt x="603" y="179"/>
                    <a:pt x="861" y="273"/>
                  </a:cubicBezTo>
                  <a:cubicBezTo>
                    <a:pt x="868" y="275"/>
                    <a:pt x="874" y="277"/>
                    <a:pt x="880" y="277"/>
                  </a:cubicBezTo>
                  <a:cubicBezTo>
                    <a:pt x="929" y="277"/>
                    <a:pt x="945" y="193"/>
                    <a:pt x="889" y="172"/>
                  </a:cubicBezTo>
                  <a:cubicBezTo>
                    <a:pt x="624" y="75"/>
                    <a:pt x="349" y="19"/>
                    <a:pt x="67" y="1"/>
                  </a:cubicBezTo>
                  <a:cubicBezTo>
                    <a:pt x="65" y="1"/>
                    <a:pt x="63" y="1"/>
                    <a:pt x="6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4" name="Google Shape;1614;p42"/>
            <p:cNvSpPr/>
            <p:nvPr/>
          </p:nvSpPr>
          <p:spPr>
            <a:xfrm>
              <a:off x="-1793357" y="2505943"/>
              <a:ext cx="296527" cy="199649"/>
            </a:xfrm>
            <a:custGeom>
              <a:rect b="b" l="l" r="r" t="t"/>
              <a:pathLst>
                <a:path extrusionOk="0" h="3489" w="5182">
                  <a:moveTo>
                    <a:pt x="5112" y="1"/>
                  </a:moveTo>
                  <a:cubicBezTo>
                    <a:pt x="5103" y="1"/>
                    <a:pt x="5094" y="4"/>
                    <a:pt x="5085" y="10"/>
                  </a:cubicBezTo>
                  <a:cubicBezTo>
                    <a:pt x="3458" y="1215"/>
                    <a:pt x="1779" y="2341"/>
                    <a:pt x="50" y="3390"/>
                  </a:cubicBezTo>
                  <a:cubicBezTo>
                    <a:pt x="0" y="3419"/>
                    <a:pt x="30" y="3488"/>
                    <a:pt x="76" y="3488"/>
                  </a:cubicBezTo>
                  <a:cubicBezTo>
                    <a:pt x="85" y="3488"/>
                    <a:pt x="94" y="3486"/>
                    <a:pt x="103" y="3481"/>
                  </a:cubicBezTo>
                  <a:cubicBezTo>
                    <a:pt x="1831" y="2432"/>
                    <a:pt x="3511" y="1303"/>
                    <a:pt x="5138" y="101"/>
                  </a:cubicBezTo>
                  <a:cubicBezTo>
                    <a:pt x="5181" y="69"/>
                    <a:pt x="5153" y="1"/>
                    <a:pt x="511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5" name="Google Shape;1615;p42"/>
            <p:cNvSpPr/>
            <p:nvPr/>
          </p:nvSpPr>
          <p:spPr>
            <a:xfrm>
              <a:off x="-2192255" y="2476931"/>
              <a:ext cx="232896" cy="314895"/>
            </a:xfrm>
            <a:custGeom>
              <a:rect b="b" l="l" r="r" t="t"/>
              <a:pathLst>
                <a:path extrusionOk="0" h="5503" w="4070">
                  <a:moveTo>
                    <a:pt x="51" y="0"/>
                  </a:moveTo>
                  <a:cubicBezTo>
                    <a:pt x="25" y="0"/>
                    <a:pt x="0" y="17"/>
                    <a:pt x="4" y="50"/>
                  </a:cubicBezTo>
                  <a:cubicBezTo>
                    <a:pt x="94" y="1106"/>
                    <a:pt x="394" y="2130"/>
                    <a:pt x="844" y="3089"/>
                  </a:cubicBezTo>
                  <a:cubicBezTo>
                    <a:pt x="1066" y="3566"/>
                    <a:pt x="1321" y="4036"/>
                    <a:pt x="1624" y="4469"/>
                  </a:cubicBezTo>
                  <a:cubicBezTo>
                    <a:pt x="1878" y="4834"/>
                    <a:pt x="2206" y="5210"/>
                    <a:pt x="2627" y="5385"/>
                  </a:cubicBezTo>
                  <a:cubicBezTo>
                    <a:pt x="2824" y="5467"/>
                    <a:pt x="3036" y="5503"/>
                    <a:pt x="3250" y="5503"/>
                  </a:cubicBezTo>
                  <a:cubicBezTo>
                    <a:pt x="3511" y="5503"/>
                    <a:pt x="3775" y="5449"/>
                    <a:pt x="4014" y="5357"/>
                  </a:cubicBezTo>
                  <a:cubicBezTo>
                    <a:pt x="4070" y="5335"/>
                    <a:pt x="4054" y="5256"/>
                    <a:pt x="4006" y="5256"/>
                  </a:cubicBezTo>
                  <a:cubicBezTo>
                    <a:pt x="4000" y="5256"/>
                    <a:pt x="3993" y="5257"/>
                    <a:pt x="3986" y="5260"/>
                  </a:cubicBezTo>
                  <a:cubicBezTo>
                    <a:pt x="3755" y="5347"/>
                    <a:pt x="3509" y="5396"/>
                    <a:pt x="3266" y="5396"/>
                  </a:cubicBezTo>
                  <a:cubicBezTo>
                    <a:pt x="2944" y="5396"/>
                    <a:pt x="2628" y="5310"/>
                    <a:pt x="2356" y="5109"/>
                  </a:cubicBezTo>
                  <a:cubicBezTo>
                    <a:pt x="1875" y="4750"/>
                    <a:pt x="1555" y="4210"/>
                    <a:pt x="1269" y="3695"/>
                  </a:cubicBezTo>
                  <a:cubicBezTo>
                    <a:pt x="645" y="2570"/>
                    <a:pt x="217" y="1333"/>
                    <a:pt x="109" y="50"/>
                  </a:cubicBezTo>
                  <a:cubicBezTo>
                    <a:pt x="105" y="17"/>
                    <a:pt x="77" y="0"/>
                    <a:pt x="5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6" name="Google Shape;1616;p42"/>
            <p:cNvSpPr/>
            <p:nvPr/>
          </p:nvSpPr>
          <p:spPr>
            <a:xfrm>
              <a:off x="-1492996" y="2206211"/>
              <a:ext cx="229920" cy="230492"/>
            </a:xfrm>
            <a:custGeom>
              <a:rect b="b" l="l" r="r" t="t"/>
              <a:pathLst>
                <a:path extrusionOk="0" h="4028" w="4018">
                  <a:moveTo>
                    <a:pt x="3394" y="1"/>
                  </a:moveTo>
                  <a:cubicBezTo>
                    <a:pt x="3391" y="1"/>
                    <a:pt x="3387" y="1"/>
                    <a:pt x="3384" y="1"/>
                  </a:cubicBezTo>
                  <a:cubicBezTo>
                    <a:pt x="3125" y="4"/>
                    <a:pt x="1129" y="165"/>
                    <a:pt x="930" y="387"/>
                  </a:cubicBezTo>
                  <a:cubicBezTo>
                    <a:pt x="729" y="607"/>
                    <a:pt x="0" y="3092"/>
                    <a:pt x="0" y="3092"/>
                  </a:cubicBezTo>
                  <a:cubicBezTo>
                    <a:pt x="0" y="3092"/>
                    <a:pt x="761" y="4027"/>
                    <a:pt x="1140" y="4027"/>
                  </a:cubicBezTo>
                  <a:cubicBezTo>
                    <a:pt x="1165" y="4027"/>
                    <a:pt x="1188" y="4023"/>
                    <a:pt x="1209" y="4015"/>
                  </a:cubicBezTo>
                  <a:cubicBezTo>
                    <a:pt x="1551" y="3875"/>
                    <a:pt x="1930" y="3147"/>
                    <a:pt x="2272" y="3084"/>
                  </a:cubicBezTo>
                  <a:cubicBezTo>
                    <a:pt x="2620" y="3018"/>
                    <a:pt x="2837" y="2893"/>
                    <a:pt x="2837" y="2893"/>
                  </a:cubicBezTo>
                  <a:lnTo>
                    <a:pt x="2837" y="2893"/>
                  </a:lnTo>
                  <a:cubicBezTo>
                    <a:pt x="2837" y="2893"/>
                    <a:pt x="2686" y="3444"/>
                    <a:pt x="2843" y="3444"/>
                  </a:cubicBezTo>
                  <a:cubicBezTo>
                    <a:pt x="2851" y="3444"/>
                    <a:pt x="2861" y="3443"/>
                    <a:pt x="2871" y="3439"/>
                  </a:cubicBezTo>
                  <a:cubicBezTo>
                    <a:pt x="3070" y="3373"/>
                    <a:pt x="3767" y="3296"/>
                    <a:pt x="3892" y="2704"/>
                  </a:cubicBezTo>
                  <a:cubicBezTo>
                    <a:pt x="4018" y="2112"/>
                    <a:pt x="3307" y="948"/>
                    <a:pt x="3154" y="788"/>
                  </a:cubicBezTo>
                  <a:cubicBezTo>
                    <a:pt x="3089" y="722"/>
                    <a:pt x="2922" y="703"/>
                    <a:pt x="2750" y="703"/>
                  </a:cubicBezTo>
                  <a:cubicBezTo>
                    <a:pt x="2512" y="703"/>
                    <a:pt x="2265" y="739"/>
                    <a:pt x="2265" y="739"/>
                  </a:cubicBezTo>
                  <a:cubicBezTo>
                    <a:pt x="2265" y="739"/>
                    <a:pt x="2676" y="646"/>
                    <a:pt x="3115" y="596"/>
                  </a:cubicBezTo>
                  <a:cubicBezTo>
                    <a:pt x="3468" y="555"/>
                    <a:pt x="3904" y="1"/>
                    <a:pt x="3394" y="1"/>
                  </a:cubicBezTo>
                  <a:close/>
                </a:path>
              </a:pathLst>
            </a:custGeom>
            <a:solidFill>
              <a:srgbClr val="B55A0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7" name="Google Shape;1617;p42"/>
            <p:cNvSpPr/>
            <p:nvPr/>
          </p:nvSpPr>
          <p:spPr>
            <a:xfrm>
              <a:off x="-1402584" y="2245294"/>
              <a:ext cx="42230" cy="11216"/>
            </a:xfrm>
            <a:custGeom>
              <a:rect b="b" l="l" r="r" t="t"/>
              <a:pathLst>
                <a:path extrusionOk="0" h="196" w="738">
                  <a:moveTo>
                    <a:pt x="670" y="0"/>
                  </a:moveTo>
                  <a:cubicBezTo>
                    <a:pt x="669" y="0"/>
                    <a:pt x="668" y="0"/>
                    <a:pt x="667" y="0"/>
                  </a:cubicBezTo>
                  <a:cubicBezTo>
                    <a:pt x="458" y="4"/>
                    <a:pt x="263" y="29"/>
                    <a:pt x="65" y="84"/>
                  </a:cubicBezTo>
                  <a:cubicBezTo>
                    <a:pt x="1" y="103"/>
                    <a:pt x="19" y="195"/>
                    <a:pt x="76" y="195"/>
                  </a:cubicBezTo>
                  <a:cubicBezTo>
                    <a:pt x="81" y="195"/>
                    <a:pt x="87" y="194"/>
                    <a:pt x="93" y="193"/>
                  </a:cubicBezTo>
                  <a:cubicBezTo>
                    <a:pt x="281" y="140"/>
                    <a:pt x="466" y="116"/>
                    <a:pt x="664" y="112"/>
                  </a:cubicBezTo>
                  <a:cubicBezTo>
                    <a:pt x="736" y="109"/>
                    <a:pt x="737" y="0"/>
                    <a:pt x="670" y="0"/>
                  </a:cubicBezTo>
                  <a:close/>
                </a:path>
              </a:pathLst>
            </a:custGeom>
            <a:solidFill>
              <a:srgbClr val="85290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8" name="Google Shape;1618;p42"/>
            <p:cNvSpPr/>
            <p:nvPr/>
          </p:nvSpPr>
          <p:spPr>
            <a:xfrm>
              <a:off x="-1368136" y="2265265"/>
              <a:ext cx="71242" cy="17453"/>
            </a:xfrm>
            <a:custGeom>
              <a:rect b="b" l="l" r="r" t="t"/>
              <a:pathLst>
                <a:path extrusionOk="0" h="305" w="1245">
                  <a:moveTo>
                    <a:pt x="819" y="1"/>
                  </a:moveTo>
                  <a:cubicBezTo>
                    <a:pt x="561" y="1"/>
                    <a:pt x="307" y="98"/>
                    <a:pt x="59" y="202"/>
                  </a:cubicBezTo>
                  <a:cubicBezTo>
                    <a:pt x="1" y="226"/>
                    <a:pt x="36" y="304"/>
                    <a:pt x="91" y="304"/>
                  </a:cubicBezTo>
                  <a:cubicBezTo>
                    <a:pt x="98" y="304"/>
                    <a:pt x="106" y="303"/>
                    <a:pt x="115" y="299"/>
                  </a:cubicBezTo>
                  <a:cubicBezTo>
                    <a:pt x="338" y="205"/>
                    <a:pt x="578" y="107"/>
                    <a:pt x="819" y="107"/>
                  </a:cubicBezTo>
                  <a:cubicBezTo>
                    <a:pt x="924" y="107"/>
                    <a:pt x="1028" y="125"/>
                    <a:pt x="1131" y="170"/>
                  </a:cubicBezTo>
                  <a:cubicBezTo>
                    <a:pt x="1141" y="175"/>
                    <a:pt x="1150" y="177"/>
                    <a:pt x="1158" y="177"/>
                  </a:cubicBezTo>
                  <a:cubicBezTo>
                    <a:pt x="1211" y="177"/>
                    <a:pt x="1245" y="101"/>
                    <a:pt x="1191" y="77"/>
                  </a:cubicBezTo>
                  <a:cubicBezTo>
                    <a:pt x="1066" y="23"/>
                    <a:pt x="942" y="1"/>
                    <a:pt x="819" y="1"/>
                  </a:cubicBezTo>
                  <a:close/>
                </a:path>
              </a:pathLst>
            </a:custGeom>
            <a:solidFill>
              <a:srgbClr val="85290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9" name="Google Shape;1619;p42"/>
            <p:cNvSpPr/>
            <p:nvPr/>
          </p:nvSpPr>
          <p:spPr>
            <a:xfrm>
              <a:off x="-1347880" y="2294963"/>
              <a:ext cx="66550" cy="14706"/>
            </a:xfrm>
            <a:custGeom>
              <a:rect b="b" l="l" r="r" t="t"/>
              <a:pathLst>
                <a:path extrusionOk="0" h="257" w="1163">
                  <a:moveTo>
                    <a:pt x="606" y="1"/>
                  </a:moveTo>
                  <a:cubicBezTo>
                    <a:pt x="416" y="1"/>
                    <a:pt x="226" y="50"/>
                    <a:pt x="53" y="150"/>
                  </a:cubicBezTo>
                  <a:cubicBezTo>
                    <a:pt x="1" y="182"/>
                    <a:pt x="31" y="257"/>
                    <a:pt x="78" y="257"/>
                  </a:cubicBezTo>
                  <a:cubicBezTo>
                    <a:pt x="86" y="257"/>
                    <a:pt x="96" y="254"/>
                    <a:pt x="105" y="248"/>
                  </a:cubicBezTo>
                  <a:cubicBezTo>
                    <a:pt x="264" y="157"/>
                    <a:pt x="438" y="111"/>
                    <a:pt x="612" y="111"/>
                  </a:cubicBezTo>
                  <a:cubicBezTo>
                    <a:pt x="760" y="111"/>
                    <a:pt x="909" y="144"/>
                    <a:pt x="1049" y="213"/>
                  </a:cubicBezTo>
                  <a:cubicBezTo>
                    <a:pt x="1058" y="217"/>
                    <a:pt x="1067" y="219"/>
                    <a:pt x="1075" y="219"/>
                  </a:cubicBezTo>
                  <a:cubicBezTo>
                    <a:pt x="1126" y="219"/>
                    <a:pt x="1162" y="146"/>
                    <a:pt x="1105" y="119"/>
                  </a:cubicBezTo>
                  <a:cubicBezTo>
                    <a:pt x="946" y="40"/>
                    <a:pt x="776" y="1"/>
                    <a:pt x="606" y="1"/>
                  </a:cubicBezTo>
                  <a:close/>
                </a:path>
              </a:pathLst>
            </a:custGeom>
            <a:solidFill>
              <a:srgbClr val="85290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0" name="Google Shape;1620;p42"/>
            <p:cNvSpPr/>
            <p:nvPr/>
          </p:nvSpPr>
          <p:spPr>
            <a:xfrm>
              <a:off x="-1336378" y="2336793"/>
              <a:ext cx="28611" cy="39255"/>
            </a:xfrm>
            <a:custGeom>
              <a:rect b="b" l="l" r="r" t="t"/>
              <a:pathLst>
                <a:path extrusionOk="0" h="686" w="500">
                  <a:moveTo>
                    <a:pt x="432" y="1"/>
                  </a:moveTo>
                  <a:cubicBezTo>
                    <a:pt x="411" y="1"/>
                    <a:pt x="391" y="14"/>
                    <a:pt x="385" y="43"/>
                  </a:cubicBezTo>
                  <a:cubicBezTo>
                    <a:pt x="351" y="262"/>
                    <a:pt x="235" y="454"/>
                    <a:pt x="50" y="580"/>
                  </a:cubicBezTo>
                  <a:cubicBezTo>
                    <a:pt x="1" y="611"/>
                    <a:pt x="30" y="685"/>
                    <a:pt x="76" y="685"/>
                  </a:cubicBezTo>
                  <a:cubicBezTo>
                    <a:pt x="84" y="685"/>
                    <a:pt x="94" y="683"/>
                    <a:pt x="103" y="677"/>
                  </a:cubicBezTo>
                  <a:cubicBezTo>
                    <a:pt x="312" y="534"/>
                    <a:pt x="455" y="321"/>
                    <a:pt x="493" y="74"/>
                  </a:cubicBezTo>
                  <a:cubicBezTo>
                    <a:pt x="499" y="30"/>
                    <a:pt x="464" y="1"/>
                    <a:pt x="432" y="1"/>
                  </a:cubicBezTo>
                  <a:close/>
                </a:path>
              </a:pathLst>
            </a:custGeom>
            <a:solidFill>
              <a:srgbClr val="85290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1" name="Google Shape;1621;p42"/>
            <p:cNvSpPr/>
            <p:nvPr/>
          </p:nvSpPr>
          <p:spPr>
            <a:xfrm>
              <a:off x="-1320070" y="2351156"/>
              <a:ext cx="32388" cy="12188"/>
            </a:xfrm>
            <a:custGeom>
              <a:rect b="b" l="l" r="r" t="t"/>
              <a:pathLst>
                <a:path extrusionOk="0" h="213" w="566">
                  <a:moveTo>
                    <a:pt x="234" y="0"/>
                  </a:moveTo>
                  <a:cubicBezTo>
                    <a:pt x="174" y="0"/>
                    <a:pt x="114" y="13"/>
                    <a:pt x="58" y="39"/>
                  </a:cubicBezTo>
                  <a:cubicBezTo>
                    <a:pt x="0" y="63"/>
                    <a:pt x="36" y="141"/>
                    <a:pt x="88" y="141"/>
                  </a:cubicBezTo>
                  <a:cubicBezTo>
                    <a:pt x="95" y="141"/>
                    <a:pt x="103" y="140"/>
                    <a:pt x="111" y="136"/>
                  </a:cubicBezTo>
                  <a:cubicBezTo>
                    <a:pt x="150" y="118"/>
                    <a:pt x="192" y="110"/>
                    <a:pt x="233" y="110"/>
                  </a:cubicBezTo>
                  <a:cubicBezTo>
                    <a:pt x="311" y="110"/>
                    <a:pt x="388" y="141"/>
                    <a:pt x="445" y="196"/>
                  </a:cubicBezTo>
                  <a:cubicBezTo>
                    <a:pt x="457" y="208"/>
                    <a:pt x="471" y="213"/>
                    <a:pt x="484" y="213"/>
                  </a:cubicBezTo>
                  <a:cubicBezTo>
                    <a:pt x="527" y="213"/>
                    <a:pt x="565" y="157"/>
                    <a:pt x="526" y="120"/>
                  </a:cubicBezTo>
                  <a:cubicBezTo>
                    <a:pt x="445" y="41"/>
                    <a:pt x="340" y="0"/>
                    <a:pt x="234" y="0"/>
                  </a:cubicBezTo>
                  <a:close/>
                </a:path>
              </a:pathLst>
            </a:custGeom>
            <a:solidFill>
              <a:srgbClr val="85290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2" name="Google Shape;1622;p42"/>
            <p:cNvSpPr/>
            <p:nvPr/>
          </p:nvSpPr>
          <p:spPr>
            <a:xfrm>
              <a:off x="-947322" y="2945583"/>
              <a:ext cx="109924" cy="60599"/>
            </a:xfrm>
            <a:custGeom>
              <a:rect b="b" l="l" r="r" t="t"/>
              <a:pathLst>
                <a:path extrusionOk="0" h="1059" w="1921">
                  <a:moveTo>
                    <a:pt x="203" y="0"/>
                  </a:moveTo>
                  <a:lnTo>
                    <a:pt x="1" y="278"/>
                  </a:lnTo>
                  <a:cubicBezTo>
                    <a:pt x="1" y="278"/>
                    <a:pt x="670" y="975"/>
                    <a:pt x="1329" y="1052"/>
                  </a:cubicBezTo>
                  <a:cubicBezTo>
                    <a:pt x="1366" y="1056"/>
                    <a:pt x="1400" y="1058"/>
                    <a:pt x="1429" y="1058"/>
                  </a:cubicBezTo>
                  <a:cubicBezTo>
                    <a:pt x="1920" y="1058"/>
                    <a:pt x="1348" y="483"/>
                    <a:pt x="1095" y="299"/>
                  </a:cubicBezTo>
                  <a:cubicBezTo>
                    <a:pt x="823" y="105"/>
                    <a:pt x="203" y="0"/>
                    <a:pt x="203" y="0"/>
                  </a:cubicBezTo>
                  <a:close/>
                </a:path>
              </a:pathLst>
            </a:custGeom>
            <a:solidFill>
              <a:srgbClr val="B55A0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23" name="Google Shape;1623;p42"/>
          <p:cNvGrpSpPr/>
          <p:nvPr/>
        </p:nvGrpSpPr>
        <p:grpSpPr>
          <a:xfrm rot="4387107">
            <a:off x="110354" y="1309057"/>
            <a:ext cx="416692" cy="539630"/>
            <a:chOff x="5402225" y="3028900"/>
            <a:chExt cx="135050" cy="174900"/>
          </a:xfrm>
        </p:grpSpPr>
        <p:sp>
          <p:nvSpPr>
            <p:cNvPr id="1624" name="Google Shape;1624;p42"/>
            <p:cNvSpPr/>
            <p:nvPr/>
          </p:nvSpPr>
          <p:spPr>
            <a:xfrm>
              <a:off x="5424000" y="3043600"/>
              <a:ext cx="91400" cy="5775"/>
            </a:xfrm>
            <a:custGeom>
              <a:rect b="b" l="l" r="r" t="t"/>
              <a:pathLst>
                <a:path extrusionOk="0" h="231" w="3656">
                  <a:moveTo>
                    <a:pt x="119" y="0"/>
                  </a:moveTo>
                  <a:cubicBezTo>
                    <a:pt x="52" y="0"/>
                    <a:pt x="0" y="49"/>
                    <a:pt x="0" y="115"/>
                  </a:cubicBezTo>
                  <a:cubicBezTo>
                    <a:pt x="0" y="178"/>
                    <a:pt x="52" y="230"/>
                    <a:pt x="119" y="230"/>
                  </a:cubicBezTo>
                  <a:lnTo>
                    <a:pt x="3540" y="230"/>
                  </a:lnTo>
                  <a:cubicBezTo>
                    <a:pt x="3603" y="230"/>
                    <a:pt x="3656" y="178"/>
                    <a:pt x="3656" y="115"/>
                  </a:cubicBezTo>
                  <a:cubicBezTo>
                    <a:pt x="3656" y="49"/>
                    <a:pt x="3603" y="0"/>
                    <a:pt x="35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5" name="Google Shape;1625;p42"/>
            <p:cNvSpPr/>
            <p:nvPr/>
          </p:nvSpPr>
          <p:spPr>
            <a:xfrm>
              <a:off x="5424000" y="3067900"/>
              <a:ext cx="91400" cy="5775"/>
            </a:xfrm>
            <a:custGeom>
              <a:rect b="b" l="l" r="r" t="t"/>
              <a:pathLst>
                <a:path extrusionOk="0" h="231" w="3656">
                  <a:moveTo>
                    <a:pt x="119" y="0"/>
                  </a:moveTo>
                  <a:cubicBezTo>
                    <a:pt x="52" y="0"/>
                    <a:pt x="0" y="53"/>
                    <a:pt x="0" y="116"/>
                  </a:cubicBezTo>
                  <a:cubicBezTo>
                    <a:pt x="0" y="182"/>
                    <a:pt x="52" y="230"/>
                    <a:pt x="119" y="230"/>
                  </a:cubicBezTo>
                  <a:lnTo>
                    <a:pt x="3540" y="230"/>
                  </a:lnTo>
                  <a:cubicBezTo>
                    <a:pt x="3603" y="230"/>
                    <a:pt x="3656" y="182"/>
                    <a:pt x="3656" y="116"/>
                  </a:cubicBezTo>
                  <a:cubicBezTo>
                    <a:pt x="3656" y="53"/>
                    <a:pt x="3603" y="0"/>
                    <a:pt x="35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6" name="Google Shape;1626;p42"/>
            <p:cNvSpPr/>
            <p:nvPr/>
          </p:nvSpPr>
          <p:spPr>
            <a:xfrm>
              <a:off x="5424000" y="3092200"/>
              <a:ext cx="91400" cy="5875"/>
            </a:xfrm>
            <a:custGeom>
              <a:rect b="b" l="l" r="r" t="t"/>
              <a:pathLst>
                <a:path extrusionOk="0" h="235" w="3656">
                  <a:moveTo>
                    <a:pt x="119" y="1"/>
                  </a:moveTo>
                  <a:cubicBezTo>
                    <a:pt x="52" y="1"/>
                    <a:pt x="0" y="53"/>
                    <a:pt x="0" y="119"/>
                  </a:cubicBezTo>
                  <a:cubicBezTo>
                    <a:pt x="0" y="181"/>
                    <a:pt x="52" y="234"/>
                    <a:pt x="119" y="234"/>
                  </a:cubicBezTo>
                  <a:lnTo>
                    <a:pt x="3540" y="234"/>
                  </a:lnTo>
                  <a:cubicBezTo>
                    <a:pt x="3603" y="234"/>
                    <a:pt x="3656" y="181"/>
                    <a:pt x="3656" y="119"/>
                  </a:cubicBezTo>
                  <a:cubicBezTo>
                    <a:pt x="3656" y="53"/>
                    <a:pt x="3603" y="1"/>
                    <a:pt x="35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7" name="Google Shape;1627;p42"/>
            <p:cNvSpPr/>
            <p:nvPr/>
          </p:nvSpPr>
          <p:spPr>
            <a:xfrm>
              <a:off x="5424000" y="3140900"/>
              <a:ext cx="91400" cy="5850"/>
            </a:xfrm>
            <a:custGeom>
              <a:rect b="b" l="l" r="r" t="t"/>
              <a:pathLst>
                <a:path extrusionOk="0" h="234" w="3656">
                  <a:moveTo>
                    <a:pt x="119" y="0"/>
                  </a:moveTo>
                  <a:cubicBezTo>
                    <a:pt x="52" y="0"/>
                    <a:pt x="0" y="52"/>
                    <a:pt x="0" y="115"/>
                  </a:cubicBezTo>
                  <a:cubicBezTo>
                    <a:pt x="0" y="182"/>
                    <a:pt x="52" y="234"/>
                    <a:pt x="119" y="234"/>
                  </a:cubicBezTo>
                  <a:lnTo>
                    <a:pt x="3540" y="234"/>
                  </a:lnTo>
                  <a:cubicBezTo>
                    <a:pt x="3603" y="234"/>
                    <a:pt x="3656" y="182"/>
                    <a:pt x="3656" y="115"/>
                  </a:cubicBezTo>
                  <a:cubicBezTo>
                    <a:pt x="3656" y="52"/>
                    <a:pt x="3603" y="0"/>
                    <a:pt x="35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8" name="Google Shape;1628;p42"/>
            <p:cNvSpPr/>
            <p:nvPr/>
          </p:nvSpPr>
          <p:spPr>
            <a:xfrm>
              <a:off x="5424000" y="3165300"/>
              <a:ext cx="91400" cy="5775"/>
            </a:xfrm>
            <a:custGeom>
              <a:rect b="b" l="l" r="r" t="t"/>
              <a:pathLst>
                <a:path extrusionOk="0" h="231" w="3656">
                  <a:moveTo>
                    <a:pt x="119" y="0"/>
                  </a:moveTo>
                  <a:cubicBezTo>
                    <a:pt x="52" y="0"/>
                    <a:pt x="0" y="52"/>
                    <a:pt x="0" y="115"/>
                  </a:cubicBezTo>
                  <a:cubicBezTo>
                    <a:pt x="0" y="178"/>
                    <a:pt x="52" y="230"/>
                    <a:pt x="119" y="230"/>
                  </a:cubicBezTo>
                  <a:lnTo>
                    <a:pt x="3540" y="230"/>
                  </a:lnTo>
                  <a:cubicBezTo>
                    <a:pt x="3603" y="230"/>
                    <a:pt x="3656" y="178"/>
                    <a:pt x="3656" y="115"/>
                  </a:cubicBezTo>
                  <a:cubicBezTo>
                    <a:pt x="3656" y="52"/>
                    <a:pt x="3603" y="0"/>
                    <a:pt x="35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9" name="Google Shape;1629;p42"/>
            <p:cNvSpPr/>
            <p:nvPr/>
          </p:nvSpPr>
          <p:spPr>
            <a:xfrm>
              <a:off x="5424000" y="3189575"/>
              <a:ext cx="91400" cy="5775"/>
            </a:xfrm>
            <a:custGeom>
              <a:rect b="b" l="l" r="r" t="t"/>
              <a:pathLst>
                <a:path extrusionOk="0" h="231" w="3656">
                  <a:moveTo>
                    <a:pt x="119" y="1"/>
                  </a:moveTo>
                  <a:cubicBezTo>
                    <a:pt x="52" y="1"/>
                    <a:pt x="0" y="54"/>
                    <a:pt x="0" y="116"/>
                  </a:cubicBezTo>
                  <a:cubicBezTo>
                    <a:pt x="0" y="182"/>
                    <a:pt x="52" y="231"/>
                    <a:pt x="119" y="231"/>
                  </a:cubicBezTo>
                  <a:lnTo>
                    <a:pt x="3540" y="231"/>
                  </a:lnTo>
                  <a:cubicBezTo>
                    <a:pt x="3603" y="231"/>
                    <a:pt x="3656" y="182"/>
                    <a:pt x="3656" y="116"/>
                  </a:cubicBezTo>
                  <a:cubicBezTo>
                    <a:pt x="3656" y="54"/>
                    <a:pt x="3603" y="1"/>
                    <a:pt x="35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0" name="Google Shape;1630;p42"/>
            <p:cNvSpPr/>
            <p:nvPr/>
          </p:nvSpPr>
          <p:spPr>
            <a:xfrm>
              <a:off x="5402225" y="3028900"/>
              <a:ext cx="42175" cy="80300"/>
            </a:xfrm>
            <a:custGeom>
              <a:rect b="b" l="l" r="r" t="t"/>
              <a:pathLst>
                <a:path extrusionOk="0" h="3212" w="1687">
                  <a:moveTo>
                    <a:pt x="508" y="0"/>
                  </a:moveTo>
                  <a:cubicBezTo>
                    <a:pt x="385" y="0"/>
                    <a:pt x="277" y="89"/>
                    <a:pt x="258" y="212"/>
                  </a:cubicBezTo>
                  <a:cubicBezTo>
                    <a:pt x="248" y="281"/>
                    <a:pt x="0" y="1919"/>
                    <a:pt x="857" y="2922"/>
                  </a:cubicBezTo>
                  <a:cubicBezTo>
                    <a:pt x="948" y="3031"/>
                    <a:pt x="1053" y="3128"/>
                    <a:pt x="1161" y="3212"/>
                  </a:cubicBezTo>
                  <a:cubicBezTo>
                    <a:pt x="1293" y="3128"/>
                    <a:pt x="1471" y="3034"/>
                    <a:pt x="1687" y="2954"/>
                  </a:cubicBezTo>
                  <a:cubicBezTo>
                    <a:pt x="1513" y="2864"/>
                    <a:pt x="1366" y="2745"/>
                    <a:pt x="1241" y="2599"/>
                  </a:cubicBezTo>
                  <a:cubicBezTo>
                    <a:pt x="805" y="2090"/>
                    <a:pt x="722" y="1338"/>
                    <a:pt x="722" y="832"/>
                  </a:cubicBezTo>
                  <a:cubicBezTo>
                    <a:pt x="722" y="518"/>
                    <a:pt x="753" y="296"/>
                    <a:pt x="753" y="292"/>
                  </a:cubicBezTo>
                  <a:cubicBezTo>
                    <a:pt x="777" y="156"/>
                    <a:pt x="683" y="27"/>
                    <a:pt x="547" y="3"/>
                  </a:cubicBezTo>
                  <a:cubicBezTo>
                    <a:pt x="534" y="1"/>
                    <a:pt x="521" y="0"/>
                    <a:pt x="50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1" name="Google Shape;1631;p42"/>
            <p:cNvSpPr/>
            <p:nvPr/>
          </p:nvSpPr>
          <p:spPr>
            <a:xfrm>
              <a:off x="5494550" y="3121025"/>
              <a:ext cx="42100" cy="82775"/>
            </a:xfrm>
            <a:custGeom>
              <a:rect b="b" l="l" r="r" t="t"/>
              <a:pathLst>
                <a:path extrusionOk="0" h="3311" w="1684">
                  <a:moveTo>
                    <a:pt x="541" y="1"/>
                  </a:moveTo>
                  <a:cubicBezTo>
                    <a:pt x="363" y="102"/>
                    <a:pt x="178" y="175"/>
                    <a:pt x="1" y="231"/>
                  </a:cubicBezTo>
                  <a:cubicBezTo>
                    <a:pt x="147" y="314"/>
                    <a:pt x="276" y="422"/>
                    <a:pt x="387" y="551"/>
                  </a:cubicBezTo>
                  <a:cubicBezTo>
                    <a:pt x="1157" y="1423"/>
                    <a:pt x="966" y="3015"/>
                    <a:pt x="966" y="3029"/>
                  </a:cubicBezTo>
                  <a:cubicBezTo>
                    <a:pt x="948" y="3168"/>
                    <a:pt x="1046" y="3293"/>
                    <a:pt x="1182" y="3311"/>
                  </a:cubicBezTo>
                  <a:lnTo>
                    <a:pt x="1213" y="3311"/>
                  </a:lnTo>
                  <a:cubicBezTo>
                    <a:pt x="1339" y="3311"/>
                    <a:pt x="1447" y="3220"/>
                    <a:pt x="1464" y="3092"/>
                  </a:cubicBezTo>
                  <a:cubicBezTo>
                    <a:pt x="1471" y="3018"/>
                    <a:pt x="1683" y="1262"/>
                    <a:pt x="768" y="220"/>
                  </a:cubicBezTo>
                  <a:cubicBezTo>
                    <a:pt x="694" y="141"/>
                    <a:pt x="621" y="67"/>
                    <a:pt x="5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2" name="Google Shape;1632;p42"/>
            <p:cNvSpPr/>
            <p:nvPr/>
          </p:nvSpPr>
          <p:spPr>
            <a:xfrm>
              <a:off x="5402825" y="3028900"/>
              <a:ext cx="134450" cy="174900"/>
            </a:xfrm>
            <a:custGeom>
              <a:rect b="b" l="l" r="r" t="t"/>
              <a:pathLst>
                <a:path extrusionOk="0" h="6996" w="5378">
                  <a:moveTo>
                    <a:pt x="4868" y="0"/>
                  </a:moveTo>
                  <a:cubicBezTo>
                    <a:pt x="4855" y="0"/>
                    <a:pt x="4842" y="1"/>
                    <a:pt x="4830" y="3"/>
                  </a:cubicBezTo>
                  <a:cubicBezTo>
                    <a:pt x="4694" y="27"/>
                    <a:pt x="4600" y="156"/>
                    <a:pt x="4621" y="292"/>
                  </a:cubicBezTo>
                  <a:cubicBezTo>
                    <a:pt x="4625" y="306"/>
                    <a:pt x="4847" y="1766"/>
                    <a:pt x="4136" y="2595"/>
                  </a:cubicBezTo>
                  <a:cubicBezTo>
                    <a:pt x="3816" y="2975"/>
                    <a:pt x="3335" y="3167"/>
                    <a:pt x="2708" y="3167"/>
                  </a:cubicBezTo>
                  <a:cubicBezTo>
                    <a:pt x="1952" y="3167"/>
                    <a:pt x="1349" y="3414"/>
                    <a:pt x="917" y="3905"/>
                  </a:cubicBezTo>
                  <a:cubicBezTo>
                    <a:pt x="0" y="4947"/>
                    <a:pt x="209" y="6703"/>
                    <a:pt x="220" y="6777"/>
                  </a:cubicBezTo>
                  <a:cubicBezTo>
                    <a:pt x="238" y="6905"/>
                    <a:pt x="346" y="6996"/>
                    <a:pt x="468" y="6996"/>
                  </a:cubicBezTo>
                  <a:lnTo>
                    <a:pt x="502" y="6996"/>
                  </a:lnTo>
                  <a:cubicBezTo>
                    <a:pt x="638" y="6978"/>
                    <a:pt x="736" y="6853"/>
                    <a:pt x="719" y="6714"/>
                  </a:cubicBezTo>
                  <a:cubicBezTo>
                    <a:pt x="715" y="6700"/>
                    <a:pt x="527" y="5108"/>
                    <a:pt x="1293" y="4236"/>
                  </a:cubicBezTo>
                  <a:cubicBezTo>
                    <a:pt x="1628" y="3860"/>
                    <a:pt x="2102" y="3668"/>
                    <a:pt x="2708" y="3668"/>
                  </a:cubicBezTo>
                  <a:cubicBezTo>
                    <a:pt x="3488" y="3668"/>
                    <a:pt x="4095" y="3417"/>
                    <a:pt x="4520" y="2922"/>
                  </a:cubicBezTo>
                  <a:cubicBezTo>
                    <a:pt x="5377" y="1919"/>
                    <a:pt x="5130" y="281"/>
                    <a:pt x="5119" y="212"/>
                  </a:cubicBezTo>
                  <a:cubicBezTo>
                    <a:pt x="5097" y="89"/>
                    <a:pt x="4989" y="0"/>
                    <a:pt x="486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33" name="Google Shape;1633;p42"/>
          <p:cNvSpPr/>
          <p:nvPr/>
        </p:nvSpPr>
        <p:spPr>
          <a:xfrm rot="-3793924">
            <a:off x="8240188" y="4622821"/>
            <a:ext cx="1202230" cy="806694"/>
          </a:xfrm>
          <a:custGeom>
            <a:rect b="b" l="l" r="r" t="t"/>
            <a:pathLst>
              <a:path extrusionOk="0" h="27472" w="40942">
                <a:moveTo>
                  <a:pt x="26941" y="3084"/>
                </a:moveTo>
                <a:cubicBezTo>
                  <a:pt x="22042" y="-22"/>
                  <a:pt x="15889" y="-321"/>
                  <a:pt x="11528" y="217"/>
                </a:cubicBezTo>
                <a:cubicBezTo>
                  <a:pt x="7167" y="755"/>
                  <a:pt x="2030" y="3263"/>
                  <a:pt x="775" y="6310"/>
                </a:cubicBezTo>
                <a:cubicBezTo>
                  <a:pt x="-479" y="9357"/>
                  <a:pt x="-539" y="14973"/>
                  <a:pt x="4001" y="18497"/>
                </a:cubicBezTo>
                <a:cubicBezTo>
                  <a:pt x="8541" y="22022"/>
                  <a:pt x="21863" y="27397"/>
                  <a:pt x="28016" y="27457"/>
                </a:cubicBezTo>
                <a:cubicBezTo>
                  <a:pt x="34169" y="27517"/>
                  <a:pt x="41099" y="22917"/>
                  <a:pt x="40920" y="18855"/>
                </a:cubicBezTo>
                <a:cubicBezTo>
                  <a:pt x="40741" y="14793"/>
                  <a:pt x="31840" y="6190"/>
                  <a:pt x="26941" y="3084"/>
                </a:cubicBezTo>
                <a:close/>
              </a:path>
            </a:pathLst>
          </a:custGeom>
          <a:solidFill>
            <a:srgbClr val="C7CAEA">
              <a:alpha val="52090"/>
            </a:srgbClr>
          </a:solidFill>
          <a:ln>
            <a:noFill/>
          </a:ln>
        </p:spPr>
      </p:sp>
      <p:sp>
        <p:nvSpPr>
          <p:cNvPr id="1634" name="Google Shape;1634;p42"/>
          <p:cNvSpPr/>
          <p:nvPr/>
        </p:nvSpPr>
        <p:spPr>
          <a:xfrm rot="-3793924">
            <a:off x="8224496" y="4846528"/>
            <a:ext cx="1202230" cy="806694"/>
          </a:xfrm>
          <a:custGeom>
            <a:rect b="b" l="l" r="r" t="t"/>
            <a:pathLst>
              <a:path extrusionOk="0" h="27472" w="40942">
                <a:moveTo>
                  <a:pt x="26941" y="3084"/>
                </a:moveTo>
                <a:cubicBezTo>
                  <a:pt x="22042" y="-22"/>
                  <a:pt x="15889" y="-321"/>
                  <a:pt x="11528" y="217"/>
                </a:cubicBezTo>
                <a:cubicBezTo>
                  <a:pt x="7167" y="755"/>
                  <a:pt x="2030" y="3263"/>
                  <a:pt x="775" y="6310"/>
                </a:cubicBezTo>
                <a:cubicBezTo>
                  <a:pt x="-479" y="9357"/>
                  <a:pt x="-539" y="14973"/>
                  <a:pt x="4001" y="18497"/>
                </a:cubicBezTo>
                <a:cubicBezTo>
                  <a:pt x="8541" y="22022"/>
                  <a:pt x="21863" y="27397"/>
                  <a:pt x="28016" y="27457"/>
                </a:cubicBezTo>
                <a:cubicBezTo>
                  <a:pt x="34169" y="27517"/>
                  <a:pt x="41099" y="22917"/>
                  <a:pt x="40920" y="18855"/>
                </a:cubicBezTo>
                <a:cubicBezTo>
                  <a:pt x="40741" y="14793"/>
                  <a:pt x="31840" y="6190"/>
                  <a:pt x="26941" y="3084"/>
                </a:cubicBezTo>
                <a:close/>
              </a:path>
            </a:pathLst>
          </a:custGeom>
          <a:noFill/>
          <a:ln cap="flat" cmpd="sng" w="9525">
            <a:solidFill>
              <a:schemeClr val="dk2"/>
            </a:solidFill>
            <a:prstDash val="solid"/>
            <a:round/>
            <a:headEnd len="med" w="med" type="none"/>
            <a:tailEnd len="med" w="med" type="none"/>
          </a:ln>
        </p:spPr>
      </p:sp>
      <p:grpSp>
        <p:nvGrpSpPr>
          <p:cNvPr id="1635" name="Google Shape;1635;p42"/>
          <p:cNvGrpSpPr/>
          <p:nvPr/>
        </p:nvGrpSpPr>
        <p:grpSpPr>
          <a:xfrm rot="-737414">
            <a:off x="7230033" y="3899929"/>
            <a:ext cx="476862" cy="406801"/>
            <a:chOff x="682975" y="237527"/>
            <a:chExt cx="348700" cy="297469"/>
          </a:xfrm>
        </p:grpSpPr>
        <p:sp>
          <p:nvSpPr>
            <p:cNvPr id="1636" name="Google Shape;1636;p42"/>
            <p:cNvSpPr/>
            <p:nvPr/>
          </p:nvSpPr>
          <p:spPr>
            <a:xfrm>
              <a:off x="682975" y="237527"/>
              <a:ext cx="348700" cy="297469"/>
            </a:xfrm>
            <a:custGeom>
              <a:rect b="b" l="l" r="r" t="t"/>
              <a:pathLst>
                <a:path extrusionOk="0" h="7258" w="8508">
                  <a:moveTo>
                    <a:pt x="2187" y="0"/>
                  </a:moveTo>
                  <a:cubicBezTo>
                    <a:pt x="1033" y="0"/>
                    <a:pt x="0" y="1009"/>
                    <a:pt x="108" y="2418"/>
                  </a:cubicBezTo>
                  <a:cubicBezTo>
                    <a:pt x="250" y="4265"/>
                    <a:pt x="2850" y="6390"/>
                    <a:pt x="3863" y="7129"/>
                  </a:cubicBezTo>
                  <a:cubicBezTo>
                    <a:pt x="3980" y="7215"/>
                    <a:pt x="4117" y="7257"/>
                    <a:pt x="4254" y="7257"/>
                  </a:cubicBezTo>
                  <a:cubicBezTo>
                    <a:pt x="4390" y="7257"/>
                    <a:pt x="4527" y="7215"/>
                    <a:pt x="4644" y="7129"/>
                  </a:cubicBezTo>
                  <a:cubicBezTo>
                    <a:pt x="5658" y="6390"/>
                    <a:pt x="8257" y="4265"/>
                    <a:pt x="8400" y="2418"/>
                  </a:cubicBezTo>
                  <a:cubicBezTo>
                    <a:pt x="8507" y="1009"/>
                    <a:pt x="7475" y="0"/>
                    <a:pt x="6320" y="0"/>
                  </a:cubicBezTo>
                  <a:cubicBezTo>
                    <a:pt x="5596" y="0"/>
                    <a:pt x="4823" y="397"/>
                    <a:pt x="4254" y="1341"/>
                  </a:cubicBezTo>
                  <a:cubicBezTo>
                    <a:pt x="3684" y="397"/>
                    <a:pt x="2912" y="0"/>
                    <a:pt x="218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7" name="Google Shape;1637;p42"/>
            <p:cNvSpPr/>
            <p:nvPr/>
          </p:nvSpPr>
          <p:spPr>
            <a:xfrm>
              <a:off x="712771" y="325767"/>
              <a:ext cx="289108" cy="126726"/>
            </a:xfrm>
            <a:custGeom>
              <a:rect b="b" l="l" r="r" t="t"/>
              <a:pathLst>
                <a:path extrusionOk="0" h="3092" w="7054">
                  <a:moveTo>
                    <a:pt x="5896" y="0"/>
                  </a:moveTo>
                  <a:cubicBezTo>
                    <a:pt x="5865" y="0"/>
                    <a:pt x="5837" y="21"/>
                    <a:pt x="5823" y="52"/>
                  </a:cubicBezTo>
                  <a:lnTo>
                    <a:pt x="5614" y="583"/>
                  </a:lnTo>
                  <a:lnTo>
                    <a:pt x="5265" y="583"/>
                  </a:lnTo>
                  <a:lnTo>
                    <a:pt x="5067" y="77"/>
                  </a:lnTo>
                  <a:cubicBezTo>
                    <a:pt x="5053" y="49"/>
                    <a:pt x="5025" y="28"/>
                    <a:pt x="4994" y="28"/>
                  </a:cubicBezTo>
                  <a:cubicBezTo>
                    <a:pt x="4958" y="28"/>
                    <a:pt x="4931" y="49"/>
                    <a:pt x="4917" y="77"/>
                  </a:cubicBezTo>
                  <a:lnTo>
                    <a:pt x="4377" y="1450"/>
                  </a:lnTo>
                  <a:lnTo>
                    <a:pt x="4101" y="750"/>
                  </a:lnTo>
                  <a:cubicBezTo>
                    <a:pt x="4088" y="721"/>
                    <a:pt x="4060" y="700"/>
                    <a:pt x="4025" y="700"/>
                  </a:cubicBezTo>
                  <a:cubicBezTo>
                    <a:pt x="3993" y="700"/>
                    <a:pt x="3966" y="721"/>
                    <a:pt x="3955" y="750"/>
                  </a:cubicBezTo>
                  <a:lnTo>
                    <a:pt x="3147" y="2799"/>
                  </a:lnTo>
                  <a:lnTo>
                    <a:pt x="2332" y="736"/>
                  </a:lnTo>
                  <a:cubicBezTo>
                    <a:pt x="2321" y="704"/>
                    <a:pt x="2290" y="683"/>
                    <a:pt x="2258" y="683"/>
                  </a:cubicBezTo>
                  <a:lnTo>
                    <a:pt x="1927" y="683"/>
                  </a:lnTo>
                  <a:lnTo>
                    <a:pt x="1705" y="115"/>
                  </a:lnTo>
                  <a:cubicBezTo>
                    <a:pt x="1690" y="84"/>
                    <a:pt x="1663" y="63"/>
                    <a:pt x="1631" y="63"/>
                  </a:cubicBezTo>
                  <a:cubicBezTo>
                    <a:pt x="1597" y="63"/>
                    <a:pt x="1568" y="84"/>
                    <a:pt x="1558" y="115"/>
                  </a:cubicBezTo>
                  <a:lnTo>
                    <a:pt x="1293" y="781"/>
                  </a:lnTo>
                  <a:lnTo>
                    <a:pt x="84" y="781"/>
                  </a:lnTo>
                  <a:cubicBezTo>
                    <a:pt x="39" y="781"/>
                    <a:pt x="0" y="823"/>
                    <a:pt x="8" y="871"/>
                  </a:cubicBezTo>
                  <a:cubicBezTo>
                    <a:pt x="15" y="909"/>
                    <a:pt x="50" y="938"/>
                    <a:pt x="87" y="938"/>
                  </a:cubicBezTo>
                  <a:lnTo>
                    <a:pt x="1349" y="938"/>
                  </a:lnTo>
                  <a:cubicBezTo>
                    <a:pt x="1380" y="938"/>
                    <a:pt x="1409" y="917"/>
                    <a:pt x="1419" y="889"/>
                  </a:cubicBezTo>
                  <a:lnTo>
                    <a:pt x="1631" y="359"/>
                  </a:lnTo>
                  <a:lnTo>
                    <a:pt x="1802" y="792"/>
                  </a:lnTo>
                  <a:cubicBezTo>
                    <a:pt x="1812" y="823"/>
                    <a:pt x="1843" y="843"/>
                    <a:pt x="1875" y="843"/>
                  </a:cubicBezTo>
                  <a:lnTo>
                    <a:pt x="2206" y="843"/>
                  </a:lnTo>
                  <a:lnTo>
                    <a:pt x="3074" y="3039"/>
                  </a:lnTo>
                  <a:cubicBezTo>
                    <a:pt x="3084" y="3070"/>
                    <a:pt x="3112" y="3091"/>
                    <a:pt x="3147" y="3091"/>
                  </a:cubicBezTo>
                  <a:cubicBezTo>
                    <a:pt x="3178" y="3091"/>
                    <a:pt x="3207" y="3070"/>
                    <a:pt x="3220" y="3039"/>
                  </a:cubicBezTo>
                  <a:lnTo>
                    <a:pt x="4025" y="993"/>
                  </a:lnTo>
                  <a:lnTo>
                    <a:pt x="4304" y="1694"/>
                  </a:lnTo>
                  <a:cubicBezTo>
                    <a:pt x="4315" y="1725"/>
                    <a:pt x="4346" y="1746"/>
                    <a:pt x="4377" y="1746"/>
                  </a:cubicBezTo>
                  <a:cubicBezTo>
                    <a:pt x="4408" y="1746"/>
                    <a:pt x="4436" y="1725"/>
                    <a:pt x="4450" y="1694"/>
                  </a:cubicBezTo>
                  <a:lnTo>
                    <a:pt x="4994" y="321"/>
                  </a:lnTo>
                  <a:lnTo>
                    <a:pt x="5137" y="690"/>
                  </a:lnTo>
                  <a:cubicBezTo>
                    <a:pt x="5151" y="718"/>
                    <a:pt x="5178" y="739"/>
                    <a:pt x="5209" y="739"/>
                  </a:cubicBezTo>
                  <a:lnTo>
                    <a:pt x="5666" y="739"/>
                  </a:lnTo>
                  <a:cubicBezTo>
                    <a:pt x="5701" y="739"/>
                    <a:pt x="5729" y="718"/>
                    <a:pt x="5740" y="690"/>
                  </a:cubicBezTo>
                  <a:lnTo>
                    <a:pt x="5896" y="293"/>
                  </a:lnTo>
                  <a:lnTo>
                    <a:pt x="6092" y="787"/>
                  </a:lnTo>
                  <a:lnTo>
                    <a:pt x="6129" y="882"/>
                  </a:lnTo>
                  <a:cubicBezTo>
                    <a:pt x="6143" y="917"/>
                    <a:pt x="6175" y="938"/>
                    <a:pt x="6210" y="938"/>
                  </a:cubicBezTo>
                  <a:lnTo>
                    <a:pt x="6966" y="938"/>
                  </a:lnTo>
                  <a:cubicBezTo>
                    <a:pt x="7004" y="938"/>
                    <a:pt x="7039" y="909"/>
                    <a:pt x="7046" y="871"/>
                  </a:cubicBezTo>
                  <a:cubicBezTo>
                    <a:pt x="7053" y="823"/>
                    <a:pt x="7018" y="781"/>
                    <a:pt x="6970" y="781"/>
                  </a:cubicBezTo>
                  <a:lnTo>
                    <a:pt x="6259" y="781"/>
                  </a:lnTo>
                  <a:lnTo>
                    <a:pt x="5970" y="52"/>
                  </a:lnTo>
                  <a:cubicBezTo>
                    <a:pt x="5959" y="21"/>
                    <a:pt x="5928" y="0"/>
                    <a:pt x="589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38" name="Google Shape;1638;p42"/>
          <p:cNvSpPr/>
          <p:nvPr/>
        </p:nvSpPr>
        <p:spPr>
          <a:xfrm flipH="1" rot="834082">
            <a:off x="-443418" y="-124578"/>
            <a:ext cx="1202265" cy="806718"/>
          </a:xfrm>
          <a:custGeom>
            <a:rect b="b" l="l" r="r" t="t"/>
            <a:pathLst>
              <a:path extrusionOk="0" h="27472" w="40942">
                <a:moveTo>
                  <a:pt x="26941" y="3084"/>
                </a:moveTo>
                <a:cubicBezTo>
                  <a:pt x="22042" y="-22"/>
                  <a:pt x="15889" y="-321"/>
                  <a:pt x="11528" y="217"/>
                </a:cubicBezTo>
                <a:cubicBezTo>
                  <a:pt x="7167" y="755"/>
                  <a:pt x="2030" y="3263"/>
                  <a:pt x="775" y="6310"/>
                </a:cubicBezTo>
                <a:cubicBezTo>
                  <a:pt x="-479" y="9357"/>
                  <a:pt x="-539" y="14973"/>
                  <a:pt x="4001" y="18497"/>
                </a:cubicBezTo>
                <a:cubicBezTo>
                  <a:pt x="8541" y="22022"/>
                  <a:pt x="21863" y="27397"/>
                  <a:pt x="28016" y="27457"/>
                </a:cubicBezTo>
                <a:cubicBezTo>
                  <a:pt x="34169" y="27517"/>
                  <a:pt x="41099" y="22917"/>
                  <a:pt x="40920" y="18855"/>
                </a:cubicBezTo>
                <a:cubicBezTo>
                  <a:pt x="40741" y="14793"/>
                  <a:pt x="31840" y="6190"/>
                  <a:pt x="26941" y="3084"/>
                </a:cubicBezTo>
                <a:close/>
              </a:path>
            </a:pathLst>
          </a:custGeom>
          <a:solidFill>
            <a:srgbClr val="C7CAEA">
              <a:alpha val="52090"/>
            </a:srgbClr>
          </a:solidFill>
          <a:ln>
            <a:noFill/>
          </a:ln>
        </p:spPr>
      </p:sp>
      <p:sp>
        <p:nvSpPr>
          <p:cNvPr id="1639" name="Google Shape;1639;p42"/>
          <p:cNvSpPr/>
          <p:nvPr/>
        </p:nvSpPr>
        <p:spPr>
          <a:xfrm flipH="1" rot="834082">
            <a:off x="-324288" y="-79684"/>
            <a:ext cx="1202265" cy="806718"/>
          </a:xfrm>
          <a:custGeom>
            <a:rect b="b" l="l" r="r" t="t"/>
            <a:pathLst>
              <a:path extrusionOk="0" h="27472" w="40942">
                <a:moveTo>
                  <a:pt x="26941" y="3084"/>
                </a:moveTo>
                <a:cubicBezTo>
                  <a:pt x="22042" y="-22"/>
                  <a:pt x="15889" y="-321"/>
                  <a:pt x="11528" y="217"/>
                </a:cubicBezTo>
                <a:cubicBezTo>
                  <a:pt x="7167" y="755"/>
                  <a:pt x="2030" y="3263"/>
                  <a:pt x="775" y="6310"/>
                </a:cubicBezTo>
                <a:cubicBezTo>
                  <a:pt x="-479" y="9357"/>
                  <a:pt x="-539" y="14973"/>
                  <a:pt x="4001" y="18497"/>
                </a:cubicBezTo>
                <a:cubicBezTo>
                  <a:pt x="8541" y="22022"/>
                  <a:pt x="21863" y="27397"/>
                  <a:pt x="28016" y="27457"/>
                </a:cubicBezTo>
                <a:cubicBezTo>
                  <a:pt x="34169" y="27517"/>
                  <a:pt x="41099" y="22917"/>
                  <a:pt x="40920" y="18855"/>
                </a:cubicBezTo>
                <a:cubicBezTo>
                  <a:pt x="40741" y="14793"/>
                  <a:pt x="31840" y="6190"/>
                  <a:pt x="26941" y="3084"/>
                </a:cubicBezTo>
                <a:close/>
              </a:path>
            </a:pathLst>
          </a:custGeom>
          <a:noFill/>
          <a:ln cap="flat" cmpd="sng" w="9525">
            <a:solidFill>
              <a:schemeClr val="dk2"/>
            </a:solidFill>
            <a:prstDash val="solid"/>
            <a:round/>
            <a:headEnd len="med" w="med" type="none"/>
            <a:tailEnd len="med" w="med" type="none"/>
          </a:ln>
        </p:spPr>
      </p:sp>
      <p:grpSp>
        <p:nvGrpSpPr>
          <p:cNvPr id="1640" name="Google Shape;1640;p42"/>
          <p:cNvGrpSpPr/>
          <p:nvPr/>
        </p:nvGrpSpPr>
        <p:grpSpPr>
          <a:xfrm rot="1999179">
            <a:off x="1968668" y="-130728"/>
            <a:ext cx="434060" cy="457810"/>
            <a:chOff x="1369189" y="306367"/>
            <a:chExt cx="340667" cy="359315"/>
          </a:xfrm>
        </p:grpSpPr>
        <p:sp>
          <p:nvSpPr>
            <p:cNvPr id="1641" name="Google Shape;1641;p42"/>
            <p:cNvSpPr/>
            <p:nvPr/>
          </p:nvSpPr>
          <p:spPr>
            <a:xfrm>
              <a:off x="1369189" y="306367"/>
              <a:ext cx="340667" cy="359315"/>
            </a:xfrm>
            <a:custGeom>
              <a:rect b="b" l="l" r="r" t="t"/>
              <a:pathLst>
                <a:path extrusionOk="0" h="8767" w="8312">
                  <a:moveTo>
                    <a:pt x="4155" y="0"/>
                  </a:moveTo>
                  <a:lnTo>
                    <a:pt x="4134" y="10"/>
                  </a:lnTo>
                  <a:lnTo>
                    <a:pt x="1" y="1728"/>
                  </a:lnTo>
                  <a:cubicBezTo>
                    <a:pt x="1" y="6345"/>
                    <a:pt x="3688" y="8512"/>
                    <a:pt x="4134" y="8756"/>
                  </a:cubicBezTo>
                  <a:cubicBezTo>
                    <a:pt x="4140" y="8760"/>
                    <a:pt x="4148" y="8767"/>
                    <a:pt x="4155" y="8767"/>
                  </a:cubicBezTo>
                  <a:cubicBezTo>
                    <a:pt x="4161" y="8767"/>
                    <a:pt x="4169" y="8760"/>
                    <a:pt x="4176" y="8756"/>
                  </a:cubicBezTo>
                  <a:cubicBezTo>
                    <a:pt x="4621" y="8512"/>
                    <a:pt x="8312" y="6345"/>
                    <a:pt x="8312" y="1728"/>
                  </a:cubicBezTo>
                  <a:lnTo>
                    <a:pt x="4176" y="10"/>
                  </a:lnTo>
                  <a:lnTo>
                    <a:pt x="415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2" name="Google Shape;1642;p42"/>
            <p:cNvSpPr/>
            <p:nvPr/>
          </p:nvSpPr>
          <p:spPr>
            <a:xfrm>
              <a:off x="1394354" y="331614"/>
              <a:ext cx="290379" cy="306773"/>
            </a:xfrm>
            <a:custGeom>
              <a:rect b="b" l="l" r="r" t="t"/>
              <a:pathLst>
                <a:path extrusionOk="0" h="7485" w="7085">
                  <a:moveTo>
                    <a:pt x="3541" y="0"/>
                  </a:moveTo>
                  <a:lnTo>
                    <a:pt x="1" y="1475"/>
                  </a:lnTo>
                  <a:cubicBezTo>
                    <a:pt x="161" y="5000"/>
                    <a:pt x="2642" y="6906"/>
                    <a:pt x="3541" y="7485"/>
                  </a:cubicBezTo>
                  <a:cubicBezTo>
                    <a:pt x="4440" y="6906"/>
                    <a:pt x="6924" y="5000"/>
                    <a:pt x="7085" y="1475"/>
                  </a:cubicBezTo>
                  <a:lnTo>
                    <a:pt x="3541"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3" name="Google Shape;1643;p42"/>
            <p:cNvSpPr/>
            <p:nvPr/>
          </p:nvSpPr>
          <p:spPr>
            <a:xfrm>
              <a:off x="1459356" y="398174"/>
              <a:ext cx="158571" cy="147300"/>
            </a:xfrm>
            <a:custGeom>
              <a:rect b="b" l="l" r="r" t="t"/>
              <a:pathLst>
                <a:path extrusionOk="0" h="3594" w="3869">
                  <a:moveTo>
                    <a:pt x="1342" y="0"/>
                  </a:moveTo>
                  <a:lnTo>
                    <a:pt x="1342" y="1247"/>
                  </a:lnTo>
                  <a:lnTo>
                    <a:pt x="0" y="1247"/>
                  </a:lnTo>
                  <a:lnTo>
                    <a:pt x="0" y="2345"/>
                  </a:lnTo>
                  <a:lnTo>
                    <a:pt x="1342" y="2345"/>
                  </a:lnTo>
                  <a:lnTo>
                    <a:pt x="1342" y="3593"/>
                  </a:lnTo>
                  <a:lnTo>
                    <a:pt x="2522" y="3593"/>
                  </a:lnTo>
                  <a:lnTo>
                    <a:pt x="2522" y="2345"/>
                  </a:lnTo>
                  <a:lnTo>
                    <a:pt x="3868" y="2345"/>
                  </a:lnTo>
                  <a:lnTo>
                    <a:pt x="3868" y="1247"/>
                  </a:lnTo>
                  <a:lnTo>
                    <a:pt x="2522" y="1247"/>
                  </a:lnTo>
                  <a:lnTo>
                    <a:pt x="252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644" name="Google Shape;1644;p42" title="Isolation-Forest.png"/>
          <p:cNvPicPr preferRelativeResize="0"/>
          <p:nvPr/>
        </p:nvPicPr>
        <p:blipFill>
          <a:blip r:embed="rId3">
            <a:alphaModFix/>
          </a:blip>
          <a:stretch>
            <a:fillRect/>
          </a:stretch>
        </p:blipFill>
        <p:spPr>
          <a:xfrm>
            <a:off x="838150" y="408650"/>
            <a:ext cx="7725096" cy="46085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8" name="Shape 1648"/>
        <p:cNvGrpSpPr/>
        <p:nvPr/>
      </p:nvGrpSpPr>
      <p:grpSpPr>
        <a:xfrm>
          <a:off x="0" y="0"/>
          <a:ext cx="0" cy="0"/>
          <a:chOff x="0" y="0"/>
          <a:chExt cx="0" cy="0"/>
        </a:xfrm>
      </p:grpSpPr>
      <p:sp>
        <p:nvSpPr>
          <p:cNvPr id="1649" name="Google Shape;1649;p43"/>
          <p:cNvSpPr/>
          <p:nvPr/>
        </p:nvSpPr>
        <p:spPr>
          <a:xfrm flipH="1" rot="255947">
            <a:off x="431043" y="4166848"/>
            <a:ext cx="6417395" cy="3700357"/>
          </a:xfrm>
          <a:custGeom>
            <a:rect b="b" l="l" r="r" t="t"/>
            <a:pathLst>
              <a:path extrusionOk="0" h="140790" w="244167">
                <a:moveTo>
                  <a:pt x="134823" y="24269"/>
                </a:moveTo>
                <a:cubicBezTo>
                  <a:pt x="122338" y="19609"/>
                  <a:pt x="100115" y="3779"/>
                  <a:pt x="85001" y="971"/>
                </a:cubicBezTo>
                <a:cubicBezTo>
                  <a:pt x="69887" y="-1837"/>
                  <a:pt x="56864" y="1927"/>
                  <a:pt x="44140" y="7423"/>
                </a:cubicBezTo>
                <a:cubicBezTo>
                  <a:pt x="31416" y="12919"/>
                  <a:pt x="15943" y="24927"/>
                  <a:pt x="8655" y="33947"/>
                </a:cubicBezTo>
                <a:cubicBezTo>
                  <a:pt x="1367" y="42968"/>
                  <a:pt x="-843" y="52167"/>
                  <a:pt x="411" y="61546"/>
                </a:cubicBezTo>
                <a:cubicBezTo>
                  <a:pt x="1666" y="70925"/>
                  <a:pt x="3936" y="83710"/>
                  <a:pt x="16182" y="90221"/>
                </a:cubicBezTo>
                <a:cubicBezTo>
                  <a:pt x="28429" y="96733"/>
                  <a:pt x="57641" y="99002"/>
                  <a:pt x="73890" y="100615"/>
                </a:cubicBezTo>
                <a:cubicBezTo>
                  <a:pt x="90139" y="102228"/>
                  <a:pt x="100712" y="94641"/>
                  <a:pt x="113675" y="99898"/>
                </a:cubicBezTo>
                <a:cubicBezTo>
                  <a:pt x="126638" y="105155"/>
                  <a:pt x="140498" y="125347"/>
                  <a:pt x="151669" y="132157"/>
                </a:cubicBezTo>
                <a:cubicBezTo>
                  <a:pt x="162840" y="138967"/>
                  <a:pt x="169591" y="140880"/>
                  <a:pt x="180702" y="140760"/>
                </a:cubicBezTo>
                <a:cubicBezTo>
                  <a:pt x="191814" y="140641"/>
                  <a:pt x="208242" y="137593"/>
                  <a:pt x="218338" y="131440"/>
                </a:cubicBezTo>
                <a:cubicBezTo>
                  <a:pt x="228434" y="125287"/>
                  <a:pt x="237275" y="113997"/>
                  <a:pt x="241277" y="103841"/>
                </a:cubicBezTo>
                <a:cubicBezTo>
                  <a:pt x="245280" y="93686"/>
                  <a:pt x="244563" y="80961"/>
                  <a:pt x="242353" y="70507"/>
                </a:cubicBezTo>
                <a:cubicBezTo>
                  <a:pt x="240143" y="60053"/>
                  <a:pt x="234407" y="48582"/>
                  <a:pt x="228015" y="41115"/>
                </a:cubicBezTo>
                <a:cubicBezTo>
                  <a:pt x="221623" y="33648"/>
                  <a:pt x="215350" y="27734"/>
                  <a:pt x="204000" y="25703"/>
                </a:cubicBezTo>
                <a:cubicBezTo>
                  <a:pt x="192650" y="23672"/>
                  <a:pt x="171443" y="29168"/>
                  <a:pt x="159913" y="28929"/>
                </a:cubicBezTo>
                <a:cubicBezTo>
                  <a:pt x="148384" y="28690"/>
                  <a:pt x="147308" y="28929"/>
                  <a:pt x="134823" y="24269"/>
                </a:cubicBezTo>
                <a:close/>
              </a:path>
            </a:pathLst>
          </a:custGeom>
          <a:noFill/>
          <a:ln cap="flat" cmpd="sng" w="9525">
            <a:solidFill>
              <a:schemeClr val="dk2"/>
            </a:solidFill>
            <a:prstDash val="solid"/>
            <a:round/>
            <a:headEnd len="med" w="med" type="none"/>
            <a:tailEnd len="med" w="med" type="none"/>
          </a:ln>
        </p:spPr>
      </p:sp>
      <p:sp>
        <p:nvSpPr>
          <p:cNvPr id="1650" name="Google Shape;1650;p43"/>
          <p:cNvSpPr/>
          <p:nvPr/>
        </p:nvSpPr>
        <p:spPr>
          <a:xfrm flipH="1" rot="255947">
            <a:off x="507243" y="4243048"/>
            <a:ext cx="6417395" cy="3700357"/>
          </a:xfrm>
          <a:custGeom>
            <a:rect b="b" l="l" r="r" t="t"/>
            <a:pathLst>
              <a:path extrusionOk="0" h="140790" w="244167">
                <a:moveTo>
                  <a:pt x="134823" y="24269"/>
                </a:moveTo>
                <a:cubicBezTo>
                  <a:pt x="122338" y="19609"/>
                  <a:pt x="100115" y="3779"/>
                  <a:pt x="85001" y="971"/>
                </a:cubicBezTo>
                <a:cubicBezTo>
                  <a:pt x="69887" y="-1837"/>
                  <a:pt x="56864" y="1927"/>
                  <a:pt x="44140" y="7423"/>
                </a:cubicBezTo>
                <a:cubicBezTo>
                  <a:pt x="31416" y="12919"/>
                  <a:pt x="15943" y="24927"/>
                  <a:pt x="8655" y="33947"/>
                </a:cubicBezTo>
                <a:cubicBezTo>
                  <a:pt x="1367" y="42968"/>
                  <a:pt x="-843" y="52167"/>
                  <a:pt x="411" y="61546"/>
                </a:cubicBezTo>
                <a:cubicBezTo>
                  <a:pt x="1666" y="70925"/>
                  <a:pt x="3936" y="83710"/>
                  <a:pt x="16182" y="90221"/>
                </a:cubicBezTo>
                <a:cubicBezTo>
                  <a:pt x="28429" y="96733"/>
                  <a:pt x="57641" y="99002"/>
                  <a:pt x="73890" y="100615"/>
                </a:cubicBezTo>
                <a:cubicBezTo>
                  <a:pt x="90139" y="102228"/>
                  <a:pt x="100712" y="94641"/>
                  <a:pt x="113675" y="99898"/>
                </a:cubicBezTo>
                <a:cubicBezTo>
                  <a:pt x="126638" y="105155"/>
                  <a:pt x="140498" y="125347"/>
                  <a:pt x="151669" y="132157"/>
                </a:cubicBezTo>
                <a:cubicBezTo>
                  <a:pt x="162840" y="138967"/>
                  <a:pt x="169591" y="140880"/>
                  <a:pt x="180702" y="140760"/>
                </a:cubicBezTo>
                <a:cubicBezTo>
                  <a:pt x="191814" y="140641"/>
                  <a:pt x="208242" y="137593"/>
                  <a:pt x="218338" y="131440"/>
                </a:cubicBezTo>
                <a:cubicBezTo>
                  <a:pt x="228434" y="125287"/>
                  <a:pt x="237275" y="113997"/>
                  <a:pt x="241277" y="103841"/>
                </a:cubicBezTo>
                <a:cubicBezTo>
                  <a:pt x="245280" y="93686"/>
                  <a:pt x="244563" y="80961"/>
                  <a:pt x="242353" y="70507"/>
                </a:cubicBezTo>
                <a:cubicBezTo>
                  <a:pt x="240143" y="60053"/>
                  <a:pt x="234407" y="48582"/>
                  <a:pt x="228015" y="41115"/>
                </a:cubicBezTo>
                <a:cubicBezTo>
                  <a:pt x="221623" y="33648"/>
                  <a:pt x="215350" y="27734"/>
                  <a:pt x="204000" y="25703"/>
                </a:cubicBezTo>
                <a:cubicBezTo>
                  <a:pt x="192650" y="23672"/>
                  <a:pt x="171443" y="29168"/>
                  <a:pt x="159913" y="28929"/>
                </a:cubicBezTo>
                <a:cubicBezTo>
                  <a:pt x="148384" y="28690"/>
                  <a:pt x="147308" y="28929"/>
                  <a:pt x="134823" y="24269"/>
                </a:cubicBezTo>
                <a:close/>
              </a:path>
            </a:pathLst>
          </a:custGeom>
          <a:solidFill>
            <a:srgbClr val="C7CAEA">
              <a:alpha val="52090"/>
            </a:srgbClr>
          </a:solidFill>
          <a:ln>
            <a:noFill/>
          </a:ln>
        </p:spPr>
      </p:sp>
      <p:sp>
        <p:nvSpPr>
          <p:cNvPr id="1651" name="Google Shape;1651;p43"/>
          <p:cNvSpPr/>
          <p:nvPr/>
        </p:nvSpPr>
        <p:spPr>
          <a:xfrm rot="-714862">
            <a:off x="3583104" y="-2765092"/>
            <a:ext cx="7285403" cy="4523099"/>
          </a:xfrm>
          <a:custGeom>
            <a:rect b="b" l="l" r="r" t="t"/>
            <a:pathLst>
              <a:path extrusionOk="0" h="140790" w="244167">
                <a:moveTo>
                  <a:pt x="134823" y="24269"/>
                </a:moveTo>
                <a:cubicBezTo>
                  <a:pt x="122338" y="19609"/>
                  <a:pt x="100115" y="3779"/>
                  <a:pt x="85001" y="971"/>
                </a:cubicBezTo>
                <a:cubicBezTo>
                  <a:pt x="69887" y="-1837"/>
                  <a:pt x="56864" y="1927"/>
                  <a:pt x="44140" y="7423"/>
                </a:cubicBezTo>
                <a:cubicBezTo>
                  <a:pt x="31416" y="12919"/>
                  <a:pt x="15943" y="24927"/>
                  <a:pt x="8655" y="33947"/>
                </a:cubicBezTo>
                <a:cubicBezTo>
                  <a:pt x="1367" y="42968"/>
                  <a:pt x="-843" y="52167"/>
                  <a:pt x="411" y="61546"/>
                </a:cubicBezTo>
                <a:cubicBezTo>
                  <a:pt x="1666" y="70925"/>
                  <a:pt x="3936" y="83710"/>
                  <a:pt x="16182" y="90221"/>
                </a:cubicBezTo>
                <a:cubicBezTo>
                  <a:pt x="28429" y="96733"/>
                  <a:pt x="57641" y="99002"/>
                  <a:pt x="73890" y="100615"/>
                </a:cubicBezTo>
                <a:cubicBezTo>
                  <a:pt x="90139" y="102228"/>
                  <a:pt x="100712" y="94641"/>
                  <a:pt x="113675" y="99898"/>
                </a:cubicBezTo>
                <a:cubicBezTo>
                  <a:pt x="126638" y="105155"/>
                  <a:pt x="140498" y="125347"/>
                  <a:pt x="151669" y="132157"/>
                </a:cubicBezTo>
                <a:cubicBezTo>
                  <a:pt x="162840" y="138967"/>
                  <a:pt x="169591" y="140880"/>
                  <a:pt x="180702" y="140760"/>
                </a:cubicBezTo>
                <a:cubicBezTo>
                  <a:pt x="191814" y="140641"/>
                  <a:pt x="208242" y="137593"/>
                  <a:pt x="218338" y="131440"/>
                </a:cubicBezTo>
                <a:cubicBezTo>
                  <a:pt x="228434" y="125287"/>
                  <a:pt x="237275" y="113997"/>
                  <a:pt x="241277" y="103841"/>
                </a:cubicBezTo>
                <a:cubicBezTo>
                  <a:pt x="245280" y="93686"/>
                  <a:pt x="244563" y="80961"/>
                  <a:pt x="242353" y="70507"/>
                </a:cubicBezTo>
                <a:cubicBezTo>
                  <a:pt x="240143" y="60053"/>
                  <a:pt x="234407" y="48582"/>
                  <a:pt x="228015" y="41115"/>
                </a:cubicBezTo>
                <a:cubicBezTo>
                  <a:pt x="221623" y="33648"/>
                  <a:pt x="215350" y="27734"/>
                  <a:pt x="204000" y="25703"/>
                </a:cubicBezTo>
                <a:cubicBezTo>
                  <a:pt x="192650" y="23672"/>
                  <a:pt x="171443" y="29168"/>
                  <a:pt x="159913" y="28929"/>
                </a:cubicBezTo>
                <a:cubicBezTo>
                  <a:pt x="148384" y="28690"/>
                  <a:pt x="147308" y="28929"/>
                  <a:pt x="134823" y="24269"/>
                </a:cubicBezTo>
                <a:close/>
              </a:path>
            </a:pathLst>
          </a:custGeom>
          <a:noFill/>
          <a:ln cap="flat" cmpd="sng" w="9525">
            <a:solidFill>
              <a:schemeClr val="dk2"/>
            </a:solidFill>
            <a:prstDash val="solid"/>
            <a:round/>
            <a:headEnd len="med" w="med" type="none"/>
            <a:tailEnd len="med" w="med" type="none"/>
          </a:ln>
        </p:spPr>
      </p:sp>
      <p:sp>
        <p:nvSpPr>
          <p:cNvPr id="1652" name="Google Shape;1652;p43"/>
          <p:cNvSpPr/>
          <p:nvPr/>
        </p:nvSpPr>
        <p:spPr>
          <a:xfrm rot="-714862">
            <a:off x="3563458" y="-2945436"/>
            <a:ext cx="7285403" cy="4523099"/>
          </a:xfrm>
          <a:custGeom>
            <a:rect b="b" l="l" r="r" t="t"/>
            <a:pathLst>
              <a:path extrusionOk="0" h="140790" w="244167">
                <a:moveTo>
                  <a:pt x="134823" y="24269"/>
                </a:moveTo>
                <a:cubicBezTo>
                  <a:pt x="122338" y="19609"/>
                  <a:pt x="100115" y="3779"/>
                  <a:pt x="85001" y="971"/>
                </a:cubicBezTo>
                <a:cubicBezTo>
                  <a:pt x="69887" y="-1837"/>
                  <a:pt x="56864" y="1927"/>
                  <a:pt x="44140" y="7423"/>
                </a:cubicBezTo>
                <a:cubicBezTo>
                  <a:pt x="31416" y="12919"/>
                  <a:pt x="15943" y="24927"/>
                  <a:pt x="8655" y="33947"/>
                </a:cubicBezTo>
                <a:cubicBezTo>
                  <a:pt x="1367" y="42968"/>
                  <a:pt x="-843" y="52167"/>
                  <a:pt x="411" y="61546"/>
                </a:cubicBezTo>
                <a:cubicBezTo>
                  <a:pt x="1666" y="70925"/>
                  <a:pt x="3936" y="83710"/>
                  <a:pt x="16182" y="90221"/>
                </a:cubicBezTo>
                <a:cubicBezTo>
                  <a:pt x="28429" y="96733"/>
                  <a:pt x="57641" y="99002"/>
                  <a:pt x="73890" y="100615"/>
                </a:cubicBezTo>
                <a:cubicBezTo>
                  <a:pt x="90139" y="102228"/>
                  <a:pt x="100712" y="94641"/>
                  <a:pt x="113675" y="99898"/>
                </a:cubicBezTo>
                <a:cubicBezTo>
                  <a:pt x="126638" y="105155"/>
                  <a:pt x="140498" y="125347"/>
                  <a:pt x="151669" y="132157"/>
                </a:cubicBezTo>
                <a:cubicBezTo>
                  <a:pt x="162840" y="138967"/>
                  <a:pt x="169591" y="140880"/>
                  <a:pt x="180702" y="140760"/>
                </a:cubicBezTo>
                <a:cubicBezTo>
                  <a:pt x="191814" y="140641"/>
                  <a:pt x="208242" y="137593"/>
                  <a:pt x="218338" y="131440"/>
                </a:cubicBezTo>
                <a:cubicBezTo>
                  <a:pt x="228434" y="125287"/>
                  <a:pt x="237275" y="113997"/>
                  <a:pt x="241277" y="103841"/>
                </a:cubicBezTo>
                <a:cubicBezTo>
                  <a:pt x="245280" y="93686"/>
                  <a:pt x="244563" y="80961"/>
                  <a:pt x="242353" y="70507"/>
                </a:cubicBezTo>
                <a:cubicBezTo>
                  <a:pt x="240143" y="60053"/>
                  <a:pt x="234407" y="48582"/>
                  <a:pt x="228015" y="41115"/>
                </a:cubicBezTo>
                <a:cubicBezTo>
                  <a:pt x="221623" y="33648"/>
                  <a:pt x="215350" y="27734"/>
                  <a:pt x="204000" y="25703"/>
                </a:cubicBezTo>
                <a:cubicBezTo>
                  <a:pt x="192650" y="23672"/>
                  <a:pt x="171443" y="29168"/>
                  <a:pt x="159913" y="28929"/>
                </a:cubicBezTo>
                <a:cubicBezTo>
                  <a:pt x="148384" y="28690"/>
                  <a:pt x="147308" y="28929"/>
                  <a:pt x="134823" y="24269"/>
                </a:cubicBezTo>
                <a:close/>
              </a:path>
            </a:pathLst>
          </a:custGeom>
          <a:solidFill>
            <a:srgbClr val="C7CAEA">
              <a:alpha val="52090"/>
            </a:srgbClr>
          </a:solidFill>
          <a:ln>
            <a:noFill/>
          </a:ln>
        </p:spPr>
      </p:sp>
      <p:grpSp>
        <p:nvGrpSpPr>
          <p:cNvPr id="1653" name="Google Shape;1653;p43"/>
          <p:cNvGrpSpPr/>
          <p:nvPr/>
        </p:nvGrpSpPr>
        <p:grpSpPr>
          <a:xfrm>
            <a:off x="89839" y="2415204"/>
            <a:ext cx="2162125" cy="4329037"/>
            <a:chOff x="-2617189" y="1675873"/>
            <a:chExt cx="1860532" cy="3725185"/>
          </a:xfrm>
        </p:grpSpPr>
        <p:sp>
          <p:nvSpPr>
            <p:cNvPr id="1654" name="Google Shape;1654;p43"/>
            <p:cNvSpPr/>
            <p:nvPr/>
          </p:nvSpPr>
          <p:spPr>
            <a:xfrm>
              <a:off x="-1856702" y="2269843"/>
              <a:ext cx="905661" cy="770444"/>
            </a:xfrm>
            <a:custGeom>
              <a:rect b="b" l="l" r="r" t="t"/>
              <a:pathLst>
                <a:path extrusionOk="0" h="13464" w="15827">
                  <a:moveTo>
                    <a:pt x="3283" y="0"/>
                  </a:moveTo>
                  <a:lnTo>
                    <a:pt x="1" y="1965"/>
                  </a:lnTo>
                  <a:cubicBezTo>
                    <a:pt x="1" y="1965"/>
                    <a:pt x="3151" y="5732"/>
                    <a:pt x="4976" y="7756"/>
                  </a:cubicBezTo>
                  <a:cubicBezTo>
                    <a:pt x="5558" y="8401"/>
                    <a:pt x="6007" y="8871"/>
                    <a:pt x="6171" y="8979"/>
                  </a:cubicBezTo>
                  <a:cubicBezTo>
                    <a:pt x="6314" y="9070"/>
                    <a:pt x="6530" y="9199"/>
                    <a:pt x="6799" y="9352"/>
                  </a:cubicBezTo>
                  <a:cubicBezTo>
                    <a:pt x="8963" y="10579"/>
                    <a:pt x="14666" y="13464"/>
                    <a:pt x="14666" y="13464"/>
                  </a:cubicBezTo>
                  <a:lnTo>
                    <a:pt x="15827" y="12394"/>
                  </a:lnTo>
                  <a:lnTo>
                    <a:pt x="7976" y="6613"/>
                  </a:lnTo>
                  <a:lnTo>
                    <a:pt x="3283"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5" name="Google Shape;1655;p43"/>
            <p:cNvSpPr/>
            <p:nvPr/>
          </p:nvSpPr>
          <p:spPr>
            <a:xfrm>
              <a:off x="-1571963" y="2713660"/>
              <a:ext cx="104317" cy="91384"/>
            </a:xfrm>
            <a:custGeom>
              <a:rect b="b" l="l" r="r" t="t"/>
              <a:pathLst>
                <a:path extrusionOk="0" h="1597" w="1823">
                  <a:moveTo>
                    <a:pt x="0" y="0"/>
                  </a:moveTo>
                  <a:cubicBezTo>
                    <a:pt x="582" y="645"/>
                    <a:pt x="1031" y="1115"/>
                    <a:pt x="1195" y="1223"/>
                  </a:cubicBezTo>
                  <a:cubicBezTo>
                    <a:pt x="1338" y="1314"/>
                    <a:pt x="1554" y="1443"/>
                    <a:pt x="1823" y="1596"/>
                  </a:cubicBezTo>
                  <a:cubicBezTo>
                    <a:pt x="1802" y="1227"/>
                    <a:pt x="1547" y="673"/>
                    <a:pt x="1091" y="398"/>
                  </a:cubicBezTo>
                  <a:cubicBezTo>
                    <a:pt x="586" y="94"/>
                    <a:pt x="269" y="46"/>
                    <a:pt x="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6" name="Google Shape;1656;p43"/>
            <p:cNvSpPr/>
            <p:nvPr/>
          </p:nvSpPr>
          <p:spPr>
            <a:xfrm>
              <a:off x="-1081681" y="2943638"/>
              <a:ext cx="210407" cy="180594"/>
            </a:xfrm>
            <a:custGeom>
              <a:rect b="b" l="l" r="r" t="t"/>
              <a:pathLst>
                <a:path extrusionOk="0" h="3156" w="3677">
                  <a:moveTo>
                    <a:pt x="2095" y="0"/>
                  </a:moveTo>
                  <a:cubicBezTo>
                    <a:pt x="1625" y="0"/>
                    <a:pt x="1268" y="103"/>
                    <a:pt x="1268" y="103"/>
                  </a:cubicBezTo>
                  <a:cubicBezTo>
                    <a:pt x="1268" y="103"/>
                    <a:pt x="1" y="528"/>
                    <a:pt x="631" y="1497"/>
                  </a:cubicBezTo>
                  <a:cubicBezTo>
                    <a:pt x="921" y="1943"/>
                    <a:pt x="1865" y="2606"/>
                    <a:pt x="2791" y="3156"/>
                  </a:cubicBezTo>
                  <a:cubicBezTo>
                    <a:pt x="2955" y="2849"/>
                    <a:pt x="3116" y="2543"/>
                    <a:pt x="3251" y="2222"/>
                  </a:cubicBezTo>
                  <a:cubicBezTo>
                    <a:pt x="3380" y="1919"/>
                    <a:pt x="3492" y="1591"/>
                    <a:pt x="3677" y="1313"/>
                  </a:cubicBezTo>
                  <a:cubicBezTo>
                    <a:pt x="3412" y="1152"/>
                    <a:pt x="3227" y="1048"/>
                    <a:pt x="3227" y="1048"/>
                  </a:cubicBezTo>
                  <a:cubicBezTo>
                    <a:pt x="3227" y="1048"/>
                    <a:pt x="3332" y="1034"/>
                    <a:pt x="3485" y="1013"/>
                  </a:cubicBezTo>
                  <a:cubicBezTo>
                    <a:pt x="3338" y="793"/>
                    <a:pt x="3196" y="570"/>
                    <a:pt x="3066" y="337"/>
                  </a:cubicBezTo>
                  <a:cubicBezTo>
                    <a:pt x="3042" y="295"/>
                    <a:pt x="3137" y="250"/>
                    <a:pt x="3133" y="208"/>
                  </a:cubicBezTo>
                  <a:cubicBezTo>
                    <a:pt x="3011" y="184"/>
                    <a:pt x="2642" y="47"/>
                    <a:pt x="2523" y="31"/>
                  </a:cubicBezTo>
                  <a:cubicBezTo>
                    <a:pt x="2375" y="9"/>
                    <a:pt x="2230" y="0"/>
                    <a:pt x="2095" y="0"/>
                  </a:cubicBezTo>
                  <a:close/>
                </a:path>
              </a:pathLst>
            </a:custGeom>
            <a:solidFill>
              <a:srgbClr val="B55A0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7" name="Google Shape;1657;p43"/>
            <p:cNvSpPr/>
            <p:nvPr/>
          </p:nvSpPr>
          <p:spPr>
            <a:xfrm>
              <a:off x="-950069" y="3008127"/>
              <a:ext cx="193412" cy="162226"/>
            </a:xfrm>
            <a:custGeom>
              <a:rect b="b" l="l" r="r" t="t"/>
              <a:pathLst>
                <a:path extrusionOk="0" h="2835" w="3380">
                  <a:moveTo>
                    <a:pt x="1091" y="1"/>
                  </a:moveTo>
                  <a:lnTo>
                    <a:pt x="0" y="1729"/>
                  </a:lnTo>
                  <a:cubicBezTo>
                    <a:pt x="0" y="1729"/>
                    <a:pt x="1547" y="2834"/>
                    <a:pt x="1907" y="2834"/>
                  </a:cubicBezTo>
                  <a:cubicBezTo>
                    <a:pt x="1946" y="2834"/>
                    <a:pt x="1972" y="2821"/>
                    <a:pt x="1979" y="2792"/>
                  </a:cubicBezTo>
                  <a:cubicBezTo>
                    <a:pt x="2053" y="2495"/>
                    <a:pt x="1283" y="1921"/>
                    <a:pt x="1282" y="1921"/>
                  </a:cubicBezTo>
                  <a:lnTo>
                    <a:pt x="1282" y="1921"/>
                  </a:lnTo>
                  <a:cubicBezTo>
                    <a:pt x="1283" y="1921"/>
                    <a:pt x="2499" y="2638"/>
                    <a:pt x="2838" y="2638"/>
                  </a:cubicBezTo>
                  <a:cubicBezTo>
                    <a:pt x="2880" y="2638"/>
                    <a:pt x="2908" y="2628"/>
                    <a:pt x="2920" y="2604"/>
                  </a:cubicBezTo>
                  <a:cubicBezTo>
                    <a:pt x="3028" y="2384"/>
                    <a:pt x="1680" y="1440"/>
                    <a:pt x="1680" y="1440"/>
                  </a:cubicBezTo>
                  <a:lnTo>
                    <a:pt x="1680" y="1440"/>
                  </a:lnTo>
                  <a:cubicBezTo>
                    <a:pt x="1680" y="1440"/>
                    <a:pt x="2738" y="2020"/>
                    <a:pt x="3114" y="2020"/>
                  </a:cubicBezTo>
                  <a:cubicBezTo>
                    <a:pt x="3191" y="2020"/>
                    <a:pt x="3239" y="1996"/>
                    <a:pt x="3244" y="1938"/>
                  </a:cubicBezTo>
                  <a:cubicBezTo>
                    <a:pt x="3279" y="1593"/>
                    <a:pt x="1850" y="802"/>
                    <a:pt x="1850" y="802"/>
                  </a:cubicBezTo>
                  <a:lnTo>
                    <a:pt x="1850" y="802"/>
                  </a:lnTo>
                  <a:cubicBezTo>
                    <a:pt x="1850" y="802"/>
                    <a:pt x="2954" y="1270"/>
                    <a:pt x="3271" y="1270"/>
                  </a:cubicBezTo>
                  <a:cubicBezTo>
                    <a:pt x="3349" y="1270"/>
                    <a:pt x="3379" y="1242"/>
                    <a:pt x="3335" y="1172"/>
                  </a:cubicBezTo>
                  <a:cubicBezTo>
                    <a:pt x="2976" y="614"/>
                    <a:pt x="1091" y="1"/>
                    <a:pt x="1091" y="1"/>
                  </a:cubicBezTo>
                  <a:close/>
                </a:path>
              </a:pathLst>
            </a:custGeom>
            <a:solidFill>
              <a:srgbClr val="B55A0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8" name="Google Shape;1658;p43"/>
            <p:cNvSpPr/>
            <p:nvPr/>
          </p:nvSpPr>
          <p:spPr>
            <a:xfrm>
              <a:off x="-896566" y="3042060"/>
              <a:ext cx="49269" cy="77479"/>
            </a:xfrm>
            <a:custGeom>
              <a:rect b="b" l="l" r="r" t="t"/>
              <a:pathLst>
                <a:path extrusionOk="0" h="1354" w="861">
                  <a:moveTo>
                    <a:pt x="777" y="1"/>
                  </a:moveTo>
                  <a:cubicBezTo>
                    <a:pt x="749" y="1"/>
                    <a:pt x="723" y="17"/>
                    <a:pt x="717" y="53"/>
                  </a:cubicBezTo>
                  <a:cubicBezTo>
                    <a:pt x="643" y="523"/>
                    <a:pt x="413" y="931"/>
                    <a:pt x="55" y="1241"/>
                  </a:cubicBezTo>
                  <a:cubicBezTo>
                    <a:pt x="1" y="1287"/>
                    <a:pt x="52" y="1354"/>
                    <a:pt x="108" y="1354"/>
                  </a:cubicBezTo>
                  <a:cubicBezTo>
                    <a:pt x="124" y="1354"/>
                    <a:pt x="141" y="1348"/>
                    <a:pt x="156" y="1335"/>
                  </a:cubicBezTo>
                  <a:cubicBezTo>
                    <a:pt x="532" y="1011"/>
                    <a:pt x="776" y="575"/>
                    <a:pt x="852" y="84"/>
                  </a:cubicBezTo>
                  <a:cubicBezTo>
                    <a:pt x="861" y="33"/>
                    <a:pt x="817" y="1"/>
                    <a:pt x="777" y="1"/>
                  </a:cubicBezTo>
                  <a:close/>
                </a:path>
              </a:pathLst>
            </a:custGeom>
            <a:solidFill>
              <a:srgbClr val="85290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9" name="Google Shape;1659;p43"/>
            <p:cNvSpPr/>
            <p:nvPr/>
          </p:nvSpPr>
          <p:spPr>
            <a:xfrm>
              <a:off x="-1024515" y="3005838"/>
              <a:ext cx="112042" cy="46236"/>
            </a:xfrm>
            <a:custGeom>
              <a:rect b="b" l="l" r="r" t="t"/>
              <a:pathLst>
                <a:path extrusionOk="0" h="808" w="1958">
                  <a:moveTo>
                    <a:pt x="698" y="0"/>
                  </a:moveTo>
                  <a:cubicBezTo>
                    <a:pt x="488" y="0"/>
                    <a:pt x="275" y="46"/>
                    <a:pt x="71" y="142"/>
                  </a:cubicBezTo>
                  <a:cubicBezTo>
                    <a:pt x="1" y="176"/>
                    <a:pt x="24" y="281"/>
                    <a:pt x="85" y="281"/>
                  </a:cubicBezTo>
                  <a:cubicBezTo>
                    <a:pt x="94" y="281"/>
                    <a:pt x="103" y="279"/>
                    <a:pt x="113" y="274"/>
                  </a:cubicBezTo>
                  <a:cubicBezTo>
                    <a:pt x="304" y="184"/>
                    <a:pt x="503" y="140"/>
                    <a:pt x="697" y="140"/>
                  </a:cubicBezTo>
                  <a:cubicBezTo>
                    <a:pt x="1139" y="140"/>
                    <a:pt x="1557" y="365"/>
                    <a:pt x="1806" y="776"/>
                  </a:cubicBezTo>
                  <a:cubicBezTo>
                    <a:pt x="1821" y="798"/>
                    <a:pt x="1841" y="808"/>
                    <a:pt x="1861" y="808"/>
                  </a:cubicBezTo>
                  <a:cubicBezTo>
                    <a:pt x="1909" y="808"/>
                    <a:pt x="1957" y="754"/>
                    <a:pt x="1925" y="700"/>
                  </a:cubicBezTo>
                  <a:cubicBezTo>
                    <a:pt x="1654" y="251"/>
                    <a:pt x="1187" y="0"/>
                    <a:pt x="698" y="0"/>
                  </a:cubicBezTo>
                  <a:close/>
                </a:path>
              </a:pathLst>
            </a:custGeom>
            <a:solidFill>
              <a:srgbClr val="85290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0" name="Google Shape;1660;p43"/>
            <p:cNvSpPr/>
            <p:nvPr/>
          </p:nvSpPr>
          <p:spPr>
            <a:xfrm>
              <a:off x="-1460494" y="2650086"/>
              <a:ext cx="62315" cy="45778"/>
            </a:xfrm>
            <a:custGeom>
              <a:rect b="b" l="l" r="r" t="t"/>
              <a:pathLst>
                <a:path extrusionOk="0" h="800" w="1089">
                  <a:moveTo>
                    <a:pt x="990" y="1"/>
                  </a:moveTo>
                  <a:cubicBezTo>
                    <a:pt x="981" y="1"/>
                    <a:pt x="972" y="2"/>
                    <a:pt x="962" y="7"/>
                  </a:cubicBezTo>
                  <a:cubicBezTo>
                    <a:pt x="596" y="160"/>
                    <a:pt x="289" y="394"/>
                    <a:pt x="38" y="700"/>
                  </a:cubicBezTo>
                  <a:cubicBezTo>
                    <a:pt x="0" y="748"/>
                    <a:pt x="47" y="800"/>
                    <a:pt x="96" y="800"/>
                  </a:cubicBezTo>
                  <a:cubicBezTo>
                    <a:pt x="115" y="800"/>
                    <a:pt x="134" y="792"/>
                    <a:pt x="150" y="774"/>
                  </a:cubicBezTo>
                  <a:cubicBezTo>
                    <a:pt x="383" y="484"/>
                    <a:pt x="676" y="269"/>
                    <a:pt x="1021" y="126"/>
                  </a:cubicBezTo>
                  <a:cubicBezTo>
                    <a:pt x="1089" y="98"/>
                    <a:pt x="1054" y="1"/>
                    <a:pt x="990" y="1"/>
                  </a:cubicBezTo>
                  <a:close/>
                </a:path>
              </a:pathLst>
            </a:custGeom>
            <a:solidFill>
              <a:srgbClr val="3113A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1" name="Google Shape;1661;p43"/>
            <p:cNvSpPr/>
            <p:nvPr/>
          </p:nvSpPr>
          <p:spPr>
            <a:xfrm>
              <a:off x="-1460036" y="2655866"/>
              <a:ext cx="47037" cy="12246"/>
            </a:xfrm>
            <a:custGeom>
              <a:rect b="b" l="l" r="r" t="t"/>
              <a:pathLst>
                <a:path extrusionOk="0" h="214" w="822">
                  <a:moveTo>
                    <a:pt x="592" y="0"/>
                  </a:moveTo>
                  <a:cubicBezTo>
                    <a:pt x="416" y="0"/>
                    <a:pt x="242" y="30"/>
                    <a:pt x="72" y="91"/>
                  </a:cubicBezTo>
                  <a:cubicBezTo>
                    <a:pt x="0" y="115"/>
                    <a:pt x="38" y="213"/>
                    <a:pt x="104" y="213"/>
                  </a:cubicBezTo>
                  <a:cubicBezTo>
                    <a:pt x="112" y="213"/>
                    <a:pt x="120" y="212"/>
                    <a:pt x="128" y="209"/>
                  </a:cubicBezTo>
                  <a:cubicBezTo>
                    <a:pt x="282" y="156"/>
                    <a:pt x="441" y="130"/>
                    <a:pt x="600" y="130"/>
                  </a:cubicBezTo>
                  <a:cubicBezTo>
                    <a:pt x="643" y="130"/>
                    <a:pt x="685" y="132"/>
                    <a:pt x="727" y="136"/>
                  </a:cubicBezTo>
                  <a:cubicBezTo>
                    <a:pt x="731" y="136"/>
                    <a:pt x="734" y="136"/>
                    <a:pt x="737" y="136"/>
                  </a:cubicBezTo>
                  <a:cubicBezTo>
                    <a:pt x="815" y="136"/>
                    <a:pt x="822" y="13"/>
                    <a:pt x="738" y="7"/>
                  </a:cubicBezTo>
                  <a:cubicBezTo>
                    <a:pt x="689" y="2"/>
                    <a:pt x="641" y="0"/>
                    <a:pt x="59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2" name="Google Shape;1662;p43"/>
            <p:cNvSpPr/>
            <p:nvPr/>
          </p:nvSpPr>
          <p:spPr>
            <a:xfrm>
              <a:off x="-1731270" y="4943392"/>
              <a:ext cx="140424" cy="314266"/>
            </a:xfrm>
            <a:custGeom>
              <a:rect b="b" l="l" r="r" t="t"/>
              <a:pathLst>
                <a:path extrusionOk="0" h="5492" w="2454">
                  <a:moveTo>
                    <a:pt x="67" y="1"/>
                  </a:moveTo>
                  <a:lnTo>
                    <a:pt x="0" y="5457"/>
                  </a:lnTo>
                  <a:lnTo>
                    <a:pt x="1718" y="5492"/>
                  </a:lnTo>
                  <a:lnTo>
                    <a:pt x="2453" y="238"/>
                  </a:lnTo>
                  <a:lnTo>
                    <a:pt x="67" y="1"/>
                  </a:lnTo>
                  <a:close/>
                </a:path>
              </a:pathLst>
            </a:custGeom>
            <a:solidFill>
              <a:srgbClr val="B55A0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3" name="Google Shape;1663;p43"/>
            <p:cNvSpPr/>
            <p:nvPr/>
          </p:nvSpPr>
          <p:spPr>
            <a:xfrm>
              <a:off x="-1748208" y="5186245"/>
              <a:ext cx="441700" cy="214813"/>
            </a:xfrm>
            <a:custGeom>
              <a:rect b="b" l="l" r="r" t="t"/>
              <a:pathLst>
                <a:path extrusionOk="0" h="3754" w="7719">
                  <a:moveTo>
                    <a:pt x="2233" y="1"/>
                  </a:moveTo>
                  <a:cubicBezTo>
                    <a:pt x="1859" y="1"/>
                    <a:pt x="1683" y="1213"/>
                    <a:pt x="1683" y="1213"/>
                  </a:cubicBezTo>
                  <a:lnTo>
                    <a:pt x="623" y="1011"/>
                  </a:lnTo>
                  <a:cubicBezTo>
                    <a:pt x="623" y="1011"/>
                    <a:pt x="219" y="501"/>
                    <a:pt x="66" y="501"/>
                  </a:cubicBezTo>
                  <a:cubicBezTo>
                    <a:pt x="24" y="501"/>
                    <a:pt x="1" y="540"/>
                    <a:pt x="10" y="638"/>
                  </a:cubicBezTo>
                  <a:cubicBezTo>
                    <a:pt x="56" y="1095"/>
                    <a:pt x="345" y="3753"/>
                    <a:pt x="345" y="3753"/>
                  </a:cubicBezTo>
                  <a:lnTo>
                    <a:pt x="7718" y="3753"/>
                  </a:lnTo>
                  <a:cubicBezTo>
                    <a:pt x="7488" y="2576"/>
                    <a:pt x="6958" y="2235"/>
                    <a:pt x="6348" y="2196"/>
                  </a:cubicBezTo>
                  <a:cubicBezTo>
                    <a:pt x="5742" y="2158"/>
                    <a:pt x="3296" y="1600"/>
                    <a:pt x="3296" y="1600"/>
                  </a:cubicBezTo>
                  <a:cubicBezTo>
                    <a:pt x="3296" y="1600"/>
                    <a:pt x="2707" y="151"/>
                    <a:pt x="2293" y="11"/>
                  </a:cubicBezTo>
                  <a:cubicBezTo>
                    <a:pt x="2272" y="4"/>
                    <a:pt x="2252" y="1"/>
                    <a:pt x="223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4" name="Google Shape;1664;p43"/>
            <p:cNvSpPr/>
            <p:nvPr/>
          </p:nvSpPr>
          <p:spPr>
            <a:xfrm>
              <a:off x="-1737679" y="5308357"/>
              <a:ext cx="215614" cy="62315"/>
            </a:xfrm>
            <a:custGeom>
              <a:rect b="b" l="l" r="r" t="t"/>
              <a:pathLst>
                <a:path extrusionOk="0" h="1089" w="3768">
                  <a:moveTo>
                    <a:pt x="101" y="0"/>
                  </a:moveTo>
                  <a:cubicBezTo>
                    <a:pt x="27" y="0"/>
                    <a:pt x="0" y="119"/>
                    <a:pt x="84" y="138"/>
                  </a:cubicBezTo>
                  <a:cubicBezTo>
                    <a:pt x="636" y="266"/>
                    <a:pt x="1203" y="338"/>
                    <a:pt x="1772" y="338"/>
                  </a:cubicBezTo>
                  <a:cubicBezTo>
                    <a:pt x="1854" y="338"/>
                    <a:pt x="1936" y="337"/>
                    <a:pt x="2018" y="334"/>
                  </a:cubicBezTo>
                  <a:cubicBezTo>
                    <a:pt x="2210" y="327"/>
                    <a:pt x="2406" y="306"/>
                    <a:pt x="2601" y="306"/>
                  </a:cubicBezTo>
                  <a:cubicBezTo>
                    <a:pt x="2729" y="306"/>
                    <a:pt x="2856" y="315"/>
                    <a:pt x="2980" y="344"/>
                  </a:cubicBezTo>
                  <a:cubicBezTo>
                    <a:pt x="3304" y="414"/>
                    <a:pt x="3607" y="661"/>
                    <a:pt x="3580" y="1020"/>
                  </a:cubicBezTo>
                  <a:cubicBezTo>
                    <a:pt x="3576" y="1066"/>
                    <a:pt x="3610" y="1088"/>
                    <a:pt x="3645" y="1088"/>
                  </a:cubicBezTo>
                  <a:cubicBezTo>
                    <a:pt x="3680" y="1088"/>
                    <a:pt x="3717" y="1066"/>
                    <a:pt x="3718" y="1020"/>
                  </a:cubicBezTo>
                  <a:cubicBezTo>
                    <a:pt x="3767" y="408"/>
                    <a:pt x="3111" y="170"/>
                    <a:pt x="2611" y="170"/>
                  </a:cubicBezTo>
                  <a:cubicBezTo>
                    <a:pt x="2607" y="170"/>
                    <a:pt x="2604" y="170"/>
                    <a:pt x="2600" y="170"/>
                  </a:cubicBezTo>
                  <a:cubicBezTo>
                    <a:pt x="2282" y="170"/>
                    <a:pt x="1967" y="195"/>
                    <a:pt x="1650" y="195"/>
                  </a:cubicBezTo>
                  <a:cubicBezTo>
                    <a:pt x="1578" y="195"/>
                    <a:pt x="1506" y="194"/>
                    <a:pt x="1433" y="191"/>
                  </a:cubicBezTo>
                  <a:cubicBezTo>
                    <a:pt x="991" y="170"/>
                    <a:pt x="552" y="104"/>
                    <a:pt x="119" y="3"/>
                  </a:cubicBezTo>
                  <a:cubicBezTo>
                    <a:pt x="113" y="1"/>
                    <a:pt x="107" y="0"/>
                    <a:pt x="10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5" name="Google Shape;1665;p43"/>
            <p:cNvSpPr/>
            <p:nvPr/>
          </p:nvSpPr>
          <p:spPr>
            <a:xfrm>
              <a:off x="-1444586" y="5311218"/>
              <a:ext cx="62258" cy="66206"/>
            </a:xfrm>
            <a:custGeom>
              <a:rect b="b" l="l" r="r" t="t"/>
              <a:pathLst>
                <a:path extrusionOk="0" h="1157" w="1088">
                  <a:moveTo>
                    <a:pt x="1009" y="1"/>
                  </a:moveTo>
                  <a:cubicBezTo>
                    <a:pt x="1007" y="1"/>
                    <a:pt x="1004" y="1"/>
                    <a:pt x="1001" y="1"/>
                  </a:cubicBezTo>
                  <a:cubicBezTo>
                    <a:pt x="444" y="61"/>
                    <a:pt x="32" y="538"/>
                    <a:pt x="5" y="1088"/>
                  </a:cubicBezTo>
                  <a:cubicBezTo>
                    <a:pt x="1" y="1134"/>
                    <a:pt x="34" y="1157"/>
                    <a:pt x="69" y="1157"/>
                  </a:cubicBezTo>
                  <a:cubicBezTo>
                    <a:pt x="104" y="1157"/>
                    <a:pt x="140" y="1134"/>
                    <a:pt x="144" y="1088"/>
                  </a:cubicBezTo>
                  <a:cubicBezTo>
                    <a:pt x="168" y="618"/>
                    <a:pt x="520" y="193"/>
                    <a:pt x="1001" y="141"/>
                  </a:cubicBezTo>
                  <a:cubicBezTo>
                    <a:pt x="1085" y="130"/>
                    <a:pt x="1088" y="1"/>
                    <a:pt x="100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6" name="Google Shape;1666;p43"/>
            <p:cNvSpPr/>
            <p:nvPr/>
          </p:nvSpPr>
          <p:spPr>
            <a:xfrm>
              <a:off x="-1732644" y="5369471"/>
              <a:ext cx="418754" cy="12417"/>
            </a:xfrm>
            <a:custGeom>
              <a:rect b="b" l="l" r="r" t="t"/>
              <a:pathLst>
                <a:path extrusionOk="0" h="217" w="7318">
                  <a:moveTo>
                    <a:pt x="91" y="1"/>
                  </a:moveTo>
                  <a:cubicBezTo>
                    <a:pt x="0" y="1"/>
                    <a:pt x="0" y="141"/>
                    <a:pt x="91" y="141"/>
                  </a:cubicBezTo>
                  <a:cubicBezTo>
                    <a:pt x="2021" y="161"/>
                    <a:pt x="3947" y="182"/>
                    <a:pt x="5875" y="199"/>
                  </a:cubicBezTo>
                  <a:cubicBezTo>
                    <a:pt x="6327" y="207"/>
                    <a:pt x="6777" y="210"/>
                    <a:pt x="7226" y="217"/>
                  </a:cubicBezTo>
                  <a:cubicBezTo>
                    <a:pt x="7317" y="217"/>
                    <a:pt x="7317" y="78"/>
                    <a:pt x="7226" y="74"/>
                  </a:cubicBezTo>
                  <a:cubicBezTo>
                    <a:pt x="5296" y="57"/>
                    <a:pt x="3370" y="36"/>
                    <a:pt x="1443" y="15"/>
                  </a:cubicBezTo>
                  <a:cubicBezTo>
                    <a:pt x="990" y="11"/>
                    <a:pt x="540" y="4"/>
                    <a:pt x="9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7" name="Google Shape;1667;p43"/>
            <p:cNvSpPr/>
            <p:nvPr/>
          </p:nvSpPr>
          <p:spPr>
            <a:xfrm>
              <a:off x="-2112315" y="2975053"/>
              <a:ext cx="608619" cy="2030598"/>
            </a:xfrm>
            <a:custGeom>
              <a:rect b="b" l="l" r="r" t="t"/>
              <a:pathLst>
                <a:path extrusionOk="0" h="35486" w="10636">
                  <a:moveTo>
                    <a:pt x="7091" y="0"/>
                  </a:moveTo>
                  <a:lnTo>
                    <a:pt x="0" y="3792"/>
                  </a:lnTo>
                  <a:cubicBezTo>
                    <a:pt x="0" y="3792"/>
                    <a:pt x="4310" y="16771"/>
                    <a:pt x="4955" y="19084"/>
                  </a:cubicBezTo>
                  <a:cubicBezTo>
                    <a:pt x="5513" y="21095"/>
                    <a:pt x="6547" y="35486"/>
                    <a:pt x="6547" y="35486"/>
                  </a:cubicBezTo>
                  <a:lnTo>
                    <a:pt x="9286" y="35486"/>
                  </a:lnTo>
                  <a:cubicBezTo>
                    <a:pt x="9286" y="35486"/>
                    <a:pt x="9775" y="34207"/>
                    <a:pt x="10635" y="19238"/>
                  </a:cubicBezTo>
                  <a:cubicBezTo>
                    <a:pt x="9321" y="7980"/>
                    <a:pt x="7091" y="0"/>
                    <a:pt x="709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8" name="Google Shape;1668;p43"/>
            <p:cNvSpPr/>
            <p:nvPr/>
          </p:nvSpPr>
          <p:spPr>
            <a:xfrm>
              <a:off x="-1629185" y="4082423"/>
              <a:ext cx="120053" cy="39312"/>
            </a:xfrm>
            <a:custGeom>
              <a:rect b="b" l="l" r="r" t="t"/>
              <a:pathLst>
                <a:path extrusionOk="0" h="687" w="2098">
                  <a:moveTo>
                    <a:pt x="1996" y="0"/>
                  </a:moveTo>
                  <a:cubicBezTo>
                    <a:pt x="1983" y="0"/>
                    <a:pt x="1969" y="5"/>
                    <a:pt x="1955" y="15"/>
                  </a:cubicBezTo>
                  <a:cubicBezTo>
                    <a:pt x="1489" y="352"/>
                    <a:pt x="936" y="530"/>
                    <a:pt x="368" y="530"/>
                  </a:cubicBezTo>
                  <a:cubicBezTo>
                    <a:pt x="279" y="530"/>
                    <a:pt x="188" y="526"/>
                    <a:pt x="98" y="517"/>
                  </a:cubicBezTo>
                  <a:cubicBezTo>
                    <a:pt x="96" y="517"/>
                    <a:pt x="93" y="517"/>
                    <a:pt x="91" y="517"/>
                  </a:cubicBezTo>
                  <a:cubicBezTo>
                    <a:pt x="0" y="517"/>
                    <a:pt x="3" y="663"/>
                    <a:pt x="98" y="673"/>
                  </a:cubicBezTo>
                  <a:cubicBezTo>
                    <a:pt x="189" y="682"/>
                    <a:pt x="281" y="686"/>
                    <a:pt x="372" y="686"/>
                  </a:cubicBezTo>
                  <a:cubicBezTo>
                    <a:pt x="966" y="686"/>
                    <a:pt x="1549" y="501"/>
                    <a:pt x="2031" y="147"/>
                  </a:cubicBezTo>
                  <a:cubicBezTo>
                    <a:pt x="2098" y="101"/>
                    <a:pt x="2057" y="0"/>
                    <a:pt x="199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9" name="Google Shape;1669;p43"/>
            <p:cNvSpPr/>
            <p:nvPr/>
          </p:nvSpPr>
          <p:spPr>
            <a:xfrm>
              <a:off x="-1969316" y="3368228"/>
              <a:ext cx="273352" cy="1630441"/>
            </a:xfrm>
            <a:custGeom>
              <a:rect b="b" l="l" r="r" t="t"/>
              <a:pathLst>
                <a:path extrusionOk="0" h="28493" w="4777">
                  <a:moveTo>
                    <a:pt x="96" y="0"/>
                  </a:moveTo>
                  <a:cubicBezTo>
                    <a:pt x="87" y="0"/>
                    <a:pt x="78" y="2"/>
                    <a:pt x="69" y="4"/>
                  </a:cubicBezTo>
                  <a:cubicBezTo>
                    <a:pt x="24" y="15"/>
                    <a:pt x="0" y="63"/>
                    <a:pt x="13" y="109"/>
                  </a:cubicBezTo>
                  <a:cubicBezTo>
                    <a:pt x="45" y="216"/>
                    <a:pt x="3164" y="10855"/>
                    <a:pt x="3418" y="12509"/>
                  </a:cubicBezTo>
                  <a:cubicBezTo>
                    <a:pt x="3669" y="14169"/>
                    <a:pt x="4592" y="28270"/>
                    <a:pt x="4603" y="28413"/>
                  </a:cubicBezTo>
                  <a:cubicBezTo>
                    <a:pt x="4606" y="28458"/>
                    <a:pt x="4645" y="28493"/>
                    <a:pt x="4690" y="28493"/>
                  </a:cubicBezTo>
                  <a:lnTo>
                    <a:pt x="4693" y="28493"/>
                  </a:lnTo>
                  <a:cubicBezTo>
                    <a:pt x="4743" y="28490"/>
                    <a:pt x="4777" y="28448"/>
                    <a:pt x="4773" y="28398"/>
                  </a:cubicBezTo>
                  <a:cubicBezTo>
                    <a:pt x="4767" y="28260"/>
                    <a:pt x="3844" y="14151"/>
                    <a:pt x="3588" y="12485"/>
                  </a:cubicBezTo>
                  <a:cubicBezTo>
                    <a:pt x="3334" y="10816"/>
                    <a:pt x="306" y="499"/>
                    <a:pt x="177" y="60"/>
                  </a:cubicBezTo>
                  <a:cubicBezTo>
                    <a:pt x="166" y="23"/>
                    <a:pt x="134" y="0"/>
                    <a:pt x="9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0" name="Google Shape;1670;p43"/>
            <p:cNvSpPr/>
            <p:nvPr/>
          </p:nvSpPr>
          <p:spPr>
            <a:xfrm>
              <a:off x="-1758222" y="4977268"/>
              <a:ext cx="188319" cy="107578"/>
            </a:xfrm>
            <a:custGeom>
              <a:rect b="b" l="l" r="r" t="t"/>
              <a:pathLst>
                <a:path extrusionOk="0" h="1880" w="3291">
                  <a:moveTo>
                    <a:pt x="1" y="1"/>
                  </a:moveTo>
                  <a:lnTo>
                    <a:pt x="1" y="1580"/>
                  </a:lnTo>
                  <a:lnTo>
                    <a:pt x="3228" y="1879"/>
                  </a:lnTo>
                  <a:lnTo>
                    <a:pt x="3291" y="287"/>
                  </a:lnTo>
                  <a:lnTo>
                    <a:pt x="1"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1" name="Google Shape;1671;p43"/>
            <p:cNvSpPr/>
            <p:nvPr/>
          </p:nvSpPr>
          <p:spPr>
            <a:xfrm>
              <a:off x="-2246330" y="2078777"/>
              <a:ext cx="624183" cy="700461"/>
            </a:xfrm>
            <a:custGeom>
              <a:rect b="b" l="l" r="r" t="t"/>
              <a:pathLst>
                <a:path extrusionOk="0" h="12241" w="10908">
                  <a:moveTo>
                    <a:pt x="5646" y="1"/>
                  </a:moveTo>
                  <a:cubicBezTo>
                    <a:pt x="5646" y="1"/>
                    <a:pt x="2210" y="980"/>
                    <a:pt x="1102" y="1524"/>
                  </a:cubicBezTo>
                  <a:cubicBezTo>
                    <a:pt x="1" y="2064"/>
                    <a:pt x="1371" y="9325"/>
                    <a:pt x="1472" y="10653"/>
                  </a:cubicBezTo>
                  <a:cubicBezTo>
                    <a:pt x="1544" y="11594"/>
                    <a:pt x="4763" y="12241"/>
                    <a:pt x="6642" y="12241"/>
                  </a:cubicBezTo>
                  <a:cubicBezTo>
                    <a:pt x="6746" y="12241"/>
                    <a:pt x="6847" y="12239"/>
                    <a:pt x="6942" y="12234"/>
                  </a:cubicBezTo>
                  <a:cubicBezTo>
                    <a:pt x="6977" y="12231"/>
                    <a:pt x="7012" y="12231"/>
                    <a:pt x="7046" y="12228"/>
                  </a:cubicBezTo>
                  <a:cubicBezTo>
                    <a:pt x="7590" y="12193"/>
                    <a:pt x="7949" y="12088"/>
                    <a:pt x="7966" y="11893"/>
                  </a:cubicBezTo>
                  <a:cubicBezTo>
                    <a:pt x="8040" y="10973"/>
                    <a:pt x="8207" y="10172"/>
                    <a:pt x="8419" y="9468"/>
                  </a:cubicBezTo>
                  <a:cubicBezTo>
                    <a:pt x="8434" y="9430"/>
                    <a:pt x="8444" y="9395"/>
                    <a:pt x="8455" y="9357"/>
                  </a:cubicBezTo>
                  <a:cubicBezTo>
                    <a:pt x="9318" y="6636"/>
                    <a:pt x="10907" y="5377"/>
                    <a:pt x="10813" y="4148"/>
                  </a:cubicBezTo>
                  <a:cubicBezTo>
                    <a:pt x="10733" y="3067"/>
                    <a:pt x="7918" y="917"/>
                    <a:pt x="7918" y="917"/>
                  </a:cubicBezTo>
                  <a:lnTo>
                    <a:pt x="7207" y="628"/>
                  </a:lnTo>
                  <a:lnTo>
                    <a:pt x="7102" y="586"/>
                  </a:lnTo>
                  <a:lnTo>
                    <a:pt x="5646"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2" name="Google Shape;1672;p43"/>
            <p:cNvSpPr/>
            <p:nvPr/>
          </p:nvSpPr>
          <p:spPr>
            <a:xfrm>
              <a:off x="-2234542" y="2625538"/>
              <a:ext cx="464017" cy="320217"/>
            </a:xfrm>
            <a:custGeom>
              <a:rect b="b" l="l" r="r" t="t"/>
              <a:pathLst>
                <a:path extrusionOk="0" h="5596" w="8109">
                  <a:moveTo>
                    <a:pt x="1094" y="0"/>
                  </a:moveTo>
                  <a:cubicBezTo>
                    <a:pt x="1094" y="0"/>
                    <a:pt x="1126" y="1607"/>
                    <a:pt x="1" y="3879"/>
                  </a:cubicBezTo>
                  <a:cubicBezTo>
                    <a:pt x="1" y="3879"/>
                    <a:pt x="1459" y="5596"/>
                    <a:pt x="4472" y="5596"/>
                  </a:cubicBezTo>
                  <a:cubicBezTo>
                    <a:pt x="5502" y="5596"/>
                    <a:pt x="6713" y="5396"/>
                    <a:pt x="8109" y="4858"/>
                  </a:cubicBezTo>
                  <a:lnTo>
                    <a:pt x="7760" y="2338"/>
                  </a:lnTo>
                  <a:lnTo>
                    <a:pt x="1094"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3" name="Google Shape;1673;p43"/>
            <p:cNvSpPr/>
            <p:nvPr/>
          </p:nvSpPr>
          <p:spPr>
            <a:xfrm>
              <a:off x="-1842511" y="2112309"/>
              <a:ext cx="192668" cy="189635"/>
            </a:xfrm>
            <a:custGeom>
              <a:rect b="b" l="l" r="r" t="t"/>
              <a:pathLst>
                <a:path extrusionOk="0" h="3314" w="3367">
                  <a:moveTo>
                    <a:pt x="45" y="0"/>
                  </a:moveTo>
                  <a:lnTo>
                    <a:pt x="45" y="0"/>
                  </a:lnTo>
                  <a:cubicBezTo>
                    <a:pt x="0" y="729"/>
                    <a:pt x="206" y="1471"/>
                    <a:pt x="645" y="2060"/>
                  </a:cubicBezTo>
                  <a:cubicBezTo>
                    <a:pt x="1233" y="2845"/>
                    <a:pt x="2193" y="3314"/>
                    <a:pt x="3171" y="3314"/>
                  </a:cubicBezTo>
                  <a:cubicBezTo>
                    <a:pt x="3213" y="3314"/>
                    <a:pt x="3254" y="3313"/>
                    <a:pt x="3296" y="3311"/>
                  </a:cubicBezTo>
                  <a:cubicBezTo>
                    <a:pt x="3365" y="3307"/>
                    <a:pt x="3366" y="3206"/>
                    <a:pt x="3300" y="3206"/>
                  </a:cubicBezTo>
                  <a:cubicBezTo>
                    <a:pt x="3299" y="3206"/>
                    <a:pt x="3297" y="3206"/>
                    <a:pt x="3296" y="3206"/>
                  </a:cubicBezTo>
                  <a:cubicBezTo>
                    <a:pt x="3258" y="3208"/>
                    <a:pt x="3221" y="3209"/>
                    <a:pt x="3183" y="3209"/>
                  </a:cubicBezTo>
                  <a:cubicBezTo>
                    <a:pt x="2222" y="3209"/>
                    <a:pt x="1271" y="2747"/>
                    <a:pt x="703" y="1962"/>
                  </a:cubicBezTo>
                  <a:cubicBezTo>
                    <a:pt x="303" y="1404"/>
                    <a:pt x="115" y="722"/>
                    <a:pt x="150" y="42"/>
                  </a:cubicBezTo>
                  <a:lnTo>
                    <a:pt x="4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4" name="Google Shape;1674;p43"/>
            <p:cNvSpPr/>
            <p:nvPr/>
          </p:nvSpPr>
          <p:spPr>
            <a:xfrm>
              <a:off x="-2004451" y="2137601"/>
              <a:ext cx="166117" cy="324852"/>
            </a:xfrm>
            <a:custGeom>
              <a:rect b="b" l="l" r="r" t="t"/>
              <a:pathLst>
                <a:path extrusionOk="0" h="5677" w="2903">
                  <a:moveTo>
                    <a:pt x="78" y="0"/>
                  </a:moveTo>
                  <a:cubicBezTo>
                    <a:pt x="32" y="0"/>
                    <a:pt x="3" y="69"/>
                    <a:pt x="53" y="98"/>
                  </a:cubicBezTo>
                  <a:cubicBezTo>
                    <a:pt x="994" y="663"/>
                    <a:pt x="1931" y="1401"/>
                    <a:pt x="2325" y="2464"/>
                  </a:cubicBezTo>
                  <a:cubicBezTo>
                    <a:pt x="2697" y="3458"/>
                    <a:pt x="2544" y="4674"/>
                    <a:pt x="1589" y="5277"/>
                  </a:cubicBezTo>
                  <a:cubicBezTo>
                    <a:pt x="1299" y="5461"/>
                    <a:pt x="966" y="5567"/>
                    <a:pt x="630" y="5567"/>
                  </a:cubicBezTo>
                  <a:cubicBezTo>
                    <a:pt x="446" y="5567"/>
                    <a:pt x="262" y="5536"/>
                    <a:pt x="84" y="5468"/>
                  </a:cubicBezTo>
                  <a:cubicBezTo>
                    <a:pt x="77" y="5466"/>
                    <a:pt x="71" y="5464"/>
                    <a:pt x="66" y="5464"/>
                  </a:cubicBezTo>
                  <a:cubicBezTo>
                    <a:pt x="16" y="5464"/>
                    <a:pt x="0" y="5551"/>
                    <a:pt x="56" y="5573"/>
                  </a:cubicBezTo>
                  <a:cubicBezTo>
                    <a:pt x="243" y="5643"/>
                    <a:pt x="436" y="5676"/>
                    <a:pt x="628" y="5676"/>
                  </a:cubicBezTo>
                  <a:cubicBezTo>
                    <a:pt x="1389" y="5676"/>
                    <a:pt x="2133" y="5159"/>
                    <a:pt x="2436" y="4454"/>
                  </a:cubicBezTo>
                  <a:cubicBezTo>
                    <a:pt x="2903" y="3367"/>
                    <a:pt x="2467" y="2126"/>
                    <a:pt x="1722" y="1283"/>
                  </a:cubicBezTo>
                  <a:cubicBezTo>
                    <a:pt x="1262" y="764"/>
                    <a:pt x="694" y="360"/>
                    <a:pt x="105" y="8"/>
                  </a:cubicBezTo>
                  <a:cubicBezTo>
                    <a:pt x="96" y="3"/>
                    <a:pt x="86" y="0"/>
                    <a:pt x="7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5" name="Google Shape;1675;p43"/>
            <p:cNvSpPr/>
            <p:nvPr/>
          </p:nvSpPr>
          <p:spPr>
            <a:xfrm>
              <a:off x="-1822369" y="2324776"/>
              <a:ext cx="87093" cy="295840"/>
            </a:xfrm>
            <a:custGeom>
              <a:rect b="b" l="l" r="r" t="t"/>
              <a:pathLst>
                <a:path extrusionOk="0" h="5170" w="1522">
                  <a:moveTo>
                    <a:pt x="1437" y="0"/>
                  </a:moveTo>
                  <a:cubicBezTo>
                    <a:pt x="1430" y="0"/>
                    <a:pt x="1422" y="2"/>
                    <a:pt x="1414" y="5"/>
                  </a:cubicBezTo>
                  <a:cubicBezTo>
                    <a:pt x="338" y="469"/>
                    <a:pt x="0" y="1705"/>
                    <a:pt x="84" y="2782"/>
                  </a:cubicBezTo>
                  <a:cubicBezTo>
                    <a:pt x="150" y="3615"/>
                    <a:pt x="383" y="4587"/>
                    <a:pt x="1010" y="5169"/>
                  </a:cubicBezTo>
                  <a:cubicBezTo>
                    <a:pt x="1025" y="5131"/>
                    <a:pt x="1035" y="5096"/>
                    <a:pt x="1046" y="5058"/>
                  </a:cubicBezTo>
                  <a:cubicBezTo>
                    <a:pt x="449" y="4479"/>
                    <a:pt x="237" y="3518"/>
                    <a:pt x="184" y="2716"/>
                  </a:cubicBezTo>
                  <a:cubicBezTo>
                    <a:pt x="118" y="1692"/>
                    <a:pt x="449" y="535"/>
                    <a:pt x="1467" y="96"/>
                  </a:cubicBezTo>
                  <a:cubicBezTo>
                    <a:pt x="1522" y="74"/>
                    <a:pt x="1489" y="0"/>
                    <a:pt x="143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6" name="Google Shape;1676;p43"/>
            <p:cNvSpPr/>
            <p:nvPr/>
          </p:nvSpPr>
          <p:spPr>
            <a:xfrm>
              <a:off x="-2023162" y="2605624"/>
              <a:ext cx="188891" cy="273466"/>
            </a:xfrm>
            <a:custGeom>
              <a:rect b="b" l="l" r="r" t="t"/>
              <a:pathLst>
                <a:path extrusionOk="0" h="4779" w="3301">
                  <a:moveTo>
                    <a:pt x="66" y="0"/>
                  </a:moveTo>
                  <a:cubicBezTo>
                    <a:pt x="0" y="0"/>
                    <a:pt x="0" y="105"/>
                    <a:pt x="66" y="108"/>
                  </a:cubicBezTo>
                  <a:cubicBezTo>
                    <a:pt x="1094" y="136"/>
                    <a:pt x="2080" y="697"/>
                    <a:pt x="2614" y="1578"/>
                  </a:cubicBezTo>
                  <a:cubicBezTo>
                    <a:pt x="3188" y="2519"/>
                    <a:pt x="3181" y="3749"/>
                    <a:pt x="2635" y="4700"/>
                  </a:cubicBezTo>
                  <a:cubicBezTo>
                    <a:pt x="2610" y="4741"/>
                    <a:pt x="2646" y="4779"/>
                    <a:pt x="2682" y="4779"/>
                  </a:cubicBezTo>
                  <a:cubicBezTo>
                    <a:pt x="2698" y="4779"/>
                    <a:pt x="2714" y="4771"/>
                    <a:pt x="2725" y="4753"/>
                  </a:cubicBezTo>
                  <a:cubicBezTo>
                    <a:pt x="3289" y="3770"/>
                    <a:pt x="3300" y="2498"/>
                    <a:pt x="2707" y="1522"/>
                  </a:cubicBezTo>
                  <a:cubicBezTo>
                    <a:pt x="2154" y="613"/>
                    <a:pt x="1129" y="31"/>
                    <a:pt x="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7" name="Google Shape;1677;p43"/>
            <p:cNvSpPr/>
            <p:nvPr/>
          </p:nvSpPr>
          <p:spPr>
            <a:xfrm>
              <a:off x="-1807548" y="2370497"/>
              <a:ext cx="182196" cy="281764"/>
            </a:xfrm>
            <a:custGeom>
              <a:rect b="b" l="l" r="r" t="t"/>
              <a:pathLst>
                <a:path extrusionOk="0" h="4924" w="3184">
                  <a:moveTo>
                    <a:pt x="2152" y="1"/>
                  </a:moveTo>
                  <a:cubicBezTo>
                    <a:pt x="2152" y="1"/>
                    <a:pt x="1" y="4924"/>
                    <a:pt x="330" y="4924"/>
                  </a:cubicBezTo>
                  <a:cubicBezTo>
                    <a:pt x="339" y="4924"/>
                    <a:pt x="349" y="4920"/>
                    <a:pt x="361" y="4914"/>
                  </a:cubicBezTo>
                  <a:cubicBezTo>
                    <a:pt x="838" y="4642"/>
                    <a:pt x="3183" y="3572"/>
                    <a:pt x="2543" y="1980"/>
                  </a:cubicBezTo>
                  <a:cubicBezTo>
                    <a:pt x="2009" y="663"/>
                    <a:pt x="2152" y="1"/>
                    <a:pt x="2152"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8" name="Google Shape;1678;p43"/>
            <p:cNvSpPr/>
            <p:nvPr/>
          </p:nvSpPr>
          <p:spPr>
            <a:xfrm>
              <a:off x="-2149567" y="2382914"/>
              <a:ext cx="65005" cy="365308"/>
            </a:xfrm>
            <a:custGeom>
              <a:rect b="b" l="l" r="r" t="t"/>
              <a:pathLst>
                <a:path extrusionOk="0" h="6384" w="1136">
                  <a:moveTo>
                    <a:pt x="90" y="0"/>
                  </a:moveTo>
                  <a:cubicBezTo>
                    <a:pt x="47" y="0"/>
                    <a:pt x="1" y="48"/>
                    <a:pt x="24" y="101"/>
                  </a:cubicBezTo>
                  <a:cubicBezTo>
                    <a:pt x="896" y="2048"/>
                    <a:pt x="997" y="4285"/>
                    <a:pt x="314" y="6303"/>
                  </a:cubicBezTo>
                  <a:cubicBezTo>
                    <a:pt x="297" y="6352"/>
                    <a:pt x="337" y="6383"/>
                    <a:pt x="378" y="6383"/>
                  </a:cubicBezTo>
                  <a:cubicBezTo>
                    <a:pt x="405" y="6383"/>
                    <a:pt x="431" y="6370"/>
                    <a:pt x="442" y="6338"/>
                  </a:cubicBezTo>
                  <a:cubicBezTo>
                    <a:pt x="1136" y="4285"/>
                    <a:pt x="1024" y="2014"/>
                    <a:pt x="140" y="35"/>
                  </a:cubicBezTo>
                  <a:cubicBezTo>
                    <a:pt x="129" y="10"/>
                    <a:pt x="110" y="0"/>
                    <a:pt x="90" y="0"/>
                  </a:cubicBezTo>
                  <a:close/>
                </a:path>
              </a:pathLst>
            </a:custGeom>
            <a:solidFill>
              <a:srgbClr val="0B2A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9" name="Google Shape;1679;p43"/>
            <p:cNvSpPr/>
            <p:nvPr/>
          </p:nvSpPr>
          <p:spPr>
            <a:xfrm>
              <a:off x="-2013778" y="1675873"/>
              <a:ext cx="433518" cy="435978"/>
            </a:xfrm>
            <a:custGeom>
              <a:rect b="b" l="l" r="r" t="t"/>
              <a:pathLst>
                <a:path extrusionOk="0" h="7619" w="7576">
                  <a:moveTo>
                    <a:pt x="3849" y="0"/>
                  </a:moveTo>
                  <a:cubicBezTo>
                    <a:pt x="2904" y="0"/>
                    <a:pt x="2208" y="517"/>
                    <a:pt x="1930" y="808"/>
                  </a:cubicBezTo>
                  <a:cubicBezTo>
                    <a:pt x="1192" y="1582"/>
                    <a:pt x="1606" y="2373"/>
                    <a:pt x="1157" y="3470"/>
                  </a:cubicBezTo>
                  <a:cubicBezTo>
                    <a:pt x="707" y="4572"/>
                    <a:pt x="0" y="5059"/>
                    <a:pt x="0" y="5059"/>
                  </a:cubicBezTo>
                  <a:cubicBezTo>
                    <a:pt x="94" y="5181"/>
                    <a:pt x="188" y="5303"/>
                    <a:pt x="289" y="5422"/>
                  </a:cubicBezTo>
                  <a:lnTo>
                    <a:pt x="1202" y="4474"/>
                  </a:lnTo>
                  <a:lnTo>
                    <a:pt x="1202" y="4474"/>
                  </a:lnTo>
                  <a:lnTo>
                    <a:pt x="463" y="5624"/>
                  </a:lnTo>
                  <a:cubicBezTo>
                    <a:pt x="1028" y="6258"/>
                    <a:pt x="1752" y="6840"/>
                    <a:pt x="2976" y="7286"/>
                  </a:cubicBezTo>
                  <a:cubicBezTo>
                    <a:pt x="3664" y="7539"/>
                    <a:pt x="4347" y="7619"/>
                    <a:pt x="4958" y="7619"/>
                  </a:cubicBezTo>
                  <a:cubicBezTo>
                    <a:pt x="5321" y="7619"/>
                    <a:pt x="5660" y="7591"/>
                    <a:pt x="5959" y="7554"/>
                  </a:cubicBezTo>
                  <a:lnTo>
                    <a:pt x="6010" y="6397"/>
                  </a:lnTo>
                  <a:lnTo>
                    <a:pt x="6189" y="7537"/>
                  </a:lnTo>
                  <a:cubicBezTo>
                    <a:pt x="6515" y="7492"/>
                    <a:pt x="6770" y="7436"/>
                    <a:pt x="6770" y="7436"/>
                  </a:cubicBezTo>
                  <a:cubicBezTo>
                    <a:pt x="6770" y="7436"/>
                    <a:pt x="6418" y="6707"/>
                    <a:pt x="6443" y="5596"/>
                  </a:cubicBezTo>
                  <a:cubicBezTo>
                    <a:pt x="6460" y="4673"/>
                    <a:pt x="7575" y="2986"/>
                    <a:pt x="7192" y="1923"/>
                  </a:cubicBezTo>
                  <a:cubicBezTo>
                    <a:pt x="6772" y="759"/>
                    <a:pt x="5904" y="725"/>
                    <a:pt x="5804" y="725"/>
                  </a:cubicBezTo>
                  <a:cubicBezTo>
                    <a:pt x="5798" y="725"/>
                    <a:pt x="5795" y="725"/>
                    <a:pt x="5795" y="725"/>
                  </a:cubicBezTo>
                  <a:cubicBezTo>
                    <a:pt x="5080" y="188"/>
                    <a:pt x="4419" y="0"/>
                    <a:pt x="384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0" name="Google Shape;1680;p43"/>
            <p:cNvSpPr/>
            <p:nvPr/>
          </p:nvSpPr>
          <p:spPr>
            <a:xfrm>
              <a:off x="-1931664" y="1915063"/>
              <a:ext cx="175501" cy="246629"/>
            </a:xfrm>
            <a:custGeom>
              <a:rect b="b" l="l" r="r" t="t"/>
              <a:pathLst>
                <a:path extrusionOk="0" h="4310" w="3067">
                  <a:moveTo>
                    <a:pt x="1499" y="1"/>
                  </a:moveTo>
                  <a:lnTo>
                    <a:pt x="0" y="3241"/>
                  </a:lnTo>
                  <a:cubicBezTo>
                    <a:pt x="0" y="3241"/>
                    <a:pt x="738" y="4310"/>
                    <a:pt x="1943" y="4310"/>
                  </a:cubicBezTo>
                  <a:cubicBezTo>
                    <a:pt x="2197" y="4310"/>
                    <a:pt x="2471" y="4262"/>
                    <a:pt x="2763" y="4148"/>
                  </a:cubicBezTo>
                  <a:lnTo>
                    <a:pt x="2868" y="3283"/>
                  </a:lnTo>
                  <a:lnTo>
                    <a:pt x="2987" y="2343"/>
                  </a:lnTo>
                  <a:lnTo>
                    <a:pt x="3067" y="1681"/>
                  </a:lnTo>
                  <a:lnTo>
                    <a:pt x="1499" y="1"/>
                  </a:lnTo>
                  <a:close/>
                </a:path>
              </a:pathLst>
            </a:custGeom>
            <a:solidFill>
              <a:srgbClr val="B55A0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1" name="Google Shape;1681;p43"/>
            <p:cNvSpPr/>
            <p:nvPr/>
          </p:nvSpPr>
          <p:spPr>
            <a:xfrm>
              <a:off x="-1840165" y="1981327"/>
              <a:ext cx="79425" cy="150152"/>
            </a:xfrm>
            <a:custGeom>
              <a:rect b="b" l="l" r="r" t="t"/>
              <a:pathLst>
                <a:path extrusionOk="0" h="2624" w="1388">
                  <a:moveTo>
                    <a:pt x="1" y="0"/>
                  </a:moveTo>
                  <a:lnTo>
                    <a:pt x="1" y="0"/>
                  </a:lnTo>
                  <a:cubicBezTo>
                    <a:pt x="332" y="1791"/>
                    <a:pt x="945" y="2579"/>
                    <a:pt x="1210" y="2624"/>
                  </a:cubicBezTo>
                  <a:lnTo>
                    <a:pt x="1388" y="1185"/>
                  </a:lnTo>
                  <a:lnTo>
                    <a:pt x="1" y="0"/>
                  </a:lnTo>
                  <a:close/>
                </a:path>
              </a:pathLst>
            </a:custGeom>
            <a:solidFill>
              <a:srgbClr val="25282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2" name="Google Shape;1682;p43"/>
            <p:cNvSpPr/>
            <p:nvPr/>
          </p:nvSpPr>
          <p:spPr>
            <a:xfrm>
              <a:off x="-1887488" y="1736701"/>
              <a:ext cx="282450" cy="316383"/>
            </a:xfrm>
            <a:custGeom>
              <a:rect b="b" l="l" r="r" t="t"/>
              <a:pathLst>
                <a:path extrusionOk="0" h="5529" w="4936">
                  <a:moveTo>
                    <a:pt x="1896" y="1"/>
                  </a:moveTo>
                  <a:cubicBezTo>
                    <a:pt x="0" y="1"/>
                    <a:pt x="183" y="1675"/>
                    <a:pt x="222" y="2498"/>
                  </a:cubicBezTo>
                  <a:cubicBezTo>
                    <a:pt x="249" y="3174"/>
                    <a:pt x="378" y="3425"/>
                    <a:pt x="695" y="4153"/>
                  </a:cubicBezTo>
                  <a:cubicBezTo>
                    <a:pt x="978" y="4801"/>
                    <a:pt x="1626" y="5250"/>
                    <a:pt x="1985" y="5369"/>
                  </a:cubicBezTo>
                  <a:cubicBezTo>
                    <a:pt x="2297" y="5472"/>
                    <a:pt x="2577" y="5528"/>
                    <a:pt x="2827" y="5528"/>
                  </a:cubicBezTo>
                  <a:cubicBezTo>
                    <a:pt x="3615" y="5528"/>
                    <a:pt x="4096" y="4969"/>
                    <a:pt x="4305" y="3571"/>
                  </a:cubicBezTo>
                  <a:cubicBezTo>
                    <a:pt x="4476" y="2432"/>
                    <a:pt x="4936" y="1881"/>
                    <a:pt x="4758" y="1383"/>
                  </a:cubicBezTo>
                  <a:lnTo>
                    <a:pt x="4755" y="1383"/>
                  </a:lnTo>
                  <a:cubicBezTo>
                    <a:pt x="4741" y="1358"/>
                    <a:pt x="4727" y="1334"/>
                    <a:pt x="4713" y="1310"/>
                  </a:cubicBezTo>
                  <a:cubicBezTo>
                    <a:pt x="4361" y="742"/>
                    <a:pt x="3793" y="345"/>
                    <a:pt x="3145" y="181"/>
                  </a:cubicBezTo>
                  <a:cubicBezTo>
                    <a:pt x="2652" y="56"/>
                    <a:pt x="2239" y="1"/>
                    <a:pt x="1896" y="1"/>
                  </a:cubicBezTo>
                  <a:close/>
                </a:path>
              </a:pathLst>
            </a:custGeom>
            <a:solidFill>
              <a:srgbClr val="B55A0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3" name="Google Shape;1683;p43"/>
            <p:cNvSpPr/>
            <p:nvPr/>
          </p:nvSpPr>
          <p:spPr>
            <a:xfrm>
              <a:off x="-1736993" y="1996376"/>
              <a:ext cx="27181" cy="13276"/>
            </a:xfrm>
            <a:custGeom>
              <a:rect b="b" l="l" r="r" t="t"/>
              <a:pathLst>
                <a:path extrusionOk="0" h="232" w="475">
                  <a:moveTo>
                    <a:pt x="83" y="1"/>
                  </a:moveTo>
                  <a:cubicBezTo>
                    <a:pt x="41" y="1"/>
                    <a:pt x="1" y="45"/>
                    <a:pt x="30" y="89"/>
                  </a:cubicBezTo>
                  <a:cubicBezTo>
                    <a:pt x="105" y="196"/>
                    <a:pt x="218" y="232"/>
                    <a:pt x="335" y="232"/>
                  </a:cubicBezTo>
                  <a:cubicBezTo>
                    <a:pt x="357" y="232"/>
                    <a:pt x="378" y="230"/>
                    <a:pt x="400" y="228"/>
                  </a:cubicBezTo>
                  <a:cubicBezTo>
                    <a:pt x="474" y="219"/>
                    <a:pt x="470" y="110"/>
                    <a:pt x="400" y="110"/>
                  </a:cubicBezTo>
                  <a:cubicBezTo>
                    <a:pt x="398" y="110"/>
                    <a:pt x="396" y="110"/>
                    <a:pt x="393" y="110"/>
                  </a:cubicBezTo>
                  <a:cubicBezTo>
                    <a:pt x="372" y="112"/>
                    <a:pt x="351" y="114"/>
                    <a:pt x="330" y="114"/>
                  </a:cubicBezTo>
                  <a:cubicBezTo>
                    <a:pt x="253" y="114"/>
                    <a:pt x="178" y="95"/>
                    <a:pt x="131" y="27"/>
                  </a:cubicBezTo>
                  <a:cubicBezTo>
                    <a:pt x="118" y="8"/>
                    <a:pt x="100" y="1"/>
                    <a:pt x="83" y="1"/>
                  </a:cubicBezTo>
                  <a:close/>
                </a:path>
              </a:pathLst>
            </a:custGeom>
            <a:solidFill>
              <a:srgbClr val="85290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4" name="Google Shape;1684;p43"/>
            <p:cNvSpPr/>
            <p:nvPr/>
          </p:nvSpPr>
          <p:spPr>
            <a:xfrm>
              <a:off x="-1783915" y="1905621"/>
              <a:ext cx="40742" cy="21687"/>
            </a:xfrm>
            <a:custGeom>
              <a:rect b="b" l="l" r="r" t="t"/>
              <a:pathLst>
                <a:path extrusionOk="0" h="379" w="712">
                  <a:moveTo>
                    <a:pt x="260" y="1"/>
                  </a:moveTo>
                  <a:cubicBezTo>
                    <a:pt x="134" y="1"/>
                    <a:pt x="37" y="44"/>
                    <a:pt x="21" y="117"/>
                  </a:cubicBezTo>
                  <a:cubicBezTo>
                    <a:pt x="1" y="215"/>
                    <a:pt x="133" y="323"/>
                    <a:pt x="318" y="365"/>
                  </a:cubicBezTo>
                  <a:cubicBezTo>
                    <a:pt x="363" y="374"/>
                    <a:pt x="407" y="379"/>
                    <a:pt x="448" y="379"/>
                  </a:cubicBezTo>
                  <a:cubicBezTo>
                    <a:pt x="578" y="379"/>
                    <a:pt x="677" y="335"/>
                    <a:pt x="691" y="260"/>
                  </a:cubicBezTo>
                  <a:cubicBezTo>
                    <a:pt x="711" y="166"/>
                    <a:pt x="578" y="55"/>
                    <a:pt x="394" y="16"/>
                  </a:cubicBezTo>
                  <a:cubicBezTo>
                    <a:pt x="348" y="6"/>
                    <a:pt x="302" y="1"/>
                    <a:pt x="260" y="1"/>
                  </a:cubicBezTo>
                  <a:close/>
                </a:path>
              </a:pathLst>
            </a:custGeom>
            <a:solidFill>
              <a:srgbClr val="85290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5" name="Google Shape;1685;p43"/>
            <p:cNvSpPr/>
            <p:nvPr/>
          </p:nvSpPr>
          <p:spPr>
            <a:xfrm>
              <a:off x="-1675250" y="1934862"/>
              <a:ext cx="34333" cy="21630"/>
            </a:xfrm>
            <a:custGeom>
              <a:rect b="b" l="l" r="r" t="t"/>
              <a:pathLst>
                <a:path extrusionOk="0" h="378" w="600">
                  <a:moveTo>
                    <a:pt x="263" y="1"/>
                  </a:moveTo>
                  <a:cubicBezTo>
                    <a:pt x="135" y="1"/>
                    <a:pt x="37" y="44"/>
                    <a:pt x="22" y="115"/>
                  </a:cubicBezTo>
                  <a:cubicBezTo>
                    <a:pt x="1" y="213"/>
                    <a:pt x="133" y="324"/>
                    <a:pt x="318" y="362"/>
                  </a:cubicBezTo>
                  <a:cubicBezTo>
                    <a:pt x="361" y="373"/>
                    <a:pt x="404" y="377"/>
                    <a:pt x="444" y="377"/>
                  </a:cubicBezTo>
                  <a:cubicBezTo>
                    <a:pt x="484" y="377"/>
                    <a:pt x="521" y="373"/>
                    <a:pt x="554" y="366"/>
                  </a:cubicBezTo>
                  <a:cubicBezTo>
                    <a:pt x="569" y="282"/>
                    <a:pt x="582" y="199"/>
                    <a:pt x="596" y="112"/>
                  </a:cubicBezTo>
                  <a:cubicBezTo>
                    <a:pt x="596" y="105"/>
                    <a:pt x="596" y="102"/>
                    <a:pt x="599" y="98"/>
                  </a:cubicBezTo>
                  <a:cubicBezTo>
                    <a:pt x="544" y="63"/>
                    <a:pt x="474" y="31"/>
                    <a:pt x="394" y="15"/>
                  </a:cubicBezTo>
                  <a:cubicBezTo>
                    <a:pt x="348" y="5"/>
                    <a:pt x="304" y="1"/>
                    <a:pt x="263" y="1"/>
                  </a:cubicBezTo>
                  <a:close/>
                </a:path>
              </a:pathLst>
            </a:custGeom>
            <a:solidFill>
              <a:srgbClr val="85290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6" name="Google Shape;1686;p43"/>
            <p:cNvSpPr/>
            <p:nvPr/>
          </p:nvSpPr>
          <p:spPr>
            <a:xfrm>
              <a:off x="-1899562" y="1714956"/>
              <a:ext cx="295325" cy="184085"/>
            </a:xfrm>
            <a:custGeom>
              <a:rect b="b" l="l" r="r" t="t"/>
              <a:pathLst>
                <a:path extrusionOk="0" h="3217" w="5161">
                  <a:moveTo>
                    <a:pt x="2609" y="1"/>
                  </a:moveTo>
                  <a:cubicBezTo>
                    <a:pt x="2018" y="1"/>
                    <a:pt x="1442" y="138"/>
                    <a:pt x="983" y="334"/>
                  </a:cubicBezTo>
                  <a:cubicBezTo>
                    <a:pt x="265" y="1059"/>
                    <a:pt x="0" y="2216"/>
                    <a:pt x="189" y="3216"/>
                  </a:cubicBezTo>
                  <a:cubicBezTo>
                    <a:pt x="847" y="3129"/>
                    <a:pt x="1342" y="2502"/>
                    <a:pt x="1342" y="2502"/>
                  </a:cubicBezTo>
                  <a:cubicBezTo>
                    <a:pt x="1446" y="2538"/>
                    <a:pt x="1555" y="2554"/>
                    <a:pt x="1667" y="2554"/>
                  </a:cubicBezTo>
                  <a:cubicBezTo>
                    <a:pt x="2673" y="2554"/>
                    <a:pt x="3921" y="1248"/>
                    <a:pt x="3921" y="1248"/>
                  </a:cubicBezTo>
                  <a:cubicBezTo>
                    <a:pt x="3921" y="1248"/>
                    <a:pt x="4650" y="2605"/>
                    <a:pt x="4891" y="2605"/>
                  </a:cubicBezTo>
                  <a:cubicBezTo>
                    <a:pt x="4895" y="2605"/>
                    <a:pt x="4899" y="2604"/>
                    <a:pt x="4903" y="2603"/>
                  </a:cubicBezTo>
                  <a:cubicBezTo>
                    <a:pt x="5129" y="2554"/>
                    <a:pt x="5161" y="1397"/>
                    <a:pt x="5161" y="1397"/>
                  </a:cubicBezTo>
                  <a:cubicBezTo>
                    <a:pt x="4553" y="357"/>
                    <a:pt x="3561" y="1"/>
                    <a:pt x="260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7" name="Google Shape;1687;p43"/>
            <p:cNvSpPr/>
            <p:nvPr/>
          </p:nvSpPr>
          <p:spPr>
            <a:xfrm>
              <a:off x="-1737279" y="1884506"/>
              <a:ext cx="16423" cy="19055"/>
            </a:xfrm>
            <a:custGeom>
              <a:rect b="b" l="l" r="r" t="t"/>
              <a:pathLst>
                <a:path extrusionOk="0" h="333" w="287">
                  <a:moveTo>
                    <a:pt x="162" y="0"/>
                  </a:moveTo>
                  <a:cubicBezTo>
                    <a:pt x="99" y="0"/>
                    <a:pt x="41" y="59"/>
                    <a:pt x="22" y="142"/>
                  </a:cubicBezTo>
                  <a:cubicBezTo>
                    <a:pt x="1" y="232"/>
                    <a:pt x="43" y="316"/>
                    <a:pt x="109" y="330"/>
                  </a:cubicBezTo>
                  <a:cubicBezTo>
                    <a:pt x="116" y="332"/>
                    <a:pt x="124" y="333"/>
                    <a:pt x="132" y="333"/>
                  </a:cubicBezTo>
                  <a:cubicBezTo>
                    <a:pt x="193" y="333"/>
                    <a:pt x="251" y="274"/>
                    <a:pt x="269" y="194"/>
                  </a:cubicBezTo>
                  <a:cubicBezTo>
                    <a:pt x="286" y="103"/>
                    <a:pt x="248" y="17"/>
                    <a:pt x="182" y="2"/>
                  </a:cubicBezTo>
                  <a:cubicBezTo>
                    <a:pt x="175" y="1"/>
                    <a:pt x="168" y="0"/>
                    <a:pt x="162" y="0"/>
                  </a:cubicBezTo>
                  <a:close/>
                </a:path>
              </a:pathLst>
            </a:custGeom>
            <a:solidFill>
              <a:srgbClr val="25282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8" name="Google Shape;1688;p43"/>
            <p:cNvSpPr/>
            <p:nvPr/>
          </p:nvSpPr>
          <p:spPr>
            <a:xfrm>
              <a:off x="-1674448" y="1900872"/>
              <a:ext cx="16423" cy="19170"/>
            </a:xfrm>
            <a:custGeom>
              <a:rect b="b" l="l" r="r" t="t"/>
              <a:pathLst>
                <a:path extrusionOk="0" h="335" w="287">
                  <a:moveTo>
                    <a:pt x="158" y="0"/>
                  </a:moveTo>
                  <a:cubicBezTo>
                    <a:pt x="95" y="0"/>
                    <a:pt x="37" y="59"/>
                    <a:pt x="18" y="141"/>
                  </a:cubicBezTo>
                  <a:cubicBezTo>
                    <a:pt x="0" y="232"/>
                    <a:pt x="39" y="316"/>
                    <a:pt x="105" y="333"/>
                  </a:cubicBezTo>
                  <a:cubicBezTo>
                    <a:pt x="111" y="334"/>
                    <a:pt x="118" y="335"/>
                    <a:pt x="125" y="335"/>
                  </a:cubicBezTo>
                  <a:cubicBezTo>
                    <a:pt x="188" y="335"/>
                    <a:pt x="246" y="276"/>
                    <a:pt x="265" y="194"/>
                  </a:cubicBezTo>
                  <a:cubicBezTo>
                    <a:pt x="286" y="103"/>
                    <a:pt x="244" y="16"/>
                    <a:pt x="178" y="2"/>
                  </a:cubicBezTo>
                  <a:cubicBezTo>
                    <a:pt x="172" y="1"/>
                    <a:pt x="165" y="0"/>
                    <a:pt x="158" y="0"/>
                  </a:cubicBezTo>
                  <a:close/>
                </a:path>
              </a:pathLst>
            </a:custGeom>
            <a:solidFill>
              <a:srgbClr val="25282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9" name="Google Shape;1689;p43"/>
            <p:cNvSpPr/>
            <p:nvPr/>
          </p:nvSpPr>
          <p:spPr>
            <a:xfrm>
              <a:off x="-1755876" y="1844851"/>
              <a:ext cx="49841" cy="22603"/>
            </a:xfrm>
            <a:custGeom>
              <a:rect b="b" l="l" r="r" t="t"/>
              <a:pathLst>
                <a:path extrusionOk="0" h="395" w="871">
                  <a:moveTo>
                    <a:pt x="479" y="1"/>
                  </a:moveTo>
                  <a:cubicBezTo>
                    <a:pt x="315" y="1"/>
                    <a:pt x="156" y="80"/>
                    <a:pt x="58" y="229"/>
                  </a:cubicBezTo>
                  <a:cubicBezTo>
                    <a:pt x="0" y="316"/>
                    <a:pt x="80" y="395"/>
                    <a:pt x="162" y="395"/>
                  </a:cubicBezTo>
                  <a:cubicBezTo>
                    <a:pt x="201" y="395"/>
                    <a:pt x="240" y="378"/>
                    <a:pt x="267" y="337"/>
                  </a:cubicBezTo>
                  <a:cubicBezTo>
                    <a:pt x="313" y="266"/>
                    <a:pt x="385" y="237"/>
                    <a:pt x="460" y="237"/>
                  </a:cubicBezTo>
                  <a:cubicBezTo>
                    <a:pt x="528" y="237"/>
                    <a:pt x="597" y="260"/>
                    <a:pt x="653" y="298"/>
                  </a:cubicBezTo>
                  <a:cubicBezTo>
                    <a:pt x="673" y="311"/>
                    <a:pt x="693" y="316"/>
                    <a:pt x="711" y="316"/>
                  </a:cubicBezTo>
                  <a:cubicBezTo>
                    <a:pt x="811" y="316"/>
                    <a:pt x="871" y="156"/>
                    <a:pt x="765" y="86"/>
                  </a:cubicBezTo>
                  <a:cubicBezTo>
                    <a:pt x="675" y="28"/>
                    <a:pt x="576" y="1"/>
                    <a:pt x="479" y="1"/>
                  </a:cubicBezTo>
                  <a:close/>
                </a:path>
              </a:pathLst>
            </a:custGeom>
            <a:solidFill>
              <a:srgbClr val="25282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0" name="Google Shape;1690;p43"/>
            <p:cNvSpPr/>
            <p:nvPr/>
          </p:nvSpPr>
          <p:spPr>
            <a:xfrm>
              <a:off x="-1672961" y="1858241"/>
              <a:ext cx="41315" cy="34333"/>
            </a:xfrm>
            <a:custGeom>
              <a:rect b="b" l="l" r="r" t="t"/>
              <a:pathLst>
                <a:path extrusionOk="0" h="600" w="722">
                  <a:moveTo>
                    <a:pt x="169" y="1"/>
                  </a:moveTo>
                  <a:cubicBezTo>
                    <a:pt x="163" y="1"/>
                    <a:pt x="156" y="1"/>
                    <a:pt x="149" y="1"/>
                  </a:cubicBezTo>
                  <a:cubicBezTo>
                    <a:pt x="0" y="5"/>
                    <a:pt x="12" y="235"/>
                    <a:pt x="156" y="235"/>
                  </a:cubicBezTo>
                  <a:cubicBezTo>
                    <a:pt x="158" y="235"/>
                    <a:pt x="160" y="235"/>
                    <a:pt x="162" y="235"/>
                  </a:cubicBezTo>
                  <a:cubicBezTo>
                    <a:pt x="164" y="235"/>
                    <a:pt x="165" y="235"/>
                    <a:pt x="167" y="235"/>
                  </a:cubicBezTo>
                  <a:cubicBezTo>
                    <a:pt x="334" y="235"/>
                    <a:pt x="410" y="414"/>
                    <a:pt x="476" y="542"/>
                  </a:cubicBezTo>
                  <a:cubicBezTo>
                    <a:pt x="497" y="582"/>
                    <a:pt x="529" y="599"/>
                    <a:pt x="562" y="599"/>
                  </a:cubicBezTo>
                  <a:cubicBezTo>
                    <a:pt x="640" y="599"/>
                    <a:pt x="721" y="508"/>
                    <a:pt x="675" y="413"/>
                  </a:cubicBezTo>
                  <a:cubicBezTo>
                    <a:pt x="566" y="202"/>
                    <a:pt x="428" y="1"/>
                    <a:pt x="169" y="1"/>
                  </a:cubicBezTo>
                  <a:close/>
                </a:path>
              </a:pathLst>
            </a:custGeom>
            <a:solidFill>
              <a:srgbClr val="25282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1" name="Google Shape;1691;p43"/>
            <p:cNvSpPr/>
            <p:nvPr/>
          </p:nvSpPr>
          <p:spPr>
            <a:xfrm>
              <a:off x="-1713932" y="1908540"/>
              <a:ext cx="25807" cy="35306"/>
            </a:xfrm>
            <a:custGeom>
              <a:rect b="b" l="l" r="r" t="t"/>
              <a:pathLst>
                <a:path extrusionOk="0" h="617" w="451">
                  <a:moveTo>
                    <a:pt x="248" y="0"/>
                  </a:moveTo>
                  <a:cubicBezTo>
                    <a:pt x="223" y="0"/>
                    <a:pt x="203" y="21"/>
                    <a:pt x="203" y="46"/>
                  </a:cubicBezTo>
                  <a:cubicBezTo>
                    <a:pt x="203" y="56"/>
                    <a:pt x="206" y="314"/>
                    <a:pt x="335" y="516"/>
                  </a:cubicBezTo>
                  <a:cubicBezTo>
                    <a:pt x="306" y="523"/>
                    <a:pt x="267" y="530"/>
                    <a:pt x="218" y="530"/>
                  </a:cubicBezTo>
                  <a:cubicBezTo>
                    <a:pt x="173" y="530"/>
                    <a:pt x="120" y="524"/>
                    <a:pt x="60" y="509"/>
                  </a:cubicBezTo>
                  <a:cubicBezTo>
                    <a:pt x="55" y="508"/>
                    <a:pt x="51" y="507"/>
                    <a:pt x="47" y="507"/>
                  </a:cubicBezTo>
                  <a:cubicBezTo>
                    <a:pt x="28" y="507"/>
                    <a:pt x="11" y="520"/>
                    <a:pt x="8" y="537"/>
                  </a:cubicBezTo>
                  <a:cubicBezTo>
                    <a:pt x="0" y="562"/>
                    <a:pt x="14" y="586"/>
                    <a:pt x="39" y="592"/>
                  </a:cubicBezTo>
                  <a:cubicBezTo>
                    <a:pt x="105" y="610"/>
                    <a:pt x="164" y="617"/>
                    <a:pt x="217" y="617"/>
                  </a:cubicBezTo>
                  <a:cubicBezTo>
                    <a:pt x="342" y="617"/>
                    <a:pt x="418" y="579"/>
                    <a:pt x="426" y="579"/>
                  </a:cubicBezTo>
                  <a:cubicBezTo>
                    <a:pt x="436" y="572"/>
                    <a:pt x="443" y="562"/>
                    <a:pt x="447" y="547"/>
                  </a:cubicBezTo>
                  <a:cubicBezTo>
                    <a:pt x="450" y="537"/>
                    <a:pt x="447" y="523"/>
                    <a:pt x="439" y="512"/>
                  </a:cubicBezTo>
                  <a:cubicBezTo>
                    <a:pt x="296" y="328"/>
                    <a:pt x="293" y="46"/>
                    <a:pt x="293" y="46"/>
                  </a:cubicBezTo>
                  <a:cubicBezTo>
                    <a:pt x="290" y="21"/>
                    <a:pt x="272" y="0"/>
                    <a:pt x="248" y="0"/>
                  </a:cubicBezTo>
                  <a:close/>
                </a:path>
              </a:pathLst>
            </a:custGeom>
            <a:solidFill>
              <a:srgbClr val="25282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2" name="Google Shape;1692;p43"/>
            <p:cNvSpPr/>
            <p:nvPr/>
          </p:nvSpPr>
          <p:spPr>
            <a:xfrm>
              <a:off x="-1751813" y="1943789"/>
              <a:ext cx="73645" cy="50070"/>
            </a:xfrm>
            <a:custGeom>
              <a:rect b="b" l="l" r="r" t="t"/>
              <a:pathLst>
                <a:path extrusionOk="0" h="875" w="1287">
                  <a:moveTo>
                    <a:pt x="91" y="1"/>
                  </a:moveTo>
                  <a:cubicBezTo>
                    <a:pt x="91" y="1"/>
                    <a:pt x="1" y="740"/>
                    <a:pt x="593" y="862"/>
                  </a:cubicBezTo>
                  <a:cubicBezTo>
                    <a:pt x="634" y="871"/>
                    <a:pt x="673" y="875"/>
                    <a:pt x="710" y="875"/>
                  </a:cubicBezTo>
                  <a:cubicBezTo>
                    <a:pt x="1122" y="875"/>
                    <a:pt x="1286" y="388"/>
                    <a:pt x="1286" y="388"/>
                  </a:cubicBezTo>
                  <a:cubicBezTo>
                    <a:pt x="1286" y="388"/>
                    <a:pt x="829" y="374"/>
                    <a:pt x="9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3" name="Google Shape;1693;p43"/>
            <p:cNvSpPr/>
            <p:nvPr/>
          </p:nvSpPr>
          <p:spPr>
            <a:xfrm>
              <a:off x="-1884398" y="1836783"/>
              <a:ext cx="84003" cy="105576"/>
            </a:xfrm>
            <a:custGeom>
              <a:rect b="b" l="l" r="r" t="t"/>
              <a:pathLst>
                <a:path extrusionOk="0" h="1845" w="1468">
                  <a:moveTo>
                    <a:pt x="642" y="1"/>
                  </a:moveTo>
                  <a:cubicBezTo>
                    <a:pt x="221" y="1"/>
                    <a:pt x="89" y="378"/>
                    <a:pt x="46" y="784"/>
                  </a:cubicBezTo>
                  <a:cubicBezTo>
                    <a:pt x="0" y="1206"/>
                    <a:pt x="157" y="1805"/>
                    <a:pt x="746" y="1843"/>
                  </a:cubicBezTo>
                  <a:cubicBezTo>
                    <a:pt x="761" y="1844"/>
                    <a:pt x="777" y="1845"/>
                    <a:pt x="792" y="1845"/>
                  </a:cubicBezTo>
                  <a:cubicBezTo>
                    <a:pt x="1058" y="1845"/>
                    <a:pt x="1225" y="1701"/>
                    <a:pt x="1324" y="1533"/>
                  </a:cubicBezTo>
                  <a:cubicBezTo>
                    <a:pt x="1453" y="1314"/>
                    <a:pt x="1467" y="1049"/>
                    <a:pt x="1377" y="812"/>
                  </a:cubicBezTo>
                  <a:cubicBezTo>
                    <a:pt x="1258" y="508"/>
                    <a:pt x="1022" y="24"/>
                    <a:pt x="704" y="3"/>
                  </a:cubicBezTo>
                  <a:cubicBezTo>
                    <a:pt x="682" y="2"/>
                    <a:pt x="662" y="1"/>
                    <a:pt x="642" y="1"/>
                  </a:cubicBezTo>
                  <a:close/>
                </a:path>
              </a:pathLst>
            </a:custGeom>
            <a:solidFill>
              <a:srgbClr val="B55A0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4" name="Google Shape;1694;p43"/>
            <p:cNvSpPr/>
            <p:nvPr/>
          </p:nvSpPr>
          <p:spPr>
            <a:xfrm>
              <a:off x="-1861967" y="1855838"/>
              <a:ext cx="32846" cy="61629"/>
            </a:xfrm>
            <a:custGeom>
              <a:rect b="b" l="l" r="r" t="t"/>
              <a:pathLst>
                <a:path extrusionOk="0" h="1077" w="574">
                  <a:moveTo>
                    <a:pt x="91" y="1"/>
                  </a:moveTo>
                  <a:cubicBezTo>
                    <a:pt x="82" y="1"/>
                    <a:pt x="74" y="1"/>
                    <a:pt x="65" y="2"/>
                  </a:cubicBezTo>
                  <a:cubicBezTo>
                    <a:pt x="0" y="8"/>
                    <a:pt x="15" y="106"/>
                    <a:pt x="76" y="106"/>
                  </a:cubicBezTo>
                  <a:cubicBezTo>
                    <a:pt x="78" y="106"/>
                    <a:pt x="80" y="106"/>
                    <a:pt x="82" y="106"/>
                  </a:cubicBezTo>
                  <a:cubicBezTo>
                    <a:pt x="89" y="105"/>
                    <a:pt x="95" y="105"/>
                    <a:pt x="102" y="105"/>
                  </a:cubicBezTo>
                  <a:cubicBezTo>
                    <a:pt x="291" y="105"/>
                    <a:pt x="393" y="345"/>
                    <a:pt x="416" y="497"/>
                  </a:cubicBezTo>
                  <a:cubicBezTo>
                    <a:pt x="437" y="671"/>
                    <a:pt x="385" y="844"/>
                    <a:pt x="323" y="1008"/>
                  </a:cubicBezTo>
                  <a:cubicBezTo>
                    <a:pt x="307" y="1048"/>
                    <a:pt x="340" y="1077"/>
                    <a:pt x="373" y="1077"/>
                  </a:cubicBezTo>
                  <a:cubicBezTo>
                    <a:pt x="392" y="1077"/>
                    <a:pt x="411" y="1067"/>
                    <a:pt x="420" y="1044"/>
                  </a:cubicBezTo>
                  <a:cubicBezTo>
                    <a:pt x="511" y="806"/>
                    <a:pt x="573" y="545"/>
                    <a:pt x="472" y="301"/>
                  </a:cubicBezTo>
                  <a:cubicBezTo>
                    <a:pt x="403" y="141"/>
                    <a:pt x="269" y="1"/>
                    <a:pt x="91" y="1"/>
                  </a:cubicBezTo>
                  <a:close/>
                </a:path>
              </a:pathLst>
            </a:custGeom>
            <a:solidFill>
              <a:srgbClr val="25282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5" name="Google Shape;1695;p43"/>
            <p:cNvSpPr/>
            <p:nvPr/>
          </p:nvSpPr>
          <p:spPr>
            <a:xfrm>
              <a:off x="-1862482" y="1926508"/>
              <a:ext cx="38682" cy="32617"/>
            </a:xfrm>
            <a:custGeom>
              <a:rect b="b" l="l" r="r" t="t"/>
              <a:pathLst>
                <a:path extrusionOk="0" h="570" w="676">
                  <a:moveTo>
                    <a:pt x="187" y="0"/>
                  </a:moveTo>
                  <a:cubicBezTo>
                    <a:pt x="172" y="0"/>
                    <a:pt x="157" y="6"/>
                    <a:pt x="143" y="21"/>
                  </a:cubicBezTo>
                  <a:cubicBezTo>
                    <a:pt x="0" y="167"/>
                    <a:pt x="7" y="404"/>
                    <a:pt x="185" y="519"/>
                  </a:cubicBezTo>
                  <a:cubicBezTo>
                    <a:pt x="238" y="554"/>
                    <a:pt x="296" y="569"/>
                    <a:pt x="352" y="569"/>
                  </a:cubicBezTo>
                  <a:cubicBezTo>
                    <a:pt x="484" y="569"/>
                    <a:pt x="609" y="483"/>
                    <a:pt x="655" y="349"/>
                  </a:cubicBezTo>
                  <a:cubicBezTo>
                    <a:pt x="675" y="296"/>
                    <a:pt x="629" y="256"/>
                    <a:pt x="586" y="256"/>
                  </a:cubicBezTo>
                  <a:cubicBezTo>
                    <a:pt x="561" y="256"/>
                    <a:pt x="537" y="269"/>
                    <a:pt x="526" y="299"/>
                  </a:cubicBezTo>
                  <a:cubicBezTo>
                    <a:pt x="499" y="378"/>
                    <a:pt x="429" y="432"/>
                    <a:pt x="353" y="432"/>
                  </a:cubicBezTo>
                  <a:cubicBezTo>
                    <a:pt x="324" y="432"/>
                    <a:pt x="294" y="424"/>
                    <a:pt x="266" y="407"/>
                  </a:cubicBezTo>
                  <a:cubicBezTo>
                    <a:pt x="164" y="345"/>
                    <a:pt x="153" y="209"/>
                    <a:pt x="234" y="129"/>
                  </a:cubicBezTo>
                  <a:cubicBezTo>
                    <a:pt x="283" y="77"/>
                    <a:pt x="238" y="0"/>
                    <a:pt x="187"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6" name="Google Shape;1696;p43"/>
            <p:cNvSpPr/>
            <p:nvPr/>
          </p:nvSpPr>
          <p:spPr>
            <a:xfrm>
              <a:off x="-1691615" y="1874149"/>
              <a:ext cx="79825" cy="89267"/>
            </a:xfrm>
            <a:custGeom>
              <a:rect b="b" l="l" r="r" t="t"/>
              <a:pathLst>
                <a:path extrusionOk="0" h="1560" w="1395">
                  <a:moveTo>
                    <a:pt x="750" y="135"/>
                  </a:moveTo>
                  <a:cubicBezTo>
                    <a:pt x="896" y="145"/>
                    <a:pt x="1025" y="225"/>
                    <a:pt x="1119" y="351"/>
                  </a:cubicBezTo>
                  <a:cubicBezTo>
                    <a:pt x="1213" y="483"/>
                    <a:pt x="1258" y="650"/>
                    <a:pt x="1244" y="825"/>
                  </a:cubicBezTo>
                  <a:cubicBezTo>
                    <a:pt x="1215" y="1168"/>
                    <a:pt x="968" y="1428"/>
                    <a:pt x="681" y="1428"/>
                  </a:cubicBezTo>
                  <a:cubicBezTo>
                    <a:pt x="668" y="1428"/>
                    <a:pt x="655" y="1428"/>
                    <a:pt x="642" y="1427"/>
                  </a:cubicBezTo>
                  <a:cubicBezTo>
                    <a:pt x="499" y="1413"/>
                    <a:pt x="370" y="1336"/>
                    <a:pt x="276" y="1208"/>
                  </a:cubicBezTo>
                  <a:cubicBezTo>
                    <a:pt x="182" y="1079"/>
                    <a:pt x="136" y="908"/>
                    <a:pt x="150" y="734"/>
                  </a:cubicBezTo>
                  <a:cubicBezTo>
                    <a:pt x="165" y="560"/>
                    <a:pt x="237" y="402"/>
                    <a:pt x="353" y="288"/>
                  </a:cubicBezTo>
                  <a:cubicBezTo>
                    <a:pt x="454" y="187"/>
                    <a:pt x="583" y="135"/>
                    <a:pt x="712" y="135"/>
                  </a:cubicBezTo>
                  <a:close/>
                  <a:moveTo>
                    <a:pt x="717" y="0"/>
                  </a:moveTo>
                  <a:cubicBezTo>
                    <a:pt x="550" y="0"/>
                    <a:pt x="389" y="66"/>
                    <a:pt x="258" y="193"/>
                  </a:cubicBezTo>
                  <a:cubicBezTo>
                    <a:pt x="123" y="330"/>
                    <a:pt x="36" y="518"/>
                    <a:pt x="18" y="724"/>
                  </a:cubicBezTo>
                  <a:cubicBezTo>
                    <a:pt x="1" y="929"/>
                    <a:pt x="57" y="1131"/>
                    <a:pt x="168" y="1288"/>
                  </a:cubicBezTo>
                  <a:cubicBezTo>
                    <a:pt x="287" y="1444"/>
                    <a:pt x="450" y="1542"/>
                    <a:pt x="631" y="1560"/>
                  </a:cubicBezTo>
                  <a:lnTo>
                    <a:pt x="684" y="1560"/>
                  </a:lnTo>
                  <a:cubicBezTo>
                    <a:pt x="1035" y="1560"/>
                    <a:pt x="1342" y="1246"/>
                    <a:pt x="1377" y="838"/>
                  </a:cubicBezTo>
                  <a:cubicBezTo>
                    <a:pt x="1395" y="632"/>
                    <a:pt x="1339" y="431"/>
                    <a:pt x="1228" y="274"/>
                  </a:cubicBezTo>
                  <a:cubicBezTo>
                    <a:pt x="1109" y="114"/>
                    <a:pt x="945" y="19"/>
                    <a:pt x="763" y="2"/>
                  </a:cubicBezTo>
                  <a:cubicBezTo>
                    <a:pt x="748" y="1"/>
                    <a:pt x="732" y="0"/>
                    <a:pt x="71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7" name="Google Shape;1697;p43"/>
            <p:cNvSpPr/>
            <p:nvPr/>
          </p:nvSpPr>
          <p:spPr>
            <a:xfrm>
              <a:off x="-1778136" y="1853778"/>
              <a:ext cx="81828" cy="89324"/>
            </a:xfrm>
            <a:custGeom>
              <a:rect b="b" l="l" r="r" t="t"/>
              <a:pathLst>
                <a:path extrusionOk="0" h="1561" w="1430">
                  <a:moveTo>
                    <a:pt x="728" y="131"/>
                  </a:moveTo>
                  <a:cubicBezTo>
                    <a:pt x="743" y="131"/>
                    <a:pt x="757" y="131"/>
                    <a:pt x="767" y="135"/>
                  </a:cubicBezTo>
                  <a:cubicBezTo>
                    <a:pt x="1070" y="160"/>
                    <a:pt x="1289" y="470"/>
                    <a:pt x="1262" y="825"/>
                  </a:cubicBezTo>
                  <a:cubicBezTo>
                    <a:pt x="1248" y="999"/>
                    <a:pt x="1175" y="1156"/>
                    <a:pt x="1059" y="1271"/>
                  </a:cubicBezTo>
                  <a:cubicBezTo>
                    <a:pt x="957" y="1371"/>
                    <a:pt x="834" y="1426"/>
                    <a:pt x="704" y="1426"/>
                  </a:cubicBezTo>
                  <a:cubicBezTo>
                    <a:pt x="689" y="1426"/>
                    <a:pt x="674" y="1426"/>
                    <a:pt x="659" y="1424"/>
                  </a:cubicBezTo>
                  <a:cubicBezTo>
                    <a:pt x="360" y="1400"/>
                    <a:pt x="136" y="1090"/>
                    <a:pt x="168" y="734"/>
                  </a:cubicBezTo>
                  <a:cubicBezTo>
                    <a:pt x="196" y="393"/>
                    <a:pt x="443" y="131"/>
                    <a:pt x="728" y="131"/>
                  </a:cubicBezTo>
                  <a:close/>
                  <a:moveTo>
                    <a:pt x="728" y="0"/>
                  </a:moveTo>
                  <a:cubicBezTo>
                    <a:pt x="376" y="0"/>
                    <a:pt x="69" y="314"/>
                    <a:pt x="35" y="724"/>
                  </a:cubicBezTo>
                  <a:cubicBezTo>
                    <a:pt x="1" y="1152"/>
                    <a:pt x="276" y="1525"/>
                    <a:pt x="649" y="1557"/>
                  </a:cubicBezTo>
                  <a:cubicBezTo>
                    <a:pt x="666" y="1557"/>
                    <a:pt x="683" y="1560"/>
                    <a:pt x="701" y="1560"/>
                  </a:cubicBezTo>
                  <a:cubicBezTo>
                    <a:pt x="865" y="1560"/>
                    <a:pt x="1025" y="1490"/>
                    <a:pt x="1151" y="1365"/>
                  </a:cubicBezTo>
                  <a:cubicBezTo>
                    <a:pt x="1289" y="1229"/>
                    <a:pt x="1376" y="1041"/>
                    <a:pt x="1394" y="835"/>
                  </a:cubicBezTo>
                  <a:cubicBezTo>
                    <a:pt x="1429" y="407"/>
                    <a:pt x="1154" y="34"/>
                    <a:pt x="778" y="2"/>
                  </a:cubicBezTo>
                  <a:cubicBezTo>
                    <a:pt x="761" y="1"/>
                    <a:pt x="745" y="0"/>
                    <a:pt x="72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8" name="Google Shape;1698;p43"/>
            <p:cNvSpPr/>
            <p:nvPr/>
          </p:nvSpPr>
          <p:spPr>
            <a:xfrm>
              <a:off x="-1704090" y="1894806"/>
              <a:ext cx="22832" cy="11273"/>
            </a:xfrm>
            <a:custGeom>
              <a:rect b="b" l="l" r="r" t="t"/>
              <a:pathLst>
                <a:path extrusionOk="0" h="197" w="399">
                  <a:moveTo>
                    <a:pt x="133" y="0"/>
                  </a:moveTo>
                  <a:cubicBezTo>
                    <a:pt x="108" y="0"/>
                    <a:pt x="83" y="4"/>
                    <a:pt x="58" y="10"/>
                  </a:cubicBezTo>
                  <a:cubicBezTo>
                    <a:pt x="1" y="23"/>
                    <a:pt x="16" y="106"/>
                    <a:pt x="68" y="106"/>
                  </a:cubicBezTo>
                  <a:cubicBezTo>
                    <a:pt x="72" y="106"/>
                    <a:pt x="77" y="106"/>
                    <a:pt x="82" y="104"/>
                  </a:cubicBezTo>
                  <a:cubicBezTo>
                    <a:pt x="98" y="101"/>
                    <a:pt x="113" y="99"/>
                    <a:pt x="129" y="99"/>
                  </a:cubicBezTo>
                  <a:cubicBezTo>
                    <a:pt x="189" y="99"/>
                    <a:pt x="249" y="125"/>
                    <a:pt x="285" y="174"/>
                  </a:cubicBezTo>
                  <a:cubicBezTo>
                    <a:pt x="296" y="190"/>
                    <a:pt x="312" y="197"/>
                    <a:pt x="328" y="197"/>
                  </a:cubicBezTo>
                  <a:cubicBezTo>
                    <a:pt x="364" y="197"/>
                    <a:pt x="399" y="162"/>
                    <a:pt x="372" y="125"/>
                  </a:cubicBezTo>
                  <a:cubicBezTo>
                    <a:pt x="314" y="46"/>
                    <a:pt x="226" y="0"/>
                    <a:pt x="13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9" name="Google Shape;1699;p43"/>
            <p:cNvSpPr/>
            <p:nvPr/>
          </p:nvSpPr>
          <p:spPr>
            <a:xfrm>
              <a:off x="-1825173" y="1843878"/>
              <a:ext cx="58825" cy="38854"/>
            </a:xfrm>
            <a:custGeom>
              <a:rect b="b" l="l" r="r" t="t"/>
              <a:pathLst>
                <a:path extrusionOk="0" h="679" w="1028">
                  <a:moveTo>
                    <a:pt x="75" y="0"/>
                  </a:moveTo>
                  <a:cubicBezTo>
                    <a:pt x="21" y="0"/>
                    <a:pt x="1" y="86"/>
                    <a:pt x="59" y="99"/>
                  </a:cubicBezTo>
                  <a:cubicBezTo>
                    <a:pt x="411" y="172"/>
                    <a:pt x="707" y="364"/>
                    <a:pt x="916" y="656"/>
                  </a:cubicBezTo>
                  <a:cubicBezTo>
                    <a:pt x="927" y="672"/>
                    <a:pt x="942" y="678"/>
                    <a:pt x="956" y="678"/>
                  </a:cubicBezTo>
                  <a:cubicBezTo>
                    <a:pt x="992" y="678"/>
                    <a:pt x="1027" y="641"/>
                    <a:pt x="1000" y="604"/>
                  </a:cubicBezTo>
                  <a:cubicBezTo>
                    <a:pt x="781" y="294"/>
                    <a:pt x="463" y="82"/>
                    <a:pt x="87" y="1"/>
                  </a:cubicBezTo>
                  <a:cubicBezTo>
                    <a:pt x="83" y="1"/>
                    <a:pt x="79" y="0"/>
                    <a:pt x="7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0" name="Google Shape;1700;p43"/>
            <p:cNvSpPr/>
            <p:nvPr/>
          </p:nvSpPr>
          <p:spPr>
            <a:xfrm>
              <a:off x="-2316084" y="2772657"/>
              <a:ext cx="668588" cy="404964"/>
            </a:xfrm>
            <a:custGeom>
              <a:rect b="b" l="l" r="r" t="t"/>
              <a:pathLst>
                <a:path extrusionOk="0" h="7077" w="11684">
                  <a:moveTo>
                    <a:pt x="2008" y="1"/>
                  </a:moveTo>
                  <a:cubicBezTo>
                    <a:pt x="2008" y="1"/>
                    <a:pt x="216" y="3189"/>
                    <a:pt x="77" y="5332"/>
                  </a:cubicBezTo>
                  <a:cubicBezTo>
                    <a:pt x="1" y="6508"/>
                    <a:pt x="2821" y="7077"/>
                    <a:pt x="5616" y="7077"/>
                  </a:cubicBezTo>
                  <a:cubicBezTo>
                    <a:pt x="7907" y="7077"/>
                    <a:pt x="10182" y="6695"/>
                    <a:pt x="10833" y="5952"/>
                  </a:cubicBezTo>
                  <a:cubicBezTo>
                    <a:pt x="11684" y="4984"/>
                    <a:pt x="9276" y="283"/>
                    <a:pt x="9276" y="283"/>
                  </a:cubicBezTo>
                  <a:cubicBezTo>
                    <a:pt x="9276" y="283"/>
                    <a:pt x="7864" y="886"/>
                    <a:pt x="5899" y="886"/>
                  </a:cubicBezTo>
                  <a:cubicBezTo>
                    <a:pt x="4736" y="886"/>
                    <a:pt x="3379" y="675"/>
                    <a:pt x="200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1" name="Google Shape;1701;p43"/>
            <p:cNvSpPr/>
            <p:nvPr/>
          </p:nvSpPr>
          <p:spPr>
            <a:xfrm>
              <a:off x="-1800967" y="2936771"/>
              <a:ext cx="121998" cy="201309"/>
            </a:xfrm>
            <a:custGeom>
              <a:rect b="b" l="l" r="r" t="t"/>
              <a:pathLst>
                <a:path extrusionOk="0" h="3518" w="2132">
                  <a:moveTo>
                    <a:pt x="76" y="0"/>
                  </a:moveTo>
                  <a:cubicBezTo>
                    <a:pt x="37" y="0"/>
                    <a:pt x="0" y="25"/>
                    <a:pt x="6" y="74"/>
                  </a:cubicBezTo>
                  <a:cubicBezTo>
                    <a:pt x="156" y="1436"/>
                    <a:pt x="881" y="2690"/>
                    <a:pt x="1984" y="3502"/>
                  </a:cubicBezTo>
                  <a:cubicBezTo>
                    <a:pt x="1998" y="3513"/>
                    <a:pt x="2012" y="3517"/>
                    <a:pt x="2025" y="3517"/>
                  </a:cubicBezTo>
                  <a:cubicBezTo>
                    <a:pt x="2088" y="3517"/>
                    <a:pt x="2131" y="3415"/>
                    <a:pt x="2065" y="3366"/>
                  </a:cubicBezTo>
                  <a:cubicBezTo>
                    <a:pt x="1006" y="2593"/>
                    <a:pt x="305" y="1377"/>
                    <a:pt x="162" y="74"/>
                  </a:cubicBezTo>
                  <a:cubicBezTo>
                    <a:pt x="157" y="25"/>
                    <a:pt x="115" y="0"/>
                    <a:pt x="7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2" name="Google Shape;1702;p43"/>
            <p:cNvSpPr/>
            <p:nvPr/>
          </p:nvSpPr>
          <p:spPr>
            <a:xfrm>
              <a:off x="-2231166" y="2833026"/>
              <a:ext cx="464475" cy="59740"/>
            </a:xfrm>
            <a:custGeom>
              <a:rect b="b" l="l" r="r" t="t"/>
              <a:pathLst>
                <a:path extrusionOk="0" h="1044" w="8117">
                  <a:moveTo>
                    <a:pt x="102" y="1"/>
                  </a:moveTo>
                  <a:cubicBezTo>
                    <a:pt x="41" y="1"/>
                    <a:pt x="1" y="91"/>
                    <a:pt x="67" y="124"/>
                  </a:cubicBezTo>
                  <a:cubicBezTo>
                    <a:pt x="1333" y="737"/>
                    <a:pt x="2727" y="1043"/>
                    <a:pt x="4121" y="1043"/>
                  </a:cubicBezTo>
                  <a:cubicBezTo>
                    <a:pt x="5469" y="1043"/>
                    <a:pt x="6817" y="756"/>
                    <a:pt x="8050" y="182"/>
                  </a:cubicBezTo>
                  <a:cubicBezTo>
                    <a:pt x="8116" y="153"/>
                    <a:pt x="8076" y="63"/>
                    <a:pt x="8015" y="63"/>
                  </a:cubicBezTo>
                  <a:cubicBezTo>
                    <a:pt x="8005" y="63"/>
                    <a:pt x="7994" y="66"/>
                    <a:pt x="7984" y="71"/>
                  </a:cubicBezTo>
                  <a:cubicBezTo>
                    <a:pt x="6775" y="634"/>
                    <a:pt x="5451" y="914"/>
                    <a:pt x="4127" y="914"/>
                  </a:cubicBezTo>
                  <a:cubicBezTo>
                    <a:pt x="2753" y="914"/>
                    <a:pt x="1379" y="612"/>
                    <a:pt x="133" y="8"/>
                  </a:cubicBezTo>
                  <a:cubicBezTo>
                    <a:pt x="122" y="3"/>
                    <a:pt x="112" y="1"/>
                    <a:pt x="10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3" name="Google Shape;1703;p43"/>
            <p:cNvSpPr/>
            <p:nvPr/>
          </p:nvSpPr>
          <p:spPr>
            <a:xfrm>
              <a:off x="-1826088" y="2802412"/>
              <a:ext cx="20886" cy="54190"/>
            </a:xfrm>
            <a:custGeom>
              <a:rect b="b" l="l" r="r" t="t"/>
              <a:pathLst>
                <a:path extrusionOk="0" h="947" w="365">
                  <a:moveTo>
                    <a:pt x="90" y="1"/>
                  </a:moveTo>
                  <a:cubicBezTo>
                    <a:pt x="46" y="1"/>
                    <a:pt x="0" y="48"/>
                    <a:pt x="27" y="101"/>
                  </a:cubicBezTo>
                  <a:cubicBezTo>
                    <a:pt x="149" y="349"/>
                    <a:pt x="215" y="610"/>
                    <a:pt x="228" y="881"/>
                  </a:cubicBezTo>
                  <a:cubicBezTo>
                    <a:pt x="232" y="925"/>
                    <a:pt x="267" y="947"/>
                    <a:pt x="300" y="947"/>
                  </a:cubicBezTo>
                  <a:cubicBezTo>
                    <a:pt x="333" y="947"/>
                    <a:pt x="365" y="925"/>
                    <a:pt x="361" y="881"/>
                  </a:cubicBezTo>
                  <a:cubicBezTo>
                    <a:pt x="347" y="585"/>
                    <a:pt x="270" y="303"/>
                    <a:pt x="141" y="35"/>
                  </a:cubicBezTo>
                  <a:cubicBezTo>
                    <a:pt x="129" y="11"/>
                    <a:pt x="110" y="1"/>
                    <a:pt x="9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4" name="Google Shape;1704;p43"/>
            <p:cNvSpPr/>
            <p:nvPr/>
          </p:nvSpPr>
          <p:spPr>
            <a:xfrm>
              <a:off x="-2161240" y="2798464"/>
              <a:ext cx="25063" cy="64776"/>
            </a:xfrm>
            <a:custGeom>
              <a:rect b="b" l="l" r="r" t="t"/>
              <a:pathLst>
                <a:path extrusionOk="0" h="1132" w="438">
                  <a:moveTo>
                    <a:pt x="349" y="0"/>
                  </a:moveTo>
                  <a:cubicBezTo>
                    <a:pt x="329" y="0"/>
                    <a:pt x="310" y="10"/>
                    <a:pt x="298" y="34"/>
                  </a:cubicBezTo>
                  <a:cubicBezTo>
                    <a:pt x="148" y="365"/>
                    <a:pt x="51" y="707"/>
                    <a:pt x="6" y="1069"/>
                  </a:cubicBezTo>
                  <a:cubicBezTo>
                    <a:pt x="0" y="1111"/>
                    <a:pt x="31" y="1132"/>
                    <a:pt x="64" y="1132"/>
                  </a:cubicBezTo>
                  <a:cubicBezTo>
                    <a:pt x="97" y="1132"/>
                    <a:pt x="132" y="1111"/>
                    <a:pt x="138" y="1069"/>
                  </a:cubicBezTo>
                  <a:cubicBezTo>
                    <a:pt x="180" y="731"/>
                    <a:pt x="270" y="410"/>
                    <a:pt x="413" y="101"/>
                  </a:cubicBezTo>
                  <a:cubicBezTo>
                    <a:pt x="437" y="48"/>
                    <a:pt x="392" y="0"/>
                    <a:pt x="349" y="0"/>
                  </a:cubicBezTo>
                  <a:close/>
                </a:path>
              </a:pathLst>
            </a:custGeom>
            <a:solidFill>
              <a:srgbClr val="5364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5" name="Google Shape;1705;p43"/>
            <p:cNvSpPr/>
            <p:nvPr/>
          </p:nvSpPr>
          <p:spPr>
            <a:xfrm>
              <a:off x="-2033749" y="2824100"/>
              <a:ext cx="17396" cy="61858"/>
            </a:xfrm>
            <a:custGeom>
              <a:rect b="b" l="l" r="r" t="t"/>
              <a:pathLst>
                <a:path extrusionOk="0" h="1081" w="304">
                  <a:moveTo>
                    <a:pt x="224" y="1"/>
                  </a:moveTo>
                  <a:cubicBezTo>
                    <a:pt x="198" y="1"/>
                    <a:pt x="172" y="14"/>
                    <a:pt x="161" y="46"/>
                  </a:cubicBezTo>
                  <a:cubicBezTo>
                    <a:pt x="49" y="359"/>
                    <a:pt x="0" y="684"/>
                    <a:pt x="15" y="1015"/>
                  </a:cubicBezTo>
                  <a:cubicBezTo>
                    <a:pt x="16" y="1058"/>
                    <a:pt x="50" y="1080"/>
                    <a:pt x="83" y="1080"/>
                  </a:cubicBezTo>
                  <a:cubicBezTo>
                    <a:pt x="116" y="1080"/>
                    <a:pt x="149" y="1058"/>
                    <a:pt x="147" y="1015"/>
                  </a:cubicBezTo>
                  <a:cubicBezTo>
                    <a:pt x="133" y="694"/>
                    <a:pt x="182" y="384"/>
                    <a:pt x="286" y="81"/>
                  </a:cubicBezTo>
                  <a:cubicBezTo>
                    <a:pt x="303" y="32"/>
                    <a:pt x="264" y="1"/>
                    <a:pt x="224" y="1"/>
                  </a:cubicBezTo>
                  <a:close/>
                </a:path>
              </a:pathLst>
            </a:custGeom>
            <a:solidFill>
              <a:srgbClr val="5364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6" name="Google Shape;1706;p43"/>
            <p:cNvSpPr/>
            <p:nvPr/>
          </p:nvSpPr>
          <p:spPr>
            <a:xfrm>
              <a:off x="-1918102" y="2830909"/>
              <a:ext cx="32731" cy="32903"/>
            </a:xfrm>
            <a:custGeom>
              <a:rect b="b" l="l" r="r" t="t"/>
              <a:pathLst>
                <a:path extrusionOk="0" h="575" w="572">
                  <a:moveTo>
                    <a:pt x="286" y="0"/>
                  </a:moveTo>
                  <a:cubicBezTo>
                    <a:pt x="130" y="0"/>
                    <a:pt x="1" y="129"/>
                    <a:pt x="1" y="290"/>
                  </a:cubicBezTo>
                  <a:cubicBezTo>
                    <a:pt x="1" y="446"/>
                    <a:pt x="130" y="575"/>
                    <a:pt x="286" y="575"/>
                  </a:cubicBezTo>
                  <a:cubicBezTo>
                    <a:pt x="446" y="575"/>
                    <a:pt x="572" y="446"/>
                    <a:pt x="572" y="290"/>
                  </a:cubicBezTo>
                  <a:cubicBezTo>
                    <a:pt x="572" y="129"/>
                    <a:pt x="446" y="0"/>
                    <a:pt x="28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7" name="Google Shape;1707;p43"/>
            <p:cNvSpPr/>
            <p:nvPr/>
          </p:nvSpPr>
          <p:spPr>
            <a:xfrm>
              <a:off x="-2271622" y="2912165"/>
              <a:ext cx="134530" cy="126176"/>
            </a:xfrm>
            <a:custGeom>
              <a:rect b="b" l="l" r="r" t="t"/>
              <a:pathLst>
                <a:path extrusionOk="0" h="2205" w="2351">
                  <a:moveTo>
                    <a:pt x="2269" y="1"/>
                  </a:moveTo>
                  <a:cubicBezTo>
                    <a:pt x="2242" y="1"/>
                    <a:pt x="2215" y="14"/>
                    <a:pt x="2202" y="44"/>
                  </a:cubicBezTo>
                  <a:cubicBezTo>
                    <a:pt x="1836" y="949"/>
                    <a:pt x="1260" y="2073"/>
                    <a:pt x="140" y="2073"/>
                  </a:cubicBezTo>
                  <a:cubicBezTo>
                    <a:pt x="122" y="2073"/>
                    <a:pt x="103" y="2072"/>
                    <a:pt x="84" y="2072"/>
                  </a:cubicBezTo>
                  <a:cubicBezTo>
                    <a:pt x="83" y="2072"/>
                    <a:pt x="82" y="2072"/>
                    <a:pt x="81" y="2072"/>
                  </a:cubicBezTo>
                  <a:cubicBezTo>
                    <a:pt x="0" y="2072"/>
                    <a:pt x="1" y="2201"/>
                    <a:pt x="84" y="2204"/>
                  </a:cubicBezTo>
                  <a:cubicBezTo>
                    <a:pt x="103" y="2204"/>
                    <a:pt x="123" y="2205"/>
                    <a:pt x="142" y="2205"/>
                  </a:cubicBezTo>
                  <a:cubicBezTo>
                    <a:pt x="1327" y="2205"/>
                    <a:pt x="1944" y="1039"/>
                    <a:pt x="2332" y="79"/>
                  </a:cubicBezTo>
                  <a:cubicBezTo>
                    <a:pt x="2351" y="32"/>
                    <a:pt x="2310" y="1"/>
                    <a:pt x="2269" y="1"/>
                  </a:cubicBezTo>
                  <a:close/>
                </a:path>
              </a:pathLst>
            </a:custGeom>
            <a:solidFill>
              <a:srgbClr val="5364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8" name="Google Shape;1708;p43"/>
            <p:cNvSpPr/>
            <p:nvPr/>
          </p:nvSpPr>
          <p:spPr>
            <a:xfrm>
              <a:off x="-1687839" y="2332043"/>
              <a:ext cx="21230" cy="113243"/>
            </a:xfrm>
            <a:custGeom>
              <a:rect b="b" l="l" r="r" t="t"/>
              <a:pathLst>
                <a:path extrusionOk="0" h="1979" w="371">
                  <a:moveTo>
                    <a:pt x="291" y="0"/>
                  </a:moveTo>
                  <a:cubicBezTo>
                    <a:pt x="265" y="0"/>
                    <a:pt x="238" y="14"/>
                    <a:pt x="227" y="45"/>
                  </a:cubicBezTo>
                  <a:cubicBezTo>
                    <a:pt x="28" y="658"/>
                    <a:pt x="1" y="1300"/>
                    <a:pt x="140" y="1930"/>
                  </a:cubicBezTo>
                  <a:cubicBezTo>
                    <a:pt x="148" y="1964"/>
                    <a:pt x="172" y="1979"/>
                    <a:pt x="199" y="1979"/>
                  </a:cubicBezTo>
                  <a:cubicBezTo>
                    <a:pt x="238" y="1979"/>
                    <a:pt x="280" y="1946"/>
                    <a:pt x="269" y="1896"/>
                  </a:cubicBezTo>
                  <a:cubicBezTo>
                    <a:pt x="133" y="1290"/>
                    <a:pt x="165" y="673"/>
                    <a:pt x="356" y="81"/>
                  </a:cubicBezTo>
                  <a:cubicBezTo>
                    <a:pt x="371" y="32"/>
                    <a:pt x="331" y="0"/>
                    <a:pt x="291" y="0"/>
                  </a:cubicBezTo>
                  <a:close/>
                </a:path>
              </a:pathLst>
            </a:custGeom>
            <a:solidFill>
              <a:srgbClr val="0B2A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9" name="Google Shape;1709;p43"/>
            <p:cNvSpPr/>
            <p:nvPr/>
          </p:nvSpPr>
          <p:spPr>
            <a:xfrm>
              <a:off x="-1973207" y="2636696"/>
              <a:ext cx="181109" cy="21973"/>
            </a:xfrm>
            <a:custGeom>
              <a:rect b="b" l="l" r="r" t="t"/>
              <a:pathLst>
                <a:path extrusionOk="0" h="384" w="3165">
                  <a:moveTo>
                    <a:pt x="3080" y="0"/>
                  </a:moveTo>
                  <a:cubicBezTo>
                    <a:pt x="3073" y="0"/>
                    <a:pt x="3066" y="1"/>
                    <a:pt x="3058" y="4"/>
                  </a:cubicBezTo>
                  <a:cubicBezTo>
                    <a:pt x="2518" y="169"/>
                    <a:pt x="1963" y="252"/>
                    <a:pt x="1406" y="252"/>
                  </a:cubicBezTo>
                  <a:cubicBezTo>
                    <a:pt x="973" y="252"/>
                    <a:pt x="540" y="202"/>
                    <a:pt x="113" y="101"/>
                  </a:cubicBezTo>
                  <a:cubicBezTo>
                    <a:pt x="107" y="100"/>
                    <a:pt x="101" y="99"/>
                    <a:pt x="95" y="99"/>
                  </a:cubicBezTo>
                  <a:cubicBezTo>
                    <a:pt x="25" y="99"/>
                    <a:pt x="1" y="207"/>
                    <a:pt x="78" y="227"/>
                  </a:cubicBezTo>
                  <a:cubicBezTo>
                    <a:pt x="517" y="331"/>
                    <a:pt x="963" y="384"/>
                    <a:pt x="1409" y="384"/>
                  </a:cubicBezTo>
                  <a:cubicBezTo>
                    <a:pt x="1976" y="384"/>
                    <a:pt x="2542" y="299"/>
                    <a:pt x="3092" y="130"/>
                  </a:cubicBezTo>
                  <a:cubicBezTo>
                    <a:pt x="3164" y="108"/>
                    <a:pt x="3144" y="0"/>
                    <a:pt x="3080" y="0"/>
                  </a:cubicBezTo>
                  <a:close/>
                </a:path>
              </a:pathLst>
            </a:custGeom>
            <a:solidFill>
              <a:srgbClr val="0B2A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0" name="Google Shape;1710;p43"/>
            <p:cNvSpPr/>
            <p:nvPr/>
          </p:nvSpPr>
          <p:spPr>
            <a:xfrm>
              <a:off x="-2589837" y="4947569"/>
              <a:ext cx="183112" cy="310089"/>
            </a:xfrm>
            <a:custGeom>
              <a:rect b="b" l="l" r="r" t="t"/>
              <a:pathLst>
                <a:path extrusionOk="0" h="5419" w="3200">
                  <a:moveTo>
                    <a:pt x="791" y="1"/>
                  </a:moveTo>
                  <a:lnTo>
                    <a:pt x="0" y="5384"/>
                  </a:lnTo>
                  <a:lnTo>
                    <a:pt x="1718" y="5419"/>
                  </a:lnTo>
                  <a:lnTo>
                    <a:pt x="3199" y="241"/>
                  </a:lnTo>
                  <a:lnTo>
                    <a:pt x="791" y="1"/>
                  </a:lnTo>
                  <a:close/>
                </a:path>
              </a:pathLst>
            </a:custGeom>
            <a:solidFill>
              <a:srgbClr val="B55A0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1" name="Google Shape;1711;p43"/>
            <p:cNvSpPr/>
            <p:nvPr/>
          </p:nvSpPr>
          <p:spPr>
            <a:xfrm>
              <a:off x="-2606775" y="5186245"/>
              <a:ext cx="441700" cy="214813"/>
            </a:xfrm>
            <a:custGeom>
              <a:rect b="b" l="l" r="r" t="t"/>
              <a:pathLst>
                <a:path extrusionOk="0" h="3754" w="7719">
                  <a:moveTo>
                    <a:pt x="2234" y="1"/>
                  </a:moveTo>
                  <a:cubicBezTo>
                    <a:pt x="1860" y="1"/>
                    <a:pt x="1683" y="1213"/>
                    <a:pt x="1683" y="1213"/>
                  </a:cubicBezTo>
                  <a:lnTo>
                    <a:pt x="624" y="1011"/>
                  </a:lnTo>
                  <a:cubicBezTo>
                    <a:pt x="624" y="1011"/>
                    <a:pt x="219" y="501"/>
                    <a:pt x="66" y="501"/>
                  </a:cubicBezTo>
                  <a:cubicBezTo>
                    <a:pt x="24" y="501"/>
                    <a:pt x="1" y="540"/>
                    <a:pt x="10" y="638"/>
                  </a:cubicBezTo>
                  <a:cubicBezTo>
                    <a:pt x="56" y="1095"/>
                    <a:pt x="345" y="3753"/>
                    <a:pt x="345" y="3753"/>
                  </a:cubicBezTo>
                  <a:lnTo>
                    <a:pt x="7718" y="3753"/>
                  </a:lnTo>
                  <a:cubicBezTo>
                    <a:pt x="7488" y="2576"/>
                    <a:pt x="6955" y="2235"/>
                    <a:pt x="6349" y="2196"/>
                  </a:cubicBezTo>
                  <a:cubicBezTo>
                    <a:pt x="5743" y="2158"/>
                    <a:pt x="3293" y="1600"/>
                    <a:pt x="3293" y="1600"/>
                  </a:cubicBezTo>
                  <a:cubicBezTo>
                    <a:pt x="3293" y="1600"/>
                    <a:pt x="2707" y="151"/>
                    <a:pt x="2293" y="11"/>
                  </a:cubicBezTo>
                  <a:cubicBezTo>
                    <a:pt x="2273" y="4"/>
                    <a:pt x="2253" y="1"/>
                    <a:pt x="223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2" name="Google Shape;1712;p43"/>
            <p:cNvSpPr/>
            <p:nvPr/>
          </p:nvSpPr>
          <p:spPr>
            <a:xfrm>
              <a:off x="-2596303" y="5308357"/>
              <a:ext cx="215443" cy="62315"/>
            </a:xfrm>
            <a:custGeom>
              <a:rect b="b" l="l" r="r" t="t"/>
              <a:pathLst>
                <a:path extrusionOk="0" h="1089" w="3765">
                  <a:moveTo>
                    <a:pt x="102" y="0"/>
                  </a:moveTo>
                  <a:cubicBezTo>
                    <a:pt x="28" y="0"/>
                    <a:pt x="1" y="119"/>
                    <a:pt x="82" y="138"/>
                  </a:cubicBezTo>
                  <a:cubicBezTo>
                    <a:pt x="636" y="266"/>
                    <a:pt x="1204" y="338"/>
                    <a:pt x="1773" y="338"/>
                  </a:cubicBezTo>
                  <a:cubicBezTo>
                    <a:pt x="1855" y="338"/>
                    <a:pt x="1937" y="337"/>
                    <a:pt x="2019" y="334"/>
                  </a:cubicBezTo>
                  <a:cubicBezTo>
                    <a:pt x="2210" y="327"/>
                    <a:pt x="2406" y="306"/>
                    <a:pt x="2600" y="306"/>
                  </a:cubicBezTo>
                  <a:cubicBezTo>
                    <a:pt x="2728" y="306"/>
                    <a:pt x="2855" y="315"/>
                    <a:pt x="2981" y="344"/>
                  </a:cubicBezTo>
                  <a:cubicBezTo>
                    <a:pt x="3305" y="414"/>
                    <a:pt x="3608" y="661"/>
                    <a:pt x="3580" y="1020"/>
                  </a:cubicBezTo>
                  <a:cubicBezTo>
                    <a:pt x="3577" y="1066"/>
                    <a:pt x="3610" y="1088"/>
                    <a:pt x="3645" y="1088"/>
                  </a:cubicBezTo>
                  <a:cubicBezTo>
                    <a:pt x="3680" y="1088"/>
                    <a:pt x="3716" y="1066"/>
                    <a:pt x="3720" y="1020"/>
                  </a:cubicBezTo>
                  <a:cubicBezTo>
                    <a:pt x="3765" y="408"/>
                    <a:pt x="3112" y="170"/>
                    <a:pt x="2608" y="170"/>
                  </a:cubicBezTo>
                  <a:cubicBezTo>
                    <a:pt x="2605" y="170"/>
                    <a:pt x="2601" y="170"/>
                    <a:pt x="2598" y="170"/>
                  </a:cubicBezTo>
                  <a:cubicBezTo>
                    <a:pt x="2283" y="170"/>
                    <a:pt x="1968" y="195"/>
                    <a:pt x="1651" y="195"/>
                  </a:cubicBezTo>
                  <a:cubicBezTo>
                    <a:pt x="1579" y="195"/>
                    <a:pt x="1506" y="194"/>
                    <a:pt x="1434" y="191"/>
                  </a:cubicBezTo>
                  <a:cubicBezTo>
                    <a:pt x="991" y="170"/>
                    <a:pt x="552" y="104"/>
                    <a:pt x="120" y="3"/>
                  </a:cubicBezTo>
                  <a:cubicBezTo>
                    <a:pt x="114" y="1"/>
                    <a:pt x="108" y="0"/>
                    <a:pt x="10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3" name="Google Shape;1713;p43"/>
            <p:cNvSpPr/>
            <p:nvPr/>
          </p:nvSpPr>
          <p:spPr>
            <a:xfrm>
              <a:off x="-2303209" y="5311218"/>
              <a:ext cx="62373" cy="66206"/>
            </a:xfrm>
            <a:custGeom>
              <a:rect b="b" l="l" r="r" t="t"/>
              <a:pathLst>
                <a:path extrusionOk="0" h="1157" w="1090">
                  <a:moveTo>
                    <a:pt x="1011" y="1"/>
                  </a:moveTo>
                  <a:cubicBezTo>
                    <a:pt x="1008" y="1"/>
                    <a:pt x="1005" y="1"/>
                    <a:pt x="1002" y="1"/>
                  </a:cubicBezTo>
                  <a:cubicBezTo>
                    <a:pt x="445" y="61"/>
                    <a:pt x="33" y="538"/>
                    <a:pt x="2" y="1088"/>
                  </a:cubicBezTo>
                  <a:cubicBezTo>
                    <a:pt x="1" y="1134"/>
                    <a:pt x="34" y="1157"/>
                    <a:pt x="70" y="1157"/>
                  </a:cubicBezTo>
                  <a:cubicBezTo>
                    <a:pt x="105" y="1157"/>
                    <a:pt x="141" y="1134"/>
                    <a:pt x="145" y="1088"/>
                  </a:cubicBezTo>
                  <a:cubicBezTo>
                    <a:pt x="169" y="618"/>
                    <a:pt x="522" y="193"/>
                    <a:pt x="1002" y="141"/>
                  </a:cubicBezTo>
                  <a:cubicBezTo>
                    <a:pt x="1086" y="130"/>
                    <a:pt x="1089" y="1"/>
                    <a:pt x="101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4" name="Google Shape;1714;p43"/>
            <p:cNvSpPr/>
            <p:nvPr/>
          </p:nvSpPr>
          <p:spPr>
            <a:xfrm>
              <a:off x="-2591210" y="5369471"/>
              <a:ext cx="418754" cy="12417"/>
            </a:xfrm>
            <a:custGeom>
              <a:rect b="b" l="l" r="r" t="t"/>
              <a:pathLst>
                <a:path extrusionOk="0" h="217" w="7318">
                  <a:moveTo>
                    <a:pt x="90" y="1"/>
                  </a:moveTo>
                  <a:cubicBezTo>
                    <a:pt x="0" y="1"/>
                    <a:pt x="0" y="141"/>
                    <a:pt x="90" y="141"/>
                  </a:cubicBezTo>
                  <a:cubicBezTo>
                    <a:pt x="2017" y="161"/>
                    <a:pt x="3948" y="182"/>
                    <a:pt x="5875" y="199"/>
                  </a:cubicBezTo>
                  <a:cubicBezTo>
                    <a:pt x="6324" y="207"/>
                    <a:pt x="6777" y="210"/>
                    <a:pt x="7227" y="217"/>
                  </a:cubicBezTo>
                  <a:cubicBezTo>
                    <a:pt x="7317" y="217"/>
                    <a:pt x="7317" y="78"/>
                    <a:pt x="7227" y="74"/>
                  </a:cubicBezTo>
                  <a:cubicBezTo>
                    <a:pt x="5296" y="57"/>
                    <a:pt x="3369" y="36"/>
                    <a:pt x="1439" y="15"/>
                  </a:cubicBezTo>
                  <a:cubicBezTo>
                    <a:pt x="989" y="11"/>
                    <a:pt x="540" y="4"/>
                    <a:pt x="9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5" name="Google Shape;1715;p43"/>
            <p:cNvSpPr/>
            <p:nvPr/>
          </p:nvSpPr>
          <p:spPr>
            <a:xfrm>
              <a:off x="-2589837" y="2968472"/>
              <a:ext cx="697714" cy="2068708"/>
            </a:xfrm>
            <a:custGeom>
              <a:rect b="b" l="l" r="r" t="t"/>
              <a:pathLst>
                <a:path extrusionOk="0" h="36152" w="12193">
                  <a:moveTo>
                    <a:pt x="5275" y="1"/>
                  </a:moveTo>
                  <a:lnTo>
                    <a:pt x="5275" y="1"/>
                  </a:lnTo>
                  <a:cubicBezTo>
                    <a:pt x="2736" y="11635"/>
                    <a:pt x="5656" y="16269"/>
                    <a:pt x="4969" y="19608"/>
                  </a:cubicBezTo>
                  <a:cubicBezTo>
                    <a:pt x="4767" y="20583"/>
                    <a:pt x="0" y="35747"/>
                    <a:pt x="0" y="35747"/>
                  </a:cubicBezTo>
                  <a:lnTo>
                    <a:pt x="3363" y="36151"/>
                  </a:lnTo>
                  <a:cubicBezTo>
                    <a:pt x="3363" y="36151"/>
                    <a:pt x="9489" y="23266"/>
                    <a:pt x="10426" y="21447"/>
                  </a:cubicBezTo>
                  <a:cubicBezTo>
                    <a:pt x="11363" y="19628"/>
                    <a:pt x="12192" y="4018"/>
                    <a:pt x="12192" y="4018"/>
                  </a:cubicBezTo>
                  <a:lnTo>
                    <a:pt x="527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6" name="Google Shape;1716;p43"/>
            <p:cNvSpPr/>
            <p:nvPr/>
          </p:nvSpPr>
          <p:spPr>
            <a:xfrm>
              <a:off x="-2120784" y="4151032"/>
              <a:ext cx="122399" cy="39598"/>
            </a:xfrm>
            <a:custGeom>
              <a:rect b="b" l="l" r="r" t="t"/>
              <a:pathLst>
                <a:path extrusionOk="0" h="692" w="2139">
                  <a:moveTo>
                    <a:pt x="118" y="1"/>
                  </a:moveTo>
                  <a:cubicBezTo>
                    <a:pt x="55" y="1"/>
                    <a:pt x="0" y="81"/>
                    <a:pt x="58" y="133"/>
                  </a:cubicBezTo>
                  <a:cubicBezTo>
                    <a:pt x="481" y="497"/>
                    <a:pt x="1018" y="692"/>
                    <a:pt x="1567" y="692"/>
                  </a:cubicBezTo>
                  <a:cubicBezTo>
                    <a:pt x="1727" y="692"/>
                    <a:pt x="1888" y="675"/>
                    <a:pt x="2047" y="642"/>
                  </a:cubicBezTo>
                  <a:cubicBezTo>
                    <a:pt x="2139" y="622"/>
                    <a:pt x="2108" y="490"/>
                    <a:pt x="2024" y="490"/>
                  </a:cubicBezTo>
                  <a:cubicBezTo>
                    <a:pt x="2018" y="490"/>
                    <a:pt x="2012" y="491"/>
                    <a:pt x="2006" y="492"/>
                  </a:cubicBezTo>
                  <a:cubicBezTo>
                    <a:pt x="1858" y="524"/>
                    <a:pt x="1709" y="539"/>
                    <a:pt x="1561" y="539"/>
                  </a:cubicBezTo>
                  <a:cubicBezTo>
                    <a:pt x="1054" y="539"/>
                    <a:pt x="557" y="358"/>
                    <a:pt x="169" y="21"/>
                  </a:cubicBezTo>
                  <a:cubicBezTo>
                    <a:pt x="153" y="7"/>
                    <a:pt x="135" y="1"/>
                    <a:pt x="11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7" name="Google Shape;1717;p43"/>
            <p:cNvSpPr/>
            <p:nvPr/>
          </p:nvSpPr>
          <p:spPr>
            <a:xfrm>
              <a:off x="-1942135" y="3004408"/>
              <a:ext cx="72844" cy="731361"/>
            </a:xfrm>
            <a:custGeom>
              <a:rect b="b" l="l" r="r" t="t"/>
              <a:pathLst>
                <a:path extrusionOk="0" h="12781" w="1273">
                  <a:moveTo>
                    <a:pt x="1195" y="1"/>
                  </a:moveTo>
                  <a:cubicBezTo>
                    <a:pt x="1156" y="1"/>
                    <a:pt x="1116" y="26"/>
                    <a:pt x="1114" y="77"/>
                  </a:cubicBezTo>
                  <a:cubicBezTo>
                    <a:pt x="995" y="3418"/>
                    <a:pt x="706" y="6759"/>
                    <a:pt x="333" y="10080"/>
                  </a:cubicBezTo>
                  <a:cubicBezTo>
                    <a:pt x="236" y="10948"/>
                    <a:pt x="131" y="11815"/>
                    <a:pt x="9" y="12683"/>
                  </a:cubicBezTo>
                  <a:cubicBezTo>
                    <a:pt x="1" y="12742"/>
                    <a:pt x="52" y="12780"/>
                    <a:pt x="97" y="12780"/>
                  </a:cubicBezTo>
                  <a:cubicBezTo>
                    <a:pt x="126" y="12780"/>
                    <a:pt x="153" y="12764"/>
                    <a:pt x="159" y="12725"/>
                  </a:cubicBezTo>
                  <a:cubicBezTo>
                    <a:pt x="630" y="9390"/>
                    <a:pt x="926" y="6024"/>
                    <a:pt x="1138" y="2665"/>
                  </a:cubicBezTo>
                  <a:cubicBezTo>
                    <a:pt x="1194" y="1801"/>
                    <a:pt x="1239" y="941"/>
                    <a:pt x="1270" y="77"/>
                  </a:cubicBezTo>
                  <a:cubicBezTo>
                    <a:pt x="1272" y="26"/>
                    <a:pt x="1234" y="1"/>
                    <a:pt x="119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8" name="Google Shape;1718;p43"/>
            <p:cNvSpPr/>
            <p:nvPr/>
          </p:nvSpPr>
          <p:spPr>
            <a:xfrm>
              <a:off x="-1927257" y="3013506"/>
              <a:ext cx="47037" cy="148378"/>
            </a:xfrm>
            <a:custGeom>
              <a:rect b="b" l="l" r="r" t="t"/>
              <a:pathLst>
                <a:path extrusionOk="0" h="2593" w="822">
                  <a:moveTo>
                    <a:pt x="215" y="1"/>
                  </a:moveTo>
                  <a:cubicBezTo>
                    <a:pt x="176" y="1"/>
                    <a:pt x="134" y="25"/>
                    <a:pt x="129" y="74"/>
                  </a:cubicBezTo>
                  <a:cubicBezTo>
                    <a:pt x="66" y="653"/>
                    <a:pt x="0" y="1259"/>
                    <a:pt x="39" y="1844"/>
                  </a:cubicBezTo>
                  <a:cubicBezTo>
                    <a:pt x="64" y="2198"/>
                    <a:pt x="253" y="2593"/>
                    <a:pt x="639" y="2593"/>
                  </a:cubicBezTo>
                  <a:cubicBezTo>
                    <a:pt x="668" y="2593"/>
                    <a:pt x="698" y="2591"/>
                    <a:pt x="729" y="2586"/>
                  </a:cubicBezTo>
                  <a:cubicBezTo>
                    <a:pt x="821" y="2573"/>
                    <a:pt x="787" y="2436"/>
                    <a:pt x="699" y="2436"/>
                  </a:cubicBezTo>
                  <a:cubicBezTo>
                    <a:pt x="695" y="2436"/>
                    <a:pt x="691" y="2436"/>
                    <a:pt x="687" y="2437"/>
                  </a:cubicBezTo>
                  <a:cubicBezTo>
                    <a:pt x="669" y="2439"/>
                    <a:pt x="653" y="2440"/>
                    <a:pt x="636" y="2440"/>
                  </a:cubicBezTo>
                  <a:cubicBezTo>
                    <a:pt x="423" y="2440"/>
                    <a:pt x="275" y="2237"/>
                    <a:pt x="223" y="2046"/>
                  </a:cubicBezTo>
                  <a:cubicBezTo>
                    <a:pt x="171" y="1844"/>
                    <a:pt x="192" y="1621"/>
                    <a:pt x="195" y="1412"/>
                  </a:cubicBezTo>
                  <a:cubicBezTo>
                    <a:pt x="206" y="966"/>
                    <a:pt x="237" y="520"/>
                    <a:pt x="286" y="74"/>
                  </a:cubicBezTo>
                  <a:cubicBezTo>
                    <a:pt x="291" y="25"/>
                    <a:pt x="255" y="1"/>
                    <a:pt x="21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9" name="Google Shape;1719;p43"/>
            <p:cNvSpPr/>
            <p:nvPr/>
          </p:nvSpPr>
          <p:spPr>
            <a:xfrm>
              <a:off x="-2542800" y="3395524"/>
              <a:ext cx="322678" cy="1577682"/>
            </a:xfrm>
            <a:custGeom>
              <a:rect b="b" l="l" r="r" t="t"/>
              <a:pathLst>
                <a:path extrusionOk="0" h="27571" w="5639">
                  <a:moveTo>
                    <a:pt x="4326" y="0"/>
                  </a:moveTo>
                  <a:cubicBezTo>
                    <a:pt x="4322" y="0"/>
                    <a:pt x="4318" y="1"/>
                    <a:pt x="4315" y="1"/>
                  </a:cubicBezTo>
                  <a:cubicBezTo>
                    <a:pt x="4265" y="8"/>
                    <a:pt x="4234" y="50"/>
                    <a:pt x="4238" y="99"/>
                  </a:cubicBezTo>
                  <a:cubicBezTo>
                    <a:pt x="4252" y="193"/>
                    <a:pt x="5464" y="9392"/>
                    <a:pt x="5168" y="12134"/>
                  </a:cubicBezTo>
                  <a:cubicBezTo>
                    <a:pt x="4872" y="14872"/>
                    <a:pt x="67" y="27326"/>
                    <a:pt x="18" y="27451"/>
                  </a:cubicBezTo>
                  <a:cubicBezTo>
                    <a:pt x="0" y="27497"/>
                    <a:pt x="25" y="27545"/>
                    <a:pt x="67" y="27563"/>
                  </a:cubicBezTo>
                  <a:cubicBezTo>
                    <a:pt x="77" y="27566"/>
                    <a:pt x="88" y="27570"/>
                    <a:pt x="98" y="27570"/>
                  </a:cubicBezTo>
                  <a:cubicBezTo>
                    <a:pt x="133" y="27570"/>
                    <a:pt x="168" y="27549"/>
                    <a:pt x="182" y="27514"/>
                  </a:cubicBezTo>
                  <a:cubicBezTo>
                    <a:pt x="377" y="27002"/>
                    <a:pt x="5039" y="14914"/>
                    <a:pt x="5339" y="12151"/>
                  </a:cubicBezTo>
                  <a:cubicBezTo>
                    <a:pt x="5638" y="9392"/>
                    <a:pt x="4423" y="168"/>
                    <a:pt x="4412" y="74"/>
                  </a:cubicBezTo>
                  <a:cubicBezTo>
                    <a:pt x="4406" y="33"/>
                    <a:pt x="4367" y="0"/>
                    <a:pt x="432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0" name="Google Shape;1720;p43"/>
            <p:cNvSpPr/>
            <p:nvPr/>
          </p:nvSpPr>
          <p:spPr>
            <a:xfrm>
              <a:off x="-2617189" y="4943392"/>
              <a:ext cx="274210" cy="116906"/>
            </a:xfrm>
            <a:custGeom>
              <a:rect b="b" l="l" r="r" t="t"/>
              <a:pathLst>
                <a:path extrusionOk="0" h="2043" w="4792">
                  <a:moveTo>
                    <a:pt x="478" y="1"/>
                  </a:moveTo>
                  <a:lnTo>
                    <a:pt x="1" y="1527"/>
                  </a:lnTo>
                  <a:lnTo>
                    <a:pt x="4161" y="2042"/>
                  </a:lnTo>
                  <a:lnTo>
                    <a:pt x="4792" y="520"/>
                  </a:lnTo>
                  <a:lnTo>
                    <a:pt x="478"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1" name="Google Shape;1721;p43"/>
            <p:cNvSpPr/>
            <p:nvPr/>
          </p:nvSpPr>
          <p:spPr>
            <a:xfrm>
              <a:off x="-2540797" y="2078605"/>
              <a:ext cx="657658" cy="1658308"/>
            </a:xfrm>
            <a:custGeom>
              <a:rect b="b" l="l" r="r" t="t"/>
              <a:pathLst>
                <a:path extrusionOk="0" h="28980" w="11493">
                  <a:moveTo>
                    <a:pt x="10792" y="0"/>
                  </a:moveTo>
                  <a:cubicBezTo>
                    <a:pt x="10792" y="0"/>
                    <a:pt x="6255" y="1150"/>
                    <a:pt x="5882" y="1840"/>
                  </a:cubicBezTo>
                  <a:cubicBezTo>
                    <a:pt x="5510" y="2530"/>
                    <a:pt x="6057" y="8558"/>
                    <a:pt x="6091" y="9412"/>
                  </a:cubicBezTo>
                  <a:cubicBezTo>
                    <a:pt x="6129" y="10262"/>
                    <a:pt x="3506" y="15137"/>
                    <a:pt x="2938" y="16917"/>
                  </a:cubicBezTo>
                  <a:cubicBezTo>
                    <a:pt x="2370" y="18702"/>
                    <a:pt x="137" y="26019"/>
                    <a:pt x="67" y="27186"/>
                  </a:cubicBezTo>
                  <a:cubicBezTo>
                    <a:pt x="0" y="28254"/>
                    <a:pt x="6457" y="28980"/>
                    <a:pt x="8289" y="28980"/>
                  </a:cubicBezTo>
                  <a:cubicBezTo>
                    <a:pt x="8466" y="28980"/>
                    <a:pt x="8599" y="28973"/>
                    <a:pt x="8680" y="28959"/>
                  </a:cubicBezTo>
                  <a:cubicBezTo>
                    <a:pt x="9603" y="28806"/>
                    <a:pt x="9534" y="23381"/>
                    <a:pt x="9673" y="21148"/>
                  </a:cubicBezTo>
                  <a:cubicBezTo>
                    <a:pt x="9816" y="18914"/>
                    <a:pt x="9715" y="15252"/>
                    <a:pt x="9949" y="13705"/>
                  </a:cubicBezTo>
                  <a:cubicBezTo>
                    <a:pt x="10182" y="12161"/>
                    <a:pt x="10280" y="10907"/>
                    <a:pt x="10883" y="9056"/>
                  </a:cubicBezTo>
                  <a:cubicBezTo>
                    <a:pt x="11481" y="7207"/>
                    <a:pt x="11492" y="5583"/>
                    <a:pt x="11168" y="4624"/>
                  </a:cubicBezTo>
                  <a:cubicBezTo>
                    <a:pt x="10844" y="3666"/>
                    <a:pt x="10792" y="0"/>
                    <a:pt x="1079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2" name="Google Shape;1722;p43"/>
            <p:cNvSpPr/>
            <p:nvPr/>
          </p:nvSpPr>
          <p:spPr>
            <a:xfrm>
              <a:off x="-2523916" y="3569881"/>
              <a:ext cx="515346" cy="77994"/>
            </a:xfrm>
            <a:custGeom>
              <a:rect b="b" l="l" r="r" t="t"/>
              <a:pathLst>
                <a:path extrusionOk="0" h="1363" w="9006">
                  <a:moveTo>
                    <a:pt x="69" y="0"/>
                  </a:moveTo>
                  <a:cubicBezTo>
                    <a:pt x="18" y="0"/>
                    <a:pt x="1" y="85"/>
                    <a:pt x="58" y="104"/>
                  </a:cubicBezTo>
                  <a:cubicBezTo>
                    <a:pt x="2301" y="874"/>
                    <a:pt x="4685" y="1254"/>
                    <a:pt x="7055" y="1345"/>
                  </a:cubicBezTo>
                  <a:cubicBezTo>
                    <a:pt x="7368" y="1357"/>
                    <a:pt x="7683" y="1363"/>
                    <a:pt x="7997" y="1363"/>
                  </a:cubicBezTo>
                  <a:cubicBezTo>
                    <a:pt x="8311" y="1363"/>
                    <a:pt x="8626" y="1357"/>
                    <a:pt x="8939" y="1345"/>
                  </a:cubicBezTo>
                  <a:cubicBezTo>
                    <a:pt x="9004" y="1345"/>
                    <a:pt x="9006" y="1243"/>
                    <a:pt x="8943" y="1243"/>
                  </a:cubicBezTo>
                  <a:cubicBezTo>
                    <a:pt x="8942" y="1243"/>
                    <a:pt x="8940" y="1243"/>
                    <a:pt x="8939" y="1243"/>
                  </a:cubicBezTo>
                  <a:cubicBezTo>
                    <a:pt x="8627" y="1255"/>
                    <a:pt x="8313" y="1260"/>
                    <a:pt x="8000" y="1260"/>
                  </a:cubicBezTo>
                  <a:cubicBezTo>
                    <a:pt x="5983" y="1260"/>
                    <a:pt x="3955" y="1027"/>
                    <a:pt x="1999" y="557"/>
                  </a:cubicBezTo>
                  <a:cubicBezTo>
                    <a:pt x="1350" y="404"/>
                    <a:pt x="712" y="219"/>
                    <a:pt x="85" y="3"/>
                  </a:cubicBezTo>
                  <a:cubicBezTo>
                    <a:pt x="79" y="1"/>
                    <a:pt x="74" y="0"/>
                    <a:pt x="6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3" name="Google Shape;1723;p43"/>
            <p:cNvSpPr/>
            <p:nvPr/>
          </p:nvSpPr>
          <p:spPr>
            <a:xfrm>
              <a:off x="-2348186" y="3066380"/>
              <a:ext cx="239133" cy="228833"/>
            </a:xfrm>
            <a:custGeom>
              <a:rect b="b" l="l" r="r" t="t"/>
              <a:pathLst>
                <a:path extrusionOk="0" h="3999" w="4179">
                  <a:moveTo>
                    <a:pt x="980" y="1"/>
                  </a:moveTo>
                  <a:cubicBezTo>
                    <a:pt x="980" y="1"/>
                    <a:pt x="0" y="3840"/>
                    <a:pt x="1938" y="3994"/>
                  </a:cubicBezTo>
                  <a:cubicBezTo>
                    <a:pt x="1981" y="3997"/>
                    <a:pt x="2023" y="3999"/>
                    <a:pt x="2065" y="3999"/>
                  </a:cubicBezTo>
                  <a:cubicBezTo>
                    <a:pt x="4041" y="3999"/>
                    <a:pt x="4178" y="251"/>
                    <a:pt x="4178" y="251"/>
                  </a:cubicBezTo>
                  <a:lnTo>
                    <a:pt x="980"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4" name="Google Shape;1724;p43"/>
            <p:cNvSpPr/>
            <p:nvPr/>
          </p:nvSpPr>
          <p:spPr>
            <a:xfrm>
              <a:off x="-2012405" y="2069793"/>
              <a:ext cx="123086" cy="529079"/>
            </a:xfrm>
            <a:custGeom>
              <a:rect b="b" l="l" r="r" t="t"/>
              <a:pathLst>
                <a:path extrusionOk="0" h="9246" w="2151">
                  <a:moveTo>
                    <a:pt x="1616" y="1"/>
                  </a:moveTo>
                  <a:cubicBezTo>
                    <a:pt x="1392" y="1"/>
                    <a:pt x="351" y="31"/>
                    <a:pt x="0" y="587"/>
                  </a:cubicBezTo>
                  <a:lnTo>
                    <a:pt x="332" y="3454"/>
                  </a:lnTo>
                  <a:lnTo>
                    <a:pt x="1324" y="3740"/>
                  </a:lnTo>
                  <a:lnTo>
                    <a:pt x="607" y="4569"/>
                  </a:lnTo>
                  <a:cubicBezTo>
                    <a:pt x="607" y="4569"/>
                    <a:pt x="1265" y="7182"/>
                    <a:pt x="959" y="8663"/>
                  </a:cubicBezTo>
                  <a:lnTo>
                    <a:pt x="1523" y="9245"/>
                  </a:lnTo>
                  <a:cubicBezTo>
                    <a:pt x="1523" y="9245"/>
                    <a:pt x="2143" y="8106"/>
                    <a:pt x="2146" y="6692"/>
                  </a:cubicBezTo>
                  <a:cubicBezTo>
                    <a:pt x="2150" y="5280"/>
                    <a:pt x="1509" y="1534"/>
                    <a:pt x="1659" y="1"/>
                  </a:cubicBezTo>
                  <a:cubicBezTo>
                    <a:pt x="1659" y="1"/>
                    <a:pt x="1644" y="1"/>
                    <a:pt x="161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5" name="Google Shape;1725;p43"/>
            <p:cNvSpPr/>
            <p:nvPr/>
          </p:nvSpPr>
          <p:spPr>
            <a:xfrm>
              <a:off x="-1803256" y="2131421"/>
              <a:ext cx="551339" cy="1502835"/>
            </a:xfrm>
            <a:custGeom>
              <a:rect b="b" l="l" r="r" t="t"/>
              <a:pathLst>
                <a:path extrusionOk="0" h="26263" w="9635">
                  <a:moveTo>
                    <a:pt x="565" y="1"/>
                  </a:moveTo>
                  <a:cubicBezTo>
                    <a:pt x="565" y="1"/>
                    <a:pt x="635" y="3579"/>
                    <a:pt x="1032" y="5486"/>
                  </a:cubicBezTo>
                  <a:cubicBezTo>
                    <a:pt x="1429" y="7388"/>
                    <a:pt x="70" y="9751"/>
                    <a:pt x="17" y="11179"/>
                  </a:cubicBezTo>
                  <a:cubicBezTo>
                    <a:pt x="1" y="11625"/>
                    <a:pt x="247" y="12520"/>
                    <a:pt x="600" y="13541"/>
                  </a:cubicBezTo>
                  <a:cubicBezTo>
                    <a:pt x="1373" y="15788"/>
                    <a:pt x="2642" y="18643"/>
                    <a:pt x="2642" y="18643"/>
                  </a:cubicBezTo>
                  <a:lnTo>
                    <a:pt x="4133" y="26263"/>
                  </a:lnTo>
                  <a:cubicBezTo>
                    <a:pt x="4133" y="26263"/>
                    <a:pt x="5718" y="26071"/>
                    <a:pt x="7342" y="25719"/>
                  </a:cubicBezTo>
                  <a:cubicBezTo>
                    <a:pt x="8108" y="25556"/>
                    <a:pt x="8352" y="25395"/>
                    <a:pt x="8973" y="25165"/>
                  </a:cubicBezTo>
                  <a:cubicBezTo>
                    <a:pt x="9537" y="24956"/>
                    <a:pt x="9634" y="24608"/>
                    <a:pt x="9634" y="24291"/>
                  </a:cubicBezTo>
                  <a:cubicBezTo>
                    <a:pt x="9634" y="24043"/>
                    <a:pt x="8039" y="20681"/>
                    <a:pt x="6896" y="17810"/>
                  </a:cubicBezTo>
                  <a:cubicBezTo>
                    <a:pt x="5757" y="14942"/>
                    <a:pt x="2785" y="10343"/>
                    <a:pt x="2836" y="8635"/>
                  </a:cubicBezTo>
                  <a:cubicBezTo>
                    <a:pt x="2886" y="6928"/>
                    <a:pt x="3816" y="4921"/>
                    <a:pt x="3478" y="3485"/>
                  </a:cubicBezTo>
                  <a:cubicBezTo>
                    <a:pt x="3199" y="2290"/>
                    <a:pt x="565" y="1"/>
                    <a:pt x="56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6" name="Google Shape;1726;p43"/>
            <p:cNvSpPr/>
            <p:nvPr/>
          </p:nvSpPr>
          <p:spPr>
            <a:xfrm>
              <a:off x="-1775332" y="2131421"/>
              <a:ext cx="77823" cy="423733"/>
            </a:xfrm>
            <a:custGeom>
              <a:rect b="b" l="l" r="r" t="t"/>
              <a:pathLst>
                <a:path extrusionOk="0" h="7405" w="1360">
                  <a:moveTo>
                    <a:pt x="77" y="1"/>
                  </a:moveTo>
                  <a:cubicBezTo>
                    <a:pt x="0" y="1154"/>
                    <a:pt x="35" y="2363"/>
                    <a:pt x="206" y="3307"/>
                  </a:cubicBezTo>
                  <a:cubicBezTo>
                    <a:pt x="377" y="4245"/>
                    <a:pt x="700" y="6520"/>
                    <a:pt x="488" y="7405"/>
                  </a:cubicBezTo>
                  <a:lnTo>
                    <a:pt x="1251" y="6869"/>
                  </a:lnTo>
                  <a:cubicBezTo>
                    <a:pt x="1251" y="6869"/>
                    <a:pt x="1359" y="5172"/>
                    <a:pt x="1251" y="4179"/>
                  </a:cubicBezTo>
                  <a:lnTo>
                    <a:pt x="893" y="3590"/>
                  </a:lnTo>
                  <a:lnTo>
                    <a:pt x="1216" y="3322"/>
                  </a:lnTo>
                  <a:lnTo>
                    <a:pt x="1021" y="882"/>
                  </a:lnTo>
                  <a:cubicBezTo>
                    <a:pt x="1021" y="882"/>
                    <a:pt x="833" y="147"/>
                    <a:pt x="7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7" name="Google Shape;1727;p43"/>
            <p:cNvSpPr/>
            <p:nvPr/>
          </p:nvSpPr>
          <p:spPr>
            <a:xfrm>
              <a:off x="-1760797" y="2521450"/>
              <a:ext cx="382361" cy="1014841"/>
            </a:xfrm>
            <a:custGeom>
              <a:rect b="b" l="l" r="r" t="t"/>
              <a:pathLst>
                <a:path extrusionOk="0" h="17735" w="6682">
                  <a:moveTo>
                    <a:pt x="798" y="1"/>
                  </a:moveTo>
                  <a:cubicBezTo>
                    <a:pt x="777" y="1"/>
                    <a:pt x="757" y="12"/>
                    <a:pt x="750" y="39"/>
                  </a:cubicBezTo>
                  <a:cubicBezTo>
                    <a:pt x="412" y="1335"/>
                    <a:pt x="70" y="2649"/>
                    <a:pt x="21" y="3993"/>
                  </a:cubicBezTo>
                  <a:cubicBezTo>
                    <a:pt x="1" y="4631"/>
                    <a:pt x="42" y="5276"/>
                    <a:pt x="189" y="5896"/>
                  </a:cubicBezTo>
                  <a:cubicBezTo>
                    <a:pt x="321" y="6436"/>
                    <a:pt x="544" y="6952"/>
                    <a:pt x="813" y="7436"/>
                  </a:cubicBezTo>
                  <a:cubicBezTo>
                    <a:pt x="1380" y="8471"/>
                    <a:pt x="2140" y="9387"/>
                    <a:pt x="2792" y="10370"/>
                  </a:cubicBezTo>
                  <a:cubicBezTo>
                    <a:pt x="3499" y="11444"/>
                    <a:pt x="4130" y="12565"/>
                    <a:pt x="4711" y="13712"/>
                  </a:cubicBezTo>
                  <a:cubicBezTo>
                    <a:pt x="5377" y="15022"/>
                    <a:pt x="5980" y="16363"/>
                    <a:pt x="6572" y="17708"/>
                  </a:cubicBezTo>
                  <a:cubicBezTo>
                    <a:pt x="6581" y="17727"/>
                    <a:pt x="6596" y="17734"/>
                    <a:pt x="6611" y="17734"/>
                  </a:cubicBezTo>
                  <a:cubicBezTo>
                    <a:pt x="6645" y="17734"/>
                    <a:pt x="6682" y="17697"/>
                    <a:pt x="6663" y="17656"/>
                  </a:cubicBezTo>
                  <a:cubicBezTo>
                    <a:pt x="5639" y="15328"/>
                    <a:pt x="4579" y="13007"/>
                    <a:pt x="3223" y="10851"/>
                  </a:cubicBezTo>
                  <a:cubicBezTo>
                    <a:pt x="2596" y="9858"/>
                    <a:pt x="1865" y="8938"/>
                    <a:pt x="1237" y="7948"/>
                  </a:cubicBezTo>
                  <a:cubicBezTo>
                    <a:pt x="927" y="7461"/>
                    <a:pt x="645" y="6949"/>
                    <a:pt x="450" y="6405"/>
                  </a:cubicBezTo>
                  <a:cubicBezTo>
                    <a:pt x="237" y="5809"/>
                    <a:pt x="144" y="5182"/>
                    <a:pt x="123" y="4551"/>
                  </a:cubicBezTo>
                  <a:cubicBezTo>
                    <a:pt x="77" y="3025"/>
                    <a:pt x="467" y="1530"/>
                    <a:pt x="851" y="66"/>
                  </a:cubicBezTo>
                  <a:cubicBezTo>
                    <a:pt x="862" y="27"/>
                    <a:pt x="829" y="1"/>
                    <a:pt x="79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8" name="Google Shape;1728;p43"/>
            <p:cNvSpPr/>
            <p:nvPr/>
          </p:nvSpPr>
          <p:spPr>
            <a:xfrm>
              <a:off x="-1418836" y="3484562"/>
              <a:ext cx="157419" cy="59626"/>
            </a:xfrm>
            <a:custGeom>
              <a:rect b="b" l="l" r="r" t="t"/>
              <a:pathLst>
                <a:path extrusionOk="0" h="1042" w="2751">
                  <a:moveTo>
                    <a:pt x="2680" y="0"/>
                  </a:moveTo>
                  <a:cubicBezTo>
                    <a:pt x="2671" y="0"/>
                    <a:pt x="2662" y="3"/>
                    <a:pt x="2652" y="10"/>
                  </a:cubicBezTo>
                  <a:cubicBezTo>
                    <a:pt x="1879" y="529"/>
                    <a:pt x="993" y="849"/>
                    <a:pt x="66" y="936"/>
                  </a:cubicBezTo>
                  <a:cubicBezTo>
                    <a:pt x="1" y="943"/>
                    <a:pt x="0" y="1041"/>
                    <a:pt x="63" y="1041"/>
                  </a:cubicBezTo>
                  <a:cubicBezTo>
                    <a:pt x="64" y="1041"/>
                    <a:pt x="65" y="1041"/>
                    <a:pt x="66" y="1041"/>
                  </a:cubicBezTo>
                  <a:cubicBezTo>
                    <a:pt x="1011" y="951"/>
                    <a:pt x="1917" y="630"/>
                    <a:pt x="2704" y="100"/>
                  </a:cubicBezTo>
                  <a:cubicBezTo>
                    <a:pt x="2751" y="68"/>
                    <a:pt x="2722" y="0"/>
                    <a:pt x="268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9" name="Google Shape;1729;p43"/>
            <p:cNvSpPr/>
            <p:nvPr/>
          </p:nvSpPr>
          <p:spPr>
            <a:xfrm>
              <a:off x="-1768980" y="2906271"/>
              <a:ext cx="385909" cy="727985"/>
            </a:xfrm>
            <a:custGeom>
              <a:rect b="b" l="l" r="r" t="t"/>
              <a:pathLst>
                <a:path extrusionOk="0" h="12722" w="6744">
                  <a:moveTo>
                    <a:pt x="1" y="0"/>
                  </a:moveTo>
                  <a:cubicBezTo>
                    <a:pt x="774" y="2247"/>
                    <a:pt x="2043" y="5102"/>
                    <a:pt x="2043" y="5102"/>
                  </a:cubicBezTo>
                  <a:lnTo>
                    <a:pt x="3534" y="12722"/>
                  </a:lnTo>
                  <a:cubicBezTo>
                    <a:pt x="3534" y="12722"/>
                    <a:pt x="5119" y="12530"/>
                    <a:pt x="6743" y="12178"/>
                  </a:cubicBezTo>
                  <a:cubicBezTo>
                    <a:pt x="6468" y="11565"/>
                    <a:pt x="6109" y="10767"/>
                    <a:pt x="5590" y="9593"/>
                  </a:cubicBezTo>
                  <a:cubicBezTo>
                    <a:pt x="4384" y="6858"/>
                    <a:pt x="394" y="610"/>
                    <a:pt x="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0" name="Google Shape;1730;p43"/>
            <p:cNvSpPr/>
            <p:nvPr/>
          </p:nvSpPr>
          <p:spPr>
            <a:xfrm>
              <a:off x="-2460628" y="2521850"/>
              <a:ext cx="330574" cy="1067371"/>
            </a:xfrm>
            <a:custGeom>
              <a:rect b="b" l="l" r="r" t="t"/>
              <a:pathLst>
                <a:path extrusionOk="0" h="18653" w="5777">
                  <a:moveTo>
                    <a:pt x="5712" y="1"/>
                  </a:moveTo>
                  <a:cubicBezTo>
                    <a:pt x="5692" y="1"/>
                    <a:pt x="5674" y="12"/>
                    <a:pt x="5669" y="38"/>
                  </a:cubicBezTo>
                  <a:cubicBezTo>
                    <a:pt x="5259" y="2597"/>
                    <a:pt x="4151" y="4956"/>
                    <a:pt x="3136" y="7314"/>
                  </a:cubicBezTo>
                  <a:cubicBezTo>
                    <a:pt x="2634" y="8485"/>
                    <a:pt x="2160" y="9663"/>
                    <a:pt x="1774" y="10875"/>
                  </a:cubicBezTo>
                  <a:cubicBezTo>
                    <a:pt x="1401" y="12029"/>
                    <a:pt x="1102" y="13203"/>
                    <a:pt x="843" y="14388"/>
                  </a:cubicBezTo>
                  <a:cubicBezTo>
                    <a:pt x="537" y="15781"/>
                    <a:pt x="283" y="17186"/>
                    <a:pt x="7" y="18587"/>
                  </a:cubicBezTo>
                  <a:cubicBezTo>
                    <a:pt x="1" y="18626"/>
                    <a:pt x="34" y="18652"/>
                    <a:pt x="64" y="18652"/>
                  </a:cubicBezTo>
                  <a:cubicBezTo>
                    <a:pt x="84" y="18652"/>
                    <a:pt x="103" y="18641"/>
                    <a:pt x="108" y="18614"/>
                  </a:cubicBezTo>
                  <a:cubicBezTo>
                    <a:pt x="586" y="16175"/>
                    <a:pt x="1007" y="13722"/>
                    <a:pt x="1735" y="11339"/>
                  </a:cubicBezTo>
                  <a:cubicBezTo>
                    <a:pt x="2488" y="8886"/>
                    <a:pt x="3628" y="6590"/>
                    <a:pt x="4565" y="4206"/>
                  </a:cubicBezTo>
                  <a:cubicBezTo>
                    <a:pt x="5095" y="2868"/>
                    <a:pt x="5540" y="1492"/>
                    <a:pt x="5770" y="67"/>
                  </a:cubicBezTo>
                  <a:cubicBezTo>
                    <a:pt x="5777" y="27"/>
                    <a:pt x="5743" y="1"/>
                    <a:pt x="571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1" name="Google Shape;1731;p43"/>
            <p:cNvSpPr/>
            <p:nvPr/>
          </p:nvSpPr>
          <p:spPr>
            <a:xfrm>
              <a:off x="-2070028" y="2473612"/>
              <a:ext cx="115761" cy="1172890"/>
            </a:xfrm>
            <a:custGeom>
              <a:rect b="b" l="l" r="r" t="t"/>
              <a:pathLst>
                <a:path extrusionOk="0" h="20497" w="2023">
                  <a:moveTo>
                    <a:pt x="1960" y="0"/>
                  </a:moveTo>
                  <a:cubicBezTo>
                    <a:pt x="1939" y="0"/>
                    <a:pt x="1919" y="12"/>
                    <a:pt x="1913" y="38"/>
                  </a:cubicBezTo>
                  <a:cubicBezTo>
                    <a:pt x="1401" y="2642"/>
                    <a:pt x="889" y="5251"/>
                    <a:pt x="578" y="7889"/>
                  </a:cubicBezTo>
                  <a:cubicBezTo>
                    <a:pt x="265" y="10548"/>
                    <a:pt x="133" y="13224"/>
                    <a:pt x="67" y="15900"/>
                  </a:cubicBezTo>
                  <a:cubicBezTo>
                    <a:pt x="32" y="17415"/>
                    <a:pt x="14" y="18931"/>
                    <a:pt x="1" y="20447"/>
                  </a:cubicBezTo>
                  <a:cubicBezTo>
                    <a:pt x="1" y="20480"/>
                    <a:pt x="26" y="20496"/>
                    <a:pt x="51" y="20496"/>
                  </a:cubicBezTo>
                  <a:cubicBezTo>
                    <a:pt x="77" y="20496"/>
                    <a:pt x="103" y="20480"/>
                    <a:pt x="105" y="20447"/>
                  </a:cubicBezTo>
                  <a:cubicBezTo>
                    <a:pt x="129" y="17781"/>
                    <a:pt x="157" y="15112"/>
                    <a:pt x="300" y="12450"/>
                  </a:cubicBezTo>
                  <a:cubicBezTo>
                    <a:pt x="443" y="9774"/>
                    <a:pt x="732" y="7116"/>
                    <a:pt x="1185" y="4471"/>
                  </a:cubicBezTo>
                  <a:cubicBezTo>
                    <a:pt x="1436" y="3000"/>
                    <a:pt x="1725" y="1529"/>
                    <a:pt x="2014" y="63"/>
                  </a:cubicBezTo>
                  <a:cubicBezTo>
                    <a:pt x="2023" y="25"/>
                    <a:pt x="1990" y="0"/>
                    <a:pt x="196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2" name="Google Shape;1732;p43"/>
            <p:cNvSpPr/>
            <p:nvPr/>
          </p:nvSpPr>
          <p:spPr>
            <a:xfrm>
              <a:off x="-1471309" y="2201118"/>
              <a:ext cx="60541" cy="130410"/>
            </a:xfrm>
            <a:custGeom>
              <a:rect b="b" l="l" r="r" t="t"/>
              <a:pathLst>
                <a:path extrusionOk="0" h="2279" w="1058">
                  <a:moveTo>
                    <a:pt x="717" y="1"/>
                  </a:moveTo>
                  <a:cubicBezTo>
                    <a:pt x="584" y="1"/>
                    <a:pt x="326" y="181"/>
                    <a:pt x="179" y="508"/>
                  </a:cubicBezTo>
                  <a:cubicBezTo>
                    <a:pt x="1" y="902"/>
                    <a:pt x="213" y="2250"/>
                    <a:pt x="213" y="2250"/>
                  </a:cubicBezTo>
                  <a:cubicBezTo>
                    <a:pt x="252" y="2269"/>
                    <a:pt x="288" y="2278"/>
                    <a:pt x="322" y="2278"/>
                  </a:cubicBezTo>
                  <a:cubicBezTo>
                    <a:pt x="612" y="2278"/>
                    <a:pt x="723" y="1604"/>
                    <a:pt x="882" y="873"/>
                  </a:cubicBezTo>
                  <a:cubicBezTo>
                    <a:pt x="1057" y="58"/>
                    <a:pt x="865" y="111"/>
                    <a:pt x="781" y="24"/>
                  </a:cubicBezTo>
                  <a:cubicBezTo>
                    <a:pt x="766" y="8"/>
                    <a:pt x="744" y="1"/>
                    <a:pt x="717" y="1"/>
                  </a:cubicBezTo>
                  <a:close/>
                </a:path>
              </a:pathLst>
            </a:custGeom>
            <a:solidFill>
              <a:srgbClr val="B55A0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3" name="Google Shape;1733;p43"/>
            <p:cNvSpPr/>
            <p:nvPr/>
          </p:nvSpPr>
          <p:spPr>
            <a:xfrm>
              <a:off x="-1494426" y="2123067"/>
              <a:ext cx="57680" cy="49898"/>
            </a:xfrm>
            <a:custGeom>
              <a:rect b="b" l="l" r="r" t="t"/>
              <a:pathLst>
                <a:path extrusionOk="0" h="872" w="1008">
                  <a:moveTo>
                    <a:pt x="186" y="0"/>
                  </a:moveTo>
                  <a:lnTo>
                    <a:pt x="1" y="241"/>
                  </a:lnTo>
                  <a:lnTo>
                    <a:pt x="823" y="872"/>
                  </a:lnTo>
                  <a:lnTo>
                    <a:pt x="1008" y="631"/>
                  </a:lnTo>
                  <a:lnTo>
                    <a:pt x="186" y="0"/>
                  </a:lnTo>
                  <a:close/>
                </a:path>
              </a:pathLst>
            </a:custGeom>
            <a:solidFill>
              <a:srgbClr val="25282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4" name="Google Shape;1734;p43"/>
            <p:cNvSpPr/>
            <p:nvPr/>
          </p:nvSpPr>
          <p:spPr>
            <a:xfrm>
              <a:off x="-1491909" y="2122952"/>
              <a:ext cx="46293" cy="46407"/>
            </a:xfrm>
            <a:custGeom>
              <a:rect b="b" l="l" r="r" t="t"/>
              <a:pathLst>
                <a:path extrusionOk="0" h="811" w="809">
                  <a:moveTo>
                    <a:pt x="642" y="0"/>
                  </a:moveTo>
                  <a:cubicBezTo>
                    <a:pt x="506" y="0"/>
                    <a:pt x="0" y="672"/>
                    <a:pt x="92" y="745"/>
                  </a:cubicBezTo>
                  <a:lnTo>
                    <a:pt x="176" y="808"/>
                  </a:lnTo>
                  <a:cubicBezTo>
                    <a:pt x="178" y="809"/>
                    <a:pt x="181" y="810"/>
                    <a:pt x="185" y="810"/>
                  </a:cubicBezTo>
                  <a:cubicBezTo>
                    <a:pt x="284" y="810"/>
                    <a:pt x="809" y="119"/>
                    <a:pt x="744" y="68"/>
                  </a:cubicBezTo>
                  <a:lnTo>
                    <a:pt x="660" y="6"/>
                  </a:lnTo>
                  <a:cubicBezTo>
                    <a:pt x="655" y="2"/>
                    <a:pt x="649" y="0"/>
                    <a:pt x="64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5" name="Google Shape;1735;p43"/>
            <p:cNvSpPr/>
            <p:nvPr/>
          </p:nvSpPr>
          <p:spPr>
            <a:xfrm>
              <a:off x="-1522694" y="2097488"/>
              <a:ext cx="64433" cy="64318"/>
            </a:xfrm>
            <a:custGeom>
              <a:rect b="b" l="l" r="r" t="t"/>
              <a:pathLst>
                <a:path extrusionOk="0" h="1124" w="1126">
                  <a:moveTo>
                    <a:pt x="891" y="0"/>
                  </a:moveTo>
                  <a:cubicBezTo>
                    <a:pt x="704" y="0"/>
                    <a:pt x="0" y="930"/>
                    <a:pt x="132" y="1033"/>
                  </a:cubicBezTo>
                  <a:lnTo>
                    <a:pt x="247" y="1120"/>
                  </a:lnTo>
                  <a:cubicBezTo>
                    <a:pt x="251" y="1122"/>
                    <a:pt x="255" y="1124"/>
                    <a:pt x="260" y="1124"/>
                  </a:cubicBezTo>
                  <a:cubicBezTo>
                    <a:pt x="395" y="1124"/>
                    <a:pt x="1126" y="166"/>
                    <a:pt x="1035" y="95"/>
                  </a:cubicBezTo>
                  <a:lnTo>
                    <a:pt x="916" y="8"/>
                  </a:lnTo>
                  <a:cubicBezTo>
                    <a:pt x="910" y="3"/>
                    <a:pt x="901" y="0"/>
                    <a:pt x="89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6" name="Google Shape;1736;p43"/>
            <p:cNvSpPr/>
            <p:nvPr/>
          </p:nvSpPr>
          <p:spPr>
            <a:xfrm>
              <a:off x="-1472739" y="2137086"/>
              <a:ext cx="267916" cy="215958"/>
            </a:xfrm>
            <a:custGeom>
              <a:rect b="b" l="l" r="r" t="t"/>
              <a:pathLst>
                <a:path extrusionOk="0" h="3774" w="4682">
                  <a:moveTo>
                    <a:pt x="717" y="0"/>
                  </a:moveTo>
                  <a:cubicBezTo>
                    <a:pt x="566" y="0"/>
                    <a:pt x="0" y="746"/>
                    <a:pt x="106" y="829"/>
                  </a:cubicBezTo>
                  <a:lnTo>
                    <a:pt x="3939" y="3766"/>
                  </a:lnTo>
                  <a:cubicBezTo>
                    <a:pt x="3945" y="3771"/>
                    <a:pt x="3953" y="3774"/>
                    <a:pt x="3963" y="3774"/>
                  </a:cubicBezTo>
                  <a:cubicBezTo>
                    <a:pt x="4127" y="3774"/>
                    <a:pt x="4681" y="3033"/>
                    <a:pt x="4566" y="2947"/>
                  </a:cubicBezTo>
                  <a:lnTo>
                    <a:pt x="737" y="6"/>
                  </a:lnTo>
                  <a:cubicBezTo>
                    <a:pt x="731" y="2"/>
                    <a:pt x="725" y="0"/>
                    <a:pt x="71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7" name="Google Shape;1737;p43"/>
            <p:cNvSpPr/>
            <p:nvPr/>
          </p:nvSpPr>
          <p:spPr>
            <a:xfrm>
              <a:off x="-1238527" y="2314991"/>
              <a:ext cx="33475" cy="38282"/>
            </a:xfrm>
            <a:custGeom>
              <a:rect b="b" l="l" r="r" t="t"/>
              <a:pathLst>
                <a:path extrusionOk="0" h="669" w="585">
                  <a:moveTo>
                    <a:pt x="506" y="0"/>
                  </a:moveTo>
                  <a:cubicBezTo>
                    <a:pt x="497" y="0"/>
                    <a:pt x="487" y="4"/>
                    <a:pt x="480" y="12"/>
                  </a:cubicBezTo>
                  <a:lnTo>
                    <a:pt x="16" y="619"/>
                  </a:lnTo>
                  <a:cubicBezTo>
                    <a:pt x="0" y="638"/>
                    <a:pt x="15" y="668"/>
                    <a:pt x="38" y="668"/>
                  </a:cubicBezTo>
                  <a:cubicBezTo>
                    <a:pt x="39" y="668"/>
                    <a:pt x="40" y="668"/>
                    <a:pt x="41" y="668"/>
                  </a:cubicBezTo>
                  <a:lnTo>
                    <a:pt x="250" y="660"/>
                  </a:lnTo>
                  <a:lnTo>
                    <a:pt x="585" y="229"/>
                  </a:lnTo>
                  <a:lnTo>
                    <a:pt x="536" y="23"/>
                  </a:lnTo>
                  <a:cubicBezTo>
                    <a:pt x="534" y="9"/>
                    <a:pt x="520" y="0"/>
                    <a:pt x="50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8" name="Google Shape;1738;p43"/>
            <p:cNvSpPr/>
            <p:nvPr/>
          </p:nvSpPr>
          <p:spPr>
            <a:xfrm>
              <a:off x="-1237211" y="2318711"/>
              <a:ext cx="21172" cy="25178"/>
            </a:xfrm>
            <a:custGeom>
              <a:rect b="b" l="l" r="r" t="t"/>
              <a:pathLst>
                <a:path extrusionOk="0" h="440" w="370">
                  <a:moveTo>
                    <a:pt x="294" y="0"/>
                  </a:moveTo>
                  <a:cubicBezTo>
                    <a:pt x="161" y="97"/>
                    <a:pt x="64" y="227"/>
                    <a:pt x="1" y="380"/>
                  </a:cubicBezTo>
                  <a:lnTo>
                    <a:pt x="81" y="439"/>
                  </a:lnTo>
                  <a:lnTo>
                    <a:pt x="370" y="59"/>
                  </a:lnTo>
                  <a:lnTo>
                    <a:pt x="29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9" name="Google Shape;1739;p43"/>
            <p:cNvSpPr/>
            <p:nvPr/>
          </p:nvSpPr>
          <p:spPr>
            <a:xfrm>
              <a:off x="-1220273" y="2333016"/>
              <a:ext cx="25006" cy="23175"/>
            </a:xfrm>
            <a:custGeom>
              <a:rect b="b" l="l" r="r" t="t"/>
              <a:pathLst>
                <a:path extrusionOk="0" h="405" w="437">
                  <a:moveTo>
                    <a:pt x="196" y="1"/>
                  </a:moveTo>
                  <a:lnTo>
                    <a:pt x="1" y="258"/>
                  </a:lnTo>
                  <a:lnTo>
                    <a:pt x="371" y="405"/>
                  </a:lnTo>
                  <a:lnTo>
                    <a:pt x="437" y="321"/>
                  </a:lnTo>
                  <a:lnTo>
                    <a:pt x="19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0" name="Google Shape;1740;p43"/>
            <p:cNvSpPr/>
            <p:nvPr/>
          </p:nvSpPr>
          <p:spPr>
            <a:xfrm>
              <a:off x="-1198701" y="2352014"/>
              <a:ext cx="71814" cy="55792"/>
            </a:xfrm>
            <a:custGeom>
              <a:rect b="b" l="l" r="r" t="t"/>
              <a:pathLst>
                <a:path extrusionOk="0" h="975" w="1255">
                  <a:moveTo>
                    <a:pt x="52" y="0"/>
                  </a:moveTo>
                  <a:lnTo>
                    <a:pt x="0" y="63"/>
                  </a:lnTo>
                  <a:lnTo>
                    <a:pt x="1240" y="972"/>
                  </a:lnTo>
                  <a:cubicBezTo>
                    <a:pt x="1242" y="973"/>
                    <a:pt x="1245" y="974"/>
                    <a:pt x="1247" y="974"/>
                  </a:cubicBezTo>
                  <a:cubicBezTo>
                    <a:pt x="1249" y="974"/>
                    <a:pt x="1251" y="973"/>
                    <a:pt x="1251" y="972"/>
                  </a:cubicBezTo>
                  <a:cubicBezTo>
                    <a:pt x="1255" y="968"/>
                    <a:pt x="1255" y="962"/>
                    <a:pt x="1251" y="958"/>
                  </a:cubicBezTo>
                  <a:lnTo>
                    <a:pt x="52"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1" name="Google Shape;1741;p43"/>
            <p:cNvSpPr/>
            <p:nvPr/>
          </p:nvSpPr>
          <p:spPr>
            <a:xfrm>
              <a:off x="-1429536" y="2168444"/>
              <a:ext cx="56936" cy="58081"/>
            </a:xfrm>
            <a:custGeom>
              <a:rect b="b" l="l" r="r" t="t"/>
              <a:pathLst>
                <a:path extrusionOk="0" h="1015" w="995">
                  <a:moveTo>
                    <a:pt x="680" y="0"/>
                  </a:moveTo>
                  <a:cubicBezTo>
                    <a:pt x="593" y="0"/>
                    <a:pt x="1" y="777"/>
                    <a:pt x="59" y="821"/>
                  </a:cubicBezTo>
                  <a:lnTo>
                    <a:pt x="306" y="1013"/>
                  </a:lnTo>
                  <a:cubicBezTo>
                    <a:pt x="308" y="1014"/>
                    <a:pt x="310" y="1015"/>
                    <a:pt x="312" y="1015"/>
                  </a:cubicBezTo>
                  <a:cubicBezTo>
                    <a:pt x="398" y="1015"/>
                    <a:pt x="994" y="238"/>
                    <a:pt x="937" y="190"/>
                  </a:cubicBezTo>
                  <a:lnTo>
                    <a:pt x="686" y="2"/>
                  </a:lnTo>
                  <a:cubicBezTo>
                    <a:pt x="684" y="1"/>
                    <a:pt x="682" y="0"/>
                    <a:pt x="68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2" name="Google Shape;1742;p43"/>
            <p:cNvSpPr/>
            <p:nvPr/>
          </p:nvSpPr>
          <p:spPr>
            <a:xfrm>
              <a:off x="-1412083" y="2186641"/>
              <a:ext cx="184142" cy="145860"/>
            </a:xfrm>
            <a:custGeom>
              <a:rect b="b" l="l" r="r" t="t"/>
              <a:pathLst>
                <a:path extrusionOk="0" h="2549" w="3218">
                  <a:moveTo>
                    <a:pt x="461" y="0"/>
                  </a:moveTo>
                  <a:cubicBezTo>
                    <a:pt x="335" y="0"/>
                    <a:pt x="1" y="445"/>
                    <a:pt x="95" y="517"/>
                  </a:cubicBezTo>
                  <a:lnTo>
                    <a:pt x="2736" y="2541"/>
                  </a:lnTo>
                  <a:cubicBezTo>
                    <a:pt x="2742" y="2546"/>
                    <a:pt x="2750" y="2548"/>
                    <a:pt x="2758" y="2548"/>
                  </a:cubicBezTo>
                  <a:cubicBezTo>
                    <a:pt x="2880" y="2548"/>
                    <a:pt x="3218" y="2101"/>
                    <a:pt x="3126" y="2033"/>
                  </a:cubicBezTo>
                  <a:lnTo>
                    <a:pt x="485" y="8"/>
                  </a:lnTo>
                  <a:cubicBezTo>
                    <a:pt x="479" y="3"/>
                    <a:pt x="470" y="0"/>
                    <a:pt x="46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3" name="Google Shape;1743;p43"/>
            <p:cNvSpPr/>
            <p:nvPr/>
          </p:nvSpPr>
          <p:spPr>
            <a:xfrm>
              <a:off x="-1455344" y="2153166"/>
              <a:ext cx="53503" cy="46179"/>
            </a:xfrm>
            <a:custGeom>
              <a:rect b="b" l="l" r="r" t="t"/>
              <a:pathLst>
                <a:path extrusionOk="0" h="807" w="935">
                  <a:moveTo>
                    <a:pt x="458" y="1"/>
                  </a:moveTo>
                  <a:cubicBezTo>
                    <a:pt x="334" y="1"/>
                    <a:pt x="0" y="449"/>
                    <a:pt x="91" y="520"/>
                  </a:cubicBezTo>
                  <a:lnTo>
                    <a:pt x="457" y="799"/>
                  </a:lnTo>
                  <a:cubicBezTo>
                    <a:pt x="463" y="804"/>
                    <a:pt x="471" y="806"/>
                    <a:pt x="479" y="806"/>
                  </a:cubicBezTo>
                  <a:cubicBezTo>
                    <a:pt x="601" y="806"/>
                    <a:pt x="935" y="358"/>
                    <a:pt x="847" y="290"/>
                  </a:cubicBezTo>
                  <a:lnTo>
                    <a:pt x="481" y="8"/>
                  </a:lnTo>
                  <a:cubicBezTo>
                    <a:pt x="475" y="3"/>
                    <a:pt x="467" y="1"/>
                    <a:pt x="45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4" name="Google Shape;1744;p43"/>
            <p:cNvSpPr/>
            <p:nvPr/>
          </p:nvSpPr>
          <p:spPr>
            <a:xfrm>
              <a:off x="-1271144" y="2302402"/>
              <a:ext cx="14649" cy="18254"/>
            </a:xfrm>
            <a:custGeom>
              <a:rect b="b" l="l" r="r" t="t"/>
              <a:pathLst>
                <a:path extrusionOk="0" h="319" w="256">
                  <a:moveTo>
                    <a:pt x="236" y="0"/>
                  </a:moveTo>
                  <a:cubicBezTo>
                    <a:pt x="231" y="0"/>
                    <a:pt x="226" y="2"/>
                    <a:pt x="224" y="6"/>
                  </a:cubicBezTo>
                  <a:lnTo>
                    <a:pt x="5" y="292"/>
                  </a:lnTo>
                  <a:cubicBezTo>
                    <a:pt x="1" y="298"/>
                    <a:pt x="1" y="309"/>
                    <a:pt x="8" y="316"/>
                  </a:cubicBezTo>
                  <a:cubicBezTo>
                    <a:pt x="11" y="317"/>
                    <a:pt x="15" y="318"/>
                    <a:pt x="18" y="318"/>
                  </a:cubicBezTo>
                  <a:cubicBezTo>
                    <a:pt x="23" y="318"/>
                    <a:pt x="29" y="317"/>
                    <a:pt x="33" y="313"/>
                  </a:cubicBezTo>
                  <a:lnTo>
                    <a:pt x="252" y="27"/>
                  </a:lnTo>
                  <a:cubicBezTo>
                    <a:pt x="256" y="20"/>
                    <a:pt x="256" y="10"/>
                    <a:pt x="248" y="2"/>
                  </a:cubicBezTo>
                  <a:cubicBezTo>
                    <a:pt x="244" y="1"/>
                    <a:pt x="240" y="0"/>
                    <a:pt x="23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5" name="Google Shape;1745;p43"/>
            <p:cNvSpPr/>
            <p:nvPr/>
          </p:nvSpPr>
          <p:spPr>
            <a:xfrm>
              <a:off x="-1290428" y="2287696"/>
              <a:ext cx="14821" cy="18311"/>
            </a:xfrm>
            <a:custGeom>
              <a:rect b="b" l="l" r="r" t="t"/>
              <a:pathLst>
                <a:path extrusionOk="0" h="320" w="259">
                  <a:moveTo>
                    <a:pt x="237" y="0"/>
                  </a:moveTo>
                  <a:cubicBezTo>
                    <a:pt x="233" y="0"/>
                    <a:pt x="229" y="3"/>
                    <a:pt x="227" y="8"/>
                  </a:cubicBezTo>
                  <a:lnTo>
                    <a:pt x="8" y="291"/>
                  </a:lnTo>
                  <a:cubicBezTo>
                    <a:pt x="0" y="298"/>
                    <a:pt x="3" y="309"/>
                    <a:pt x="11" y="315"/>
                  </a:cubicBezTo>
                  <a:cubicBezTo>
                    <a:pt x="14" y="318"/>
                    <a:pt x="17" y="319"/>
                    <a:pt x="20" y="319"/>
                  </a:cubicBezTo>
                  <a:cubicBezTo>
                    <a:pt x="25" y="319"/>
                    <a:pt x="31" y="316"/>
                    <a:pt x="35" y="312"/>
                  </a:cubicBezTo>
                  <a:lnTo>
                    <a:pt x="251" y="29"/>
                  </a:lnTo>
                  <a:cubicBezTo>
                    <a:pt x="258" y="19"/>
                    <a:pt x="258" y="8"/>
                    <a:pt x="248" y="5"/>
                  </a:cubicBezTo>
                  <a:cubicBezTo>
                    <a:pt x="245" y="2"/>
                    <a:pt x="241" y="0"/>
                    <a:pt x="23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6" name="Google Shape;1746;p43"/>
            <p:cNvSpPr/>
            <p:nvPr/>
          </p:nvSpPr>
          <p:spPr>
            <a:xfrm>
              <a:off x="-1309598" y="2272990"/>
              <a:ext cx="14821" cy="18254"/>
            </a:xfrm>
            <a:custGeom>
              <a:rect b="b" l="l" r="r" t="t"/>
              <a:pathLst>
                <a:path extrusionOk="0" h="319" w="259">
                  <a:moveTo>
                    <a:pt x="239" y="1"/>
                  </a:moveTo>
                  <a:cubicBezTo>
                    <a:pt x="234" y="1"/>
                    <a:pt x="228" y="4"/>
                    <a:pt x="224" y="8"/>
                  </a:cubicBezTo>
                  <a:lnTo>
                    <a:pt x="8" y="290"/>
                  </a:lnTo>
                  <a:cubicBezTo>
                    <a:pt x="1" y="301"/>
                    <a:pt x="4" y="311"/>
                    <a:pt x="11" y="315"/>
                  </a:cubicBezTo>
                  <a:cubicBezTo>
                    <a:pt x="14" y="317"/>
                    <a:pt x="17" y="318"/>
                    <a:pt x="20" y="318"/>
                  </a:cubicBezTo>
                  <a:cubicBezTo>
                    <a:pt x="26" y="318"/>
                    <a:pt x="32" y="315"/>
                    <a:pt x="36" y="311"/>
                  </a:cubicBezTo>
                  <a:lnTo>
                    <a:pt x="251" y="29"/>
                  </a:lnTo>
                  <a:cubicBezTo>
                    <a:pt x="259" y="22"/>
                    <a:pt x="255" y="11"/>
                    <a:pt x="248" y="5"/>
                  </a:cubicBezTo>
                  <a:cubicBezTo>
                    <a:pt x="246" y="2"/>
                    <a:pt x="242" y="1"/>
                    <a:pt x="239" y="1"/>
                  </a:cubicBezTo>
                  <a:close/>
                </a:path>
              </a:pathLst>
            </a:custGeom>
            <a:solidFill>
              <a:srgbClr val="25282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7" name="Google Shape;1747;p43"/>
            <p:cNvSpPr/>
            <p:nvPr/>
          </p:nvSpPr>
          <p:spPr>
            <a:xfrm>
              <a:off x="-1328710" y="2258341"/>
              <a:ext cx="14821" cy="18254"/>
            </a:xfrm>
            <a:custGeom>
              <a:rect b="b" l="l" r="r" t="t"/>
              <a:pathLst>
                <a:path extrusionOk="0" h="319" w="259">
                  <a:moveTo>
                    <a:pt x="238" y="0"/>
                  </a:moveTo>
                  <a:cubicBezTo>
                    <a:pt x="233" y="0"/>
                    <a:pt x="227" y="2"/>
                    <a:pt x="223" y="6"/>
                  </a:cubicBezTo>
                  <a:lnTo>
                    <a:pt x="8" y="291"/>
                  </a:lnTo>
                  <a:cubicBezTo>
                    <a:pt x="0" y="299"/>
                    <a:pt x="0" y="309"/>
                    <a:pt x="11" y="312"/>
                  </a:cubicBezTo>
                  <a:cubicBezTo>
                    <a:pt x="14" y="316"/>
                    <a:pt x="19" y="318"/>
                    <a:pt x="23" y="318"/>
                  </a:cubicBezTo>
                  <a:cubicBezTo>
                    <a:pt x="27" y="318"/>
                    <a:pt x="30" y="316"/>
                    <a:pt x="32" y="312"/>
                  </a:cubicBezTo>
                  <a:lnTo>
                    <a:pt x="251" y="27"/>
                  </a:lnTo>
                  <a:cubicBezTo>
                    <a:pt x="258" y="20"/>
                    <a:pt x="254" y="10"/>
                    <a:pt x="248" y="2"/>
                  </a:cubicBezTo>
                  <a:cubicBezTo>
                    <a:pt x="245" y="1"/>
                    <a:pt x="242" y="0"/>
                    <a:pt x="238" y="0"/>
                  </a:cubicBezTo>
                  <a:close/>
                </a:path>
              </a:pathLst>
            </a:custGeom>
            <a:solidFill>
              <a:srgbClr val="25282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8" name="Google Shape;1748;p43"/>
            <p:cNvSpPr/>
            <p:nvPr/>
          </p:nvSpPr>
          <p:spPr>
            <a:xfrm>
              <a:off x="-1347880" y="2243577"/>
              <a:ext cx="14592" cy="18254"/>
            </a:xfrm>
            <a:custGeom>
              <a:rect b="b" l="l" r="r" t="t"/>
              <a:pathLst>
                <a:path extrusionOk="0" h="319" w="255">
                  <a:moveTo>
                    <a:pt x="238" y="0"/>
                  </a:moveTo>
                  <a:cubicBezTo>
                    <a:pt x="233" y="0"/>
                    <a:pt x="228" y="2"/>
                    <a:pt x="224" y="6"/>
                  </a:cubicBezTo>
                  <a:lnTo>
                    <a:pt x="4" y="292"/>
                  </a:lnTo>
                  <a:cubicBezTo>
                    <a:pt x="1" y="299"/>
                    <a:pt x="1" y="309"/>
                    <a:pt x="8" y="316"/>
                  </a:cubicBezTo>
                  <a:cubicBezTo>
                    <a:pt x="12" y="318"/>
                    <a:pt x="17" y="318"/>
                    <a:pt x="20" y="318"/>
                  </a:cubicBezTo>
                  <a:cubicBezTo>
                    <a:pt x="26" y="318"/>
                    <a:pt x="30" y="317"/>
                    <a:pt x="32" y="313"/>
                  </a:cubicBezTo>
                  <a:lnTo>
                    <a:pt x="251" y="27"/>
                  </a:lnTo>
                  <a:cubicBezTo>
                    <a:pt x="255" y="20"/>
                    <a:pt x="255" y="9"/>
                    <a:pt x="248" y="3"/>
                  </a:cubicBezTo>
                  <a:cubicBezTo>
                    <a:pt x="245" y="1"/>
                    <a:pt x="242" y="0"/>
                    <a:pt x="238" y="0"/>
                  </a:cubicBezTo>
                  <a:close/>
                </a:path>
              </a:pathLst>
            </a:custGeom>
            <a:solidFill>
              <a:srgbClr val="25282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9" name="Google Shape;1749;p43"/>
            <p:cNvSpPr/>
            <p:nvPr/>
          </p:nvSpPr>
          <p:spPr>
            <a:xfrm>
              <a:off x="-1366992" y="2228871"/>
              <a:ext cx="14592" cy="18311"/>
            </a:xfrm>
            <a:custGeom>
              <a:rect b="b" l="l" r="r" t="t"/>
              <a:pathLst>
                <a:path extrusionOk="0" h="320" w="255">
                  <a:moveTo>
                    <a:pt x="234" y="1"/>
                  </a:moveTo>
                  <a:cubicBezTo>
                    <a:pt x="229" y="1"/>
                    <a:pt x="225" y="3"/>
                    <a:pt x="223" y="9"/>
                  </a:cubicBezTo>
                  <a:lnTo>
                    <a:pt x="3" y="291"/>
                  </a:lnTo>
                  <a:cubicBezTo>
                    <a:pt x="0" y="298"/>
                    <a:pt x="0" y="308"/>
                    <a:pt x="8" y="316"/>
                  </a:cubicBezTo>
                  <a:cubicBezTo>
                    <a:pt x="10" y="318"/>
                    <a:pt x="13" y="319"/>
                    <a:pt x="16" y="319"/>
                  </a:cubicBezTo>
                  <a:cubicBezTo>
                    <a:pt x="22" y="319"/>
                    <a:pt x="27" y="316"/>
                    <a:pt x="32" y="312"/>
                  </a:cubicBezTo>
                  <a:lnTo>
                    <a:pt x="251" y="30"/>
                  </a:lnTo>
                  <a:cubicBezTo>
                    <a:pt x="254" y="20"/>
                    <a:pt x="254" y="9"/>
                    <a:pt x="248" y="5"/>
                  </a:cubicBezTo>
                  <a:cubicBezTo>
                    <a:pt x="243" y="2"/>
                    <a:pt x="238" y="1"/>
                    <a:pt x="234" y="1"/>
                  </a:cubicBezTo>
                  <a:close/>
                </a:path>
              </a:pathLst>
            </a:custGeom>
            <a:solidFill>
              <a:srgbClr val="25282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0" name="Google Shape;1750;p43"/>
            <p:cNvSpPr/>
            <p:nvPr/>
          </p:nvSpPr>
          <p:spPr>
            <a:xfrm>
              <a:off x="-1280872" y="2302574"/>
              <a:ext cx="9041" cy="10701"/>
            </a:xfrm>
            <a:custGeom>
              <a:rect b="b" l="l" r="r" t="t"/>
              <a:pathLst>
                <a:path extrusionOk="0" h="187" w="158">
                  <a:moveTo>
                    <a:pt x="137" y="1"/>
                  </a:moveTo>
                  <a:cubicBezTo>
                    <a:pt x="133" y="1"/>
                    <a:pt x="128" y="2"/>
                    <a:pt x="126" y="7"/>
                  </a:cubicBezTo>
                  <a:lnTo>
                    <a:pt x="8" y="160"/>
                  </a:lnTo>
                  <a:cubicBezTo>
                    <a:pt x="0" y="167"/>
                    <a:pt x="4" y="177"/>
                    <a:pt x="11" y="184"/>
                  </a:cubicBezTo>
                  <a:cubicBezTo>
                    <a:pt x="14" y="186"/>
                    <a:pt x="17" y="186"/>
                    <a:pt x="21" y="186"/>
                  </a:cubicBezTo>
                  <a:cubicBezTo>
                    <a:pt x="26" y="186"/>
                    <a:pt x="32" y="185"/>
                    <a:pt x="35" y="181"/>
                  </a:cubicBezTo>
                  <a:lnTo>
                    <a:pt x="150" y="28"/>
                  </a:lnTo>
                  <a:cubicBezTo>
                    <a:pt x="158" y="20"/>
                    <a:pt x="158" y="10"/>
                    <a:pt x="147" y="3"/>
                  </a:cubicBezTo>
                  <a:cubicBezTo>
                    <a:pt x="144" y="1"/>
                    <a:pt x="141" y="1"/>
                    <a:pt x="13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1" name="Google Shape;1751;p43"/>
            <p:cNvSpPr/>
            <p:nvPr/>
          </p:nvSpPr>
          <p:spPr>
            <a:xfrm>
              <a:off x="-1300042" y="2287925"/>
              <a:ext cx="9098" cy="10758"/>
            </a:xfrm>
            <a:custGeom>
              <a:rect b="b" l="l" r="r" t="t"/>
              <a:pathLst>
                <a:path extrusionOk="0" h="188" w="159">
                  <a:moveTo>
                    <a:pt x="138" y="1"/>
                  </a:moveTo>
                  <a:cubicBezTo>
                    <a:pt x="133" y="1"/>
                    <a:pt x="127" y="4"/>
                    <a:pt x="123" y="8"/>
                  </a:cubicBezTo>
                  <a:lnTo>
                    <a:pt x="8" y="158"/>
                  </a:lnTo>
                  <a:cubicBezTo>
                    <a:pt x="1" y="168"/>
                    <a:pt x="4" y="179"/>
                    <a:pt x="15" y="186"/>
                  </a:cubicBezTo>
                  <a:cubicBezTo>
                    <a:pt x="17" y="187"/>
                    <a:pt x="19" y="187"/>
                    <a:pt x="21" y="187"/>
                  </a:cubicBezTo>
                  <a:cubicBezTo>
                    <a:pt x="26" y="187"/>
                    <a:pt x="31" y="184"/>
                    <a:pt x="36" y="179"/>
                  </a:cubicBezTo>
                  <a:lnTo>
                    <a:pt x="151" y="29"/>
                  </a:lnTo>
                  <a:cubicBezTo>
                    <a:pt x="158" y="19"/>
                    <a:pt x="155" y="8"/>
                    <a:pt x="147" y="4"/>
                  </a:cubicBezTo>
                  <a:cubicBezTo>
                    <a:pt x="145" y="2"/>
                    <a:pt x="141" y="1"/>
                    <a:pt x="138" y="1"/>
                  </a:cubicBezTo>
                  <a:close/>
                </a:path>
              </a:pathLst>
            </a:custGeom>
            <a:solidFill>
              <a:srgbClr val="25282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2" name="Google Shape;1752;p43"/>
            <p:cNvSpPr/>
            <p:nvPr/>
          </p:nvSpPr>
          <p:spPr>
            <a:xfrm>
              <a:off x="-1319154" y="2273219"/>
              <a:ext cx="9041" cy="10643"/>
            </a:xfrm>
            <a:custGeom>
              <a:rect b="b" l="l" r="r" t="t"/>
              <a:pathLst>
                <a:path extrusionOk="0" h="186" w="158">
                  <a:moveTo>
                    <a:pt x="138" y="0"/>
                  </a:moveTo>
                  <a:cubicBezTo>
                    <a:pt x="132" y="0"/>
                    <a:pt x="127" y="3"/>
                    <a:pt x="122" y="7"/>
                  </a:cubicBezTo>
                  <a:lnTo>
                    <a:pt x="8" y="157"/>
                  </a:lnTo>
                  <a:cubicBezTo>
                    <a:pt x="0" y="168"/>
                    <a:pt x="4" y="178"/>
                    <a:pt x="11" y="181"/>
                  </a:cubicBezTo>
                  <a:cubicBezTo>
                    <a:pt x="14" y="184"/>
                    <a:pt x="17" y="185"/>
                    <a:pt x="21" y="185"/>
                  </a:cubicBezTo>
                  <a:cubicBezTo>
                    <a:pt x="26" y="185"/>
                    <a:pt x="31" y="182"/>
                    <a:pt x="35" y="178"/>
                  </a:cubicBezTo>
                  <a:lnTo>
                    <a:pt x="150" y="28"/>
                  </a:lnTo>
                  <a:cubicBezTo>
                    <a:pt x="158" y="21"/>
                    <a:pt x="154" y="11"/>
                    <a:pt x="147" y="4"/>
                  </a:cubicBezTo>
                  <a:cubicBezTo>
                    <a:pt x="144" y="1"/>
                    <a:pt x="141" y="0"/>
                    <a:pt x="138" y="0"/>
                  </a:cubicBezTo>
                  <a:close/>
                </a:path>
              </a:pathLst>
            </a:custGeom>
            <a:solidFill>
              <a:srgbClr val="25282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3" name="Google Shape;1753;p43"/>
            <p:cNvSpPr/>
            <p:nvPr/>
          </p:nvSpPr>
          <p:spPr>
            <a:xfrm>
              <a:off x="-1338324" y="2258513"/>
              <a:ext cx="8869" cy="10701"/>
            </a:xfrm>
            <a:custGeom>
              <a:rect b="b" l="l" r="r" t="t"/>
              <a:pathLst>
                <a:path extrusionOk="0" h="187" w="155">
                  <a:moveTo>
                    <a:pt x="137" y="1"/>
                  </a:moveTo>
                  <a:cubicBezTo>
                    <a:pt x="132" y="1"/>
                    <a:pt x="127" y="2"/>
                    <a:pt x="123" y="7"/>
                  </a:cubicBezTo>
                  <a:lnTo>
                    <a:pt x="8" y="160"/>
                  </a:lnTo>
                  <a:cubicBezTo>
                    <a:pt x="1" y="166"/>
                    <a:pt x="1" y="177"/>
                    <a:pt x="8" y="184"/>
                  </a:cubicBezTo>
                  <a:cubicBezTo>
                    <a:pt x="13" y="185"/>
                    <a:pt x="17" y="186"/>
                    <a:pt x="21" y="186"/>
                  </a:cubicBezTo>
                  <a:cubicBezTo>
                    <a:pt x="26" y="186"/>
                    <a:pt x="31" y="185"/>
                    <a:pt x="33" y="181"/>
                  </a:cubicBezTo>
                  <a:lnTo>
                    <a:pt x="151" y="28"/>
                  </a:lnTo>
                  <a:cubicBezTo>
                    <a:pt x="155" y="20"/>
                    <a:pt x="155" y="10"/>
                    <a:pt x="147" y="3"/>
                  </a:cubicBezTo>
                  <a:cubicBezTo>
                    <a:pt x="144" y="2"/>
                    <a:pt x="141" y="1"/>
                    <a:pt x="137" y="1"/>
                  </a:cubicBezTo>
                  <a:close/>
                </a:path>
              </a:pathLst>
            </a:custGeom>
            <a:solidFill>
              <a:srgbClr val="25282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4" name="Google Shape;1754;p43"/>
            <p:cNvSpPr/>
            <p:nvPr/>
          </p:nvSpPr>
          <p:spPr>
            <a:xfrm>
              <a:off x="-1357436" y="2243749"/>
              <a:ext cx="8869" cy="10701"/>
            </a:xfrm>
            <a:custGeom>
              <a:rect b="b" l="l" r="r" t="t"/>
              <a:pathLst>
                <a:path extrusionOk="0" h="187" w="155">
                  <a:moveTo>
                    <a:pt x="134" y="1"/>
                  </a:moveTo>
                  <a:cubicBezTo>
                    <a:pt x="129" y="1"/>
                    <a:pt x="124" y="2"/>
                    <a:pt x="122" y="6"/>
                  </a:cubicBezTo>
                  <a:lnTo>
                    <a:pt x="4" y="160"/>
                  </a:lnTo>
                  <a:cubicBezTo>
                    <a:pt x="0" y="167"/>
                    <a:pt x="0" y="178"/>
                    <a:pt x="8" y="184"/>
                  </a:cubicBezTo>
                  <a:cubicBezTo>
                    <a:pt x="12" y="186"/>
                    <a:pt x="16" y="187"/>
                    <a:pt x="20" y="187"/>
                  </a:cubicBezTo>
                  <a:cubicBezTo>
                    <a:pt x="26" y="187"/>
                    <a:pt x="30" y="185"/>
                    <a:pt x="32" y="181"/>
                  </a:cubicBezTo>
                  <a:lnTo>
                    <a:pt x="150" y="27"/>
                  </a:lnTo>
                  <a:cubicBezTo>
                    <a:pt x="154" y="20"/>
                    <a:pt x="154" y="10"/>
                    <a:pt x="147" y="3"/>
                  </a:cubicBezTo>
                  <a:cubicBezTo>
                    <a:pt x="143" y="2"/>
                    <a:pt x="138" y="1"/>
                    <a:pt x="134" y="1"/>
                  </a:cubicBezTo>
                  <a:close/>
                </a:path>
              </a:pathLst>
            </a:custGeom>
            <a:solidFill>
              <a:srgbClr val="25282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5" name="Google Shape;1755;p43"/>
            <p:cNvSpPr/>
            <p:nvPr/>
          </p:nvSpPr>
          <p:spPr>
            <a:xfrm>
              <a:off x="-1376777" y="2229157"/>
              <a:ext cx="9041" cy="10701"/>
            </a:xfrm>
            <a:custGeom>
              <a:rect b="b" l="l" r="r" t="t"/>
              <a:pathLst>
                <a:path extrusionOk="0" h="187" w="158">
                  <a:moveTo>
                    <a:pt x="138" y="0"/>
                  </a:moveTo>
                  <a:cubicBezTo>
                    <a:pt x="133" y="0"/>
                    <a:pt x="128" y="3"/>
                    <a:pt x="126" y="7"/>
                  </a:cubicBezTo>
                  <a:lnTo>
                    <a:pt x="7" y="157"/>
                  </a:lnTo>
                  <a:cubicBezTo>
                    <a:pt x="0" y="168"/>
                    <a:pt x="4" y="178"/>
                    <a:pt x="15" y="185"/>
                  </a:cubicBezTo>
                  <a:cubicBezTo>
                    <a:pt x="16" y="186"/>
                    <a:pt x="19" y="186"/>
                    <a:pt x="21" y="186"/>
                  </a:cubicBezTo>
                  <a:cubicBezTo>
                    <a:pt x="27" y="186"/>
                    <a:pt x="33" y="183"/>
                    <a:pt x="36" y="178"/>
                  </a:cubicBezTo>
                  <a:lnTo>
                    <a:pt x="150" y="28"/>
                  </a:lnTo>
                  <a:cubicBezTo>
                    <a:pt x="158" y="18"/>
                    <a:pt x="158" y="7"/>
                    <a:pt x="147" y="4"/>
                  </a:cubicBezTo>
                  <a:cubicBezTo>
                    <a:pt x="144" y="1"/>
                    <a:pt x="141" y="0"/>
                    <a:pt x="138" y="0"/>
                  </a:cubicBezTo>
                  <a:close/>
                </a:path>
              </a:pathLst>
            </a:custGeom>
            <a:solidFill>
              <a:srgbClr val="25282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6" name="Google Shape;1756;p43"/>
            <p:cNvSpPr/>
            <p:nvPr/>
          </p:nvSpPr>
          <p:spPr>
            <a:xfrm>
              <a:off x="-2219207" y="2143553"/>
              <a:ext cx="810557" cy="643696"/>
            </a:xfrm>
            <a:custGeom>
              <a:rect b="b" l="l" r="r" t="t"/>
              <a:pathLst>
                <a:path extrusionOk="0" h="11249" w="14165">
                  <a:moveTo>
                    <a:pt x="1783" y="0"/>
                  </a:moveTo>
                  <a:cubicBezTo>
                    <a:pt x="1646" y="0"/>
                    <a:pt x="1503" y="17"/>
                    <a:pt x="1357" y="54"/>
                  </a:cubicBezTo>
                  <a:cubicBezTo>
                    <a:pt x="422" y="290"/>
                    <a:pt x="1" y="559"/>
                    <a:pt x="11" y="2207"/>
                  </a:cubicBezTo>
                  <a:cubicBezTo>
                    <a:pt x="25" y="4315"/>
                    <a:pt x="792" y="8799"/>
                    <a:pt x="2370" y="10597"/>
                  </a:cubicBezTo>
                  <a:cubicBezTo>
                    <a:pt x="2482" y="10726"/>
                    <a:pt x="2600" y="10845"/>
                    <a:pt x="2722" y="10943"/>
                  </a:cubicBezTo>
                  <a:cubicBezTo>
                    <a:pt x="2979" y="11154"/>
                    <a:pt x="3317" y="11248"/>
                    <a:pt x="3714" y="11248"/>
                  </a:cubicBezTo>
                  <a:cubicBezTo>
                    <a:pt x="4116" y="11248"/>
                    <a:pt x="4577" y="11153"/>
                    <a:pt x="5078" y="10985"/>
                  </a:cubicBezTo>
                  <a:cubicBezTo>
                    <a:pt x="8629" y="9793"/>
                    <a:pt x="14165" y="4988"/>
                    <a:pt x="14165" y="4988"/>
                  </a:cubicBezTo>
                  <a:lnTo>
                    <a:pt x="13294" y="3660"/>
                  </a:lnTo>
                  <a:cubicBezTo>
                    <a:pt x="13294" y="3660"/>
                    <a:pt x="7739" y="7064"/>
                    <a:pt x="5595" y="7064"/>
                  </a:cubicBezTo>
                  <a:cubicBezTo>
                    <a:pt x="5399" y="7064"/>
                    <a:pt x="5231" y="7036"/>
                    <a:pt x="5099" y="6974"/>
                  </a:cubicBezTo>
                  <a:cubicBezTo>
                    <a:pt x="4380" y="6636"/>
                    <a:pt x="4583" y="3430"/>
                    <a:pt x="3708" y="1542"/>
                  </a:cubicBezTo>
                  <a:cubicBezTo>
                    <a:pt x="3306" y="676"/>
                    <a:pt x="2642" y="0"/>
                    <a:pt x="178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7" name="Google Shape;1757;p43"/>
            <p:cNvSpPr/>
            <p:nvPr/>
          </p:nvSpPr>
          <p:spPr>
            <a:xfrm>
              <a:off x="-1511593" y="2410782"/>
              <a:ext cx="16080" cy="16022"/>
            </a:xfrm>
            <a:custGeom>
              <a:rect b="b" l="l" r="r" t="t"/>
              <a:pathLst>
                <a:path extrusionOk="0" h="280" w="281">
                  <a:moveTo>
                    <a:pt x="140" y="1"/>
                  </a:moveTo>
                  <a:cubicBezTo>
                    <a:pt x="63" y="1"/>
                    <a:pt x="1" y="64"/>
                    <a:pt x="1" y="140"/>
                  </a:cubicBezTo>
                  <a:cubicBezTo>
                    <a:pt x="1" y="217"/>
                    <a:pt x="63" y="279"/>
                    <a:pt x="140" y="279"/>
                  </a:cubicBezTo>
                  <a:cubicBezTo>
                    <a:pt x="217" y="279"/>
                    <a:pt x="280" y="217"/>
                    <a:pt x="280" y="140"/>
                  </a:cubicBezTo>
                  <a:cubicBezTo>
                    <a:pt x="280" y="64"/>
                    <a:pt x="217" y="1"/>
                    <a:pt x="14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8" name="Google Shape;1758;p43"/>
            <p:cNvSpPr/>
            <p:nvPr/>
          </p:nvSpPr>
          <p:spPr>
            <a:xfrm>
              <a:off x="-1546385" y="2401855"/>
              <a:ext cx="75877" cy="82458"/>
            </a:xfrm>
            <a:custGeom>
              <a:rect b="b" l="l" r="r" t="t"/>
              <a:pathLst>
                <a:path extrusionOk="0" h="1441" w="1326">
                  <a:moveTo>
                    <a:pt x="64" y="0"/>
                  </a:moveTo>
                  <a:cubicBezTo>
                    <a:pt x="34" y="0"/>
                    <a:pt x="0" y="26"/>
                    <a:pt x="7" y="66"/>
                  </a:cubicBezTo>
                  <a:cubicBezTo>
                    <a:pt x="104" y="707"/>
                    <a:pt x="588" y="1307"/>
                    <a:pt x="1236" y="1439"/>
                  </a:cubicBezTo>
                  <a:cubicBezTo>
                    <a:pt x="1240" y="1440"/>
                    <a:pt x="1245" y="1440"/>
                    <a:pt x="1249" y="1440"/>
                  </a:cubicBezTo>
                  <a:cubicBezTo>
                    <a:pt x="1306" y="1440"/>
                    <a:pt x="1326" y="1354"/>
                    <a:pt x="1264" y="1341"/>
                  </a:cubicBezTo>
                  <a:cubicBezTo>
                    <a:pt x="647" y="1212"/>
                    <a:pt x="198" y="648"/>
                    <a:pt x="104" y="38"/>
                  </a:cubicBezTo>
                  <a:cubicBezTo>
                    <a:pt x="101" y="12"/>
                    <a:pt x="83" y="0"/>
                    <a:pt x="64"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9" name="Google Shape;1759;p43"/>
            <p:cNvSpPr/>
            <p:nvPr/>
          </p:nvSpPr>
          <p:spPr>
            <a:xfrm>
              <a:off x="-1507817" y="2409637"/>
              <a:ext cx="62659" cy="58310"/>
            </a:xfrm>
            <a:custGeom>
              <a:rect b="b" l="l" r="r" t="t"/>
              <a:pathLst>
                <a:path extrusionOk="0" h="1019" w="1095">
                  <a:moveTo>
                    <a:pt x="1022" y="0"/>
                  </a:moveTo>
                  <a:cubicBezTo>
                    <a:pt x="1006" y="0"/>
                    <a:pt x="991" y="7"/>
                    <a:pt x="980" y="24"/>
                  </a:cubicBezTo>
                  <a:cubicBezTo>
                    <a:pt x="743" y="397"/>
                    <a:pt x="430" y="700"/>
                    <a:pt x="50" y="923"/>
                  </a:cubicBezTo>
                  <a:cubicBezTo>
                    <a:pt x="0" y="949"/>
                    <a:pt x="30" y="1018"/>
                    <a:pt x="75" y="1018"/>
                  </a:cubicBezTo>
                  <a:cubicBezTo>
                    <a:pt x="84" y="1018"/>
                    <a:pt x="93" y="1016"/>
                    <a:pt x="102" y="1010"/>
                  </a:cubicBezTo>
                  <a:cubicBezTo>
                    <a:pt x="496" y="780"/>
                    <a:pt x="824" y="463"/>
                    <a:pt x="1068" y="76"/>
                  </a:cubicBezTo>
                  <a:cubicBezTo>
                    <a:pt x="1094" y="37"/>
                    <a:pt x="1058" y="0"/>
                    <a:pt x="102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0" name="Google Shape;1760;p43"/>
            <p:cNvSpPr/>
            <p:nvPr/>
          </p:nvSpPr>
          <p:spPr>
            <a:xfrm>
              <a:off x="-2083589" y="2712401"/>
              <a:ext cx="154959" cy="74847"/>
            </a:xfrm>
            <a:custGeom>
              <a:rect b="b" l="l" r="r" t="t"/>
              <a:pathLst>
                <a:path extrusionOk="0" h="1308" w="2708">
                  <a:moveTo>
                    <a:pt x="1345" y="1"/>
                  </a:moveTo>
                  <a:cubicBezTo>
                    <a:pt x="699" y="1"/>
                    <a:pt x="219" y="420"/>
                    <a:pt x="0" y="656"/>
                  </a:cubicBezTo>
                  <a:cubicBezTo>
                    <a:pt x="112" y="785"/>
                    <a:pt x="230" y="904"/>
                    <a:pt x="352" y="1002"/>
                  </a:cubicBezTo>
                  <a:cubicBezTo>
                    <a:pt x="609" y="1213"/>
                    <a:pt x="947" y="1307"/>
                    <a:pt x="1344" y="1307"/>
                  </a:cubicBezTo>
                  <a:cubicBezTo>
                    <a:pt x="1746" y="1307"/>
                    <a:pt x="2207" y="1212"/>
                    <a:pt x="2708" y="1044"/>
                  </a:cubicBezTo>
                  <a:cubicBezTo>
                    <a:pt x="2499" y="605"/>
                    <a:pt x="2140" y="106"/>
                    <a:pt x="1579" y="19"/>
                  </a:cubicBezTo>
                  <a:cubicBezTo>
                    <a:pt x="1499" y="7"/>
                    <a:pt x="1421" y="1"/>
                    <a:pt x="134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1" name="Google Shape;1761;p43"/>
            <p:cNvSpPr/>
            <p:nvPr/>
          </p:nvSpPr>
          <p:spPr>
            <a:xfrm>
              <a:off x="-2017555" y="2542851"/>
              <a:ext cx="107178" cy="49440"/>
            </a:xfrm>
            <a:custGeom>
              <a:rect b="b" l="l" r="r" t="t"/>
              <a:pathLst>
                <a:path extrusionOk="0" h="864" w="1873">
                  <a:moveTo>
                    <a:pt x="1803" y="0"/>
                  </a:moveTo>
                  <a:cubicBezTo>
                    <a:pt x="1798" y="0"/>
                    <a:pt x="1793" y="1"/>
                    <a:pt x="1787" y="3"/>
                  </a:cubicBezTo>
                  <a:cubicBezTo>
                    <a:pt x="1181" y="187"/>
                    <a:pt x="596" y="442"/>
                    <a:pt x="49" y="766"/>
                  </a:cubicBezTo>
                  <a:cubicBezTo>
                    <a:pt x="1" y="795"/>
                    <a:pt x="32" y="863"/>
                    <a:pt x="76" y="863"/>
                  </a:cubicBezTo>
                  <a:cubicBezTo>
                    <a:pt x="84" y="863"/>
                    <a:pt x="92" y="861"/>
                    <a:pt x="100" y="856"/>
                  </a:cubicBezTo>
                  <a:cubicBezTo>
                    <a:pt x="641" y="536"/>
                    <a:pt x="1216" y="285"/>
                    <a:pt x="1815" y="104"/>
                  </a:cubicBezTo>
                  <a:cubicBezTo>
                    <a:pt x="1872" y="85"/>
                    <a:pt x="1857" y="0"/>
                    <a:pt x="180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2" name="Google Shape;1762;p43"/>
            <p:cNvSpPr/>
            <p:nvPr/>
          </p:nvSpPr>
          <p:spPr>
            <a:xfrm>
              <a:off x="-1997069" y="2543938"/>
              <a:ext cx="54132" cy="15851"/>
            </a:xfrm>
            <a:custGeom>
              <a:rect b="b" l="l" r="r" t="t"/>
              <a:pathLst>
                <a:path extrusionOk="0" h="277" w="946">
                  <a:moveTo>
                    <a:pt x="61" y="1"/>
                  </a:moveTo>
                  <a:cubicBezTo>
                    <a:pt x="1" y="1"/>
                    <a:pt x="3" y="99"/>
                    <a:pt x="67" y="102"/>
                  </a:cubicBezTo>
                  <a:cubicBezTo>
                    <a:pt x="342" y="123"/>
                    <a:pt x="603" y="179"/>
                    <a:pt x="861" y="273"/>
                  </a:cubicBezTo>
                  <a:cubicBezTo>
                    <a:pt x="868" y="275"/>
                    <a:pt x="874" y="277"/>
                    <a:pt x="880" y="277"/>
                  </a:cubicBezTo>
                  <a:cubicBezTo>
                    <a:pt x="929" y="277"/>
                    <a:pt x="945" y="193"/>
                    <a:pt x="889" y="172"/>
                  </a:cubicBezTo>
                  <a:cubicBezTo>
                    <a:pt x="624" y="75"/>
                    <a:pt x="349" y="19"/>
                    <a:pt x="67" y="1"/>
                  </a:cubicBezTo>
                  <a:cubicBezTo>
                    <a:pt x="65" y="1"/>
                    <a:pt x="63" y="1"/>
                    <a:pt x="6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3" name="Google Shape;1763;p43"/>
            <p:cNvSpPr/>
            <p:nvPr/>
          </p:nvSpPr>
          <p:spPr>
            <a:xfrm>
              <a:off x="-1793357" y="2505943"/>
              <a:ext cx="296527" cy="199649"/>
            </a:xfrm>
            <a:custGeom>
              <a:rect b="b" l="l" r="r" t="t"/>
              <a:pathLst>
                <a:path extrusionOk="0" h="3489" w="5182">
                  <a:moveTo>
                    <a:pt x="5112" y="1"/>
                  </a:moveTo>
                  <a:cubicBezTo>
                    <a:pt x="5103" y="1"/>
                    <a:pt x="5094" y="4"/>
                    <a:pt x="5085" y="10"/>
                  </a:cubicBezTo>
                  <a:cubicBezTo>
                    <a:pt x="3458" y="1215"/>
                    <a:pt x="1779" y="2341"/>
                    <a:pt x="50" y="3390"/>
                  </a:cubicBezTo>
                  <a:cubicBezTo>
                    <a:pt x="0" y="3419"/>
                    <a:pt x="30" y="3488"/>
                    <a:pt x="76" y="3488"/>
                  </a:cubicBezTo>
                  <a:cubicBezTo>
                    <a:pt x="85" y="3488"/>
                    <a:pt x="94" y="3486"/>
                    <a:pt x="103" y="3481"/>
                  </a:cubicBezTo>
                  <a:cubicBezTo>
                    <a:pt x="1831" y="2432"/>
                    <a:pt x="3511" y="1303"/>
                    <a:pt x="5138" y="101"/>
                  </a:cubicBezTo>
                  <a:cubicBezTo>
                    <a:pt x="5181" y="69"/>
                    <a:pt x="5153" y="1"/>
                    <a:pt x="511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4" name="Google Shape;1764;p43"/>
            <p:cNvSpPr/>
            <p:nvPr/>
          </p:nvSpPr>
          <p:spPr>
            <a:xfrm>
              <a:off x="-2192255" y="2476931"/>
              <a:ext cx="232896" cy="314895"/>
            </a:xfrm>
            <a:custGeom>
              <a:rect b="b" l="l" r="r" t="t"/>
              <a:pathLst>
                <a:path extrusionOk="0" h="5503" w="4070">
                  <a:moveTo>
                    <a:pt x="51" y="0"/>
                  </a:moveTo>
                  <a:cubicBezTo>
                    <a:pt x="25" y="0"/>
                    <a:pt x="0" y="17"/>
                    <a:pt x="4" y="50"/>
                  </a:cubicBezTo>
                  <a:cubicBezTo>
                    <a:pt x="94" y="1106"/>
                    <a:pt x="394" y="2130"/>
                    <a:pt x="844" y="3089"/>
                  </a:cubicBezTo>
                  <a:cubicBezTo>
                    <a:pt x="1066" y="3566"/>
                    <a:pt x="1321" y="4036"/>
                    <a:pt x="1624" y="4469"/>
                  </a:cubicBezTo>
                  <a:cubicBezTo>
                    <a:pt x="1878" y="4834"/>
                    <a:pt x="2206" y="5210"/>
                    <a:pt x="2627" y="5385"/>
                  </a:cubicBezTo>
                  <a:cubicBezTo>
                    <a:pt x="2824" y="5467"/>
                    <a:pt x="3036" y="5503"/>
                    <a:pt x="3250" y="5503"/>
                  </a:cubicBezTo>
                  <a:cubicBezTo>
                    <a:pt x="3511" y="5503"/>
                    <a:pt x="3775" y="5449"/>
                    <a:pt x="4014" y="5357"/>
                  </a:cubicBezTo>
                  <a:cubicBezTo>
                    <a:pt x="4070" y="5335"/>
                    <a:pt x="4054" y="5256"/>
                    <a:pt x="4006" y="5256"/>
                  </a:cubicBezTo>
                  <a:cubicBezTo>
                    <a:pt x="4000" y="5256"/>
                    <a:pt x="3993" y="5257"/>
                    <a:pt x="3986" y="5260"/>
                  </a:cubicBezTo>
                  <a:cubicBezTo>
                    <a:pt x="3755" y="5347"/>
                    <a:pt x="3509" y="5396"/>
                    <a:pt x="3266" y="5396"/>
                  </a:cubicBezTo>
                  <a:cubicBezTo>
                    <a:pt x="2944" y="5396"/>
                    <a:pt x="2628" y="5310"/>
                    <a:pt x="2356" y="5109"/>
                  </a:cubicBezTo>
                  <a:cubicBezTo>
                    <a:pt x="1875" y="4750"/>
                    <a:pt x="1555" y="4210"/>
                    <a:pt x="1269" y="3695"/>
                  </a:cubicBezTo>
                  <a:cubicBezTo>
                    <a:pt x="645" y="2570"/>
                    <a:pt x="217" y="1333"/>
                    <a:pt x="109" y="50"/>
                  </a:cubicBezTo>
                  <a:cubicBezTo>
                    <a:pt x="105" y="17"/>
                    <a:pt x="77" y="0"/>
                    <a:pt x="5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5" name="Google Shape;1765;p43"/>
            <p:cNvSpPr/>
            <p:nvPr/>
          </p:nvSpPr>
          <p:spPr>
            <a:xfrm>
              <a:off x="-1492996" y="2206211"/>
              <a:ext cx="229920" cy="230492"/>
            </a:xfrm>
            <a:custGeom>
              <a:rect b="b" l="l" r="r" t="t"/>
              <a:pathLst>
                <a:path extrusionOk="0" h="4028" w="4018">
                  <a:moveTo>
                    <a:pt x="3394" y="1"/>
                  </a:moveTo>
                  <a:cubicBezTo>
                    <a:pt x="3391" y="1"/>
                    <a:pt x="3387" y="1"/>
                    <a:pt x="3384" y="1"/>
                  </a:cubicBezTo>
                  <a:cubicBezTo>
                    <a:pt x="3125" y="4"/>
                    <a:pt x="1129" y="165"/>
                    <a:pt x="930" y="387"/>
                  </a:cubicBezTo>
                  <a:cubicBezTo>
                    <a:pt x="729" y="607"/>
                    <a:pt x="0" y="3092"/>
                    <a:pt x="0" y="3092"/>
                  </a:cubicBezTo>
                  <a:cubicBezTo>
                    <a:pt x="0" y="3092"/>
                    <a:pt x="761" y="4027"/>
                    <a:pt x="1140" y="4027"/>
                  </a:cubicBezTo>
                  <a:cubicBezTo>
                    <a:pt x="1165" y="4027"/>
                    <a:pt x="1188" y="4023"/>
                    <a:pt x="1209" y="4015"/>
                  </a:cubicBezTo>
                  <a:cubicBezTo>
                    <a:pt x="1551" y="3875"/>
                    <a:pt x="1930" y="3147"/>
                    <a:pt x="2272" y="3084"/>
                  </a:cubicBezTo>
                  <a:cubicBezTo>
                    <a:pt x="2620" y="3018"/>
                    <a:pt x="2837" y="2893"/>
                    <a:pt x="2837" y="2893"/>
                  </a:cubicBezTo>
                  <a:lnTo>
                    <a:pt x="2837" y="2893"/>
                  </a:lnTo>
                  <a:cubicBezTo>
                    <a:pt x="2837" y="2893"/>
                    <a:pt x="2686" y="3444"/>
                    <a:pt x="2843" y="3444"/>
                  </a:cubicBezTo>
                  <a:cubicBezTo>
                    <a:pt x="2851" y="3444"/>
                    <a:pt x="2861" y="3443"/>
                    <a:pt x="2871" y="3439"/>
                  </a:cubicBezTo>
                  <a:cubicBezTo>
                    <a:pt x="3070" y="3373"/>
                    <a:pt x="3767" y="3296"/>
                    <a:pt x="3892" y="2704"/>
                  </a:cubicBezTo>
                  <a:cubicBezTo>
                    <a:pt x="4018" y="2112"/>
                    <a:pt x="3307" y="948"/>
                    <a:pt x="3154" y="788"/>
                  </a:cubicBezTo>
                  <a:cubicBezTo>
                    <a:pt x="3089" y="722"/>
                    <a:pt x="2922" y="703"/>
                    <a:pt x="2750" y="703"/>
                  </a:cubicBezTo>
                  <a:cubicBezTo>
                    <a:pt x="2512" y="703"/>
                    <a:pt x="2265" y="739"/>
                    <a:pt x="2265" y="739"/>
                  </a:cubicBezTo>
                  <a:cubicBezTo>
                    <a:pt x="2265" y="739"/>
                    <a:pt x="2676" y="646"/>
                    <a:pt x="3115" y="596"/>
                  </a:cubicBezTo>
                  <a:cubicBezTo>
                    <a:pt x="3468" y="555"/>
                    <a:pt x="3904" y="1"/>
                    <a:pt x="3394" y="1"/>
                  </a:cubicBezTo>
                  <a:close/>
                </a:path>
              </a:pathLst>
            </a:custGeom>
            <a:solidFill>
              <a:srgbClr val="B55A0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6" name="Google Shape;1766;p43"/>
            <p:cNvSpPr/>
            <p:nvPr/>
          </p:nvSpPr>
          <p:spPr>
            <a:xfrm>
              <a:off x="-1402584" y="2245294"/>
              <a:ext cx="42230" cy="11216"/>
            </a:xfrm>
            <a:custGeom>
              <a:rect b="b" l="l" r="r" t="t"/>
              <a:pathLst>
                <a:path extrusionOk="0" h="196" w="738">
                  <a:moveTo>
                    <a:pt x="670" y="0"/>
                  </a:moveTo>
                  <a:cubicBezTo>
                    <a:pt x="669" y="0"/>
                    <a:pt x="668" y="0"/>
                    <a:pt x="667" y="0"/>
                  </a:cubicBezTo>
                  <a:cubicBezTo>
                    <a:pt x="458" y="4"/>
                    <a:pt x="263" y="29"/>
                    <a:pt x="65" y="84"/>
                  </a:cubicBezTo>
                  <a:cubicBezTo>
                    <a:pt x="1" y="103"/>
                    <a:pt x="19" y="195"/>
                    <a:pt x="76" y="195"/>
                  </a:cubicBezTo>
                  <a:cubicBezTo>
                    <a:pt x="81" y="195"/>
                    <a:pt x="87" y="194"/>
                    <a:pt x="93" y="193"/>
                  </a:cubicBezTo>
                  <a:cubicBezTo>
                    <a:pt x="281" y="140"/>
                    <a:pt x="466" y="116"/>
                    <a:pt x="664" y="112"/>
                  </a:cubicBezTo>
                  <a:cubicBezTo>
                    <a:pt x="736" y="109"/>
                    <a:pt x="737" y="0"/>
                    <a:pt x="670" y="0"/>
                  </a:cubicBezTo>
                  <a:close/>
                </a:path>
              </a:pathLst>
            </a:custGeom>
            <a:solidFill>
              <a:srgbClr val="85290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7" name="Google Shape;1767;p43"/>
            <p:cNvSpPr/>
            <p:nvPr/>
          </p:nvSpPr>
          <p:spPr>
            <a:xfrm>
              <a:off x="-1368136" y="2265265"/>
              <a:ext cx="71242" cy="17453"/>
            </a:xfrm>
            <a:custGeom>
              <a:rect b="b" l="l" r="r" t="t"/>
              <a:pathLst>
                <a:path extrusionOk="0" h="305" w="1245">
                  <a:moveTo>
                    <a:pt x="819" y="1"/>
                  </a:moveTo>
                  <a:cubicBezTo>
                    <a:pt x="561" y="1"/>
                    <a:pt x="307" y="98"/>
                    <a:pt x="59" y="202"/>
                  </a:cubicBezTo>
                  <a:cubicBezTo>
                    <a:pt x="1" y="226"/>
                    <a:pt x="36" y="304"/>
                    <a:pt x="91" y="304"/>
                  </a:cubicBezTo>
                  <a:cubicBezTo>
                    <a:pt x="98" y="304"/>
                    <a:pt x="106" y="303"/>
                    <a:pt x="115" y="299"/>
                  </a:cubicBezTo>
                  <a:cubicBezTo>
                    <a:pt x="338" y="205"/>
                    <a:pt x="578" y="107"/>
                    <a:pt x="819" y="107"/>
                  </a:cubicBezTo>
                  <a:cubicBezTo>
                    <a:pt x="924" y="107"/>
                    <a:pt x="1028" y="125"/>
                    <a:pt x="1131" y="170"/>
                  </a:cubicBezTo>
                  <a:cubicBezTo>
                    <a:pt x="1141" y="175"/>
                    <a:pt x="1150" y="177"/>
                    <a:pt x="1158" y="177"/>
                  </a:cubicBezTo>
                  <a:cubicBezTo>
                    <a:pt x="1211" y="177"/>
                    <a:pt x="1245" y="101"/>
                    <a:pt x="1191" y="77"/>
                  </a:cubicBezTo>
                  <a:cubicBezTo>
                    <a:pt x="1066" y="23"/>
                    <a:pt x="942" y="1"/>
                    <a:pt x="819" y="1"/>
                  </a:cubicBezTo>
                  <a:close/>
                </a:path>
              </a:pathLst>
            </a:custGeom>
            <a:solidFill>
              <a:srgbClr val="85290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8" name="Google Shape;1768;p43"/>
            <p:cNvSpPr/>
            <p:nvPr/>
          </p:nvSpPr>
          <p:spPr>
            <a:xfrm>
              <a:off x="-1347880" y="2294963"/>
              <a:ext cx="66550" cy="14706"/>
            </a:xfrm>
            <a:custGeom>
              <a:rect b="b" l="l" r="r" t="t"/>
              <a:pathLst>
                <a:path extrusionOk="0" h="257" w="1163">
                  <a:moveTo>
                    <a:pt x="606" y="1"/>
                  </a:moveTo>
                  <a:cubicBezTo>
                    <a:pt x="416" y="1"/>
                    <a:pt x="226" y="50"/>
                    <a:pt x="53" y="150"/>
                  </a:cubicBezTo>
                  <a:cubicBezTo>
                    <a:pt x="1" y="182"/>
                    <a:pt x="31" y="257"/>
                    <a:pt x="78" y="257"/>
                  </a:cubicBezTo>
                  <a:cubicBezTo>
                    <a:pt x="86" y="257"/>
                    <a:pt x="96" y="254"/>
                    <a:pt x="105" y="248"/>
                  </a:cubicBezTo>
                  <a:cubicBezTo>
                    <a:pt x="264" y="157"/>
                    <a:pt x="438" y="111"/>
                    <a:pt x="612" y="111"/>
                  </a:cubicBezTo>
                  <a:cubicBezTo>
                    <a:pt x="760" y="111"/>
                    <a:pt x="909" y="144"/>
                    <a:pt x="1049" y="213"/>
                  </a:cubicBezTo>
                  <a:cubicBezTo>
                    <a:pt x="1058" y="217"/>
                    <a:pt x="1067" y="219"/>
                    <a:pt x="1075" y="219"/>
                  </a:cubicBezTo>
                  <a:cubicBezTo>
                    <a:pt x="1126" y="219"/>
                    <a:pt x="1162" y="146"/>
                    <a:pt x="1105" y="119"/>
                  </a:cubicBezTo>
                  <a:cubicBezTo>
                    <a:pt x="946" y="40"/>
                    <a:pt x="776" y="1"/>
                    <a:pt x="606" y="1"/>
                  </a:cubicBezTo>
                  <a:close/>
                </a:path>
              </a:pathLst>
            </a:custGeom>
            <a:solidFill>
              <a:srgbClr val="85290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9" name="Google Shape;1769;p43"/>
            <p:cNvSpPr/>
            <p:nvPr/>
          </p:nvSpPr>
          <p:spPr>
            <a:xfrm>
              <a:off x="-1336378" y="2336793"/>
              <a:ext cx="28611" cy="39255"/>
            </a:xfrm>
            <a:custGeom>
              <a:rect b="b" l="l" r="r" t="t"/>
              <a:pathLst>
                <a:path extrusionOk="0" h="686" w="500">
                  <a:moveTo>
                    <a:pt x="432" y="1"/>
                  </a:moveTo>
                  <a:cubicBezTo>
                    <a:pt x="411" y="1"/>
                    <a:pt x="391" y="14"/>
                    <a:pt x="385" y="43"/>
                  </a:cubicBezTo>
                  <a:cubicBezTo>
                    <a:pt x="351" y="262"/>
                    <a:pt x="235" y="454"/>
                    <a:pt x="50" y="580"/>
                  </a:cubicBezTo>
                  <a:cubicBezTo>
                    <a:pt x="1" y="611"/>
                    <a:pt x="30" y="685"/>
                    <a:pt x="76" y="685"/>
                  </a:cubicBezTo>
                  <a:cubicBezTo>
                    <a:pt x="84" y="685"/>
                    <a:pt x="94" y="683"/>
                    <a:pt x="103" y="677"/>
                  </a:cubicBezTo>
                  <a:cubicBezTo>
                    <a:pt x="312" y="534"/>
                    <a:pt x="455" y="321"/>
                    <a:pt x="493" y="74"/>
                  </a:cubicBezTo>
                  <a:cubicBezTo>
                    <a:pt x="499" y="30"/>
                    <a:pt x="464" y="1"/>
                    <a:pt x="432" y="1"/>
                  </a:cubicBezTo>
                  <a:close/>
                </a:path>
              </a:pathLst>
            </a:custGeom>
            <a:solidFill>
              <a:srgbClr val="85290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0" name="Google Shape;1770;p43"/>
            <p:cNvSpPr/>
            <p:nvPr/>
          </p:nvSpPr>
          <p:spPr>
            <a:xfrm>
              <a:off x="-1320070" y="2351156"/>
              <a:ext cx="32388" cy="12188"/>
            </a:xfrm>
            <a:custGeom>
              <a:rect b="b" l="l" r="r" t="t"/>
              <a:pathLst>
                <a:path extrusionOk="0" h="213" w="566">
                  <a:moveTo>
                    <a:pt x="234" y="0"/>
                  </a:moveTo>
                  <a:cubicBezTo>
                    <a:pt x="174" y="0"/>
                    <a:pt x="114" y="13"/>
                    <a:pt x="58" y="39"/>
                  </a:cubicBezTo>
                  <a:cubicBezTo>
                    <a:pt x="0" y="63"/>
                    <a:pt x="36" y="141"/>
                    <a:pt x="88" y="141"/>
                  </a:cubicBezTo>
                  <a:cubicBezTo>
                    <a:pt x="95" y="141"/>
                    <a:pt x="103" y="140"/>
                    <a:pt x="111" y="136"/>
                  </a:cubicBezTo>
                  <a:cubicBezTo>
                    <a:pt x="150" y="118"/>
                    <a:pt x="192" y="110"/>
                    <a:pt x="233" y="110"/>
                  </a:cubicBezTo>
                  <a:cubicBezTo>
                    <a:pt x="311" y="110"/>
                    <a:pt x="388" y="141"/>
                    <a:pt x="445" y="196"/>
                  </a:cubicBezTo>
                  <a:cubicBezTo>
                    <a:pt x="457" y="208"/>
                    <a:pt x="471" y="213"/>
                    <a:pt x="484" y="213"/>
                  </a:cubicBezTo>
                  <a:cubicBezTo>
                    <a:pt x="527" y="213"/>
                    <a:pt x="565" y="157"/>
                    <a:pt x="526" y="120"/>
                  </a:cubicBezTo>
                  <a:cubicBezTo>
                    <a:pt x="445" y="41"/>
                    <a:pt x="340" y="0"/>
                    <a:pt x="234" y="0"/>
                  </a:cubicBezTo>
                  <a:close/>
                </a:path>
              </a:pathLst>
            </a:custGeom>
            <a:solidFill>
              <a:srgbClr val="85290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1" name="Google Shape;1771;p43"/>
            <p:cNvSpPr/>
            <p:nvPr/>
          </p:nvSpPr>
          <p:spPr>
            <a:xfrm>
              <a:off x="-947322" y="2945583"/>
              <a:ext cx="109924" cy="60599"/>
            </a:xfrm>
            <a:custGeom>
              <a:rect b="b" l="l" r="r" t="t"/>
              <a:pathLst>
                <a:path extrusionOk="0" h="1059" w="1921">
                  <a:moveTo>
                    <a:pt x="203" y="0"/>
                  </a:moveTo>
                  <a:lnTo>
                    <a:pt x="1" y="278"/>
                  </a:lnTo>
                  <a:cubicBezTo>
                    <a:pt x="1" y="278"/>
                    <a:pt x="670" y="975"/>
                    <a:pt x="1329" y="1052"/>
                  </a:cubicBezTo>
                  <a:cubicBezTo>
                    <a:pt x="1366" y="1056"/>
                    <a:pt x="1400" y="1058"/>
                    <a:pt x="1429" y="1058"/>
                  </a:cubicBezTo>
                  <a:cubicBezTo>
                    <a:pt x="1920" y="1058"/>
                    <a:pt x="1348" y="483"/>
                    <a:pt x="1095" y="299"/>
                  </a:cubicBezTo>
                  <a:cubicBezTo>
                    <a:pt x="823" y="105"/>
                    <a:pt x="203" y="0"/>
                    <a:pt x="203" y="0"/>
                  </a:cubicBezTo>
                  <a:close/>
                </a:path>
              </a:pathLst>
            </a:custGeom>
            <a:solidFill>
              <a:srgbClr val="B55A0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72" name="Google Shape;1772;p43"/>
          <p:cNvGrpSpPr/>
          <p:nvPr/>
        </p:nvGrpSpPr>
        <p:grpSpPr>
          <a:xfrm rot="4387107">
            <a:off x="380754" y="1309057"/>
            <a:ext cx="416692" cy="539630"/>
            <a:chOff x="5402225" y="3028900"/>
            <a:chExt cx="135050" cy="174900"/>
          </a:xfrm>
        </p:grpSpPr>
        <p:sp>
          <p:nvSpPr>
            <p:cNvPr id="1773" name="Google Shape;1773;p43"/>
            <p:cNvSpPr/>
            <p:nvPr/>
          </p:nvSpPr>
          <p:spPr>
            <a:xfrm>
              <a:off x="5424000" y="3043600"/>
              <a:ext cx="91400" cy="5775"/>
            </a:xfrm>
            <a:custGeom>
              <a:rect b="b" l="l" r="r" t="t"/>
              <a:pathLst>
                <a:path extrusionOk="0" h="231" w="3656">
                  <a:moveTo>
                    <a:pt x="119" y="0"/>
                  </a:moveTo>
                  <a:cubicBezTo>
                    <a:pt x="52" y="0"/>
                    <a:pt x="0" y="49"/>
                    <a:pt x="0" y="115"/>
                  </a:cubicBezTo>
                  <a:cubicBezTo>
                    <a:pt x="0" y="178"/>
                    <a:pt x="52" y="230"/>
                    <a:pt x="119" y="230"/>
                  </a:cubicBezTo>
                  <a:lnTo>
                    <a:pt x="3540" y="230"/>
                  </a:lnTo>
                  <a:cubicBezTo>
                    <a:pt x="3603" y="230"/>
                    <a:pt x="3656" y="178"/>
                    <a:pt x="3656" y="115"/>
                  </a:cubicBezTo>
                  <a:cubicBezTo>
                    <a:pt x="3656" y="49"/>
                    <a:pt x="3603" y="0"/>
                    <a:pt x="35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4" name="Google Shape;1774;p43"/>
            <p:cNvSpPr/>
            <p:nvPr/>
          </p:nvSpPr>
          <p:spPr>
            <a:xfrm>
              <a:off x="5424000" y="3067900"/>
              <a:ext cx="91400" cy="5775"/>
            </a:xfrm>
            <a:custGeom>
              <a:rect b="b" l="l" r="r" t="t"/>
              <a:pathLst>
                <a:path extrusionOk="0" h="231" w="3656">
                  <a:moveTo>
                    <a:pt x="119" y="0"/>
                  </a:moveTo>
                  <a:cubicBezTo>
                    <a:pt x="52" y="0"/>
                    <a:pt x="0" y="53"/>
                    <a:pt x="0" y="116"/>
                  </a:cubicBezTo>
                  <a:cubicBezTo>
                    <a:pt x="0" y="182"/>
                    <a:pt x="52" y="230"/>
                    <a:pt x="119" y="230"/>
                  </a:cubicBezTo>
                  <a:lnTo>
                    <a:pt x="3540" y="230"/>
                  </a:lnTo>
                  <a:cubicBezTo>
                    <a:pt x="3603" y="230"/>
                    <a:pt x="3656" y="182"/>
                    <a:pt x="3656" y="116"/>
                  </a:cubicBezTo>
                  <a:cubicBezTo>
                    <a:pt x="3656" y="53"/>
                    <a:pt x="3603" y="0"/>
                    <a:pt x="35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5" name="Google Shape;1775;p43"/>
            <p:cNvSpPr/>
            <p:nvPr/>
          </p:nvSpPr>
          <p:spPr>
            <a:xfrm>
              <a:off x="5424000" y="3092200"/>
              <a:ext cx="91400" cy="5875"/>
            </a:xfrm>
            <a:custGeom>
              <a:rect b="b" l="l" r="r" t="t"/>
              <a:pathLst>
                <a:path extrusionOk="0" h="235" w="3656">
                  <a:moveTo>
                    <a:pt x="119" y="1"/>
                  </a:moveTo>
                  <a:cubicBezTo>
                    <a:pt x="52" y="1"/>
                    <a:pt x="0" y="53"/>
                    <a:pt x="0" y="119"/>
                  </a:cubicBezTo>
                  <a:cubicBezTo>
                    <a:pt x="0" y="181"/>
                    <a:pt x="52" y="234"/>
                    <a:pt x="119" y="234"/>
                  </a:cubicBezTo>
                  <a:lnTo>
                    <a:pt x="3540" y="234"/>
                  </a:lnTo>
                  <a:cubicBezTo>
                    <a:pt x="3603" y="234"/>
                    <a:pt x="3656" y="181"/>
                    <a:pt x="3656" y="119"/>
                  </a:cubicBezTo>
                  <a:cubicBezTo>
                    <a:pt x="3656" y="53"/>
                    <a:pt x="3603" y="1"/>
                    <a:pt x="35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6" name="Google Shape;1776;p43"/>
            <p:cNvSpPr/>
            <p:nvPr/>
          </p:nvSpPr>
          <p:spPr>
            <a:xfrm>
              <a:off x="5424000" y="3140900"/>
              <a:ext cx="91400" cy="5850"/>
            </a:xfrm>
            <a:custGeom>
              <a:rect b="b" l="l" r="r" t="t"/>
              <a:pathLst>
                <a:path extrusionOk="0" h="234" w="3656">
                  <a:moveTo>
                    <a:pt x="119" y="0"/>
                  </a:moveTo>
                  <a:cubicBezTo>
                    <a:pt x="52" y="0"/>
                    <a:pt x="0" y="52"/>
                    <a:pt x="0" y="115"/>
                  </a:cubicBezTo>
                  <a:cubicBezTo>
                    <a:pt x="0" y="182"/>
                    <a:pt x="52" y="234"/>
                    <a:pt x="119" y="234"/>
                  </a:cubicBezTo>
                  <a:lnTo>
                    <a:pt x="3540" y="234"/>
                  </a:lnTo>
                  <a:cubicBezTo>
                    <a:pt x="3603" y="234"/>
                    <a:pt x="3656" y="182"/>
                    <a:pt x="3656" y="115"/>
                  </a:cubicBezTo>
                  <a:cubicBezTo>
                    <a:pt x="3656" y="52"/>
                    <a:pt x="3603" y="0"/>
                    <a:pt x="35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7" name="Google Shape;1777;p43"/>
            <p:cNvSpPr/>
            <p:nvPr/>
          </p:nvSpPr>
          <p:spPr>
            <a:xfrm>
              <a:off x="5424000" y="3165300"/>
              <a:ext cx="91400" cy="5775"/>
            </a:xfrm>
            <a:custGeom>
              <a:rect b="b" l="l" r="r" t="t"/>
              <a:pathLst>
                <a:path extrusionOk="0" h="231" w="3656">
                  <a:moveTo>
                    <a:pt x="119" y="0"/>
                  </a:moveTo>
                  <a:cubicBezTo>
                    <a:pt x="52" y="0"/>
                    <a:pt x="0" y="52"/>
                    <a:pt x="0" y="115"/>
                  </a:cubicBezTo>
                  <a:cubicBezTo>
                    <a:pt x="0" y="178"/>
                    <a:pt x="52" y="230"/>
                    <a:pt x="119" y="230"/>
                  </a:cubicBezTo>
                  <a:lnTo>
                    <a:pt x="3540" y="230"/>
                  </a:lnTo>
                  <a:cubicBezTo>
                    <a:pt x="3603" y="230"/>
                    <a:pt x="3656" y="178"/>
                    <a:pt x="3656" y="115"/>
                  </a:cubicBezTo>
                  <a:cubicBezTo>
                    <a:pt x="3656" y="52"/>
                    <a:pt x="3603" y="0"/>
                    <a:pt x="35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8" name="Google Shape;1778;p43"/>
            <p:cNvSpPr/>
            <p:nvPr/>
          </p:nvSpPr>
          <p:spPr>
            <a:xfrm>
              <a:off x="5424000" y="3189575"/>
              <a:ext cx="91400" cy="5775"/>
            </a:xfrm>
            <a:custGeom>
              <a:rect b="b" l="l" r="r" t="t"/>
              <a:pathLst>
                <a:path extrusionOk="0" h="231" w="3656">
                  <a:moveTo>
                    <a:pt x="119" y="1"/>
                  </a:moveTo>
                  <a:cubicBezTo>
                    <a:pt x="52" y="1"/>
                    <a:pt x="0" y="54"/>
                    <a:pt x="0" y="116"/>
                  </a:cubicBezTo>
                  <a:cubicBezTo>
                    <a:pt x="0" y="182"/>
                    <a:pt x="52" y="231"/>
                    <a:pt x="119" y="231"/>
                  </a:cubicBezTo>
                  <a:lnTo>
                    <a:pt x="3540" y="231"/>
                  </a:lnTo>
                  <a:cubicBezTo>
                    <a:pt x="3603" y="231"/>
                    <a:pt x="3656" y="182"/>
                    <a:pt x="3656" y="116"/>
                  </a:cubicBezTo>
                  <a:cubicBezTo>
                    <a:pt x="3656" y="54"/>
                    <a:pt x="3603" y="1"/>
                    <a:pt x="35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9" name="Google Shape;1779;p43"/>
            <p:cNvSpPr/>
            <p:nvPr/>
          </p:nvSpPr>
          <p:spPr>
            <a:xfrm>
              <a:off x="5402225" y="3028900"/>
              <a:ext cx="42175" cy="80300"/>
            </a:xfrm>
            <a:custGeom>
              <a:rect b="b" l="l" r="r" t="t"/>
              <a:pathLst>
                <a:path extrusionOk="0" h="3212" w="1687">
                  <a:moveTo>
                    <a:pt x="508" y="0"/>
                  </a:moveTo>
                  <a:cubicBezTo>
                    <a:pt x="385" y="0"/>
                    <a:pt x="277" y="89"/>
                    <a:pt x="258" y="212"/>
                  </a:cubicBezTo>
                  <a:cubicBezTo>
                    <a:pt x="248" y="281"/>
                    <a:pt x="0" y="1919"/>
                    <a:pt x="857" y="2922"/>
                  </a:cubicBezTo>
                  <a:cubicBezTo>
                    <a:pt x="948" y="3031"/>
                    <a:pt x="1053" y="3128"/>
                    <a:pt x="1161" y="3212"/>
                  </a:cubicBezTo>
                  <a:cubicBezTo>
                    <a:pt x="1293" y="3128"/>
                    <a:pt x="1471" y="3034"/>
                    <a:pt x="1687" y="2954"/>
                  </a:cubicBezTo>
                  <a:cubicBezTo>
                    <a:pt x="1513" y="2864"/>
                    <a:pt x="1366" y="2745"/>
                    <a:pt x="1241" y="2599"/>
                  </a:cubicBezTo>
                  <a:cubicBezTo>
                    <a:pt x="805" y="2090"/>
                    <a:pt x="722" y="1338"/>
                    <a:pt x="722" y="832"/>
                  </a:cubicBezTo>
                  <a:cubicBezTo>
                    <a:pt x="722" y="518"/>
                    <a:pt x="753" y="296"/>
                    <a:pt x="753" y="292"/>
                  </a:cubicBezTo>
                  <a:cubicBezTo>
                    <a:pt x="777" y="156"/>
                    <a:pt x="683" y="27"/>
                    <a:pt x="547" y="3"/>
                  </a:cubicBezTo>
                  <a:cubicBezTo>
                    <a:pt x="534" y="1"/>
                    <a:pt x="521" y="0"/>
                    <a:pt x="50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0" name="Google Shape;1780;p43"/>
            <p:cNvSpPr/>
            <p:nvPr/>
          </p:nvSpPr>
          <p:spPr>
            <a:xfrm>
              <a:off x="5494550" y="3121025"/>
              <a:ext cx="42100" cy="82775"/>
            </a:xfrm>
            <a:custGeom>
              <a:rect b="b" l="l" r="r" t="t"/>
              <a:pathLst>
                <a:path extrusionOk="0" h="3311" w="1684">
                  <a:moveTo>
                    <a:pt x="541" y="1"/>
                  </a:moveTo>
                  <a:cubicBezTo>
                    <a:pt x="363" y="102"/>
                    <a:pt x="178" y="175"/>
                    <a:pt x="1" y="231"/>
                  </a:cubicBezTo>
                  <a:cubicBezTo>
                    <a:pt x="147" y="314"/>
                    <a:pt x="276" y="422"/>
                    <a:pt x="387" y="551"/>
                  </a:cubicBezTo>
                  <a:cubicBezTo>
                    <a:pt x="1157" y="1423"/>
                    <a:pt x="966" y="3015"/>
                    <a:pt x="966" y="3029"/>
                  </a:cubicBezTo>
                  <a:cubicBezTo>
                    <a:pt x="948" y="3168"/>
                    <a:pt x="1046" y="3293"/>
                    <a:pt x="1182" y="3311"/>
                  </a:cubicBezTo>
                  <a:lnTo>
                    <a:pt x="1213" y="3311"/>
                  </a:lnTo>
                  <a:cubicBezTo>
                    <a:pt x="1339" y="3311"/>
                    <a:pt x="1447" y="3220"/>
                    <a:pt x="1464" y="3092"/>
                  </a:cubicBezTo>
                  <a:cubicBezTo>
                    <a:pt x="1471" y="3018"/>
                    <a:pt x="1683" y="1262"/>
                    <a:pt x="768" y="220"/>
                  </a:cubicBezTo>
                  <a:cubicBezTo>
                    <a:pt x="694" y="141"/>
                    <a:pt x="621" y="67"/>
                    <a:pt x="5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1" name="Google Shape;1781;p43"/>
            <p:cNvSpPr/>
            <p:nvPr/>
          </p:nvSpPr>
          <p:spPr>
            <a:xfrm>
              <a:off x="5402825" y="3028900"/>
              <a:ext cx="134450" cy="174900"/>
            </a:xfrm>
            <a:custGeom>
              <a:rect b="b" l="l" r="r" t="t"/>
              <a:pathLst>
                <a:path extrusionOk="0" h="6996" w="5378">
                  <a:moveTo>
                    <a:pt x="4868" y="0"/>
                  </a:moveTo>
                  <a:cubicBezTo>
                    <a:pt x="4855" y="0"/>
                    <a:pt x="4842" y="1"/>
                    <a:pt x="4830" y="3"/>
                  </a:cubicBezTo>
                  <a:cubicBezTo>
                    <a:pt x="4694" y="27"/>
                    <a:pt x="4600" y="156"/>
                    <a:pt x="4621" y="292"/>
                  </a:cubicBezTo>
                  <a:cubicBezTo>
                    <a:pt x="4625" y="306"/>
                    <a:pt x="4847" y="1766"/>
                    <a:pt x="4136" y="2595"/>
                  </a:cubicBezTo>
                  <a:cubicBezTo>
                    <a:pt x="3816" y="2975"/>
                    <a:pt x="3335" y="3167"/>
                    <a:pt x="2708" y="3167"/>
                  </a:cubicBezTo>
                  <a:cubicBezTo>
                    <a:pt x="1952" y="3167"/>
                    <a:pt x="1349" y="3414"/>
                    <a:pt x="917" y="3905"/>
                  </a:cubicBezTo>
                  <a:cubicBezTo>
                    <a:pt x="0" y="4947"/>
                    <a:pt x="209" y="6703"/>
                    <a:pt x="220" y="6777"/>
                  </a:cubicBezTo>
                  <a:cubicBezTo>
                    <a:pt x="238" y="6905"/>
                    <a:pt x="346" y="6996"/>
                    <a:pt x="468" y="6996"/>
                  </a:cubicBezTo>
                  <a:lnTo>
                    <a:pt x="502" y="6996"/>
                  </a:lnTo>
                  <a:cubicBezTo>
                    <a:pt x="638" y="6978"/>
                    <a:pt x="736" y="6853"/>
                    <a:pt x="719" y="6714"/>
                  </a:cubicBezTo>
                  <a:cubicBezTo>
                    <a:pt x="715" y="6700"/>
                    <a:pt x="527" y="5108"/>
                    <a:pt x="1293" y="4236"/>
                  </a:cubicBezTo>
                  <a:cubicBezTo>
                    <a:pt x="1628" y="3860"/>
                    <a:pt x="2102" y="3668"/>
                    <a:pt x="2708" y="3668"/>
                  </a:cubicBezTo>
                  <a:cubicBezTo>
                    <a:pt x="3488" y="3668"/>
                    <a:pt x="4095" y="3417"/>
                    <a:pt x="4520" y="2922"/>
                  </a:cubicBezTo>
                  <a:cubicBezTo>
                    <a:pt x="5377" y="1919"/>
                    <a:pt x="5130" y="281"/>
                    <a:pt x="5119" y="212"/>
                  </a:cubicBezTo>
                  <a:cubicBezTo>
                    <a:pt x="5097" y="89"/>
                    <a:pt x="4989" y="0"/>
                    <a:pt x="486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82" name="Google Shape;1782;p43"/>
          <p:cNvSpPr/>
          <p:nvPr/>
        </p:nvSpPr>
        <p:spPr>
          <a:xfrm rot="-3793924">
            <a:off x="8240188" y="4622821"/>
            <a:ext cx="1202230" cy="806694"/>
          </a:xfrm>
          <a:custGeom>
            <a:rect b="b" l="l" r="r" t="t"/>
            <a:pathLst>
              <a:path extrusionOk="0" h="27472" w="40942">
                <a:moveTo>
                  <a:pt x="26941" y="3084"/>
                </a:moveTo>
                <a:cubicBezTo>
                  <a:pt x="22042" y="-22"/>
                  <a:pt x="15889" y="-321"/>
                  <a:pt x="11528" y="217"/>
                </a:cubicBezTo>
                <a:cubicBezTo>
                  <a:pt x="7167" y="755"/>
                  <a:pt x="2030" y="3263"/>
                  <a:pt x="775" y="6310"/>
                </a:cubicBezTo>
                <a:cubicBezTo>
                  <a:pt x="-479" y="9357"/>
                  <a:pt x="-539" y="14973"/>
                  <a:pt x="4001" y="18497"/>
                </a:cubicBezTo>
                <a:cubicBezTo>
                  <a:pt x="8541" y="22022"/>
                  <a:pt x="21863" y="27397"/>
                  <a:pt x="28016" y="27457"/>
                </a:cubicBezTo>
                <a:cubicBezTo>
                  <a:pt x="34169" y="27517"/>
                  <a:pt x="41099" y="22917"/>
                  <a:pt x="40920" y="18855"/>
                </a:cubicBezTo>
                <a:cubicBezTo>
                  <a:pt x="40741" y="14793"/>
                  <a:pt x="31840" y="6190"/>
                  <a:pt x="26941" y="3084"/>
                </a:cubicBezTo>
                <a:close/>
              </a:path>
            </a:pathLst>
          </a:custGeom>
          <a:solidFill>
            <a:srgbClr val="C7CAEA">
              <a:alpha val="52090"/>
            </a:srgbClr>
          </a:solidFill>
          <a:ln>
            <a:noFill/>
          </a:ln>
        </p:spPr>
      </p:sp>
      <p:sp>
        <p:nvSpPr>
          <p:cNvPr id="1783" name="Google Shape;1783;p43"/>
          <p:cNvSpPr/>
          <p:nvPr/>
        </p:nvSpPr>
        <p:spPr>
          <a:xfrm rot="-3793924">
            <a:off x="8224496" y="4846528"/>
            <a:ext cx="1202230" cy="806694"/>
          </a:xfrm>
          <a:custGeom>
            <a:rect b="b" l="l" r="r" t="t"/>
            <a:pathLst>
              <a:path extrusionOk="0" h="27472" w="40942">
                <a:moveTo>
                  <a:pt x="26941" y="3084"/>
                </a:moveTo>
                <a:cubicBezTo>
                  <a:pt x="22042" y="-22"/>
                  <a:pt x="15889" y="-321"/>
                  <a:pt x="11528" y="217"/>
                </a:cubicBezTo>
                <a:cubicBezTo>
                  <a:pt x="7167" y="755"/>
                  <a:pt x="2030" y="3263"/>
                  <a:pt x="775" y="6310"/>
                </a:cubicBezTo>
                <a:cubicBezTo>
                  <a:pt x="-479" y="9357"/>
                  <a:pt x="-539" y="14973"/>
                  <a:pt x="4001" y="18497"/>
                </a:cubicBezTo>
                <a:cubicBezTo>
                  <a:pt x="8541" y="22022"/>
                  <a:pt x="21863" y="27397"/>
                  <a:pt x="28016" y="27457"/>
                </a:cubicBezTo>
                <a:cubicBezTo>
                  <a:pt x="34169" y="27517"/>
                  <a:pt x="41099" y="22917"/>
                  <a:pt x="40920" y="18855"/>
                </a:cubicBezTo>
                <a:cubicBezTo>
                  <a:pt x="40741" y="14793"/>
                  <a:pt x="31840" y="6190"/>
                  <a:pt x="26941" y="3084"/>
                </a:cubicBezTo>
                <a:close/>
              </a:path>
            </a:pathLst>
          </a:custGeom>
          <a:noFill/>
          <a:ln cap="flat" cmpd="sng" w="9525">
            <a:solidFill>
              <a:schemeClr val="dk2"/>
            </a:solidFill>
            <a:prstDash val="solid"/>
            <a:round/>
            <a:headEnd len="med" w="med" type="none"/>
            <a:tailEnd len="med" w="med" type="none"/>
          </a:ln>
        </p:spPr>
      </p:sp>
      <p:grpSp>
        <p:nvGrpSpPr>
          <p:cNvPr id="1784" name="Google Shape;1784;p43"/>
          <p:cNvGrpSpPr/>
          <p:nvPr/>
        </p:nvGrpSpPr>
        <p:grpSpPr>
          <a:xfrm rot="-737414">
            <a:off x="7230033" y="3899929"/>
            <a:ext cx="476862" cy="406801"/>
            <a:chOff x="682975" y="237527"/>
            <a:chExt cx="348700" cy="297469"/>
          </a:xfrm>
        </p:grpSpPr>
        <p:sp>
          <p:nvSpPr>
            <p:cNvPr id="1785" name="Google Shape;1785;p43"/>
            <p:cNvSpPr/>
            <p:nvPr/>
          </p:nvSpPr>
          <p:spPr>
            <a:xfrm>
              <a:off x="682975" y="237527"/>
              <a:ext cx="348700" cy="297469"/>
            </a:xfrm>
            <a:custGeom>
              <a:rect b="b" l="l" r="r" t="t"/>
              <a:pathLst>
                <a:path extrusionOk="0" h="7258" w="8508">
                  <a:moveTo>
                    <a:pt x="2187" y="0"/>
                  </a:moveTo>
                  <a:cubicBezTo>
                    <a:pt x="1033" y="0"/>
                    <a:pt x="0" y="1009"/>
                    <a:pt x="108" y="2418"/>
                  </a:cubicBezTo>
                  <a:cubicBezTo>
                    <a:pt x="250" y="4265"/>
                    <a:pt x="2850" y="6390"/>
                    <a:pt x="3863" y="7129"/>
                  </a:cubicBezTo>
                  <a:cubicBezTo>
                    <a:pt x="3980" y="7215"/>
                    <a:pt x="4117" y="7257"/>
                    <a:pt x="4254" y="7257"/>
                  </a:cubicBezTo>
                  <a:cubicBezTo>
                    <a:pt x="4390" y="7257"/>
                    <a:pt x="4527" y="7215"/>
                    <a:pt x="4644" y="7129"/>
                  </a:cubicBezTo>
                  <a:cubicBezTo>
                    <a:pt x="5658" y="6390"/>
                    <a:pt x="8257" y="4265"/>
                    <a:pt x="8400" y="2418"/>
                  </a:cubicBezTo>
                  <a:cubicBezTo>
                    <a:pt x="8507" y="1009"/>
                    <a:pt x="7475" y="0"/>
                    <a:pt x="6320" y="0"/>
                  </a:cubicBezTo>
                  <a:cubicBezTo>
                    <a:pt x="5596" y="0"/>
                    <a:pt x="4823" y="397"/>
                    <a:pt x="4254" y="1341"/>
                  </a:cubicBezTo>
                  <a:cubicBezTo>
                    <a:pt x="3684" y="397"/>
                    <a:pt x="2912" y="0"/>
                    <a:pt x="218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6" name="Google Shape;1786;p43"/>
            <p:cNvSpPr/>
            <p:nvPr/>
          </p:nvSpPr>
          <p:spPr>
            <a:xfrm>
              <a:off x="712771" y="325767"/>
              <a:ext cx="289108" cy="126726"/>
            </a:xfrm>
            <a:custGeom>
              <a:rect b="b" l="l" r="r" t="t"/>
              <a:pathLst>
                <a:path extrusionOk="0" h="3092" w="7054">
                  <a:moveTo>
                    <a:pt x="5896" y="0"/>
                  </a:moveTo>
                  <a:cubicBezTo>
                    <a:pt x="5865" y="0"/>
                    <a:pt x="5837" y="21"/>
                    <a:pt x="5823" y="52"/>
                  </a:cubicBezTo>
                  <a:lnTo>
                    <a:pt x="5614" y="583"/>
                  </a:lnTo>
                  <a:lnTo>
                    <a:pt x="5265" y="583"/>
                  </a:lnTo>
                  <a:lnTo>
                    <a:pt x="5067" y="77"/>
                  </a:lnTo>
                  <a:cubicBezTo>
                    <a:pt x="5053" y="49"/>
                    <a:pt x="5025" y="28"/>
                    <a:pt x="4994" y="28"/>
                  </a:cubicBezTo>
                  <a:cubicBezTo>
                    <a:pt x="4958" y="28"/>
                    <a:pt x="4931" y="49"/>
                    <a:pt x="4917" y="77"/>
                  </a:cubicBezTo>
                  <a:lnTo>
                    <a:pt x="4377" y="1450"/>
                  </a:lnTo>
                  <a:lnTo>
                    <a:pt x="4101" y="750"/>
                  </a:lnTo>
                  <a:cubicBezTo>
                    <a:pt x="4088" y="721"/>
                    <a:pt x="4060" y="700"/>
                    <a:pt x="4025" y="700"/>
                  </a:cubicBezTo>
                  <a:cubicBezTo>
                    <a:pt x="3993" y="700"/>
                    <a:pt x="3966" y="721"/>
                    <a:pt x="3955" y="750"/>
                  </a:cubicBezTo>
                  <a:lnTo>
                    <a:pt x="3147" y="2799"/>
                  </a:lnTo>
                  <a:lnTo>
                    <a:pt x="2332" y="736"/>
                  </a:lnTo>
                  <a:cubicBezTo>
                    <a:pt x="2321" y="704"/>
                    <a:pt x="2290" y="683"/>
                    <a:pt x="2258" y="683"/>
                  </a:cubicBezTo>
                  <a:lnTo>
                    <a:pt x="1927" y="683"/>
                  </a:lnTo>
                  <a:lnTo>
                    <a:pt x="1705" y="115"/>
                  </a:lnTo>
                  <a:cubicBezTo>
                    <a:pt x="1690" y="84"/>
                    <a:pt x="1663" y="63"/>
                    <a:pt x="1631" y="63"/>
                  </a:cubicBezTo>
                  <a:cubicBezTo>
                    <a:pt x="1597" y="63"/>
                    <a:pt x="1568" y="84"/>
                    <a:pt x="1558" y="115"/>
                  </a:cubicBezTo>
                  <a:lnTo>
                    <a:pt x="1293" y="781"/>
                  </a:lnTo>
                  <a:lnTo>
                    <a:pt x="84" y="781"/>
                  </a:lnTo>
                  <a:cubicBezTo>
                    <a:pt x="39" y="781"/>
                    <a:pt x="0" y="823"/>
                    <a:pt x="8" y="871"/>
                  </a:cubicBezTo>
                  <a:cubicBezTo>
                    <a:pt x="15" y="909"/>
                    <a:pt x="50" y="938"/>
                    <a:pt x="87" y="938"/>
                  </a:cubicBezTo>
                  <a:lnTo>
                    <a:pt x="1349" y="938"/>
                  </a:lnTo>
                  <a:cubicBezTo>
                    <a:pt x="1380" y="938"/>
                    <a:pt x="1409" y="917"/>
                    <a:pt x="1419" y="889"/>
                  </a:cubicBezTo>
                  <a:lnTo>
                    <a:pt x="1631" y="359"/>
                  </a:lnTo>
                  <a:lnTo>
                    <a:pt x="1802" y="792"/>
                  </a:lnTo>
                  <a:cubicBezTo>
                    <a:pt x="1812" y="823"/>
                    <a:pt x="1843" y="843"/>
                    <a:pt x="1875" y="843"/>
                  </a:cubicBezTo>
                  <a:lnTo>
                    <a:pt x="2206" y="843"/>
                  </a:lnTo>
                  <a:lnTo>
                    <a:pt x="3074" y="3039"/>
                  </a:lnTo>
                  <a:cubicBezTo>
                    <a:pt x="3084" y="3070"/>
                    <a:pt x="3112" y="3091"/>
                    <a:pt x="3147" y="3091"/>
                  </a:cubicBezTo>
                  <a:cubicBezTo>
                    <a:pt x="3178" y="3091"/>
                    <a:pt x="3207" y="3070"/>
                    <a:pt x="3220" y="3039"/>
                  </a:cubicBezTo>
                  <a:lnTo>
                    <a:pt x="4025" y="993"/>
                  </a:lnTo>
                  <a:lnTo>
                    <a:pt x="4304" y="1694"/>
                  </a:lnTo>
                  <a:cubicBezTo>
                    <a:pt x="4315" y="1725"/>
                    <a:pt x="4346" y="1746"/>
                    <a:pt x="4377" y="1746"/>
                  </a:cubicBezTo>
                  <a:cubicBezTo>
                    <a:pt x="4408" y="1746"/>
                    <a:pt x="4436" y="1725"/>
                    <a:pt x="4450" y="1694"/>
                  </a:cubicBezTo>
                  <a:lnTo>
                    <a:pt x="4994" y="321"/>
                  </a:lnTo>
                  <a:lnTo>
                    <a:pt x="5137" y="690"/>
                  </a:lnTo>
                  <a:cubicBezTo>
                    <a:pt x="5151" y="718"/>
                    <a:pt x="5178" y="739"/>
                    <a:pt x="5209" y="739"/>
                  </a:cubicBezTo>
                  <a:lnTo>
                    <a:pt x="5666" y="739"/>
                  </a:lnTo>
                  <a:cubicBezTo>
                    <a:pt x="5701" y="739"/>
                    <a:pt x="5729" y="718"/>
                    <a:pt x="5740" y="690"/>
                  </a:cubicBezTo>
                  <a:lnTo>
                    <a:pt x="5896" y="293"/>
                  </a:lnTo>
                  <a:lnTo>
                    <a:pt x="6092" y="787"/>
                  </a:lnTo>
                  <a:lnTo>
                    <a:pt x="6129" y="882"/>
                  </a:lnTo>
                  <a:cubicBezTo>
                    <a:pt x="6143" y="917"/>
                    <a:pt x="6175" y="938"/>
                    <a:pt x="6210" y="938"/>
                  </a:cubicBezTo>
                  <a:lnTo>
                    <a:pt x="6966" y="938"/>
                  </a:lnTo>
                  <a:cubicBezTo>
                    <a:pt x="7004" y="938"/>
                    <a:pt x="7039" y="909"/>
                    <a:pt x="7046" y="871"/>
                  </a:cubicBezTo>
                  <a:cubicBezTo>
                    <a:pt x="7053" y="823"/>
                    <a:pt x="7018" y="781"/>
                    <a:pt x="6970" y="781"/>
                  </a:cubicBezTo>
                  <a:lnTo>
                    <a:pt x="6259" y="781"/>
                  </a:lnTo>
                  <a:lnTo>
                    <a:pt x="5970" y="52"/>
                  </a:lnTo>
                  <a:cubicBezTo>
                    <a:pt x="5959" y="21"/>
                    <a:pt x="5928" y="0"/>
                    <a:pt x="589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87" name="Google Shape;1787;p43"/>
          <p:cNvSpPr/>
          <p:nvPr/>
        </p:nvSpPr>
        <p:spPr>
          <a:xfrm flipH="1" rot="834082">
            <a:off x="-443418" y="-124578"/>
            <a:ext cx="1202265" cy="806718"/>
          </a:xfrm>
          <a:custGeom>
            <a:rect b="b" l="l" r="r" t="t"/>
            <a:pathLst>
              <a:path extrusionOk="0" h="27472" w="40942">
                <a:moveTo>
                  <a:pt x="26941" y="3084"/>
                </a:moveTo>
                <a:cubicBezTo>
                  <a:pt x="22042" y="-22"/>
                  <a:pt x="15889" y="-321"/>
                  <a:pt x="11528" y="217"/>
                </a:cubicBezTo>
                <a:cubicBezTo>
                  <a:pt x="7167" y="755"/>
                  <a:pt x="2030" y="3263"/>
                  <a:pt x="775" y="6310"/>
                </a:cubicBezTo>
                <a:cubicBezTo>
                  <a:pt x="-479" y="9357"/>
                  <a:pt x="-539" y="14973"/>
                  <a:pt x="4001" y="18497"/>
                </a:cubicBezTo>
                <a:cubicBezTo>
                  <a:pt x="8541" y="22022"/>
                  <a:pt x="21863" y="27397"/>
                  <a:pt x="28016" y="27457"/>
                </a:cubicBezTo>
                <a:cubicBezTo>
                  <a:pt x="34169" y="27517"/>
                  <a:pt x="41099" y="22917"/>
                  <a:pt x="40920" y="18855"/>
                </a:cubicBezTo>
                <a:cubicBezTo>
                  <a:pt x="40741" y="14793"/>
                  <a:pt x="31840" y="6190"/>
                  <a:pt x="26941" y="3084"/>
                </a:cubicBezTo>
                <a:close/>
              </a:path>
            </a:pathLst>
          </a:custGeom>
          <a:solidFill>
            <a:srgbClr val="C7CAEA">
              <a:alpha val="52090"/>
            </a:srgbClr>
          </a:solidFill>
          <a:ln>
            <a:noFill/>
          </a:ln>
        </p:spPr>
      </p:sp>
      <p:sp>
        <p:nvSpPr>
          <p:cNvPr id="1788" name="Google Shape;1788;p43"/>
          <p:cNvSpPr/>
          <p:nvPr/>
        </p:nvSpPr>
        <p:spPr>
          <a:xfrm flipH="1" rot="834082">
            <a:off x="-324288" y="-79684"/>
            <a:ext cx="1202265" cy="806718"/>
          </a:xfrm>
          <a:custGeom>
            <a:rect b="b" l="l" r="r" t="t"/>
            <a:pathLst>
              <a:path extrusionOk="0" h="27472" w="40942">
                <a:moveTo>
                  <a:pt x="26941" y="3084"/>
                </a:moveTo>
                <a:cubicBezTo>
                  <a:pt x="22042" y="-22"/>
                  <a:pt x="15889" y="-321"/>
                  <a:pt x="11528" y="217"/>
                </a:cubicBezTo>
                <a:cubicBezTo>
                  <a:pt x="7167" y="755"/>
                  <a:pt x="2030" y="3263"/>
                  <a:pt x="775" y="6310"/>
                </a:cubicBezTo>
                <a:cubicBezTo>
                  <a:pt x="-479" y="9357"/>
                  <a:pt x="-539" y="14973"/>
                  <a:pt x="4001" y="18497"/>
                </a:cubicBezTo>
                <a:cubicBezTo>
                  <a:pt x="8541" y="22022"/>
                  <a:pt x="21863" y="27397"/>
                  <a:pt x="28016" y="27457"/>
                </a:cubicBezTo>
                <a:cubicBezTo>
                  <a:pt x="34169" y="27517"/>
                  <a:pt x="41099" y="22917"/>
                  <a:pt x="40920" y="18855"/>
                </a:cubicBezTo>
                <a:cubicBezTo>
                  <a:pt x="40741" y="14793"/>
                  <a:pt x="31840" y="6190"/>
                  <a:pt x="26941" y="3084"/>
                </a:cubicBezTo>
                <a:close/>
              </a:path>
            </a:pathLst>
          </a:custGeom>
          <a:noFill/>
          <a:ln cap="flat" cmpd="sng" w="9525">
            <a:solidFill>
              <a:schemeClr val="dk2"/>
            </a:solidFill>
            <a:prstDash val="solid"/>
            <a:round/>
            <a:headEnd len="med" w="med" type="none"/>
            <a:tailEnd len="med" w="med" type="none"/>
          </a:ln>
        </p:spPr>
      </p:sp>
      <p:grpSp>
        <p:nvGrpSpPr>
          <p:cNvPr id="1789" name="Google Shape;1789;p43"/>
          <p:cNvGrpSpPr/>
          <p:nvPr/>
        </p:nvGrpSpPr>
        <p:grpSpPr>
          <a:xfrm rot="1999179">
            <a:off x="1968668" y="-130728"/>
            <a:ext cx="434060" cy="457810"/>
            <a:chOff x="1369189" y="306367"/>
            <a:chExt cx="340667" cy="359315"/>
          </a:xfrm>
        </p:grpSpPr>
        <p:sp>
          <p:nvSpPr>
            <p:cNvPr id="1790" name="Google Shape;1790;p43"/>
            <p:cNvSpPr/>
            <p:nvPr/>
          </p:nvSpPr>
          <p:spPr>
            <a:xfrm>
              <a:off x="1369189" y="306367"/>
              <a:ext cx="340667" cy="359315"/>
            </a:xfrm>
            <a:custGeom>
              <a:rect b="b" l="l" r="r" t="t"/>
              <a:pathLst>
                <a:path extrusionOk="0" h="8767" w="8312">
                  <a:moveTo>
                    <a:pt x="4155" y="0"/>
                  </a:moveTo>
                  <a:lnTo>
                    <a:pt x="4134" y="10"/>
                  </a:lnTo>
                  <a:lnTo>
                    <a:pt x="1" y="1728"/>
                  </a:lnTo>
                  <a:cubicBezTo>
                    <a:pt x="1" y="6345"/>
                    <a:pt x="3688" y="8512"/>
                    <a:pt x="4134" y="8756"/>
                  </a:cubicBezTo>
                  <a:cubicBezTo>
                    <a:pt x="4140" y="8760"/>
                    <a:pt x="4148" y="8767"/>
                    <a:pt x="4155" y="8767"/>
                  </a:cubicBezTo>
                  <a:cubicBezTo>
                    <a:pt x="4161" y="8767"/>
                    <a:pt x="4169" y="8760"/>
                    <a:pt x="4176" y="8756"/>
                  </a:cubicBezTo>
                  <a:cubicBezTo>
                    <a:pt x="4621" y="8512"/>
                    <a:pt x="8312" y="6345"/>
                    <a:pt x="8312" y="1728"/>
                  </a:cubicBezTo>
                  <a:lnTo>
                    <a:pt x="4176" y="10"/>
                  </a:lnTo>
                  <a:lnTo>
                    <a:pt x="415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1" name="Google Shape;1791;p43"/>
            <p:cNvSpPr/>
            <p:nvPr/>
          </p:nvSpPr>
          <p:spPr>
            <a:xfrm>
              <a:off x="1394354" y="331614"/>
              <a:ext cx="290379" cy="306773"/>
            </a:xfrm>
            <a:custGeom>
              <a:rect b="b" l="l" r="r" t="t"/>
              <a:pathLst>
                <a:path extrusionOk="0" h="7485" w="7085">
                  <a:moveTo>
                    <a:pt x="3541" y="0"/>
                  </a:moveTo>
                  <a:lnTo>
                    <a:pt x="1" y="1475"/>
                  </a:lnTo>
                  <a:cubicBezTo>
                    <a:pt x="161" y="5000"/>
                    <a:pt x="2642" y="6906"/>
                    <a:pt x="3541" y="7485"/>
                  </a:cubicBezTo>
                  <a:cubicBezTo>
                    <a:pt x="4440" y="6906"/>
                    <a:pt x="6924" y="5000"/>
                    <a:pt x="7085" y="1475"/>
                  </a:cubicBezTo>
                  <a:lnTo>
                    <a:pt x="3541"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2" name="Google Shape;1792;p43"/>
            <p:cNvSpPr/>
            <p:nvPr/>
          </p:nvSpPr>
          <p:spPr>
            <a:xfrm>
              <a:off x="1459356" y="398174"/>
              <a:ext cx="158571" cy="147300"/>
            </a:xfrm>
            <a:custGeom>
              <a:rect b="b" l="l" r="r" t="t"/>
              <a:pathLst>
                <a:path extrusionOk="0" h="3594" w="3869">
                  <a:moveTo>
                    <a:pt x="1342" y="0"/>
                  </a:moveTo>
                  <a:lnTo>
                    <a:pt x="1342" y="1247"/>
                  </a:lnTo>
                  <a:lnTo>
                    <a:pt x="0" y="1247"/>
                  </a:lnTo>
                  <a:lnTo>
                    <a:pt x="0" y="2345"/>
                  </a:lnTo>
                  <a:lnTo>
                    <a:pt x="1342" y="2345"/>
                  </a:lnTo>
                  <a:lnTo>
                    <a:pt x="1342" y="3593"/>
                  </a:lnTo>
                  <a:lnTo>
                    <a:pt x="2522" y="3593"/>
                  </a:lnTo>
                  <a:lnTo>
                    <a:pt x="2522" y="2345"/>
                  </a:lnTo>
                  <a:lnTo>
                    <a:pt x="3868" y="2345"/>
                  </a:lnTo>
                  <a:lnTo>
                    <a:pt x="3868" y="1247"/>
                  </a:lnTo>
                  <a:lnTo>
                    <a:pt x="2522" y="1247"/>
                  </a:lnTo>
                  <a:lnTo>
                    <a:pt x="252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793" name="Google Shape;1793;p43" title="confusion_matrix.png"/>
          <p:cNvPicPr preferRelativeResize="0"/>
          <p:nvPr/>
        </p:nvPicPr>
        <p:blipFill>
          <a:blip r:embed="rId3">
            <a:alphaModFix/>
          </a:blip>
          <a:stretch>
            <a:fillRect/>
          </a:stretch>
        </p:blipFill>
        <p:spPr>
          <a:xfrm>
            <a:off x="2363088" y="404800"/>
            <a:ext cx="5381625" cy="43338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7" name="Shape 1797"/>
        <p:cNvGrpSpPr/>
        <p:nvPr/>
      </p:nvGrpSpPr>
      <p:grpSpPr>
        <a:xfrm>
          <a:off x="0" y="0"/>
          <a:ext cx="0" cy="0"/>
          <a:chOff x="0" y="0"/>
          <a:chExt cx="0" cy="0"/>
        </a:xfrm>
      </p:grpSpPr>
      <p:sp>
        <p:nvSpPr>
          <p:cNvPr id="1798" name="Google Shape;1798;p44"/>
          <p:cNvSpPr/>
          <p:nvPr/>
        </p:nvSpPr>
        <p:spPr>
          <a:xfrm flipH="1" rot="-9771942">
            <a:off x="5314876" y="-305029"/>
            <a:ext cx="1897969" cy="1273533"/>
          </a:xfrm>
          <a:custGeom>
            <a:rect b="b" l="l" r="r" t="t"/>
            <a:pathLst>
              <a:path extrusionOk="0" h="27472" w="40942">
                <a:moveTo>
                  <a:pt x="26941" y="3084"/>
                </a:moveTo>
                <a:cubicBezTo>
                  <a:pt x="22042" y="-22"/>
                  <a:pt x="15889" y="-321"/>
                  <a:pt x="11528" y="217"/>
                </a:cubicBezTo>
                <a:cubicBezTo>
                  <a:pt x="7167" y="755"/>
                  <a:pt x="2030" y="3263"/>
                  <a:pt x="775" y="6310"/>
                </a:cubicBezTo>
                <a:cubicBezTo>
                  <a:pt x="-479" y="9357"/>
                  <a:pt x="-539" y="14973"/>
                  <a:pt x="4001" y="18497"/>
                </a:cubicBezTo>
                <a:cubicBezTo>
                  <a:pt x="8541" y="22022"/>
                  <a:pt x="21863" y="27397"/>
                  <a:pt x="28016" y="27457"/>
                </a:cubicBezTo>
                <a:cubicBezTo>
                  <a:pt x="34169" y="27517"/>
                  <a:pt x="41099" y="22917"/>
                  <a:pt x="40920" y="18855"/>
                </a:cubicBezTo>
                <a:cubicBezTo>
                  <a:pt x="40741" y="14793"/>
                  <a:pt x="31840" y="6190"/>
                  <a:pt x="26941" y="3084"/>
                </a:cubicBezTo>
                <a:close/>
              </a:path>
            </a:pathLst>
          </a:custGeom>
          <a:solidFill>
            <a:srgbClr val="C7CAEA">
              <a:alpha val="52090"/>
            </a:srgbClr>
          </a:solidFill>
          <a:ln>
            <a:noFill/>
          </a:ln>
        </p:spPr>
      </p:sp>
      <p:sp>
        <p:nvSpPr>
          <p:cNvPr id="1799" name="Google Shape;1799;p44"/>
          <p:cNvSpPr/>
          <p:nvPr/>
        </p:nvSpPr>
        <p:spPr>
          <a:xfrm flipH="1" rot="-9771942">
            <a:off x="5366775" y="-261286"/>
            <a:ext cx="1897969" cy="1273533"/>
          </a:xfrm>
          <a:custGeom>
            <a:rect b="b" l="l" r="r" t="t"/>
            <a:pathLst>
              <a:path extrusionOk="0" h="27472" w="40942">
                <a:moveTo>
                  <a:pt x="26941" y="3084"/>
                </a:moveTo>
                <a:cubicBezTo>
                  <a:pt x="22042" y="-22"/>
                  <a:pt x="15889" y="-321"/>
                  <a:pt x="11528" y="217"/>
                </a:cubicBezTo>
                <a:cubicBezTo>
                  <a:pt x="7167" y="755"/>
                  <a:pt x="2030" y="3263"/>
                  <a:pt x="775" y="6310"/>
                </a:cubicBezTo>
                <a:cubicBezTo>
                  <a:pt x="-479" y="9357"/>
                  <a:pt x="-539" y="14973"/>
                  <a:pt x="4001" y="18497"/>
                </a:cubicBezTo>
                <a:cubicBezTo>
                  <a:pt x="8541" y="22022"/>
                  <a:pt x="21863" y="27397"/>
                  <a:pt x="28016" y="27457"/>
                </a:cubicBezTo>
                <a:cubicBezTo>
                  <a:pt x="34169" y="27517"/>
                  <a:pt x="41099" y="22917"/>
                  <a:pt x="40920" y="18855"/>
                </a:cubicBezTo>
                <a:cubicBezTo>
                  <a:pt x="40741" y="14793"/>
                  <a:pt x="31840" y="6190"/>
                  <a:pt x="26941" y="3084"/>
                </a:cubicBezTo>
                <a:close/>
              </a:path>
            </a:pathLst>
          </a:custGeom>
          <a:noFill/>
          <a:ln cap="flat" cmpd="sng" w="9525">
            <a:solidFill>
              <a:schemeClr val="dk2"/>
            </a:solidFill>
            <a:prstDash val="solid"/>
            <a:round/>
            <a:headEnd len="med" w="med" type="none"/>
            <a:tailEnd len="med" w="med" type="none"/>
          </a:ln>
        </p:spPr>
      </p:sp>
      <p:sp>
        <p:nvSpPr>
          <p:cNvPr id="1800" name="Google Shape;1800;p44"/>
          <p:cNvSpPr txBox="1"/>
          <p:nvPr>
            <p:ph type="title"/>
          </p:nvPr>
        </p:nvSpPr>
        <p:spPr>
          <a:xfrm>
            <a:off x="566380" y="1634395"/>
            <a:ext cx="3783600" cy="11613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6500"/>
              <a:t>99.25%</a:t>
            </a:r>
            <a:endParaRPr sz="6500"/>
          </a:p>
        </p:txBody>
      </p:sp>
      <p:sp>
        <p:nvSpPr>
          <p:cNvPr id="1801" name="Google Shape;1801;p44"/>
          <p:cNvSpPr txBox="1"/>
          <p:nvPr>
            <p:ph idx="1" type="subTitle"/>
          </p:nvPr>
        </p:nvSpPr>
        <p:spPr>
          <a:xfrm>
            <a:off x="1099926" y="2795695"/>
            <a:ext cx="2716500" cy="713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Accuracy!</a:t>
            </a:r>
            <a:endParaRPr/>
          </a:p>
        </p:txBody>
      </p:sp>
      <p:grpSp>
        <p:nvGrpSpPr>
          <p:cNvPr id="1802" name="Google Shape;1802;p44"/>
          <p:cNvGrpSpPr/>
          <p:nvPr/>
        </p:nvGrpSpPr>
        <p:grpSpPr>
          <a:xfrm rot="1999179">
            <a:off x="8124831" y="1301409"/>
            <a:ext cx="434060" cy="457810"/>
            <a:chOff x="1369189" y="306367"/>
            <a:chExt cx="340667" cy="359315"/>
          </a:xfrm>
        </p:grpSpPr>
        <p:sp>
          <p:nvSpPr>
            <p:cNvPr id="1803" name="Google Shape;1803;p44"/>
            <p:cNvSpPr/>
            <p:nvPr/>
          </p:nvSpPr>
          <p:spPr>
            <a:xfrm>
              <a:off x="1369189" y="306367"/>
              <a:ext cx="340667" cy="359315"/>
            </a:xfrm>
            <a:custGeom>
              <a:rect b="b" l="l" r="r" t="t"/>
              <a:pathLst>
                <a:path extrusionOk="0" h="8767" w="8312">
                  <a:moveTo>
                    <a:pt x="4155" y="0"/>
                  </a:moveTo>
                  <a:lnTo>
                    <a:pt x="4134" y="10"/>
                  </a:lnTo>
                  <a:lnTo>
                    <a:pt x="1" y="1728"/>
                  </a:lnTo>
                  <a:cubicBezTo>
                    <a:pt x="1" y="6345"/>
                    <a:pt x="3688" y="8512"/>
                    <a:pt x="4134" y="8756"/>
                  </a:cubicBezTo>
                  <a:cubicBezTo>
                    <a:pt x="4140" y="8760"/>
                    <a:pt x="4148" y="8767"/>
                    <a:pt x="4155" y="8767"/>
                  </a:cubicBezTo>
                  <a:cubicBezTo>
                    <a:pt x="4161" y="8767"/>
                    <a:pt x="4169" y="8760"/>
                    <a:pt x="4176" y="8756"/>
                  </a:cubicBezTo>
                  <a:cubicBezTo>
                    <a:pt x="4621" y="8512"/>
                    <a:pt x="8312" y="6345"/>
                    <a:pt x="8312" y="1728"/>
                  </a:cubicBezTo>
                  <a:lnTo>
                    <a:pt x="4176" y="10"/>
                  </a:lnTo>
                  <a:lnTo>
                    <a:pt x="415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4" name="Google Shape;1804;p44"/>
            <p:cNvSpPr/>
            <p:nvPr/>
          </p:nvSpPr>
          <p:spPr>
            <a:xfrm>
              <a:off x="1394354" y="331614"/>
              <a:ext cx="290379" cy="306773"/>
            </a:xfrm>
            <a:custGeom>
              <a:rect b="b" l="l" r="r" t="t"/>
              <a:pathLst>
                <a:path extrusionOk="0" h="7485" w="7085">
                  <a:moveTo>
                    <a:pt x="3541" y="0"/>
                  </a:moveTo>
                  <a:lnTo>
                    <a:pt x="1" y="1475"/>
                  </a:lnTo>
                  <a:cubicBezTo>
                    <a:pt x="161" y="5000"/>
                    <a:pt x="2642" y="6906"/>
                    <a:pt x="3541" y="7485"/>
                  </a:cubicBezTo>
                  <a:cubicBezTo>
                    <a:pt x="4440" y="6906"/>
                    <a:pt x="6924" y="5000"/>
                    <a:pt x="7085" y="1475"/>
                  </a:cubicBezTo>
                  <a:lnTo>
                    <a:pt x="3541"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5" name="Google Shape;1805;p44"/>
            <p:cNvSpPr/>
            <p:nvPr/>
          </p:nvSpPr>
          <p:spPr>
            <a:xfrm>
              <a:off x="1459356" y="398174"/>
              <a:ext cx="158571" cy="147300"/>
            </a:xfrm>
            <a:custGeom>
              <a:rect b="b" l="l" r="r" t="t"/>
              <a:pathLst>
                <a:path extrusionOk="0" h="3594" w="3869">
                  <a:moveTo>
                    <a:pt x="1342" y="0"/>
                  </a:moveTo>
                  <a:lnTo>
                    <a:pt x="1342" y="1247"/>
                  </a:lnTo>
                  <a:lnTo>
                    <a:pt x="0" y="1247"/>
                  </a:lnTo>
                  <a:lnTo>
                    <a:pt x="0" y="2345"/>
                  </a:lnTo>
                  <a:lnTo>
                    <a:pt x="1342" y="2345"/>
                  </a:lnTo>
                  <a:lnTo>
                    <a:pt x="1342" y="3593"/>
                  </a:lnTo>
                  <a:lnTo>
                    <a:pt x="2522" y="3593"/>
                  </a:lnTo>
                  <a:lnTo>
                    <a:pt x="2522" y="2345"/>
                  </a:lnTo>
                  <a:lnTo>
                    <a:pt x="3868" y="2345"/>
                  </a:lnTo>
                  <a:lnTo>
                    <a:pt x="3868" y="1247"/>
                  </a:lnTo>
                  <a:lnTo>
                    <a:pt x="2522" y="1247"/>
                  </a:lnTo>
                  <a:lnTo>
                    <a:pt x="252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06" name="Google Shape;1806;p44"/>
          <p:cNvGrpSpPr/>
          <p:nvPr/>
        </p:nvGrpSpPr>
        <p:grpSpPr>
          <a:xfrm rot="-737414">
            <a:off x="381321" y="1337229"/>
            <a:ext cx="476862" cy="406801"/>
            <a:chOff x="682975" y="237527"/>
            <a:chExt cx="348700" cy="297469"/>
          </a:xfrm>
        </p:grpSpPr>
        <p:sp>
          <p:nvSpPr>
            <p:cNvPr id="1807" name="Google Shape;1807;p44"/>
            <p:cNvSpPr/>
            <p:nvPr/>
          </p:nvSpPr>
          <p:spPr>
            <a:xfrm>
              <a:off x="682975" y="237527"/>
              <a:ext cx="348700" cy="297469"/>
            </a:xfrm>
            <a:custGeom>
              <a:rect b="b" l="l" r="r" t="t"/>
              <a:pathLst>
                <a:path extrusionOk="0" h="7258" w="8508">
                  <a:moveTo>
                    <a:pt x="2187" y="0"/>
                  </a:moveTo>
                  <a:cubicBezTo>
                    <a:pt x="1033" y="0"/>
                    <a:pt x="0" y="1009"/>
                    <a:pt x="108" y="2418"/>
                  </a:cubicBezTo>
                  <a:cubicBezTo>
                    <a:pt x="250" y="4265"/>
                    <a:pt x="2850" y="6390"/>
                    <a:pt x="3863" y="7129"/>
                  </a:cubicBezTo>
                  <a:cubicBezTo>
                    <a:pt x="3980" y="7215"/>
                    <a:pt x="4117" y="7257"/>
                    <a:pt x="4254" y="7257"/>
                  </a:cubicBezTo>
                  <a:cubicBezTo>
                    <a:pt x="4390" y="7257"/>
                    <a:pt x="4527" y="7215"/>
                    <a:pt x="4644" y="7129"/>
                  </a:cubicBezTo>
                  <a:cubicBezTo>
                    <a:pt x="5658" y="6390"/>
                    <a:pt x="8257" y="4265"/>
                    <a:pt x="8400" y="2418"/>
                  </a:cubicBezTo>
                  <a:cubicBezTo>
                    <a:pt x="8507" y="1009"/>
                    <a:pt x="7475" y="0"/>
                    <a:pt x="6320" y="0"/>
                  </a:cubicBezTo>
                  <a:cubicBezTo>
                    <a:pt x="5596" y="0"/>
                    <a:pt x="4823" y="397"/>
                    <a:pt x="4254" y="1341"/>
                  </a:cubicBezTo>
                  <a:cubicBezTo>
                    <a:pt x="3684" y="397"/>
                    <a:pt x="2912" y="0"/>
                    <a:pt x="218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8" name="Google Shape;1808;p44"/>
            <p:cNvSpPr/>
            <p:nvPr/>
          </p:nvSpPr>
          <p:spPr>
            <a:xfrm>
              <a:off x="712771" y="325767"/>
              <a:ext cx="289108" cy="126726"/>
            </a:xfrm>
            <a:custGeom>
              <a:rect b="b" l="l" r="r" t="t"/>
              <a:pathLst>
                <a:path extrusionOk="0" h="3092" w="7054">
                  <a:moveTo>
                    <a:pt x="5896" y="0"/>
                  </a:moveTo>
                  <a:cubicBezTo>
                    <a:pt x="5865" y="0"/>
                    <a:pt x="5837" y="21"/>
                    <a:pt x="5823" y="52"/>
                  </a:cubicBezTo>
                  <a:lnTo>
                    <a:pt x="5614" y="583"/>
                  </a:lnTo>
                  <a:lnTo>
                    <a:pt x="5265" y="583"/>
                  </a:lnTo>
                  <a:lnTo>
                    <a:pt x="5067" y="77"/>
                  </a:lnTo>
                  <a:cubicBezTo>
                    <a:pt x="5053" y="49"/>
                    <a:pt x="5025" y="28"/>
                    <a:pt x="4994" y="28"/>
                  </a:cubicBezTo>
                  <a:cubicBezTo>
                    <a:pt x="4958" y="28"/>
                    <a:pt x="4931" y="49"/>
                    <a:pt x="4917" y="77"/>
                  </a:cubicBezTo>
                  <a:lnTo>
                    <a:pt x="4377" y="1450"/>
                  </a:lnTo>
                  <a:lnTo>
                    <a:pt x="4101" y="750"/>
                  </a:lnTo>
                  <a:cubicBezTo>
                    <a:pt x="4088" y="721"/>
                    <a:pt x="4060" y="700"/>
                    <a:pt x="4025" y="700"/>
                  </a:cubicBezTo>
                  <a:cubicBezTo>
                    <a:pt x="3993" y="700"/>
                    <a:pt x="3966" y="721"/>
                    <a:pt x="3955" y="750"/>
                  </a:cubicBezTo>
                  <a:lnTo>
                    <a:pt x="3147" y="2799"/>
                  </a:lnTo>
                  <a:lnTo>
                    <a:pt x="2332" y="736"/>
                  </a:lnTo>
                  <a:cubicBezTo>
                    <a:pt x="2321" y="704"/>
                    <a:pt x="2290" y="683"/>
                    <a:pt x="2258" y="683"/>
                  </a:cubicBezTo>
                  <a:lnTo>
                    <a:pt x="1927" y="683"/>
                  </a:lnTo>
                  <a:lnTo>
                    <a:pt x="1705" y="115"/>
                  </a:lnTo>
                  <a:cubicBezTo>
                    <a:pt x="1690" y="84"/>
                    <a:pt x="1663" y="63"/>
                    <a:pt x="1631" y="63"/>
                  </a:cubicBezTo>
                  <a:cubicBezTo>
                    <a:pt x="1597" y="63"/>
                    <a:pt x="1568" y="84"/>
                    <a:pt x="1558" y="115"/>
                  </a:cubicBezTo>
                  <a:lnTo>
                    <a:pt x="1293" y="781"/>
                  </a:lnTo>
                  <a:lnTo>
                    <a:pt x="84" y="781"/>
                  </a:lnTo>
                  <a:cubicBezTo>
                    <a:pt x="39" y="781"/>
                    <a:pt x="0" y="823"/>
                    <a:pt x="8" y="871"/>
                  </a:cubicBezTo>
                  <a:cubicBezTo>
                    <a:pt x="15" y="909"/>
                    <a:pt x="50" y="938"/>
                    <a:pt x="87" y="938"/>
                  </a:cubicBezTo>
                  <a:lnTo>
                    <a:pt x="1349" y="938"/>
                  </a:lnTo>
                  <a:cubicBezTo>
                    <a:pt x="1380" y="938"/>
                    <a:pt x="1409" y="917"/>
                    <a:pt x="1419" y="889"/>
                  </a:cubicBezTo>
                  <a:lnTo>
                    <a:pt x="1631" y="359"/>
                  </a:lnTo>
                  <a:lnTo>
                    <a:pt x="1802" y="792"/>
                  </a:lnTo>
                  <a:cubicBezTo>
                    <a:pt x="1812" y="823"/>
                    <a:pt x="1843" y="843"/>
                    <a:pt x="1875" y="843"/>
                  </a:cubicBezTo>
                  <a:lnTo>
                    <a:pt x="2206" y="843"/>
                  </a:lnTo>
                  <a:lnTo>
                    <a:pt x="3074" y="3039"/>
                  </a:lnTo>
                  <a:cubicBezTo>
                    <a:pt x="3084" y="3070"/>
                    <a:pt x="3112" y="3091"/>
                    <a:pt x="3147" y="3091"/>
                  </a:cubicBezTo>
                  <a:cubicBezTo>
                    <a:pt x="3178" y="3091"/>
                    <a:pt x="3207" y="3070"/>
                    <a:pt x="3220" y="3039"/>
                  </a:cubicBezTo>
                  <a:lnTo>
                    <a:pt x="4025" y="993"/>
                  </a:lnTo>
                  <a:lnTo>
                    <a:pt x="4304" y="1694"/>
                  </a:lnTo>
                  <a:cubicBezTo>
                    <a:pt x="4315" y="1725"/>
                    <a:pt x="4346" y="1746"/>
                    <a:pt x="4377" y="1746"/>
                  </a:cubicBezTo>
                  <a:cubicBezTo>
                    <a:pt x="4408" y="1746"/>
                    <a:pt x="4436" y="1725"/>
                    <a:pt x="4450" y="1694"/>
                  </a:cubicBezTo>
                  <a:lnTo>
                    <a:pt x="4994" y="321"/>
                  </a:lnTo>
                  <a:lnTo>
                    <a:pt x="5137" y="690"/>
                  </a:lnTo>
                  <a:cubicBezTo>
                    <a:pt x="5151" y="718"/>
                    <a:pt x="5178" y="739"/>
                    <a:pt x="5209" y="739"/>
                  </a:cubicBezTo>
                  <a:lnTo>
                    <a:pt x="5666" y="739"/>
                  </a:lnTo>
                  <a:cubicBezTo>
                    <a:pt x="5701" y="739"/>
                    <a:pt x="5729" y="718"/>
                    <a:pt x="5740" y="690"/>
                  </a:cubicBezTo>
                  <a:lnTo>
                    <a:pt x="5896" y="293"/>
                  </a:lnTo>
                  <a:lnTo>
                    <a:pt x="6092" y="787"/>
                  </a:lnTo>
                  <a:lnTo>
                    <a:pt x="6129" y="882"/>
                  </a:lnTo>
                  <a:cubicBezTo>
                    <a:pt x="6143" y="917"/>
                    <a:pt x="6175" y="938"/>
                    <a:pt x="6210" y="938"/>
                  </a:cubicBezTo>
                  <a:lnTo>
                    <a:pt x="6966" y="938"/>
                  </a:lnTo>
                  <a:cubicBezTo>
                    <a:pt x="7004" y="938"/>
                    <a:pt x="7039" y="909"/>
                    <a:pt x="7046" y="871"/>
                  </a:cubicBezTo>
                  <a:cubicBezTo>
                    <a:pt x="7053" y="823"/>
                    <a:pt x="7018" y="781"/>
                    <a:pt x="6970" y="781"/>
                  </a:cubicBezTo>
                  <a:lnTo>
                    <a:pt x="6259" y="781"/>
                  </a:lnTo>
                  <a:lnTo>
                    <a:pt x="5970" y="52"/>
                  </a:lnTo>
                  <a:cubicBezTo>
                    <a:pt x="5959" y="21"/>
                    <a:pt x="5928" y="0"/>
                    <a:pt x="589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09" name="Google Shape;1809;p44"/>
          <p:cNvGrpSpPr/>
          <p:nvPr/>
        </p:nvGrpSpPr>
        <p:grpSpPr>
          <a:xfrm>
            <a:off x="7471035" y="4107966"/>
            <a:ext cx="552530" cy="518758"/>
            <a:chOff x="265885" y="4017741"/>
            <a:chExt cx="552530" cy="518758"/>
          </a:xfrm>
        </p:grpSpPr>
        <p:sp>
          <p:nvSpPr>
            <p:cNvPr id="1810" name="Google Shape;1810;p44"/>
            <p:cNvSpPr/>
            <p:nvPr/>
          </p:nvSpPr>
          <p:spPr>
            <a:xfrm>
              <a:off x="265885" y="4017741"/>
              <a:ext cx="485127" cy="411529"/>
            </a:xfrm>
            <a:custGeom>
              <a:rect b="b" l="l" r="r" t="t"/>
              <a:pathLst>
                <a:path extrusionOk="0" h="4237" w="4995">
                  <a:moveTo>
                    <a:pt x="49" y="0"/>
                  </a:moveTo>
                  <a:cubicBezTo>
                    <a:pt x="22" y="0"/>
                    <a:pt x="1" y="21"/>
                    <a:pt x="1" y="49"/>
                  </a:cubicBezTo>
                  <a:lnTo>
                    <a:pt x="1" y="4188"/>
                  </a:lnTo>
                  <a:cubicBezTo>
                    <a:pt x="1" y="4216"/>
                    <a:pt x="22" y="4237"/>
                    <a:pt x="49" y="4237"/>
                  </a:cubicBezTo>
                  <a:lnTo>
                    <a:pt x="4948" y="4237"/>
                  </a:lnTo>
                  <a:cubicBezTo>
                    <a:pt x="4973" y="4237"/>
                    <a:pt x="4994" y="4216"/>
                    <a:pt x="4994" y="4188"/>
                  </a:cubicBezTo>
                  <a:lnTo>
                    <a:pt x="4994" y="49"/>
                  </a:lnTo>
                  <a:cubicBezTo>
                    <a:pt x="4994" y="21"/>
                    <a:pt x="4973" y="0"/>
                    <a:pt x="494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1" name="Google Shape;1811;p44"/>
            <p:cNvSpPr/>
            <p:nvPr/>
          </p:nvSpPr>
          <p:spPr>
            <a:xfrm>
              <a:off x="606300" y="4337193"/>
              <a:ext cx="212116" cy="199306"/>
            </a:xfrm>
            <a:custGeom>
              <a:rect b="b" l="l" r="r" t="t"/>
              <a:pathLst>
                <a:path extrusionOk="0" h="2052" w="2184">
                  <a:moveTo>
                    <a:pt x="1343" y="0"/>
                  </a:moveTo>
                  <a:lnTo>
                    <a:pt x="1" y="565"/>
                  </a:lnTo>
                  <a:lnTo>
                    <a:pt x="2067" y="2038"/>
                  </a:lnTo>
                  <a:cubicBezTo>
                    <a:pt x="2079" y="2047"/>
                    <a:pt x="2092" y="2051"/>
                    <a:pt x="2105" y="2051"/>
                  </a:cubicBezTo>
                  <a:cubicBezTo>
                    <a:pt x="2147" y="2051"/>
                    <a:pt x="2183" y="2008"/>
                    <a:pt x="2165" y="1962"/>
                  </a:cubicBezTo>
                  <a:lnTo>
                    <a:pt x="134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2" name="Google Shape;1812;p44"/>
            <p:cNvSpPr/>
            <p:nvPr/>
          </p:nvSpPr>
          <p:spPr>
            <a:xfrm>
              <a:off x="377868" y="4119239"/>
              <a:ext cx="288454" cy="193672"/>
            </a:xfrm>
            <a:custGeom>
              <a:rect b="b" l="l" r="r" t="t"/>
              <a:pathLst>
                <a:path extrusionOk="0" h="1994" w="2970">
                  <a:moveTo>
                    <a:pt x="2855" y="1"/>
                  </a:moveTo>
                  <a:cubicBezTo>
                    <a:pt x="2834" y="1"/>
                    <a:pt x="2812" y="7"/>
                    <a:pt x="2792" y="22"/>
                  </a:cubicBezTo>
                  <a:lnTo>
                    <a:pt x="458" y="1728"/>
                  </a:lnTo>
                  <a:lnTo>
                    <a:pt x="213" y="966"/>
                  </a:lnTo>
                  <a:cubicBezTo>
                    <a:pt x="199" y="922"/>
                    <a:pt x="156" y="896"/>
                    <a:pt x="112" y="896"/>
                  </a:cubicBezTo>
                  <a:cubicBezTo>
                    <a:pt x="103" y="896"/>
                    <a:pt x="94" y="897"/>
                    <a:pt x="85" y="900"/>
                  </a:cubicBezTo>
                  <a:cubicBezTo>
                    <a:pt x="32" y="916"/>
                    <a:pt x="1" y="976"/>
                    <a:pt x="19" y="1029"/>
                  </a:cubicBezTo>
                  <a:lnTo>
                    <a:pt x="308" y="1924"/>
                  </a:lnTo>
                  <a:cubicBezTo>
                    <a:pt x="318" y="1955"/>
                    <a:pt x="342" y="1979"/>
                    <a:pt x="374" y="1990"/>
                  </a:cubicBezTo>
                  <a:cubicBezTo>
                    <a:pt x="384" y="1994"/>
                    <a:pt x="395" y="1994"/>
                    <a:pt x="405" y="1994"/>
                  </a:cubicBezTo>
                  <a:cubicBezTo>
                    <a:pt x="426" y="1994"/>
                    <a:pt x="447" y="1987"/>
                    <a:pt x="464" y="1976"/>
                  </a:cubicBezTo>
                  <a:lnTo>
                    <a:pt x="2914" y="185"/>
                  </a:lnTo>
                  <a:cubicBezTo>
                    <a:pt x="2959" y="150"/>
                    <a:pt x="2970" y="88"/>
                    <a:pt x="2935" y="43"/>
                  </a:cubicBezTo>
                  <a:cubicBezTo>
                    <a:pt x="2916" y="15"/>
                    <a:pt x="2887" y="1"/>
                    <a:pt x="285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13" name="Google Shape;1813;p44"/>
          <p:cNvSpPr/>
          <p:nvPr/>
        </p:nvSpPr>
        <p:spPr>
          <a:xfrm rot="8400168">
            <a:off x="2259500" y="4561477"/>
            <a:ext cx="2010155" cy="1348810"/>
          </a:xfrm>
          <a:custGeom>
            <a:rect b="b" l="l" r="r" t="t"/>
            <a:pathLst>
              <a:path extrusionOk="0" h="27472" w="40942">
                <a:moveTo>
                  <a:pt x="26941" y="3084"/>
                </a:moveTo>
                <a:cubicBezTo>
                  <a:pt x="22042" y="-22"/>
                  <a:pt x="15889" y="-321"/>
                  <a:pt x="11528" y="217"/>
                </a:cubicBezTo>
                <a:cubicBezTo>
                  <a:pt x="7167" y="755"/>
                  <a:pt x="2030" y="3263"/>
                  <a:pt x="775" y="6310"/>
                </a:cubicBezTo>
                <a:cubicBezTo>
                  <a:pt x="-479" y="9357"/>
                  <a:pt x="-539" y="14973"/>
                  <a:pt x="4001" y="18497"/>
                </a:cubicBezTo>
                <a:cubicBezTo>
                  <a:pt x="8541" y="22022"/>
                  <a:pt x="21863" y="27397"/>
                  <a:pt x="28016" y="27457"/>
                </a:cubicBezTo>
                <a:cubicBezTo>
                  <a:pt x="34169" y="27517"/>
                  <a:pt x="41099" y="22917"/>
                  <a:pt x="40920" y="18855"/>
                </a:cubicBezTo>
                <a:cubicBezTo>
                  <a:pt x="40741" y="14793"/>
                  <a:pt x="31840" y="6190"/>
                  <a:pt x="26941" y="3084"/>
                </a:cubicBezTo>
                <a:close/>
              </a:path>
            </a:pathLst>
          </a:custGeom>
          <a:solidFill>
            <a:srgbClr val="C7CAEA">
              <a:alpha val="52090"/>
            </a:srgbClr>
          </a:solidFill>
          <a:ln>
            <a:noFill/>
          </a:ln>
        </p:spPr>
      </p:sp>
      <p:sp>
        <p:nvSpPr>
          <p:cNvPr id="1814" name="Google Shape;1814;p44"/>
          <p:cNvSpPr/>
          <p:nvPr/>
        </p:nvSpPr>
        <p:spPr>
          <a:xfrm rot="8400168">
            <a:off x="2230158" y="4449762"/>
            <a:ext cx="2010155" cy="1348810"/>
          </a:xfrm>
          <a:custGeom>
            <a:rect b="b" l="l" r="r" t="t"/>
            <a:pathLst>
              <a:path extrusionOk="0" h="27472" w="40942">
                <a:moveTo>
                  <a:pt x="26941" y="3084"/>
                </a:moveTo>
                <a:cubicBezTo>
                  <a:pt x="22042" y="-22"/>
                  <a:pt x="15889" y="-321"/>
                  <a:pt x="11528" y="217"/>
                </a:cubicBezTo>
                <a:cubicBezTo>
                  <a:pt x="7167" y="755"/>
                  <a:pt x="2030" y="3263"/>
                  <a:pt x="775" y="6310"/>
                </a:cubicBezTo>
                <a:cubicBezTo>
                  <a:pt x="-479" y="9357"/>
                  <a:pt x="-539" y="14973"/>
                  <a:pt x="4001" y="18497"/>
                </a:cubicBezTo>
                <a:cubicBezTo>
                  <a:pt x="8541" y="22022"/>
                  <a:pt x="21863" y="27397"/>
                  <a:pt x="28016" y="27457"/>
                </a:cubicBezTo>
                <a:cubicBezTo>
                  <a:pt x="34169" y="27517"/>
                  <a:pt x="41099" y="22917"/>
                  <a:pt x="40920" y="18855"/>
                </a:cubicBezTo>
                <a:cubicBezTo>
                  <a:pt x="40741" y="14793"/>
                  <a:pt x="31840" y="6190"/>
                  <a:pt x="26941" y="3084"/>
                </a:cubicBezTo>
                <a:close/>
              </a:path>
            </a:pathLst>
          </a:custGeom>
          <a:noFill/>
          <a:ln cap="flat" cmpd="sng" w="9525">
            <a:solidFill>
              <a:schemeClr val="dk2"/>
            </a:solidFill>
            <a:prstDash val="solid"/>
            <a:round/>
            <a:headEnd len="med" w="med" type="none"/>
            <a:tailEnd len="med" w="med" type="none"/>
          </a:ln>
        </p:spPr>
      </p:sp>
      <p:grpSp>
        <p:nvGrpSpPr>
          <p:cNvPr id="1815" name="Google Shape;1815;p44"/>
          <p:cNvGrpSpPr/>
          <p:nvPr/>
        </p:nvGrpSpPr>
        <p:grpSpPr>
          <a:xfrm flipH="1" rot="826566">
            <a:off x="583879" y="3959767"/>
            <a:ext cx="697827" cy="599300"/>
            <a:chOff x="8250910" y="1349595"/>
            <a:chExt cx="537600" cy="461696"/>
          </a:xfrm>
        </p:grpSpPr>
        <p:sp>
          <p:nvSpPr>
            <p:cNvPr id="1816" name="Google Shape;1816;p44"/>
            <p:cNvSpPr/>
            <p:nvPr/>
          </p:nvSpPr>
          <p:spPr>
            <a:xfrm>
              <a:off x="8250910" y="1446525"/>
              <a:ext cx="489156" cy="364766"/>
            </a:xfrm>
            <a:custGeom>
              <a:rect b="b" l="l" r="r" t="t"/>
              <a:pathLst>
                <a:path extrusionOk="0" h="8900" w="11935">
                  <a:moveTo>
                    <a:pt x="1" y="1"/>
                  </a:moveTo>
                  <a:lnTo>
                    <a:pt x="1" y="8900"/>
                  </a:lnTo>
                  <a:lnTo>
                    <a:pt x="11935" y="8900"/>
                  </a:lnTo>
                  <a:lnTo>
                    <a:pt x="1193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7" name="Google Shape;1817;p44"/>
            <p:cNvSpPr/>
            <p:nvPr/>
          </p:nvSpPr>
          <p:spPr>
            <a:xfrm>
              <a:off x="8299477" y="1446525"/>
              <a:ext cx="489033" cy="364766"/>
            </a:xfrm>
            <a:custGeom>
              <a:rect b="b" l="l" r="r" t="t"/>
              <a:pathLst>
                <a:path extrusionOk="0" h="8900" w="11932">
                  <a:moveTo>
                    <a:pt x="1" y="1"/>
                  </a:moveTo>
                  <a:lnTo>
                    <a:pt x="1" y="8900"/>
                  </a:lnTo>
                  <a:lnTo>
                    <a:pt x="11932" y="8900"/>
                  </a:lnTo>
                  <a:lnTo>
                    <a:pt x="11932"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8" name="Google Shape;1818;p44"/>
            <p:cNvSpPr/>
            <p:nvPr/>
          </p:nvSpPr>
          <p:spPr>
            <a:xfrm>
              <a:off x="8299477" y="1626039"/>
              <a:ext cx="489033" cy="13894"/>
            </a:xfrm>
            <a:custGeom>
              <a:rect b="b" l="l" r="r" t="t"/>
              <a:pathLst>
                <a:path extrusionOk="0" h="339" w="11932">
                  <a:moveTo>
                    <a:pt x="1" y="0"/>
                  </a:moveTo>
                  <a:lnTo>
                    <a:pt x="1" y="338"/>
                  </a:lnTo>
                  <a:lnTo>
                    <a:pt x="11932" y="338"/>
                  </a:lnTo>
                  <a:lnTo>
                    <a:pt x="11932"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9" name="Google Shape;1819;p44"/>
            <p:cNvSpPr/>
            <p:nvPr/>
          </p:nvSpPr>
          <p:spPr>
            <a:xfrm>
              <a:off x="8466983" y="1554356"/>
              <a:ext cx="162547" cy="162547"/>
            </a:xfrm>
            <a:custGeom>
              <a:rect b="b" l="l" r="r" t="t"/>
              <a:pathLst>
                <a:path extrusionOk="0" h="3966" w="3966">
                  <a:moveTo>
                    <a:pt x="1245" y="1"/>
                  </a:moveTo>
                  <a:lnTo>
                    <a:pt x="1245" y="1241"/>
                  </a:lnTo>
                  <a:lnTo>
                    <a:pt x="5" y="1238"/>
                  </a:lnTo>
                  <a:lnTo>
                    <a:pt x="0" y="2722"/>
                  </a:lnTo>
                  <a:lnTo>
                    <a:pt x="1241" y="2725"/>
                  </a:lnTo>
                  <a:lnTo>
                    <a:pt x="1238" y="3962"/>
                  </a:lnTo>
                  <a:lnTo>
                    <a:pt x="2722" y="3966"/>
                  </a:lnTo>
                  <a:lnTo>
                    <a:pt x="2726" y="2725"/>
                  </a:lnTo>
                  <a:lnTo>
                    <a:pt x="3966" y="2729"/>
                  </a:lnTo>
                  <a:lnTo>
                    <a:pt x="3966" y="1244"/>
                  </a:lnTo>
                  <a:lnTo>
                    <a:pt x="2729" y="1241"/>
                  </a:lnTo>
                  <a:lnTo>
                    <a:pt x="2729" y="4"/>
                  </a:lnTo>
                  <a:lnTo>
                    <a:pt x="124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0" name="Google Shape;1820;p44"/>
            <p:cNvSpPr/>
            <p:nvPr/>
          </p:nvSpPr>
          <p:spPr>
            <a:xfrm>
              <a:off x="8361037" y="1597022"/>
              <a:ext cx="37747" cy="77052"/>
            </a:xfrm>
            <a:custGeom>
              <a:rect b="b" l="l" r="r" t="t"/>
              <a:pathLst>
                <a:path extrusionOk="0" h="1880" w="921">
                  <a:moveTo>
                    <a:pt x="1" y="1"/>
                  </a:moveTo>
                  <a:lnTo>
                    <a:pt x="1" y="1879"/>
                  </a:lnTo>
                  <a:lnTo>
                    <a:pt x="920" y="1879"/>
                  </a:lnTo>
                  <a:lnTo>
                    <a:pt x="920"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1" name="Google Shape;1821;p44"/>
            <p:cNvSpPr/>
            <p:nvPr/>
          </p:nvSpPr>
          <p:spPr>
            <a:xfrm>
              <a:off x="8689081" y="1597022"/>
              <a:ext cx="37747" cy="77052"/>
            </a:xfrm>
            <a:custGeom>
              <a:rect b="b" l="l" r="r" t="t"/>
              <a:pathLst>
                <a:path extrusionOk="0" h="1880" w="921">
                  <a:moveTo>
                    <a:pt x="0" y="1"/>
                  </a:moveTo>
                  <a:lnTo>
                    <a:pt x="0" y="1879"/>
                  </a:lnTo>
                  <a:lnTo>
                    <a:pt x="920" y="1879"/>
                  </a:lnTo>
                  <a:lnTo>
                    <a:pt x="920"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2" name="Google Shape;1822;p44"/>
            <p:cNvSpPr/>
            <p:nvPr/>
          </p:nvSpPr>
          <p:spPr>
            <a:xfrm>
              <a:off x="8403005" y="1349595"/>
              <a:ext cx="249558" cy="96971"/>
            </a:xfrm>
            <a:custGeom>
              <a:rect b="b" l="l" r="r" t="t"/>
              <a:pathLst>
                <a:path extrusionOk="0" h="2366" w="6089">
                  <a:moveTo>
                    <a:pt x="1015" y="0"/>
                  </a:moveTo>
                  <a:cubicBezTo>
                    <a:pt x="453" y="0"/>
                    <a:pt x="1" y="453"/>
                    <a:pt x="1" y="1014"/>
                  </a:cubicBezTo>
                  <a:lnTo>
                    <a:pt x="1" y="2366"/>
                  </a:lnTo>
                  <a:lnTo>
                    <a:pt x="464" y="2366"/>
                  </a:lnTo>
                  <a:lnTo>
                    <a:pt x="464" y="1014"/>
                  </a:lnTo>
                  <a:cubicBezTo>
                    <a:pt x="464" y="711"/>
                    <a:pt x="712" y="463"/>
                    <a:pt x="1015" y="463"/>
                  </a:cubicBezTo>
                  <a:lnTo>
                    <a:pt x="5070" y="463"/>
                  </a:lnTo>
                  <a:cubicBezTo>
                    <a:pt x="5374" y="463"/>
                    <a:pt x="5621" y="711"/>
                    <a:pt x="5621" y="1014"/>
                  </a:cubicBezTo>
                  <a:lnTo>
                    <a:pt x="5621" y="2366"/>
                  </a:lnTo>
                  <a:lnTo>
                    <a:pt x="6088" y="2366"/>
                  </a:lnTo>
                  <a:lnTo>
                    <a:pt x="6088" y="1014"/>
                  </a:lnTo>
                  <a:cubicBezTo>
                    <a:pt x="6088" y="453"/>
                    <a:pt x="5632" y="0"/>
                    <a:pt x="507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3" name="Google Shape;1823;p44"/>
            <p:cNvSpPr/>
            <p:nvPr/>
          </p:nvSpPr>
          <p:spPr>
            <a:xfrm>
              <a:off x="8390054" y="1402835"/>
              <a:ext cx="43731" cy="43731"/>
            </a:xfrm>
            <a:custGeom>
              <a:rect b="b" l="l" r="r" t="t"/>
              <a:pathLst>
                <a:path extrusionOk="0" h="1067" w="1067">
                  <a:moveTo>
                    <a:pt x="0" y="1"/>
                  </a:moveTo>
                  <a:lnTo>
                    <a:pt x="0" y="1067"/>
                  </a:lnTo>
                  <a:lnTo>
                    <a:pt x="1066" y="1067"/>
                  </a:lnTo>
                  <a:lnTo>
                    <a:pt x="106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4" name="Google Shape;1824;p44"/>
            <p:cNvSpPr/>
            <p:nvPr/>
          </p:nvSpPr>
          <p:spPr>
            <a:xfrm>
              <a:off x="8621086" y="1402835"/>
              <a:ext cx="43731" cy="43731"/>
            </a:xfrm>
            <a:custGeom>
              <a:rect b="b" l="l" r="r" t="t"/>
              <a:pathLst>
                <a:path extrusionOk="0" h="1067" w="1067">
                  <a:moveTo>
                    <a:pt x="0" y="1"/>
                  </a:moveTo>
                  <a:lnTo>
                    <a:pt x="0" y="1067"/>
                  </a:lnTo>
                  <a:lnTo>
                    <a:pt x="1066" y="1067"/>
                  </a:lnTo>
                  <a:lnTo>
                    <a:pt x="106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25" name="Google Shape;1825;p44"/>
          <p:cNvGrpSpPr/>
          <p:nvPr/>
        </p:nvGrpSpPr>
        <p:grpSpPr>
          <a:xfrm flipH="1" rot="-2441020">
            <a:off x="8695488" y="303021"/>
            <a:ext cx="572123" cy="961520"/>
            <a:chOff x="7181190" y="176967"/>
            <a:chExt cx="285092" cy="479115"/>
          </a:xfrm>
        </p:grpSpPr>
        <p:sp>
          <p:nvSpPr>
            <p:cNvPr id="1826" name="Google Shape;1826;p44"/>
            <p:cNvSpPr/>
            <p:nvPr/>
          </p:nvSpPr>
          <p:spPr>
            <a:xfrm>
              <a:off x="7181190" y="258486"/>
              <a:ext cx="285092" cy="397595"/>
            </a:xfrm>
            <a:custGeom>
              <a:rect b="b" l="l" r="r" t="t"/>
              <a:pathLst>
                <a:path extrusionOk="0" h="9701" w="6956">
                  <a:moveTo>
                    <a:pt x="726" y="0"/>
                  </a:moveTo>
                  <a:cubicBezTo>
                    <a:pt x="335" y="0"/>
                    <a:pt x="15" y="317"/>
                    <a:pt x="15" y="711"/>
                  </a:cubicBezTo>
                  <a:lnTo>
                    <a:pt x="1" y="9684"/>
                  </a:lnTo>
                  <a:cubicBezTo>
                    <a:pt x="1239" y="9697"/>
                    <a:pt x="2476" y="9701"/>
                    <a:pt x="3713" y="9701"/>
                  </a:cubicBezTo>
                  <a:cubicBezTo>
                    <a:pt x="4788" y="9701"/>
                    <a:pt x="5864" y="9698"/>
                    <a:pt x="6942" y="9694"/>
                  </a:cubicBezTo>
                  <a:lnTo>
                    <a:pt x="6956" y="721"/>
                  </a:lnTo>
                  <a:cubicBezTo>
                    <a:pt x="6956" y="332"/>
                    <a:pt x="6639" y="11"/>
                    <a:pt x="6249" y="11"/>
                  </a:cubicBezTo>
                  <a:lnTo>
                    <a:pt x="72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7" name="Google Shape;1827;p44"/>
            <p:cNvSpPr/>
            <p:nvPr/>
          </p:nvSpPr>
          <p:spPr>
            <a:xfrm>
              <a:off x="7215330" y="300208"/>
              <a:ext cx="215704" cy="331938"/>
            </a:xfrm>
            <a:custGeom>
              <a:rect b="b" l="l" r="r" t="t"/>
              <a:pathLst>
                <a:path extrusionOk="0" h="8099" w="5263">
                  <a:moveTo>
                    <a:pt x="387" y="0"/>
                  </a:moveTo>
                  <a:cubicBezTo>
                    <a:pt x="181" y="0"/>
                    <a:pt x="12" y="170"/>
                    <a:pt x="12" y="380"/>
                  </a:cubicBezTo>
                  <a:lnTo>
                    <a:pt x="1" y="8000"/>
                  </a:lnTo>
                  <a:cubicBezTo>
                    <a:pt x="910" y="8065"/>
                    <a:pt x="1818" y="8098"/>
                    <a:pt x="2725" y="8098"/>
                  </a:cubicBezTo>
                  <a:cubicBezTo>
                    <a:pt x="3567" y="8098"/>
                    <a:pt x="4408" y="8070"/>
                    <a:pt x="5248" y="8011"/>
                  </a:cubicBezTo>
                  <a:lnTo>
                    <a:pt x="5259" y="387"/>
                  </a:lnTo>
                  <a:cubicBezTo>
                    <a:pt x="5262" y="177"/>
                    <a:pt x="5092" y="7"/>
                    <a:pt x="4879" y="7"/>
                  </a:cubicBezTo>
                  <a:lnTo>
                    <a:pt x="395" y="0"/>
                  </a:lnTo>
                  <a:cubicBezTo>
                    <a:pt x="392" y="0"/>
                    <a:pt x="390" y="0"/>
                    <a:pt x="38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8" name="Google Shape;1828;p44"/>
            <p:cNvSpPr/>
            <p:nvPr/>
          </p:nvSpPr>
          <p:spPr>
            <a:xfrm>
              <a:off x="7207215" y="176967"/>
              <a:ext cx="233983" cy="67707"/>
            </a:xfrm>
            <a:custGeom>
              <a:rect b="b" l="l" r="r" t="t"/>
              <a:pathLst>
                <a:path extrusionOk="0" h="1652" w="5709">
                  <a:moveTo>
                    <a:pt x="310" y="0"/>
                  </a:moveTo>
                  <a:cubicBezTo>
                    <a:pt x="293" y="0"/>
                    <a:pt x="279" y="0"/>
                    <a:pt x="261" y="3"/>
                  </a:cubicBezTo>
                  <a:cubicBezTo>
                    <a:pt x="115" y="24"/>
                    <a:pt x="1" y="153"/>
                    <a:pt x="1" y="306"/>
                  </a:cubicBezTo>
                  <a:lnTo>
                    <a:pt x="1" y="1641"/>
                  </a:lnTo>
                  <a:lnTo>
                    <a:pt x="5708" y="1652"/>
                  </a:lnTo>
                  <a:lnTo>
                    <a:pt x="5708" y="317"/>
                  </a:lnTo>
                  <a:cubicBezTo>
                    <a:pt x="5708" y="167"/>
                    <a:pt x="5603" y="45"/>
                    <a:pt x="5464" y="13"/>
                  </a:cubicBezTo>
                  <a:cubicBezTo>
                    <a:pt x="5443" y="10"/>
                    <a:pt x="5422" y="7"/>
                    <a:pt x="5401" y="7"/>
                  </a:cubicBezTo>
                  <a:lnTo>
                    <a:pt x="31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9" name="Google Shape;1829;p44"/>
            <p:cNvSpPr/>
            <p:nvPr/>
          </p:nvSpPr>
          <p:spPr>
            <a:xfrm>
              <a:off x="7244061" y="244182"/>
              <a:ext cx="160087" cy="14755"/>
            </a:xfrm>
            <a:custGeom>
              <a:rect b="b" l="l" r="r" t="t"/>
              <a:pathLst>
                <a:path extrusionOk="0" h="360" w="3906">
                  <a:moveTo>
                    <a:pt x="1" y="1"/>
                  </a:moveTo>
                  <a:lnTo>
                    <a:pt x="1" y="353"/>
                  </a:lnTo>
                  <a:lnTo>
                    <a:pt x="3906" y="360"/>
                  </a:lnTo>
                  <a:lnTo>
                    <a:pt x="3906" y="8"/>
                  </a:ln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0" name="Google Shape;1830;p44"/>
            <p:cNvSpPr/>
            <p:nvPr/>
          </p:nvSpPr>
          <p:spPr>
            <a:xfrm>
              <a:off x="7244061" y="244182"/>
              <a:ext cx="160087" cy="2910"/>
            </a:xfrm>
            <a:custGeom>
              <a:rect b="b" l="l" r="r" t="t"/>
              <a:pathLst>
                <a:path extrusionOk="0" h="71" w="3906">
                  <a:moveTo>
                    <a:pt x="4" y="1"/>
                  </a:moveTo>
                  <a:cubicBezTo>
                    <a:pt x="1" y="1"/>
                    <a:pt x="1" y="4"/>
                    <a:pt x="1" y="4"/>
                  </a:cubicBezTo>
                  <a:lnTo>
                    <a:pt x="1" y="67"/>
                  </a:lnTo>
                  <a:cubicBezTo>
                    <a:pt x="1" y="71"/>
                    <a:pt x="1" y="71"/>
                    <a:pt x="4" y="71"/>
                  </a:cubicBezTo>
                  <a:lnTo>
                    <a:pt x="3903" y="71"/>
                  </a:lnTo>
                  <a:cubicBezTo>
                    <a:pt x="3906" y="71"/>
                    <a:pt x="3906" y="71"/>
                    <a:pt x="3906" y="67"/>
                  </a:cubicBezTo>
                  <a:lnTo>
                    <a:pt x="3906" y="4"/>
                  </a:lnTo>
                  <a:cubicBezTo>
                    <a:pt x="3906" y="4"/>
                    <a:pt x="3906" y="1"/>
                    <a:pt x="390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1" name="Google Shape;1831;p44"/>
            <p:cNvSpPr/>
            <p:nvPr/>
          </p:nvSpPr>
          <p:spPr>
            <a:xfrm>
              <a:off x="7181354" y="395294"/>
              <a:ext cx="284805" cy="142136"/>
            </a:xfrm>
            <a:custGeom>
              <a:rect b="b" l="l" r="r" t="t"/>
              <a:pathLst>
                <a:path extrusionOk="0" h="3468" w="6949">
                  <a:moveTo>
                    <a:pt x="8" y="1"/>
                  </a:moveTo>
                  <a:lnTo>
                    <a:pt x="0" y="3457"/>
                  </a:lnTo>
                  <a:lnTo>
                    <a:pt x="6941" y="3467"/>
                  </a:lnTo>
                  <a:lnTo>
                    <a:pt x="6949" y="11"/>
                  </a:lnTo>
                  <a:lnTo>
                    <a:pt x="8"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2" name="Google Shape;1832;p44"/>
            <p:cNvSpPr/>
            <p:nvPr/>
          </p:nvSpPr>
          <p:spPr>
            <a:xfrm>
              <a:off x="7270455" y="413122"/>
              <a:ext cx="106602" cy="106479"/>
            </a:xfrm>
            <a:custGeom>
              <a:rect b="b" l="l" r="r" t="t"/>
              <a:pathLst>
                <a:path extrusionOk="0" h="2598" w="2601">
                  <a:moveTo>
                    <a:pt x="816" y="1"/>
                  </a:moveTo>
                  <a:lnTo>
                    <a:pt x="816" y="813"/>
                  </a:lnTo>
                  <a:lnTo>
                    <a:pt x="5" y="809"/>
                  </a:lnTo>
                  <a:lnTo>
                    <a:pt x="0" y="1782"/>
                  </a:lnTo>
                  <a:lnTo>
                    <a:pt x="812" y="1785"/>
                  </a:lnTo>
                  <a:lnTo>
                    <a:pt x="812" y="2597"/>
                  </a:lnTo>
                  <a:lnTo>
                    <a:pt x="1785" y="2597"/>
                  </a:lnTo>
                  <a:lnTo>
                    <a:pt x="1785" y="1785"/>
                  </a:lnTo>
                  <a:lnTo>
                    <a:pt x="2597" y="1789"/>
                  </a:lnTo>
                  <a:lnTo>
                    <a:pt x="2600" y="816"/>
                  </a:lnTo>
                  <a:lnTo>
                    <a:pt x="1788" y="813"/>
                  </a:lnTo>
                  <a:lnTo>
                    <a:pt x="1788"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33" name="Google Shape;1833;p44"/>
          <p:cNvSpPr txBox="1"/>
          <p:nvPr>
            <p:ph type="title"/>
          </p:nvPr>
        </p:nvSpPr>
        <p:spPr>
          <a:xfrm>
            <a:off x="4083713" y="1687243"/>
            <a:ext cx="1999500" cy="1102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6500"/>
              <a:t>&amp;</a:t>
            </a:r>
            <a:endParaRPr sz="6500"/>
          </a:p>
        </p:txBody>
      </p:sp>
      <p:sp>
        <p:nvSpPr>
          <p:cNvPr id="1834" name="Google Shape;1834;p44"/>
          <p:cNvSpPr txBox="1"/>
          <p:nvPr>
            <p:ph idx="1" type="subTitle"/>
          </p:nvPr>
        </p:nvSpPr>
        <p:spPr>
          <a:xfrm>
            <a:off x="6083232" y="2795703"/>
            <a:ext cx="1936200" cy="713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Anomalies</a:t>
            </a:r>
            <a:r>
              <a:rPr lang="en"/>
              <a:t>!</a:t>
            </a:r>
            <a:endParaRPr/>
          </a:p>
        </p:txBody>
      </p:sp>
      <p:sp>
        <p:nvSpPr>
          <p:cNvPr id="1835" name="Google Shape;1835;p44"/>
          <p:cNvSpPr txBox="1"/>
          <p:nvPr>
            <p:ph type="title"/>
          </p:nvPr>
        </p:nvSpPr>
        <p:spPr>
          <a:xfrm>
            <a:off x="6179995" y="1687253"/>
            <a:ext cx="1999500" cy="1102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6500"/>
              <a:t>5%</a:t>
            </a:r>
            <a:endParaRPr sz="65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9" name="Shape 1839"/>
        <p:cNvGrpSpPr/>
        <p:nvPr/>
      </p:nvGrpSpPr>
      <p:grpSpPr>
        <a:xfrm>
          <a:off x="0" y="0"/>
          <a:ext cx="0" cy="0"/>
          <a:chOff x="0" y="0"/>
          <a:chExt cx="0" cy="0"/>
        </a:xfrm>
      </p:grpSpPr>
      <p:sp>
        <p:nvSpPr>
          <p:cNvPr id="1840" name="Google Shape;1840;p45"/>
          <p:cNvSpPr/>
          <p:nvPr/>
        </p:nvSpPr>
        <p:spPr>
          <a:xfrm>
            <a:off x="3413354" y="56707"/>
            <a:ext cx="3251258" cy="1608925"/>
          </a:xfrm>
          <a:custGeom>
            <a:rect b="b" l="l" r="r" t="t"/>
            <a:pathLst>
              <a:path extrusionOk="0" h="31882" w="64426">
                <a:moveTo>
                  <a:pt x="42385" y="2987"/>
                </a:moveTo>
                <a:cubicBezTo>
                  <a:pt x="37964" y="2270"/>
                  <a:pt x="31154" y="359"/>
                  <a:pt x="25897" y="120"/>
                </a:cubicBezTo>
                <a:cubicBezTo>
                  <a:pt x="20640" y="-119"/>
                  <a:pt x="14786" y="657"/>
                  <a:pt x="10843" y="1553"/>
                </a:cubicBezTo>
                <a:cubicBezTo>
                  <a:pt x="6900" y="2449"/>
                  <a:pt x="4032" y="3704"/>
                  <a:pt x="2240" y="5496"/>
                </a:cubicBezTo>
                <a:cubicBezTo>
                  <a:pt x="448" y="7288"/>
                  <a:pt x="-89" y="9678"/>
                  <a:pt x="90" y="12306"/>
                </a:cubicBezTo>
                <a:cubicBezTo>
                  <a:pt x="269" y="14935"/>
                  <a:pt x="90" y="18459"/>
                  <a:pt x="3316" y="21267"/>
                </a:cubicBezTo>
                <a:cubicBezTo>
                  <a:pt x="6542" y="24075"/>
                  <a:pt x="12754" y="27421"/>
                  <a:pt x="19445" y="29153"/>
                </a:cubicBezTo>
                <a:cubicBezTo>
                  <a:pt x="26136" y="30886"/>
                  <a:pt x="36471" y="32379"/>
                  <a:pt x="43460" y="31662"/>
                </a:cubicBezTo>
                <a:cubicBezTo>
                  <a:pt x="50450" y="30945"/>
                  <a:pt x="58037" y="28017"/>
                  <a:pt x="61382" y="24851"/>
                </a:cubicBezTo>
                <a:cubicBezTo>
                  <a:pt x="64727" y="21685"/>
                  <a:pt x="65026" y="16070"/>
                  <a:pt x="63532" y="12665"/>
                </a:cubicBezTo>
                <a:cubicBezTo>
                  <a:pt x="62039" y="9260"/>
                  <a:pt x="55946" y="6034"/>
                  <a:pt x="52421" y="4421"/>
                </a:cubicBezTo>
                <a:cubicBezTo>
                  <a:pt x="48897" y="2808"/>
                  <a:pt x="46806" y="3704"/>
                  <a:pt x="42385" y="2987"/>
                </a:cubicBezTo>
                <a:close/>
              </a:path>
            </a:pathLst>
          </a:custGeom>
          <a:noFill/>
          <a:ln cap="flat" cmpd="sng" w="9525">
            <a:solidFill>
              <a:schemeClr val="dk2"/>
            </a:solidFill>
            <a:prstDash val="solid"/>
            <a:round/>
            <a:headEnd len="med" w="med" type="none"/>
            <a:tailEnd len="med" w="med" type="none"/>
          </a:ln>
        </p:spPr>
      </p:sp>
      <p:sp>
        <p:nvSpPr>
          <p:cNvPr id="1841" name="Google Shape;1841;p45"/>
          <p:cNvSpPr/>
          <p:nvPr/>
        </p:nvSpPr>
        <p:spPr>
          <a:xfrm>
            <a:off x="3304125" y="270447"/>
            <a:ext cx="3251258" cy="1608925"/>
          </a:xfrm>
          <a:custGeom>
            <a:rect b="b" l="l" r="r" t="t"/>
            <a:pathLst>
              <a:path extrusionOk="0" h="31882" w="64426">
                <a:moveTo>
                  <a:pt x="42385" y="2987"/>
                </a:moveTo>
                <a:cubicBezTo>
                  <a:pt x="37964" y="2270"/>
                  <a:pt x="31154" y="359"/>
                  <a:pt x="25897" y="120"/>
                </a:cubicBezTo>
                <a:cubicBezTo>
                  <a:pt x="20640" y="-119"/>
                  <a:pt x="14786" y="657"/>
                  <a:pt x="10843" y="1553"/>
                </a:cubicBezTo>
                <a:cubicBezTo>
                  <a:pt x="6900" y="2449"/>
                  <a:pt x="4032" y="3704"/>
                  <a:pt x="2240" y="5496"/>
                </a:cubicBezTo>
                <a:cubicBezTo>
                  <a:pt x="448" y="7288"/>
                  <a:pt x="-89" y="9678"/>
                  <a:pt x="90" y="12306"/>
                </a:cubicBezTo>
                <a:cubicBezTo>
                  <a:pt x="269" y="14935"/>
                  <a:pt x="90" y="18459"/>
                  <a:pt x="3316" y="21267"/>
                </a:cubicBezTo>
                <a:cubicBezTo>
                  <a:pt x="6542" y="24075"/>
                  <a:pt x="12754" y="27421"/>
                  <a:pt x="19445" y="29153"/>
                </a:cubicBezTo>
                <a:cubicBezTo>
                  <a:pt x="26136" y="30886"/>
                  <a:pt x="36471" y="32379"/>
                  <a:pt x="43460" y="31662"/>
                </a:cubicBezTo>
                <a:cubicBezTo>
                  <a:pt x="50450" y="30945"/>
                  <a:pt x="58037" y="28017"/>
                  <a:pt x="61382" y="24851"/>
                </a:cubicBezTo>
                <a:cubicBezTo>
                  <a:pt x="64727" y="21685"/>
                  <a:pt x="65026" y="16070"/>
                  <a:pt x="63532" y="12665"/>
                </a:cubicBezTo>
                <a:cubicBezTo>
                  <a:pt x="62039" y="9260"/>
                  <a:pt x="55946" y="6034"/>
                  <a:pt x="52421" y="4421"/>
                </a:cubicBezTo>
                <a:cubicBezTo>
                  <a:pt x="48897" y="2808"/>
                  <a:pt x="46806" y="3704"/>
                  <a:pt x="42385" y="2987"/>
                </a:cubicBezTo>
                <a:close/>
              </a:path>
            </a:pathLst>
          </a:custGeom>
          <a:solidFill>
            <a:srgbClr val="C7CAEA">
              <a:alpha val="52090"/>
            </a:srgbClr>
          </a:solidFill>
          <a:ln>
            <a:noFill/>
          </a:ln>
        </p:spPr>
      </p:sp>
      <p:sp>
        <p:nvSpPr>
          <p:cNvPr id="1842" name="Google Shape;1842;p45"/>
          <p:cNvSpPr txBox="1"/>
          <p:nvPr>
            <p:ph idx="2" type="title"/>
          </p:nvPr>
        </p:nvSpPr>
        <p:spPr>
          <a:xfrm>
            <a:off x="3339017" y="614913"/>
            <a:ext cx="31509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05</a:t>
            </a:r>
            <a:endParaRPr/>
          </a:p>
        </p:txBody>
      </p:sp>
      <p:sp>
        <p:nvSpPr>
          <p:cNvPr id="1843" name="Google Shape;1843;p45"/>
          <p:cNvSpPr txBox="1"/>
          <p:nvPr>
            <p:ph idx="1" type="subTitle"/>
          </p:nvPr>
        </p:nvSpPr>
        <p:spPr>
          <a:xfrm>
            <a:off x="2356800" y="3675025"/>
            <a:ext cx="5881500" cy="448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Discuss the impact of the model. </a:t>
            </a:r>
            <a:endParaRPr/>
          </a:p>
        </p:txBody>
      </p:sp>
      <p:sp>
        <p:nvSpPr>
          <p:cNvPr id="1844" name="Google Shape;1844;p45"/>
          <p:cNvSpPr txBox="1"/>
          <p:nvPr>
            <p:ph type="title"/>
          </p:nvPr>
        </p:nvSpPr>
        <p:spPr>
          <a:xfrm>
            <a:off x="1539043" y="1775250"/>
            <a:ext cx="7540500" cy="1954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Impact &amp; Essential Question </a:t>
            </a:r>
            <a:endParaRPr/>
          </a:p>
        </p:txBody>
      </p:sp>
      <p:grpSp>
        <p:nvGrpSpPr>
          <p:cNvPr id="1845" name="Google Shape;1845;p45"/>
          <p:cNvGrpSpPr/>
          <p:nvPr/>
        </p:nvGrpSpPr>
        <p:grpSpPr>
          <a:xfrm rot="-1593415">
            <a:off x="6306900" y="3559626"/>
            <a:ext cx="4794549" cy="3353795"/>
            <a:chOff x="5767094" y="3647662"/>
            <a:chExt cx="5077163" cy="3551484"/>
          </a:xfrm>
        </p:grpSpPr>
        <p:sp>
          <p:nvSpPr>
            <p:cNvPr id="1846" name="Google Shape;1846;p45"/>
            <p:cNvSpPr/>
            <p:nvPr/>
          </p:nvSpPr>
          <p:spPr>
            <a:xfrm flipH="1" rot="-949102">
              <a:off x="7746095" y="4236914"/>
              <a:ext cx="669140" cy="301521"/>
            </a:xfrm>
            <a:prstGeom prst="ellipse">
              <a:avLst/>
            </a:prstGeom>
            <a:solidFill>
              <a:srgbClr val="C7CAEA">
                <a:alpha val="520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7" name="Google Shape;1847;p45"/>
            <p:cNvSpPr/>
            <p:nvPr/>
          </p:nvSpPr>
          <p:spPr>
            <a:xfrm flipH="1" rot="-949102">
              <a:off x="7646812" y="4194803"/>
              <a:ext cx="669140" cy="301521"/>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8" name="Google Shape;1848;p45"/>
            <p:cNvSpPr/>
            <p:nvPr/>
          </p:nvSpPr>
          <p:spPr>
            <a:xfrm flipH="1" rot="-10413949">
              <a:off x="6011671" y="4037811"/>
              <a:ext cx="4684551" cy="2907998"/>
            </a:xfrm>
            <a:custGeom>
              <a:rect b="b" l="l" r="r" t="t"/>
              <a:pathLst>
                <a:path extrusionOk="0" h="140790" w="244167">
                  <a:moveTo>
                    <a:pt x="134823" y="24269"/>
                  </a:moveTo>
                  <a:cubicBezTo>
                    <a:pt x="122338" y="19609"/>
                    <a:pt x="100115" y="3779"/>
                    <a:pt x="85001" y="971"/>
                  </a:cubicBezTo>
                  <a:cubicBezTo>
                    <a:pt x="69887" y="-1837"/>
                    <a:pt x="56864" y="1927"/>
                    <a:pt x="44140" y="7423"/>
                  </a:cubicBezTo>
                  <a:cubicBezTo>
                    <a:pt x="31416" y="12919"/>
                    <a:pt x="15943" y="24927"/>
                    <a:pt x="8655" y="33947"/>
                  </a:cubicBezTo>
                  <a:cubicBezTo>
                    <a:pt x="1367" y="42968"/>
                    <a:pt x="-843" y="52167"/>
                    <a:pt x="411" y="61546"/>
                  </a:cubicBezTo>
                  <a:cubicBezTo>
                    <a:pt x="1666" y="70925"/>
                    <a:pt x="3936" y="83710"/>
                    <a:pt x="16182" y="90221"/>
                  </a:cubicBezTo>
                  <a:cubicBezTo>
                    <a:pt x="28429" y="96733"/>
                    <a:pt x="57641" y="99002"/>
                    <a:pt x="73890" y="100615"/>
                  </a:cubicBezTo>
                  <a:cubicBezTo>
                    <a:pt x="90139" y="102228"/>
                    <a:pt x="100712" y="94641"/>
                    <a:pt x="113675" y="99898"/>
                  </a:cubicBezTo>
                  <a:cubicBezTo>
                    <a:pt x="126638" y="105155"/>
                    <a:pt x="140498" y="125347"/>
                    <a:pt x="151669" y="132157"/>
                  </a:cubicBezTo>
                  <a:cubicBezTo>
                    <a:pt x="162840" y="138967"/>
                    <a:pt x="169591" y="140880"/>
                    <a:pt x="180702" y="140760"/>
                  </a:cubicBezTo>
                  <a:cubicBezTo>
                    <a:pt x="191814" y="140641"/>
                    <a:pt x="208242" y="137593"/>
                    <a:pt x="218338" y="131440"/>
                  </a:cubicBezTo>
                  <a:cubicBezTo>
                    <a:pt x="228434" y="125287"/>
                    <a:pt x="237275" y="113997"/>
                    <a:pt x="241277" y="103841"/>
                  </a:cubicBezTo>
                  <a:cubicBezTo>
                    <a:pt x="245280" y="93686"/>
                    <a:pt x="244563" y="80961"/>
                    <a:pt x="242353" y="70507"/>
                  </a:cubicBezTo>
                  <a:cubicBezTo>
                    <a:pt x="240143" y="60053"/>
                    <a:pt x="234407" y="48582"/>
                    <a:pt x="228015" y="41115"/>
                  </a:cubicBezTo>
                  <a:cubicBezTo>
                    <a:pt x="221623" y="33648"/>
                    <a:pt x="215350" y="27734"/>
                    <a:pt x="204000" y="25703"/>
                  </a:cubicBezTo>
                  <a:cubicBezTo>
                    <a:pt x="192650" y="23672"/>
                    <a:pt x="171443" y="29168"/>
                    <a:pt x="159913" y="28929"/>
                  </a:cubicBezTo>
                  <a:cubicBezTo>
                    <a:pt x="148384" y="28690"/>
                    <a:pt x="147308" y="28929"/>
                    <a:pt x="134823" y="24269"/>
                  </a:cubicBezTo>
                  <a:close/>
                </a:path>
              </a:pathLst>
            </a:custGeom>
            <a:solidFill>
              <a:srgbClr val="C7CAEA">
                <a:alpha val="52090"/>
              </a:srgbClr>
            </a:solidFill>
            <a:ln>
              <a:noFill/>
            </a:ln>
          </p:spPr>
        </p:sp>
        <p:sp>
          <p:nvSpPr>
            <p:cNvPr id="1849" name="Google Shape;1849;p45"/>
            <p:cNvSpPr/>
            <p:nvPr/>
          </p:nvSpPr>
          <p:spPr>
            <a:xfrm flipH="1" rot="-10413949">
              <a:off x="5915129" y="3901000"/>
              <a:ext cx="4684551" cy="2907998"/>
            </a:xfrm>
            <a:custGeom>
              <a:rect b="b" l="l" r="r" t="t"/>
              <a:pathLst>
                <a:path extrusionOk="0" h="140790" w="244167">
                  <a:moveTo>
                    <a:pt x="134823" y="24269"/>
                  </a:moveTo>
                  <a:cubicBezTo>
                    <a:pt x="122338" y="19609"/>
                    <a:pt x="100115" y="3779"/>
                    <a:pt x="85001" y="971"/>
                  </a:cubicBezTo>
                  <a:cubicBezTo>
                    <a:pt x="69887" y="-1837"/>
                    <a:pt x="56864" y="1927"/>
                    <a:pt x="44140" y="7423"/>
                  </a:cubicBezTo>
                  <a:cubicBezTo>
                    <a:pt x="31416" y="12919"/>
                    <a:pt x="15943" y="24927"/>
                    <a:pt x="8655" y="33947"/>
                  </a:cubicBezTo>
                  <a:cubicBezTo>
                    <a:pt x="1367" y="42968"/>
                    <a:pt x="-843" y="52167"/>
                    <a:pt x="411" y="61546"/>
                  </a:cubicBezTo>
                  <a:cubicBezTo>
                    <a:pt x="1666" y="70925"/>
                    <a:pt x="3936" y="83710"/>
                    <a:pt x="16182" y="90221"/>
                  </a:cubicBezTo>
                  <a:cubicBezTo>
                    <a:pt x="28429" y="96733"/>
                    <a:pt x="57641" y="99002"/>
                    <a:pt x="73890" y="100615"/>
                  </a:cubicBezTo>
                  <a:cubicBezTo>
                    <a:pt x="90139" y="102228"/>
                    <a:pt x="100712" y="94641"/>
                    <a:pt x="113675" y="99898"/>
                  </a:cubicBezTo>
                  <a:cubicBezTo>
                    <a:pt x="126638" y="105155"/>
                    <a:pt x="140498" y="125347"/>
                    <a:pt x="151669" y="132157"/>
                  </a:cubicBezTo>
                  <a:cubicBezTo>
                    <a:pt x="162840" y="138967"/>
                    <a:pt x="169591" y="140880"/>
                    <a:pt x="180702" y="140760"/>
                  </a:cubicBezTo>
                  <a:cubicBezTo>
                    <a:pt x="191814" y="140641"/>
                    <a:pt x="208242" y="137593"/>
                    <a:pt x="218338" y="131440"/>
                  </a:cubicBezTo>
                  <a:cubicBezTo>
                    <a:pt x="228434" y="125287"/>
                    <a:pt x="237275" y="113997"/>
                    <a:pt x="241277" y="103841"/>
                  </a:cubicBezTo>
                  <a:cubicBezTo>
                    <a:pt x="245280" y="93686"/>
                    <a:pt x="244563" y="80961"/>
                    <a:pt x="242353" y="70507"/>
                  </a:cubicBezTo>
                  <a:cubicBezTo>
                    <a:pt x="240143" y="60053"/>
                    <a:pt x="234407" y="48582"/>
                    <a:pt x="228015" y="41115"/>
                  </a:cubicBezTo>
                  <a:cubicBezTo>
                    <a:pt x="221623" y="33648"/>
                    <a:pt x="215350" y="27734"/>
                    <a:pt x="204000" y="25703"/>
                  </a:cubicBezTo>
                  <a:cubicBezTo>
                    <a:pt x="192650" y="23672"/>
                    <a:pt x="171443" y="29168"/>
                    <a:pt x="159913" y="28929"/>
                  </a:cubicBezTo>
                  <a:cubicBezTo>
                    <a:pt x="148384" y="28690"/>
                    <a:pt x="147308" y="28929"/>
                    <a:pt x="134823" y="24269"/>
                  </a:cubicBezTo>
                  <a:close/>
                </a:path>
              </a:pathLst>
            </a:custGeom>
            <a:noFill/>
            <a:ln cap="flat" cmpd="sng" w="9525">
              <a:solidFill>
                <a:schemeClr val="dk2"/>
              </a:solidFill>
              <a:prstDash val="solid"/>
              <a:round/>
              <a:headEnd len="med" w="med" type="none"/>
              <a:tailEnd len="med" w="med" type="none"/>
            </a:ln>
          </p:spPr>
        </p:sp>
      </p:grpSp>
      <p:grpSp>
        <p:nvGrpSpPr>
          <p:cNvPr id="1850" name="Google Shape;1850;p45"/>
          <p:cNvGrpSpPr/>
          <p:nvPr/>
        </p:nvGrpSpPr>
        <p:grpSpPr>
          <a:xfrm>
            <a:off x="-1415153" y="-2067352"/>
            <a:ext cx="4807566" cy="3362900"/>
            <a:chOff x="-1415194" y="-2067413"/>
            <a:chExt cx="5077163" cy="3551484"/>
          </a:xfrm>
        </p:grpSpPr>
        <p:sp>
          <p:nvSpPr>
            <p:cNvPr id="1851" name="Google Shape;1851;p45"/>
            <p:cNvSpPr/>
            <p:nvPr/>
          </p:nvSpPr>
          <p:spPr>
            <a:xfrm flipH="1" rot="386051">
              <a:off x="-1267159" y="-1814075"/>
              <a:ext cx="4684551" cy="2907998"/>
            </a:xfrm>
            <a:custGeom>
              <a:rect b="b" l="l" r="r" t="t"/>
              <a:pathLst>
                <a:path extrusionOk="0" h="140790" w="244167">
                  <a:moveTo>
                    <a:pt x="134823" y="24269"/>
                  </a:moveTo>
                  <a:cubicBezTo>
                    <a:pt x="122338" y="19609"/>
                    <a:pt x="100115" y="3779"/>
                    <a:pt x="85001" y="971"/>
                  </a:cubicBezTo>
                  <a:cubicBezTo>
                    <a:pt x="69887" y="-1837"/>
                    <a:pt x="56864" y="1927"/>
                    <a:pt x="44140" y="7423"/>
                  </a:cubicBezTo>
                  <a:cubicBezTo>
                    <a:pt x="31416" y="12919"/>
                    <a:pt x="15943" y="24927"/>
                    <a:pt x="8655" y="33947"/>
                  </a:cubicBezTo>
                  <a:cubicBezTo>
                    <a:pt x="1367" y="42968"/>
                    <a:pt x="-843" y="52167"/>
                    <a:pt x="411" y="61546"/>
                  </a:cubicBezTo>
                  <a:cubicBezTo>
                    <a:pt x="1666" y="70925"/>
                    <a:pt x="3936" y="83710"/>
                    <a:pt x="16182" y="90221"/>
                  </a:cubicBezTo>
                  <a:cubicBezTo>
                    <a:pt x="28429" y="96733"/>
                    <a:pt x="57641" y="99002"/>
                    <a:pt x="73890" y="100615"/>
                  </a:cubicBezTo>
                  <a:cubicBezTo>
                    <a:pt x="90139" y="102228"/>
                    <a:pt x="100712" y="94641"/>
                    <a:pt x="113675" y="99898"/>
                  </a:cubicBezTo>
                  <a:cubicBezTo>
                    <a:pt x="126638" y="105155"/>
                    <a:pt x="140498" y="125347"/>
                    <a:pt x="151669" y="132157"/>
                  </a:cubicBezTo>
                  <a:cubicBezTo>
                    <a:pt x="162840" y="138967"/>
                    <a:pt x="169591" y="140880"/>
                    <a:pt x="180702" y="140760"/>
                  </a:cubicBezTo>
                  <a:cubicBezTo>
                    <a:pt x="191814" y="140641"/>
                    <a:pt x="208242" y="137593"/>
                    <a:pt x="218338" y="131440"/>
                  </a:cubicBezTo>
                  <a:cubicBezTo>
                    <a:pt x="228434" y="125287"/>
                    <a:pt x="237275" y="113997"/>
                    <a:pt x="241277" y="103841"/>
                  </a:cubicBezTo>
                  <a:cubicBezTo>
                    <a:pt x="245280" y="93686"/>
                    <a:pt x="244563" y="80961"/>
                    <a:pt x="242353" y="70507"/>
                  </a:cubicBezTo>
                  <a:cubicBezTo>
                    <a:pt x="240143" y="60053"/>
                    <a:pt x="234407" y="48582"/>
                    <a:pt x="228015" y="41115"/>
                  </a:cubicBezTo>
                  <a:cubicBezTo>
                    <a:pt x="221623" y="33648"/>
                    <a:pt x="215350" y="27734"/>
                    <a:pt x="204000" y="25703"/>
                  </a:cubicBezTo>
                  <a:cubicBezTo>
                    <a:pt x="192650" y="23672"/>
                    <a:pt x="171443" y="29168"/>
                    <a:pt x="159913" y="28929"/>
                  </a:cubicBezTo>
                  <a:cubicBezTo>
                    <a:pt x="148384" y="28690"/>
                    <a:pt x="147308" y="28929"/>
                    <a:pt x="134823" y="24269"/>
                  </a:cubicBezTo>
                  <a:close/>
                </a:path>
              </a:pathLst>
            </a:custGeom>
            <a:solidFill>
              <a:srgbClr val="C7CAEA">
                <a:alpha val="52090"/>
              </a:srgbClr>
            </a:solidFill>
            <a:ln>
              <a:noFill/>
            </a:ln>
          </p:spPr>
        </p:sp>
        <p:sp>
          <p:nvSpPr>
            <p:cNvPr id="1852" name="Google Shape;1852;p45"/>
            <p:cNvSpPr/>
            <p:nvPr/>
          </p:nvSpPr>
          <p:spPr>
            <a:xfrm flipH="1" rot="386051">
              <a:off x="-1170616" y="-1677264"/>
              <a:ext cx="4684551" cy="2907998"/>
            </a:xfrm>
            <a:custGeom>
              <a:rect b="b" l="l" r="r" t="t"/>
              <a:pathLst>
                <a:path extrusionOk="0" h="140790" w="244167">
                  <a:moveTo>
                    <a:pt x="134823" y="24269"/>
                  </a:moveTo>
                  <a:cubicBezTo>
                    <a:pt x="122338" y="19609"/>
                    <a:pt x="100115" y="3779"/>
                    <a:pt x="85001" y="971"/>
                  </a:cubicBezTo>
                  <a:cubicBezTo>
                    <a:pt x="69887" y="-1837"/>
                    <a:pt x="56864" y="1927"/>
                    <a:pt x="44140" y="7423"/>
                  </a:cubicBezTo>
                  <a:cubicBezTo>
                    <a:pt x="31416" y="12919"/>
                    <a:pt x="15943" y="24927"/>
                    <a:pt x="8655" y="33947"/>
                  </a:cubicBezTo>
                  <a:cubicBezTo>
                    <a:pt x="1367" y="42968"/>
                    <a:pt x="-843" y="52167"/>
                    <a:pt x="411" y="61546"/>
                  </a:cubicBezTo>
                  <a:cubicBezTo>
                    <a:pt x="1666" y="70925"/>
                    <a:pt x="3936" y="83710"/>
                    <a:pt x="16182" y="90221"/>
                  </a:cubicBezTo>
                  <a:cubicBezTo>
                    <a:pt x="28429" y="96733"/>
                    <a:pt x="57641" y="99002"/>
                    <a:pt x="73890" y="100615"/>
                  </a:cubicBezTo>
                  <a:cubicBezTo>
                    <a:pt x="90139" y="102228"/>
                    <a:pt x="100712" y="94641"/>
                    <a:pt x="113675" y="99898"/>
                  </a:cubicBezTo>
                  <a:cubicBezTo>
                    <a:pt x="126638" y="105155"/>
                    <a:pt x="140498" y="125347"/>
                    <a:pt x="151669" y="132157"/>
                  </a:cubicBezTo>
                  <a:cubicBezTo>
                    <a:pt x="162840" y="138967"/>
                    <a:pt x="169591" y="140880"/>
                    <a:pt x="180702" y="140760"/>
                  </a:cubicBezTo>
                  <a:cubicBezTo>
                    <a:pt x="191814" y="140641"/>
                    <a:pt x="208242" y="137593"/>
                    <a:pt x="218338" y="131440"/>
                  </a:cubicBezTo>
                  <a:cubicBezTo>
                    <a:pt x="228434" y="125287"/>
                    <a:pt x="237275" y="113997"/>
                    <a:pt x="241277" y="103841"/>
                  </a:cubicBezTo>
                  <a:cubicBezTo>
                    <a:pt x="245280" y="93686"/>
                    <a:pt x="244563" y="80961"/>
                    <a:pt x="242353" y="70507"/>
                  </a:cubicBezTo>
                  <a:cubicBezTo>
                    <a:pt x="240143" y="60053"/>
                    <a:pt x="234407" y="48582"/>
                    <a:pt x="228015" y="41115"/>
                  </a:cubicBezTo>
                  <a:cubicBezTo>
                    <a:pt x="221623" y="33648"/>
                    <a:pt x="215350" y="27734"/>
                    <a:pt x="204000" y="25703"/>
                  </a:cubicBezTo>
                  <a:cubicBezTo>
                    <a:pt x="192650" y="23672"/>
                    <a:pt x="171443" y="29168"/>
                    <a:pt x="159913" y="28929"/>
                  </a:cubicBezTo>
                  <a:cubicBezTo>
                    <a:pt x="148384" y="28690"/>
                    <a:pt x="147308" y="28929"/>
                    <a:pt x="134823" y="24269"/>
                  </a:cubicBezTo>
                  <a:close/>
                </a:path>
              </a:pathLst>
            </a:custGeom>
            <a:noFill/>
            <a:ln cap="flat" cmpd="sng" w="9525">
              <a:solidFill>
                <a:schemeClr val="dk2"/>
              </a:solidFill>
              <a:prstDash val="solid"/>
              <a:round/>
              <a:headEnd len="med" w="med" type="none"/>
              <a:tailEnd len="med" w="med" type="none"/>
            </a:ln>
          </p:spPr>
        </p:sp>
      </p:grpSp>
      <p:sp>
        <p:nvSpPr>
          <p:cNvPr id="1853" name="Google Shape;1853;p45"/>
          <p:cNvSpPr/>
          <p:nvPr/>
        </p:nvSpPr>
        <p:spPr>
          <a:xfrm rot="124">
            <a:off x="2647225" y="4501876"/>
            <a:ext cx="244333" cy="213252"/>
          </a:xfrm>
          <a:custGeom>
            <a:rect b="b" l="l" r="r" t="t"/>
            <a:pathLst>
              <a:path extrusionOk="0" h="3078" w="3527">
                <a:moveTo>
                  <a:pt x="1764" y="380"/>
                </a:moveTo>
                <a:lnTo>
                  <a:pt x="3174" y="2823"/>
                </a:lnTo>
                <a:lnTo>
                  <a:pt x="352" y="2823"/>
                </a:lnTo>
                <a:lnTo>
                  <a:pt x="1764" y="380"/>
                </a:lnTo>
                <a:close/>
                <a:moveTo>
                  <a:pt x="1764" y="1"/>
                </a:moveTo>
                <a:cubicBezTo>
                  <a:pt x="1719" y="1"/>
                  <a:pt x="1677" y="25"/>
                  <a:pt x="1652" y="63"/>
                </a:cubicBezTo>
                <a:lnTo>
                  <a:pt x="22" y="2886"/>
                </a:lnTo>
                <a:cubicBezTo>
                  <a:pt x="1" y="2928"/>
                  <a:pt x="1" y="2976"/>
                  <a:pt x="22" y="3015"/>
                </a:cubicBezTo>
                <a:cubicBezTo>
                  <a:pt x="46" y="3053"/>
                  <a:pt x="88" y="3077"/>
                  <a:pt x="133" y="3077"/>
                </a:cubicBezTo>
                <a:lnTo>
                  <a:pt x="3394" y="3077"/>
                </a:lnTo>
                <a:cubicBezTo>
                  <a:pt x="3440" y="3077"/>
                  <a:pt x="3481" y="3053"/>
                  <a:pt x="3506" y="3015"/>
                </a:cubicBezTo>
                <a:cubicBezTo>
                  <a:pt x="3526" y="2976"/>
                  <a:pt x="3526" y="2928"/>
                  <a:pt x="3506" y="2886"/>
                </a:cubicBezTo>
                <a:lnTo>
                  <a:pt x="1875" y="63"/>
                </a:lnTo>
                <a:cubicBezTo>
                  <a:pt x="1851" y="25"/>
                  <a:pt x="1809" y="1"/>
                  <a:pt x="176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4" name="Google Shape;1854;p45"/>
          <p:cNvSpPr/>
          <p:nvPr/>
        </p:nvSpPr>
        <p:spPr>
          <a:xfrm>
            <a:off x="8674773" y="2540824"/>
            <a:ext cx="363704" cy="317403"/>
          </a:xfrm>
          <a:custGeom>
            <a:rect b="b" l="l" r="r" t="t"/>
            <a:pathLst>
              <a:path extrusionOk="0" h="3078" w="3527">
                <a:moveTo>
                  <a:pt x="1764" y="380"/>
                </a:moveTo>
                <a:lnTo>
                  <a:pt x="3174" y="2823"/>
                </a:lnTo>
                <a:lnTo>
                  <a:pt x="352" y="2823"/>
                </a:lnTo>
                <a:lnTo>
                  <a:pt x="1764" y="380"/>
                </a:lnTo>
                <a:close/>
                <a:moveTo>
                  <a:pt x="1764" y="1"/>
                </a:moveTo>
                <a:cubicBezTo>
                  <a:pt x="1719" y="1"/>
                  <a:pt x="1677" y="25"/>
                  <a:pt x="1652" y="63"/>
                </a:cubicBezTo>
                <a:lnTo>
                  <a:pt x="22" y="2886"/>
                </a:lnTo>
                <a:cubicBezTo>
                  <a:pt x="1" y="2928"/>
                  <a:pt x="1" y="2976"/>
                  <a:pt x="22" y="3015"/>
                </a:cubicBezTo>
                <a:cubicBezTo>
                  <a:pt x="46" y="3053"/>
                  <a:pt x="88" y="3077"/>
                  <a:pt x="133" y="3077"/>
                </a:cubicBezTo>
                <a:lnTo>
                  <a:pt x="3394" y="3077"/>
                </a:lnTo>
                <a:cubicBezTo>
                  <a:pt x="3440" y="3077"/>
                  <a:pt x="3481" y="3053"/>
                  <a:pt x="3506" y="3015"/>
                </a:cubicBezTo>
                <a:cubicBezTo>
                  <a:pt x="3526" y="2976"/>
                  <a:pt x="3526" y="2928"/>
                  <a:pt x="3506" y="2886"/>
                </a:cubicBezTo>
                <a:lnTo>
                  <a:pt x="1875" y="63"/>
                </a:lnTo>
                <a:cubicBezTo>
                  <a:pt x="1851" y="25"/>
                  <a:pt x="1809" y="1"/>
                  <a:pt x="17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5" name="Google Shape;1855;p45"/>
          <p:cNvSpPr/>
          <p:nvPr/>
        </p:nvSpPr>
        <p:spPr>
          <a:xfrm flipH="1" rot="-4825201">
            <a:off x="8492457" y="713009"/>
            <a:ext cx="1488965" cy="671094"/>
          </a:xfrm>
          <a:prstGeom prst="ellipse">
            <a:avLst/>
          </a:prstGeom>
          <a:solidFill>
            <a:srgbClr val="C7CAEA">
              <a:alpha val="520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6" name="Google Shape;1856;p45"/>
          <p:cNvSpPr/>
          <p:nvPr/>
        </p:nvSpPr>
        <p:spPr>
          <a:xfrm flipH="1" rot="-4825201">
            <a:off x="8385104" y="764397"/>
            <a:ext cx="1488965" cy="671094"/>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57" name="Google Shape;1857;p45"/>
          <p:cNvGrpSpPr/>
          <p:nvPr/>
        </p:nvGrpSpPr>
        <p:grpSpPr>
          <a:xfrm rot="4387107">
            <a:off x="8892504" y="2682932"/>
            <a:ext cx="416692" cy="539630"/>
            <a:chOff x="5402225" y="3028900"/>
            <a:chExt cx="135050" cy="174900"/>
          </a:xfrm>
        </p:grpSpPr>
        <p:sp>
          <p:nvSpPr>
            <p:cNvPr id="1858" name="Google Shape;1858;p45"/>
            <p:cNvSpPr/>
            <p:nvPr/>
          </p:nvSpPr>
          <p:spPr>
            <a:xfrm>
              <a:off x="5424000" y="3043600"/>
              <a:ext cx="91400" cy="5775"/>
            </a:xfrm>
            <a:custGeom>
              <a:rect b="b" l="l" r="r" t="t"/>
              <a:pathLst>
                <a:path extrusionOk="0" h="231" w="3656">
                  <a:moveTo>
                    <a:pt x="119" y="0"/>
                  </a:moveTo>
                  <a:cubicBezTo>
                    <a:pt x="52" y="0"/>
                    <a:pt x="0" y="49"/>
                    <a:pt x="0" y="115"/>
                  </a:cubicBezTo>
                  <a:cubicBezTo>
                    <a:pt x="0" y="178"/>
                    <a:pt x="52" y="230"/>
                    <a:pt x="119" y="230"/>
                  </a:cubicBezTo>
                  <a:lnTo>
                    <a:pt x="3540" y="230"/>
                  </a:lnTo>
                  <a:cubicBezTo>
                    <a:pt x="3603" y="230"/>
                    <a:pt x="3656" y="178"/>
                    <a:pt x="3656" y="115"/>
                  </a:cubicBezTo>
                  <a:cubicBezTo>
                    <a:pt x="3656" y="49"/>
                    <a:pt x="3603" y="0"/>
                    <a:pt x="35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9" name="Google Shape;1859;p45"/>
            <p:cNvSpPr/>
            <p:nvPr/>
          </p:nvSpPr>
          <p:spPr>
            <a:xfrm>
              <a:off x="5424000" y="3067900"/>
              <a:ext cx="91400" cy="5775"/>
            </a:xfrm>
            <a:custGeom>
              <a:rect b="b" l="l" r="r" t="t"/>
              <a:pathLst>
                <a:path extrusionOk="0" h="231" w="3656">
                  <a:moveTo>
                    <a:pt x="119" y="0"/>
                  </a:moveTo>
                  <a:cubicBezTo>
                    <a:pt x="52" y="0"/>
                    <a:pt x="0" y="53"/>
                    <a:pt x="0" y="116"/>
                  </a:cubicBezTo>
                  <a:cubicBezTo>
                    <a:pt x="0" y="182"/>
                    <a:pt x="52" y="230"/>
                    <a:pt x="119" y="230"/>
                  </a:cubicBezTo>
                  <a:lnTo>
                    <a:pt x="3540" y="230"/>
                  </a:lnTo>
                  <a:cubicBezTo>
                    <a:pt x="3603" y="230"/>
                    <a:pt x="3656" y="182"/>
                    <a:pt x="3656" y="116"/>
                  </a:cubicBezTo>
                  <a:cubicBezTo>
                    <a:pt x="3656" y="53"/>
                    <a:pt x="3603" y="0"/>
                    <a:pt x="35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0" name="Google Shape;1860;p45"/>
            <p:cNvSpPr/>
            <p:nvPr/>
          </p:nvSpPr>
          <p:spPr>
            <a:xfrm>
              <a:off x="5424000" y="3092200"/>
              <a:ext cx="91400" cy="5875"/>
            </a:xfrm>
            <a:custGeom>
              <a:rect b="b" l="l" r="r" t="t"/>
              <a:pathLst>
                <a:path extrusionOk="0" h="235" w="3656">
                  <a:moveTo>
                    <a:pt x="119" y="1"/>
                  </a:moveTo>
                  <a:cubicBezTo>
                    <a:pt x="52" y="1"/>
                    <a:pt x="0" y="53"/>
                    <a:pt x="0" y="119"/>
                  </a:cubicBezTo>
                  <a:cubicBezTo>
                    <a:pt x="0" y="181"/>
                    <a:pt x="52" y="234"/>
                    <a:pt x="119" y="234"/>
                  </a:cubicBezTo>
                  <a:lnTo>
                    <a:pt x="3540" y="234"/>
                  </a:lnTo>
                  <a:cubicBezTo>
                    <a:pt x="3603" y="234"/>
                    <a:pt x="3656" y="181"/>
                    <a:pt x="3656" y="119"/>
                  </a:cubicBezTo>
                  <a:cubicBezTo>
                    <a:pt x="3656" y="53"/>
                    <a:pt x="3603" y="1"/>
                    <a:pt x="35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1" name="Google Shape;1861;p45"/>
            <p:cNvSpPr/>
            <p:nvPr/>
          </p:nvSpPr>
          <p:spPr>
            <a:xfrm>
              <a:off x="5424000" y="3140900"/>
              <a:ext cx="91400" cy="5850"/>
            </a:xfrm>
            <a:custGeom>
              <a:rect b="b" l="l" r="r" t="t"/>
              <a:pathLst>
                <a:path extrusionOk="0" h="234" w="3656">
                  <a:moveTo>
                    <a:pt x="119" y="0"/>
                  </a:moveTo>
                  <a:cubicBezTo>
                    <a:pt x="52" y="0"/>
                    <a:pt x="0" y="52"/>
                    <a:pt x="0" y="115"/>
                  </a:cubicBezTo>
                  <a:cubicBezTo>
                    <a:pt x="0" y="182"/>
                    <a:pt x="52" y="234"/>
                    <a:pt x="119" y="234"/>
                  </a:cubicBezTo>
                  <a:lnTo>
                    <a:pt x="3540" y="234"/>
                  </a:lnTo>
                  <a:cubicBezTo>
                    <a:pt x="3603" y="234"/>
                    <a:pt x="3656" y="182"/>
                    <a:pt x="3656" y="115"/>
                  </a:cubicBezTo>
                  <a:cubicBezTo>
                    <a:pt x="3656" y="52"/>
                    <a:pt x="3603" y="0"/>
                    <a:pt x="35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2" name="Google Shape;1862;p45"/>
            <p:cNvSpPr/>
            <p:nvPr/>
          </p:nvSpPr>
          <p:spPr>
            <a:xfrm>
              <a:off x="5424000" y="3165300"/>
              <a:ext cx="91400" cy="5775"/>
            </a:xfrm>
            <a:custGeom>
              <a:rect b="b" l="l" r="r" t="t"/>
              <a:pathLst>
                <a:path extrusionOk="0" h="231" w="3656">
                  <a:moveTo>
                    <a:pt x="119" y="0"/>
                  </a:moveTo>
                  <a:cubicBezTo>
                    <a:pt x="52" y="0"/>
                    <a:pt x="0" y="52"/>
                    <a:pt x="0" y="115"/>
                  </a:cubicBezTo>
                  <a:cubicBezTo>
                    <a:pt x="0" y="178"/>
                    <a:pt x="52" y="230"/>
                    <a:pt x="119" y="230"/>
                  </a:cubicBezTo>
                  <a:lnTo>
                    <a:pt x="3540" y="230"/>
                  </a:lnTo>
                  <a:cubicBezTo>
                    <a:pt x="3603" y="230"/>
                    <a:pt x="3656" y="178"/>
                    <a:pt x="3656" y="115"/>
                  </a:cubicBezTo>
                  <a:cubicBezTo>
                    <a:pt x="3656" y="52"/>
                    <a:pt x="3603" y="0"/>
                    <a:pt x="35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3" name="Google Shape;1863;p45"/>
            <p:cNvSpPr/>
            <p:nvPr/>
          </p:nvSpPr>
          <p:spPr>
            <a:xfrm>
              <a:off x="5424000" y="3189575"/>
              <a:ext cx="91400" cy="5775"/>
            </a:xfrm>
            <a:custGeom>
              <a:rect b="b" l="l" r="r" t="t"/>
              <a:pathLst>
                <a:path extrusionOk="0" h="231" w="3656">
                  <a:moveTo>
                    <a:pt x="119" y="1"/>
                  </a:moveTo>
                  <a:cubicBezTo>
                    <a:pt x="52" y="1"/>
                    <a:pt x="0" y="54"/>
                    <a:pt x="0" y="116"/>
                  </a:cubicBezTo>
                  <a:cubicBezTo>
                    <a:pt x="0" y="182"/>
                    <a:pt x="52" y="231"/>
                    <a:pt x="119" y="231"/>
                  </a:cubicBezTo>
                  <a:lnTo>
                    <a:pt x="3540" y="231"/>
                  </a:lnTo>
                  <a:cubicBezTo>
                    <a:pt x="3603" y="231"/>
                    <a:pt x="3656" y="182"/>
                    <a:pt x="3656" y="116"/>
                  </a:cubicBezTo>
                  <a:cubicBezTo>
                    <a:pt x="3656" y="54"/>
                    <a:pt x="3603" y="1"/>
                    <a:pt x="35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4" name="Google Shape;1864;p45"/>
            <p:cNvSpPr/>
            <p:nvPr/>
          </p:nvSpPr>
          <p:spPr>
            <a:xfrm>
              <a:off x="5402225" y="3028900"/>
              <a:ext cx="42175" cy="80300"/>
            </a:xfrm>
            <a:custGeom>
              <a:rect b="b" l="l" r="r" t="t"/>
              <a:pathLst>
                <a:path extrusionOk="0" h="3212" w="1687">
                  <a:moveTo>
                    <a:pt x="508" y="0"/>
                  </a:moveTo>
                  <a:cubicBezTo>
                    <a:pt x="385" y="0"/>
                    <a:pt x="277" y="89"/>
                    <a:pt x="258" y="212"/>
                  </a:cubicBezTo>
                  <a:cubicBezTo>
                    <a:pt x="248" y="281"/>
                    <a:pt x="0" y="1919"/>
                    <a:pt x="857" y="2922"/>
                  </a:cubicBezTo>
                  <a:cubicBezTo>
                    <a:pt x="948" y="3031"/>
                    <a:pt x="1053" y="3128"/>
                    <a:pt x="1161" y="3212"/>
                  </a:cubicBezTo>
                  <a:cubicBezTo>
                    <a:pt x="1293" y="3128"/>
                    <a:pt x="1471" y="3034"/>
                    <a:pt x="1687" y="2954"/>
                  </a:cubicBezTo>
                  <a:cubicBezTo>
                    <a:pt x="1513" y="2864"/>
                    <a:pt x="1366" y="2745"/>
                    <a:pt x="1241" y="2599"/>
                  </a:cubicBezTo>
                  <a:cubicBezTo>
                    <a:pt x="805" y="2090"/>
                    <a:pt x="722" y="1338"/>
                    <a:pt x="722" y="832"/>
                  </a:cubicBezTo>
                  <a:cubicBezTo>
                    <a:pt x="722" y="518"/>
                    <a:pt x="753" y="296"/>
                    <a:pt x="753" y="292"/>
                  </a:cubicBezTo>
                  <a:cubicBezTo>
                    <a:pt x="777" y="156"/>
                    <a:pt x="683" y="27"/>
                    <a:pt x="547" y="3"/>
                  </a:cubicBezTo>
                  <a:cubicBezTo>
                    <a:pt x="534" y="1"/>
                    <a:pt x="521" y="0"/>
                    <a:pt x="50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5" name="Google Shape;1865;p45"/>
            <p:cNvSpPr/>
            <p:nvPr/>
          </p:nvSpPr>
          <p:spPr>
            <a:xfrm>
              <a:off x="5494550" y="3121025"/>
              <a:ext cx="42100" cy="82775"/>
            </a:xfrm>
            <a:custGeom>
              <a:rect b="b" l="l" r="r" t="t"/>
              <a:pathLst>
                <a:path extrusionOk="0" h="3311" w="1684">
                  <a:moveTo>
                    <a:pt x="541" y="1"/>
                  </a:moveTo>
                  <a:cubicBezTo>
                    <a:pt x="363" y="102"/>
                    <a:pt x="178" y="175"/>
                    <a:pt x="1" y="231"/>
                  </a:cubicBezTo>
                  <a:cubicBezTo>
                    <a:pt x="147" y="314"/>
                    <a:pt x="276" y="422"/>
                    <a:pt x="387" y="551"/>
                  </a:cubicBezTo>
                  <a:cubicBezTo>
                    <a:pt x="1157" y="1423"/>
                    <a:pt x="966" y="3015"/>
                    <a:pt x="966" y="3029"/>
                  </a:cubicBezTo>
                  <a:cubicBezTo>
                    <a:pt x="948" y="3168"/>
                    <a:pt x="1046" y="3293"/>
                    <a:pt x="1182" y="3311"/>
                  </a:cubicBezTo>
                  <a:lnTo>
                    <a:pt x="1213" y="3311"/>
                  </a:lnTo>
                  <a:cubicBezTo>
                    <a:pt x="1339" y="3311"/>
                    <a:pt x="1447" y="3220"/>
                    <a:pt x="1464" y="3092"/>
                  </a:cubicBezTo>
                  <a:cubicBezTo>
                    <a:pt x="1471" y="3018"/>
                    <a:pt x="1683" y="1262"/>
                    <a:pt x="768" y="220"/>
                  </a:cubicBezTo>
                  <a:cubicBezTo>
                    <a:pt x="694" y="141"/>
                    <a:pt x="621" y="67"/>
                    <a:pt x="5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6" name="Google Shape;1866;p45"/>
            <p:cNvSpPr/>
            <p:nvPr/>
          </p:nvSpPr>
          <p:spPr>
            <a:xfrm>
              <a:off x="5402825" y="3028900"/>
              <a:ext cx="134450" cy="174900"/>
            </a:xfrm>
            <a:custGeom>
              <a:rect b="b" l="l" r="r" t="t"/>
              <a:pathLst>
                <a:path extrusionOk="0" h="6996" w="5378">
                  <a:moveTo>
                    <a:pt x="4868" y="0"/>
                  </a:moveTo>
                  <a:cubicBezTo>
                    <a:pt x="4855" y="0"/>
                    <a:pt x="4842" y="1"/>
                    <a:pt x="4830" y="3"/>
                  </a:cubicBezTo>
                  <a:cubicBezTo>
                    <a:pt x="4694" y="27"/>
                    <a:pt x="4600" y="156"/>
                    <a:pt x="4621" y="292"/>
                  </a:cubicBezTo>
                  <a:cubicBezTo>
                    <a:pt x="4625" y="306"/>
                    <a:pt x="4847" y="1766"/>
                    <a:pt x="4136" y="2595"/>
                  </a:cubicBezTo>
                  <a:cubicBezTo>
                    <a:pt x="3816" y="2975"/>
                    <a:pt x="3335" y="3167"/>
                    <a:pt x="2708" y="3167"/>
                  </a:cubicBezTo>
                  <a:cubicBezTo>
                    <a:pt x="1952" y="3167"/>
                    <a:pt x="1349" y="3414"/>
                    <a:pt x="917" y="3905"/>
                  </a:cubicBezTo>
                  <a:cubicBezTo>
                    <a:pt x="0" y="4947"/>
                    <a:pt x="209" y="6703"/>
                    <a:pt x="220" y="6777"/>
                  </a:cubicBezTo>
                  <a:cubicBezTo>
                    <a:pt x="238" y="6905"/>
                    <a:pt x="346" y="6996"/>
                    <a:pt x="468" y="6996"/>
                  </a:cubicBezTo>
                  <a:lnTo>
                    <a:pt x="502" y="6996"/>
                  </a:lnTo>
                  <a:cubicBezTo>
                    <a:pt x="638" y="6978"/>
                    <a:pt x="736" y="6853"/>
                    <a:pt x="719" y="6714"/>
                  </a:cubicBezTo>
                  <a:cubicBezTo>
                    <a:pt x="715" y="6700"/>
                    <a:pt x="527" y="5108"/>
                    <a:pt x="1293" y="4236"/>
                  </a:cubicBezTo>
                  <a:cubicBezTo>
                    <a:pt x="1628" y="3860"/>
                    <a:pt x="2102" y="3668"/>
                    <a:pt x="2708" y="3668"/>
                  </a:cubicBezTo>
                  <a:cubicBezTo>
                    <a:pt x="3488" y="3668"/>
                    <a:pt x="4095" y="3417"/>
                    <a:pt x="4520" y="2922"/>
                  </a:cubicBezTo>
                  <a:cubicBezTo>
                    <a:pt x="5377" y="1919"/>
                    <a:pt x="5130" y="281"/>
                    <a:pt x="5119" y="212"/>
                  </a:cubicBezTo>
                  <a:cubicBezTo>
                    <a:pt x="5097" y="89"/>
                    <a:pt x="4989" y="0"/>
                    <a:pt x="486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67" name="Google Shape;1867;p45"/>
          <p:cNvSpPr/>
          <p:nvPr/>
        </p:nvSpPr>
        <p:spPr>
          <a:xfrm rot="-1070388">
            <a:off x="417077" y="3498997"/>
            <a:ext cx="469230" cy="409495"/>
          </a:xfrm>
          <a:custGeom>
            <a:rect b="b" l="l" r="r" t="t"/>
            <a:pathLst>
              <a:path extrusionOk="0" h="3078" w="3527">
                <a:moveTo>
                  <a:pt x="1764" y="380"/>
                </a:moveTo>
                <a:lnTo>
                  <a:pt x="3174" y="2823"/>
                </a:lnTo>
                <a:lnTo>
                  <a:pt x="352" y="2823"/>
                </a:lnTo>
                <a:lnTo>
                  <a:pt x="1764" y="380"/>
                </a:lnTo>
                <a:close/>
                <a:moveTo>
                  <a:pt x="1764" y="1"/>
                </a:moveTo>
                <a:cubicBezTo>
                  <a:pt x="1719" y="1"/>
                  <a:pt x="1677" y="25"/>
                  <a:pt x="1652" y="63"/>
                </a:cubicBezTo>
                <a:lnTo>
                  <a:pt x="22" y="2886"/>
                </a:lnTo>
                <a:cubicBezTo>
                  <a:pt x="1" y="2928"/>
                  <a:pt x="1" y="2976"/>
                  <a:pt x="22" y="3015"/>
                </a:cubicBezTo>
                <a:cubicBezTo>
                  <a:pt x="46" y="3053"/>
                  <a:pt x="88" y="3077"/>
                  <a:pt x="133" y="3077"/>
                </a:cubicBezTo>
                <a:lnTo>
                  <a:pt x="3394" y="3077"/>
                </a:lnTo>
                <a:cubicBezTo>
                  <a:pt x="3440" y="3077"/>
                  <a:pt x="3481" y="3053"/>
                  <a:pt x="3506" y="3015"/>
                </a:cubicBezTo>
                <a:cubicBezTo>
                  <a:pt x="3526" y="2976"/>
                  <a:pt x="3526" y="2928"/>
                  <a:pt x="3506" y="2886"/>
                </a:cubicBezTo>
                <a:lnTo>
                  <a:pt x="1875" y="63"/>
                </a:lnTo>
                <a:cubicBezTo>
                  <a:pt x="1851" y="25"/>
                  <a:pt x="1809" y="1"/>
                  <a:pt x="176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68" name="Google Shape;1868;p45"/>
          <p:cNvGrpSpPr/>
          <p:nvPr/>
        </p:nvGrpSpPr>
        <p:grpSpPr>
          <a:xfrm rot="-127344">
            <a:off x="-78081" y="2715230"/>
            <a:ext cx="3718960" cy="2944713"/>
            <a:chOff x="1278613" y="3717739"/>
            <a:chExt cx="2287866" cy="1811557"/>
          </a:xfrm>
        </p:grpSpPr>
        <p:sp>
          <p:nvSpPr>
            <p:cNvPr id="1869" name="Google Shape;1869;p45"/>
            <p:cNvSpPr/>
            <p:nvPr/>
          </p:nvSpPr>
          <p:spPr>
            <a:xfrm>
              <a:off x="2116624" y="4218874"/>
              <a:ext cx="19232" cy="263624"/>
            </a:xfrm>
            <a:custGeom>
              <a:rect b="b" l="l" r="r" t="t"/>
              <a:pathLst>
                <a:path extrusionOk="0" h="8389" w="612">
                  <a:moveTo>
                    <a:pt x="508" y="0"/>
                  </a:moveTo>
                  <a:cubicBezTo>
                    <a:pt x="454" y="0"/>
                    <a:pt x="396" y="34"/>
                    <a:pt x="387" y="102"/>
                  </a:cubicBezTo>
                  <a:cubicBezTo>
                    <a:pt x="35" y="2810"/>
                    <a:pt x="1" y="5573"/>
                    <a:pt x="282" y="8287"/>
                  </a:cubicBezTo>
                  <a:cubicBezTo>
                    <a:pt x="291" y="8355"/>
                    <a:pt x="349" y="8389"/>
                    <a:pt x="403" y="8389"/>
                  </a:cubicBezTo>
                  <a:cubicBezTo>
                    <a:pt x="457" y="8389"/>
                    <a:pt x="507" y="8355"/>
                    <a:pt x="498" y="8287"/>
                  </a:cubicBezTo>
                  <a:cubicBezTo>
                    <a:pt x="216" y="5573"/>
                    <a:pt x="251" y="2810"/>
                    <a:pt x="603" y="102"/>
                  </a:cubicBezTo>
                  <a:cubicBezTo>
                    <a:pt x="611" y="34"/>
                    <a:pt x="562" y="0"/>
                    <a:pt x="508" y="0"/>
                  </a:cubicBezTo>
                  <a:close/>
                </a:path>
              </a:pathLst>
            </a:custGeom>
            <a:solidFill>
              <a:schemeClr val="accent5"/>
            </a:solidFill>
            <a:ln>
              <a:noFill/>
            </a:ln>
          </p:spPr>
          <p:txBody>
            <a:bodyPr anchorCtr="0" anchor="ctr" bIns="81275" lIns="81275" spcFirstLastPara="1" rIns="81275" wrap="square" tIns="81275">
              <a:noAutofit/>
            </a:bodyPr>
            <a:lstStyle/>
            <a:p>
              <a:pPr indent="0" lvl="0" marL="0" rtl="0" algn="l">
                <a:spcBef>
                  <a:spcPts val="0"/>
                </a:spcBef>
                <a:spcAft>
                  <a:spcPts val="0"/>
                </a:spcAft>
                <a:buNone/>
              </a:pPr>
              <a:r>
                <a:t/>
              </a:r>
              <a:endParaRPr/>
            </a:p>
          </p:txBody>
        </p:sp>
        <p:grpSp>
          <p:nvGrpSpPr>
            <p:cNvPr id="1870" name="Google Shape;1870;p45"/>
            <p:cNvGrpSpPr/>
            <p:nvPr/>
          </p:nvGrpSpPr>
          <p:grpSpPr>
            <a:xfrm>
              <a:off x="1278613" y="3717739"/>
              <a:ext cx="2287866" cy="1811557"/>
              <a:chOff x="1278613" y="3717739"/>
              <a:chExt cx="2287866" cy="1811557"/>
            </a:xfrm>
          </p:grpSpPr>
          <p:sp>
            <p:nvSpPr>
              <p:cNvPr id="1871" name="Google Shape;1871;p45"/>
              <p:cNvSpPr/>
              <p:nvPr/>
            </p:nvSpPr>
            <p:spPr>
              <a:xfrm>
                <a:off x="2688873" y="4194362"/>
                <a:ext cx="675512" cy="581677"/>
              </a:xfrm>
              <a:custGeom>
                <a:rect b="b" l="l" r="r" t="t"/>
                <a:pathLst>
                  <a:path extrusionOk="0" h="18510" w="21496">
                    <a:moveTo>
                      <a:pt x="850" y="1"/>
                    </a:moveTo>
                    <a:lnTo>
                      <a:pt x="0" y="12900"/>
                    </a:lnTo>
                    <a:cubicBezTo>
                      <a:pt x="0" y="12900"/>
                      <a:pt x="4516" y="17207"/>
                      <a:pt x="6801" y="18266"/>
                    </a:cubicBezTo>
                    <a:cubicBezTo>
                      <a:pt x="7172" y="18438"/>
                      <a:pt x="7802" y="18510"/>
                      <a:pt x="8599" y="18510"/>
                    </a:cubicBezTo>
                    <a:cubicBezTo>
                      <a:pt x="12716" y="18510"/>
                      <a:pt x="21269" y="16587"/>
                      <a:pt x="21269" y="16587"/>
                    </a:cubicBezTo>
                    <a:lnTo>
                      <a:pt x="21495" y="13300"/>
                    </a:lnTo>
                    <a:cubicBezTo>
                      <a:pt x="21495" y="13300"/>
                      <a:pt x="10317" y="12364"/>
                      <a:pt x="8241" y="11440"/>
                    </a:cubicBezTo>
                    <a:cubicBezTo>
                      <a:pt x="6168" y="10513"/>
                      <a:pt x="850" y="1"/>
                      <a:pt x="850" y="1"/>
                    </a:cubicBezTo>
                    <a:close/>
                  </a:path>
                </a:pathLst>
              </a:custGeom>
              <a:solidFill>
                <a:srgbClr val="86231D"/>
              </a:solidFill>
              <a:ln>
                <a:noFill/>
              </a:ln>
            </p:spPr>
            <p:txBody>
              <a:bodyPr anchorCtr="0" anchor="ctr" bIns="81275" lIns="81275" spcFirstLastPara="1" rIns="81275" wrap="square" tIns="81275">
                <a:noAutofit/>
              </a:bodyPr>
              <a:lstStyle/>
              <a:p>
                <a:pPr indent="0" lvl="0" marL="0" rtl="0" algn="l">
                  <a:spcBef>
                    <a:spcPts val="0"/>
                  </a:spcBef>
                  <a:spcAft>
                    <a:spcPts val="0"/>
                  </a:spcAft>
                  <a:buNone/>
                </a:pPr>
                <a:r>
                  <a:t/>
                </a:r>
                <a:endParaRPr/>
              </a:p>
            </p:txBody>
          </p:sp>
          <p:sp>
            <p:nvSpPr>
              <p:cNvPr id="1872" name="Google Shape;1872;p45"/>
              <p:cNvSpPr/>
              <p:nvPr/>
            </p:nvSpPr>
            <p:spPr>
              <a:xfrm>
                <a:off x="2911016" y="4557635"/>
                <a:ext cx="47420" cy="79254"/>
              </a:xfrm>
              <a:custGeom>
                <a:rect b="b" l="l" r="r" t="t"/>
                <a:pathLst>
                  <a:path extrusionOk="0" h="2522" w="1509">
                    <a:moveTo>
                      <a:pt x="1358" y="0"/>
                    </a:moveTo>
                    <a:cubicBezTo>
                      <a:pt x="1325" y="0"/>
                      <a:pt x="1292" y="15"/>
                      <a:pt x="1269" y="51"/>
                    </a:cubicBezTo>
                    <a:cubicBezTo>
                      <a:pt x="805" y="790"/>
                      <a:pt x="395" y="1560"/>
                      <a:pt x="39" y="2358"/>
                    </a:cubicBezTo>
                    <a:cubicBezTo>
                      <a:pt x="1" y="2444"/>
                      <a:pt x="77" y="2521"/>
                      <a:pt x="147" y="2521"/>
                    </a:cubicBezTo>
                    <a:cubicBezTo>
                      <a:pt x="179" y="2521"/>
                      <a:pt x="210" y="2505"/>
                      <a:pt x="227" y="2466"/>
                    </a:cubicBezTo>
                    <a:cubicBezTo>
                      <a:pt x="579" y="1668"/>
                      <a:pt x="990" y="898"/>
                      <a:pt x="1457" y="162"/>
                    </a:cubicBezTo>
                    <a:cubicBezTo>
                      <a:pt x="1508" y="80"/>
                      <a:pt x="1434" y="0"/>
                      <a:pt x="1358" y="0"/>
                    </a:cubicBezTo>
                    <a:close/>
                  </a:path>
                </a:pathLst>
              </a:custGeom>
              <a:solidFill>
                <a:schemeClr val="accent5"/>
              </a:solidFill>
              <a:ln>
                <a:noFill/>
              </a:ln>
            </p:spPr>
            <p:txBody>
              <a:bodyPr anchorCtr="0" anchor="ctr" bIns="81275" lIns="81275" spcFirstLastPara="1" rIns="81275" wrap="square" tIns="81275">
                <a:noAutofit/>
              </a:bodyPr>
              <a:lstStyle/>
              <a:p>
                <a:pPr indent="0" lvl="0" marL="0" rtl="0" algn="l">
                  <a:spcBef>
                    <a:spcPts val="0"/>
                  </a:spcBef>
                  <a:spcAft>
                    <a:spcPts val="0"/>
                  </a:spcAft>
                  <a:buNone/>
                </a:pPr>
                <a:r>
                  <a:t/>
                </a:r>
                <a:endParaRPr/>
              </a:p>
            </p:txBody>
          </p:sp>
          <p:sp>
            <p:nvSpPr>
              <p:cNvPr id="1873" name="Google Shape;1873;p45"/>
              <p:cNvSpPr/>
              <p:nvPr/>
            </p:nvSpPr>
            <p:spPr>
              <a:xfrm>
                <a:off x="2894990" y="4575642"/>
                <a:ext cx="50751" cy="33091"/>
              </a:xfrm>
              <a:custGeom>
                <a:rect b="b" l="l" r="r" t="t"/>
                <a:pathLst>
                  <a:path extrusionOk="0" h="1053" w="1615">
                    <a:moveTo>
                      <a:pt x="1455" y="0"/>
                    </a:moveTo>
                    <a:cubicBezTo>
                      <a:pt x="1438" y="0"/>
                      <a:pt x="1420" y="5"/>
                      <a:pt x="1402" y="14"/>
                    </a:cubicBezTo>
                    <a:cubicBezTo>
                      <a:pt x="939" y="262"/>
                      <a:pt x="500" y="551"/>
                      <a:pt x="89" y="875"/>
                    </a:cubicBezTo>
                    <a:cubicBezTo>
                      <a:pt x="0" y="941"/>
                      <a:pt x="80" y="1053"/>
                      <a:pt x="172" y="1053"/>
                    </a:cubicBezTo>
                    <a:cubicBezTo>
                      <a:pt x="196" y="1053"/>
                      <a:pt x="220" y="1046"/>
                      <a:pt x="242" y="1029"/>
                    </a:cubicBezTo>
                    <a:cubicBezTo>
                      <a:pt x="640" y="715"/>
                      <a:pt x="1064" y="440"/>
                      <a:pt x="1511" y="199"/>
                    </a:cubicBezTo>
                    <a:cubicBezTo>
                      <a:pt x="1614" y="143"/>
                      <a:pt x="1551" y="0"/>
                      <a:pt x="1455" y="0"/>
                    </a:cubicBezTo>
                    <a:close/>
                  </a:path>
                </a:pathLst>
              </a:custGeom>
              <a:solidFill>
                <a:schemeClr val="accent5"/>
              </a:solidFill>
              <a:ln>
                <a:noFill/>
              </a:ln>
            </p:spPr>
            <p:txBody>
              <a:bodyPr anchorCtr="0" anchor="ctr" bIns="81275" lIns="81275" spcFirstLastPara="1" rIns="81275" wrap="square" tIns="81275">
                <a:noAutofit/>
              </a:bodyPr>
              <a:lstStyle/>
              <a:p>
                <a:pPr indent="0" lvl="0" marL="0" rtl="0" algn="l">
                  <a:spcBef>
                    <a:spcPts val="0"/>
                  </a:spcBef>
                  <a:spcAft>
                    <a:spcPts val="0"/>
                  </a:spcAft>
                  <a:buNone/>
                </a:pPr>
                <a:r>
                  <a:t/>
                </a:r>
                <a:endParaRPr/>
              </a:p>
            </p:txBody>
          </p:sp>
          <p:sp>
            <p:nvSpPr>
              <p:cNvPr id="1874" name="Google Shape;1874;p45"/>
              <p:cNvSpPr/>
              <p:nvPr/>
            </p:nvSpPr>
            <p:spPr>
              <a:xfrm>
                <a:off x="3258325" y="4604427"/>
                <a:ext cx="31771" cy="121458"/>
              </a:xfrm>
              <a:custGeom>
                <a:rect b="b" l="l" r="r" t="t"/>
                <a:pathLst>
                  <a:path extrusionOk="0" h="3865" w="1011">
                    <a:moveTo>
                      <a:pt x="628" y="1"/>
                    </a:moveTo>
                    <a:cubicBezTo>
                      <a:pt x="596" y="1"/>
                      <a:pt x="566" y="17"/>
                      <a:pt x="549" y="57"/>
                    </a:cubicBezTo>
                    <a:cubicBezTo>
                      <a:pt x="1" y="1259"/>
                      <a:pt x="81" y="2688"/>
                      <a:pt x="774" y="3813"/>
                    </a:cubicBezTo>
                    <a:cubicBezTo>
                      <a:pt x="796" y="3849"/>
                      <a:pt x="828" y="3864"/>
                      <a:pt x="861" y="3864"/>
                    </a:cubicBezTo>
                    <a:cubicBezTo>
                      <a:pt x="935" y="3864"/>
                      <a:pt x="1010" y="3787"/>
                      <a:pt x="959" y="3705"/>
                    </a:cubicBezTo>
                    <a:cubicBezTo>
                      <a:pt x="311" y="2646"/>
                      <a:pt x="221" y="1297"/>
                      <a:pt x="737" y="165"/>
                    </a:cubicBezTo>
                    <a:cubicBezTo>
                      <a:pt x="775" y="79"/>
                      <a:pt x="698" y="1"/>
                      <a:pt x="628" y="1"/>
                    </a:cubicBezTo>
                    <a:close/>
                  </a:path>
                </a:pathLst>
              </a:custGeom>
              <a:solidFill>
                <a:schemeClr val="accent5"/>
              </a:solidFill>
              <a:ln>
                <a:noFill/>
              </a:ln>
            </p:spPr>
            <p:txBody>
              <a:bodyPr anchorCtr="0" anchor="ctr" bIns="81275" lIns="81275" spcFirstLastPara="1" rIns="81275" wrap="square" tIns="81275">
                <a:noAutofit/>
              </a:bodyPr>
              <a:lstStyle/>
              <a:p>
                <a:pPr indent="0" lvl="0" marL="0" rtl="0" algn="l">
                  <a:spcBef>
                    <a:spcPts val="0"/>
                  </a:spcBef>
                  <a:spcAft>
                    <a:spcPts val="0"/>
                  </a:spcAft>
                  <a:buNone/>
                </a:pPr>
                <a:r>
                  <a:t/>
                </a:r>
                <a:endParaRPr/>
              </a:p>
            </p:txBody>
          </p:sp>
          <p:sp>
            <p:nvSpPr>
              <p:cNvPr id="1875" name="Google Shape;1875;p45"/>
              <p:cNvSpPr/>
              <p:nvPr/>
            </p:nvSpPr>
            <p:spPr>
              <a:xfrm>
                <a:off x="3286262" y="4527939"/>
                <a:ext cx="280217" cy="195149"/>
              </a:xfrm>
              <a:custGeom>
                <a:rect b="b" l="l" r="r" t="t"/>
                <a:pathLst>
                  <a:path extrusionOk="0" h="6210" w="8917">
                    <a:moveTo>
                      <a:pt x="5539" y="0"/>
                    </a:moveTo>
                    <a:cubicBezTo>
                      <a:pt x="5353" y="0"/>
                      <a:pt x="5089" y="196"/>
                      <a:pt x="4736" y="390"/>
                    </a:cubicBezTo>
                    <a:cubicBezTo>
                      <a:pt x="4185" y="689"/>
                      <a:pt x="2736" y="1418"/>
                      <a:pt x="2109" y="1703"/>
                    </a:cubicBezTo>
                    <a:cubicBezTo>
                      <a:pt x="1778" y="1857"/>
                      <a:pt x="1499" y="2010"/>
                      <a:pt x="1262" y="2156"/>
                    </a:cubicBezTo>
                    <a:cubicBezTo>
                      <a:pt x="380" y="2717"/>
                      <a:pt x="1" y="3811"/>
                      <a:pt x="335" y="4801"/>
                    </a:cubicBezTo>
                    <a:cubicBezTo>
                      <a:pt x="623" y="5641"/>
                      <a:pt x="1407" y="6209"/>
                      <a:pt x="2265" y="6209"/>
                    </a:cubicBezTo>
                    <a:cubicBezTo>
                      <a:pt x="2393" y="6209"/>
                      <a:pt x="2523" y="6196"/>
                      <a:pt x="2653" y="6170"/>
                    </a:cubicBezTo>
                    <a:cubicBezTo>
                      <a:pt x="2966" y="6107"/>
                      <a:pt x="3272" y="5972"/>
                      <a:pt x="3531" y="5717"/>
                    </a:cubicBezTo>
                    <a:cubicBezTo>
                      <a:pt x="4084" y="5178"/>
                      <a:pt x="5441" y="5095"/>
                      <a:pt x="6279" y="5095"/>
                    </a:cubicBezTo>
                    <a:cubicBezTo>
                      <a:pt x="6427" y="5095"/>
                      <a:pt x="6558" y="5097"/>
                      <a:pt x="6667" y="5101"/>
                    </a:cubicBezTo>
                    <a:cubicBezTo>
                      <a:pt x="7094" y="5111"/>
                      <a:pt x="7654" y="5217"/>
                      <a:pt x="8044" y="5217"/>
                    </a:cubicBezTo>
                    <a:cubicBezTo>
                      <a:pt x="8311" y="5217"/>
                      <a:pt x="8498" y="5167"/>
                      <a:pt x="8510" y="5003"/>
                    </a:cubicBezTo>
                    <a:cubicBezTo>
                      <a:pt x="8537" y="4596"/>
                      <a:pt x="7349" y="4379"/>
                      <a:pt x="7349" y="4379"/>
                    </a:cubicBezTo>
                    <a:lnTo>
                      <a:pt x="7349" y="4379"/>
                    </a:lnTo>
                    <a:cubicBezTo>
                      <a:pt x="7362" y="4379"/>
                      <a:pt x="7376" y="4379"/>
                      <a:pt x="7390" y="4379"/>
                    </a:cubicBezTo>
                    <a:cubicBezTo>
                      <a:pt x="7909" y="4379"/>
                      <a:pt x="8845" y="4300"/>
                      <a:pt x="8743" y="3944"/>
                    </a:cubicBezTo>
                    <a:cubicBezTo>
                      <a:pt x="8638" y="3578"/>
                      <a:pt x="7353" y="3484"/>
                      <a:pt x="7353" y="3484"/>
                    </a:cubicBezTo>
                    <a:cubicBezTo>
                      <a:pt x="7353" y="3484"/>
                      <a:pt x="8917" y="3428"/>
                      <a:pt x="8858" y="2978"/>
                    </a:cubicBezTo>
                    <a:cubicBezTo>
                      <a:pt x="8796" y="2526"/>
                      <a:pt x="7286" y="2526"/>
                      <a:pt x="7286" y="2526"/>
                    </a:cubicBezTo>
                    <a:cubicBezTo>
                      <a:pt x="7286" y="2526"/>
                      <a:pt x="8527" y="2397"/>
                      <a:pt x="8056" y="1849"/>
                    </a:cubicBezTo>
                    <a:cubicBezTo>
                      <a:pt x="7930" y="1702"/>
                      <a:pt x="7585" y="1648"/>
                      <a:pt x="7149" y="1648"/>
                    </a:cubicBezTo>
                    <a:cubicBezTo>
                      <a:pt x="5954" y="1648"/>
                      <a:pt x="4071" y="2052"/>
                      <a:pt x="4071" y="2052"/>
                    </a:cubicBezTo>
                    <a:cubicBezTo>
                      <a:pt x="4071" y="2052"/>
                      <a:pt x="5927" y="637"/>
                      <a:pt x="5774" y="212"/>
                    </a:cubicBezTo>
                    <a:cubicBezTo>
                      <a:pt x="5719" y="60"/>
                      <a:pt x="5641" y="0"/>
                      <a:pt x="5539" y="0"/>
                    </a:cubicBezTo>
                    <a:close/>
                  </a:path>
                </a:pathLst>
              </a:custGeom>
              <a:solidFill>
                <a:srgbClr val="E77F5B"/>
              </a:solidFill>
              <a:ln>
                <a:noFill/>
              </a:ln>
            </p:spPr>
            <p:txBody>
              <a:bodyPr anchorCtr="0" anchor="ctr" bIns="81275" lIns="81275" spcFirstLastPara="1" rIns="81275" wrap="square" tIns="81275">
                <a:noAutofit/>
              </a:bodyPr>
              <a:lstStyle/>
              <a:p>
                <a:pPr indent="0" lvl="0" marL="0" rtl="0" algn="l">
                  <a:spcBef>
                    <a:spcPts val="0"/>
                  </a:spcBef>
                  <a:spcAft>
                    <a:spcPts val="0"/>
                  </a:spcAft>
                  <a:buNone/>
                </a:pPr>
                <a:r>
                  <a:t/>
                </a:r>
                <a:endParaRPr/>
              </a:p>
            </p:txBody>
          </p:sp>
          <p:sp>
            <p:nvSpPr>
              <p:cNvPr id="1876" name="Google Shape;1876;p45"/>
              <p:cNvSpPr/>
              <p:nvPr/>
            </p:nvSpPr>
            <p:spPr>
              <a:xfrm>
                <a:off x="3456114" y="4602573"/>
                <a:ext cx="66181" cy="8988"/>
              </a:xfrm>
              <a:custGeom>
                <a:rect b="b" l="l" r="r" t="t"/>
                <a:pathLst>
                  <a:path extrusionOk="0" h="286" w="2106">
                    <a:moveTo>
                      <a:pt x="1196" y="0"/>
                    </a:moveTo>
                    <a:cubicBezTo>
                      <a:pt x="832" y="0"/>
                      <a:pt x="468" y="37"/>
                      <a:pt x="104" y="109"/>
                    </a:cubicBezTo>
                    <a:cubicBezTo>
                      <a:pt x="0" y="129"/>
                      <a:pt x="21" y="285"/>
                      <a:pt x="118" y="285"/>
                    </a:cubicBezTo>
                    <a:cubicBezTo>
                      <a:pt x="125" y="285"/>
                      <a:pt x="132" y="284"/>
                      <a:pt x="139" y="283"/>
                    </a:cubicBezTo>
                    <a:cubicBezTo>
                      <a:pt x="486" y="213"/>
                      <a:pt x="836" y="179"/>
                      <a:pt x="1186" y="179"/>
                    </a:cubicBezTo>
                    <a:cubicBezTo>
                      <a:pt x="1451" y="179"/>
                      <a:pt x="1717" y="199"/>
                      <a:pt x="1982" y="238"/>
                    </a:cubicBezTo>
                    <a:cubicBezTo>
                      <a:pt x="1988" y="239"/>
                      <a:pt x="1993" y="239"/>
                      <a:pt x="1998" y="239"/>
                    </a:cubicBezTo>
                    <a:cubicBezTo>
                      <a:pt x="2099" y="239"/>
                      <a:pt x="2106" y="76"/>
                      <a:pt x="2000" y="60"/>
                    </a:cubicBezTo>
                    <a:cubicBezTo>
                      <a:pt x="1731" y="20"/>
                      <a:pt x="1463" y="0"/>
                      <a:pt x="1196" y="0"/>
                    </a:cubicBezTo>
                    <a:close/>
                  </a:path>
                </a:pathLst>
              </a:custGeom>
              <a:solidFill>
                <a:srgbClr val="B1452C"/>
              </a:solidFill>
              <a:ln>
                <a:noFill/>
              </a:ln>
            </p:spPr>
            <p:txBody>
              <a:bodyPr anchorCtr="0" anchor="ctr" bIns="81275" lIns="81275" spcFirstLastPara="1" rIns="81275" wrap="square" tIns="81275">
                <a:noAutofit/>
              </a:bodyPr>
              <a:lstStyle/>
              <a:p>
                <a:pPr indent="0" lvl="0" marL="0" rtl="0" algn="l">
                  <a:spcBef>
                    <a:spcPts val="0"/>
                  </a:spcBef>
                  <a:spcAft>
                    <a:spcPts val="0"/>
                  </a:spcAft>
                  <a:buNone/>
                </a:pPr>
                <a:r>
                  <a:t/>
                </a:r>
                <a:endParaRPr/>
              </a:p>
            </p:txBody>
          </p:sp>
          <p:sp>
            <p:nvSpPr>
              <p:cNvPr id="1877" name="Google Shape;1877;p45"/>
              <p:cNvSpPr/>
              <p:nvPr/>
            </p:nvSpPr>
            <p:spPr>
              <a:xfrm>
                <a:off x="3465228" y="4632898"/>
                <a:ext cx="61719" cy="9113"/>
              </a:xfrm>
              <a:custGeom>
                <a:rect b="b" l="l" r="r" t="t"/>
                <a:pathLst>
                  <a:path extrusionOk="0" h="290" w="1964">
                    <a:moveTo>
                      <a:pt x="1061" y="1"/>
                    </a:moveTo>
                    <a:cubicBezTo>
                      <a:pt x="739" y="1"/>
                      <a:pt x="418" y="28"/>
                      <a:pt x="104" y="109"/>
                    </a:cubicBezTo>
                    <a:cubicBezTo>
                      <a:pt x="0" y="135"/>
                      <a:pt x="19" y="289"/>
                      <a:pt x="112" y="289"/>
                    </a:cubicBezTo>
                    <a:cubicBezTo>
                      <a:pt x="119" y="289"/>
                      <a:pt x="127" y="288"/>
                      <a:pt x="135" y="286"/>
                    </a:cubicBezTo>
                    <a:cubicBezTo>
                      <a:pt x="441" y="206"/>
                      <a:pt x="753" y="178"/>
                      <a:pt x="1066" y="178"/>
                    </a:cubicBezTo>
                    <a:cubicBezTo>
                      <a:pt x="1323" y="178"/>
                      <a:pt x="1581" y="197"/>
                      <a:pt x="1839" y="220"/>
                    </a:cubicBezTo>
                    <a:cubicBezTo>
                      <a:pt x="1843" y="221"/>
                      <a:pt x="1847" y="221"/>
                      <a:pt x="1851" y="221"/>
                    </a:cubicBezTo>
                    <a:cubicBezTo>
                      <a:pt x="1955" y="221"/>
                      <a:pt x="1963" y="53"/>
                      <a:pt x="1853" y="43"/>
                    </a:cubicBezTo>
                    <a:cubicBezTo>
                      <a:pt x="1590" y="19"/>
                      <a:pt x="1325" y="1"/>
                      <a:pt x="1061" y="1"/>
                    </a:cubicBezTo>
                    <a:close/>
                  </a:path>
                </a:pathLst>
              </a:custGeom>
              <a:solidFill>
                <a:srgbClr val="B1452C"/>
              </a:solidFill>
              <a:ln>
                <a:noFill/>
              </a:ln>
            </p:spPr>
            <p:txBody>
              <a:bodyPr anchorCtr="0" anchor="ctr" bIns="81275" lIns="81275" spcFirstLastPara="1" rIns="81275" wrap="square" tIns="81275">
                <a:noAutofit/>
              </a:bodyPr>
              <a:lstStyle/>
              <a:p>
                <a:pPr indent="0" lvl="0" marL="0" rtl="0" algn="l">
                  <a:spcBef>
                    <a:spcPts val="0"/>
                  </a:spcBef>
                  <a:spcAft>
                    <a:spcPts val="0"/>
                  </a:spcAft>
                  <a:buNone/>
                </a:pPr>
                <a:r>
                  <a:t/>
                </a:r>
                <a:endParaRPr/>
              </a:p>
            </p:txBody>
          </p:sp>
          <p:sp>
            <p:nvSpPr>
              <p:cNvPr id="1878" name="Google Shape;1878;p45"/>
              <p:cNvSpPr/>
              <p:nvPr/>
            </p:nvSpPr>
            <p:spPr>
              <a:xfrm>
                <a:off x="3467584" y="4661055"/>
                <a:ext cx="56911" cy="8202"/>
              </a:xfrm>
              <a:custGeom>
                <a:rect b="b" l="l" r="r" t="t"/>
                <a:pathLst>
                  <a:path extrusionOk="0" h="261" w="1811">
                    <a:moveTo>
                      <a:pt x="886" y="0"/>
                    </a:moveTo>
                    <a:cubicBezTo>
                      <a:pt x="627" y="0"/>
                      <a:pt x="367" y="24"/>
                      <a:pt x="105" y="70"/>
                    </a:cubicBezTo>
                    <a:cubicBezTo>
                      <a:pt x="1" y="90"/>
                      <a:pt x="22" y="246"/>
                      <a:pt x="118" y="246"/>
                    </a:cubicBezTo>
                    <a:cubicBezTo>
                      <a:pt x="124" y="246"/>
                      <a:pt x="130" y="245"/>
                      <a:pt x="136" y="244"/>
                    </a:cubicBezTo>
                    <a:cubicBezTo>
                      <a:pt x="384" y="201"/>
                      <a:pt x="631" y="179"/>
                      <a:pt x="878" y="179"/>
                    </a:cubicBezTo>
                    <a:cubicBezTo>
                      <a:pt x="1148" y="179"/>
                      <a:pt x="1418" y="205"/>
                      <a:pt x="1688" y="258"/>
                    </a:cubicBezTo>
                    <a:cubicBezTo>
                      <a:pt x="1694" y="259"/>
                      <a:pt x="1700" y="260"/>
                      <a:pt x="1705" y="260"/>
                    </a:cubicBezTo>
                    <a:cubicBezTo>
                      <a:pt x="1800" y="260"/>
                      <a:pt x="1810" y="100"/>
                      <a:pt x="1701" y="80"/>
                    </a:cubicBezTo>
                    <a:cubicBezTo>
                      <a:pt x="1430" y="27"/>
                      <a:pt x="1158" y="0"/>
                      <a:pt x="886" y="0"/>
                    </a:cubicBezTo>
                    <a:close/>
                  </a:path>
                </a:pathLst>
              </a:custGeom>
              <a:solidFill>
                <a:srgbClr val="B1452C"/>
              </a:solidFill>
              <a:ln>
                <a:noFill/>
              </a:ln>
            </p:spPr>
            <p:txBody>
              <a:bodyPr anchorCtr="0" anchor="ctr" bIns="81275" lIns="81275" spcFirstLastPara="1" rIns="81275" wrap="square" tIns="81275">
                <a:noAutofit/>
              </a:bodyPr>
              <a:lstStyle/>
              <a:p>
                <a:pPr indent="0" lvl="0" marL="0" rtl="0" algn="l">
                  <a:spcBef>
                    <a:spcPts val="0"/>
                  </a:spcBef>
                  <a:spcAft>
                    <a:spcPts val="0"/>
                  </a:spcAft>
                  <a:buNone/>
                </a:pPr>
                <a:r>
                  <a:t/>
                </a:r>
                <a:endParaRPr/>
              </a:p>
            </p:txBody>
          </p:sp>
          <p:sp>
            <p:nvSpPr>
              <p:cNvPr id="1879" name="Google Shape;1879;p45"/>
              <p:cNvSpPr/>
              <p:nvPr/>
            </p:nvSpPr>
            <p:spPr>
              <a:xfrm>
                <a:off x="3358163" y="4588400"/>
                <a:ext cx="59299" cy="37333"/>
              </a:xfrm>
              <a:custGeom>
                <a:rect b="b" l="l" r="r" t="t"/>
                <a:pathLst>
                  <a:path extrusionOk="0" h="1188" w="1887">
                    <a:moveTo>
                      <a:pt x="1764" y="1"/>
                    </a:moveTo>
                    <a:cubicBezTo>
                      <a:pt x="1746" y="1"/>
                      <a:pt x="1727" y="8"/>
                      <a:pt x="1709" y="26"/>
                    </a:cubicBezTo>
                    <a:cubicBezTo>
                      <a:pt x="1260" y="486"/>
                      <a:pt x="717" y="821"/>
                      <a:pt x="99" y="1006"/>
                    </a:cubicBezTo>
                    <a:cubicBezTo>
                      <a:pt x="0" y="1035"/>
                      <a:pt x="18" y="1187"/>
                      <a:pt x="107" y="1187"/>
                    </a:cubicBezTo>
                    <a:cubicBezTo>
                      <a:pt x="114" y="1187"/>
                      <a:pt x="123" y="1186"/>
                      <a:pt x="131" y="1184"/>
                    </a:cubicBezTo>
                    <a:cubicBezTo>
                      <a:pt x="779" y="988"/>
                      <a:pt x="1350" y="647"/>
                      <a:pt x="1825" y="166"/>
                    </a:cubicBezTo>
                    <a:cubicBezTo>
                      <a:pt x="1887" y="101"/>
                      <a:pt x="1830" y="1"/>
                      <a:pt x="1764" y="1"/>
                    </a:cubicBezTo>
                    <a:close/>
                  </a:path>
                </a:pathLst>
              </a:custGeom>
              <a:solidFill>
                <a:srgbClr val="B1452C"/>
              </a:solidFill>
              <a:ln>
                <a:noFill/>
              </a:ln>
            </p:spPr>
            <p:txBody>
              <a:bodyPr anchorCtr="0" anchor="ctr" bIns="81275" lIns="81275" spcFirstLastPara="1" rIns="81275" wrap="square" tIns="81275">
                <a:noAutofit/>
              </a:bodyPr>
              <a:lstStyle/>
              <a:p>
                <a:pPr indent="0" lvl="0" marL="0" rtl="0" algn="l">
                  <a:spcBef>
                    <a:spcPts val="0"/>
                  </a:spcBef>
                  <a:spcAft>
                    <a:spcPts val="0"/>
                  </a:spcAft>
                  <a:buNone/>
                </a:pPr>
                <a:r>
                  <a:t/>
                </a:r>
                <a:endParaRPr/>
              </a:p>
            </p:txBody>
          </p:sp>
          <p:sp>
            <p:nvSpPr>
              <p:cNvPr id="1880" name="Google Shape;1880;p45"/>
              <p:cNvSpPr/>
              <p:nvPr/>
            </p:nvSpPr>
            <p:spPr>
              <a:xfrm>
                <a:off x="3346158" y="4609864"/>
                <a:ext cx="55182" cy="80134"/>
              </a:xfrm>
              <a:custGeom>
                <a:rect b="b" l="l" r="r" t="t"/>
                <a:pathLst>
                  <a:path extrusionOk="0" h="2550" w="1756">
                    <a:moveTo>
                      <a:pt x="1657" y="1"/>
                    </a:moveTo>
                    <a:cubicBezTo>
                      <a:pt x="1616" y="1"/>
                      <a:pt x="1577" y="26"/>
                      <a:pt x="1575" y="78"/>
                    </a:cubicBezTo>
                    <a:cubicBezTo>
                      <a:pt x="1554" y="1061"/>
                      <a:pt x="980" y="1957"/>
                      <a:pt x="91" y="2378"/>
                    </a:cubicBezTo>
                    <a:cubicBezTo>
                      <a:pt x="1" y="2421"/>
                      <a:pt x="46" y="2549"/>
                      <a:pt x="127" y="2549"/>
                    </a:cubicBezTo>
                    <a:cubicBezTo>
                      <a:pt x="140" y="2549"/>
                      <a:pt x="154" y="2546"/>
                      <a:pt x="168" y="2539"/>
                    </a:cubicBezTo>
                    <a:cubicBezTo>
                      <a:pt x="1109" y="2093"/>
                      <a:pt x="1732" y="1138"/>
                      <a:pt x="1753" y="96"/>
                    </a:cubicBezTo>
                    <a:cubicBezTo>
                      <a:pt x="1755" y="34"/>
                      <a:pt x="1705" y="1"/>
                      <a:pt x="1657" y="1"/>
                    </a:cubicBezTo>
                    <a:close/>
                  </a:path>
                </a:pathLst>
              </a:custGeom>
              <a:solidFill>
                <a:srgbClr val="B1452C"/>
              </a:solidFill>
              <a:ln>
                <a:noFill/>
              </a:ln>
            </p:spPr>
            <p:txBody>
              <a:bodyPr anchorCtr="0" anchor="ctr" bIns="81275" lIns="81275" spcFirstLastPara="1" rIns="81275" wrap="square" tIns="81275">
                <a:noAutofit/>
              </a:bodyPr>
              <a:lstStyle/>
              <a:p>
                <a:pPr indent="0" lvl="0" marL="0" rtl="0" algn="l">
                  <a:spcBef>
                    <a:spcPts val="0"/>
                  </a:spcBef>
                  <a:spcAft>
                    <a:spcPts val="0"/>
                  </a:spcAft>
                  <a:buNone/>
                </a:pPr>
                <a:r>
                  <a:t/>
                </a:r>
                <a:endParaRPr/>
              </a:p>
            </p:txBody>
          </p:sp>
          <p:sp>
            <p:nvSpPr>
              <p:cNvPr id="1881" name="Google Shape;1881;p45"/>
              <p:cNvSpPr/>
              <p:nvPr/>
            </p:nvSpPr>
            <p:spPr>
              <a:xfrm>
                <a:off x="3451621" y="4599179"/>
                <a:ext cx="24449" cy="75640"/>
              </a:xfrm>
              <a:custGeom>
                <a:rect b="b" l="l" r="r" t="t"/>
                <a:pathLst>
                  <a:path extrusionOk="0" h="2407" w="778">
                    <a:moveTo>
                      <a:pt x="123" y="1"/>
                    </a:moveTo>
                    <a:cubicBezTo>
                      <a:pt x="61" y="1"/>
                      <a:pt x="0" y="81"/>
                      <a:pt x="49" y="151"/>
                    </a:cubicBezTo>
                    <a:cubicBezTo>
                      <a:pt x="495" y="778"/>
                      <a:pt x="582" y="1576"/>
                      <a:pt x="297" y="2290"/>
                    </a:cubicBezTo>
                    <a:cubicBezTo>
                      <a:pt x="270" y="2357"/>
                      <a:pt x="328" y="2406"/>
                      <a:pt x="386" y="2406"/>
                    </a:cubicBezTo>
                    <a:cubicBezTo>
                      <a:pt x="419" y="2406"/>
                      <a:pt x="451" y="2391"/>
                      <a:pt x="467" y="2353"/>
                    </a:cubicBezTo>
                    <a:cubicBezTo>
                      <a:pt x="777" y="1579"/>
                      <a:pt x="670" y="715"/>
                      <a:pt x="184" y="35"/>
                    </a:cubicBezTo>
                    <a:cubicBezTo>
                      <a:pt x="167" y="11"/>
                      <a:pt x="145" y="1"/>
                      <a:pt x="123" y="1"/>
                    </a:cubicBezTo>
                    <a:close/>
                  </a:path>
                </a:pathLst>
              </a:custGeom>
              <a:solidFill>
                <a:srgbClr val="B1452C"/>
              </a:solidFill>
              <a:ln>
                <a:noFill/>
              </a:ln>
            </p:spPr>
            <p:txBody>
              <a:bodyPr anchorCtr="0" anchor="ctr" bIns="81275" lIns="81275" spcFirstLastPara="1" rIns="81275" wrap="square" tIns="81275">
                <a:noAutofit/>
              </a:bodyPr>
              <a:lstStyle/>
              <a:p>
                <a:pPr indent="0" lvl="0" marL="0" rtl="0" algn="l">
                  <a:spcBef>
                    <a:spcPts val="0"/>
                  </a:spcBef>
                  <a:spcAft>
                    <a:spcPts val="0"/>
                  </a:spcAft>
                  <a:buNone/>
                </a:pPr>
                <a:r>
                  <a:t/>
                </a:r>
                <a:endParaRPr/>
              </a:p>
            </p:txBody>
          </p:sp>
          <p:sp>
            <p:nvSpPr>
              <p:cNvPr id="1882" name="Google Shape;1882;p45"/>
              <p:cNvSpPr/>
              <p:nvPr/>
            </p:nvSpPr>
            <p:spPr>
              <a:xfrm>
                <a:off x="2230791" y="3717739"/>
                <a:ext cx="290870" cy="203823"/>
              </a:xfrm>
              <a:custGeom>
                <a:rect b="b" l="l" r="r" t="t"/>
                <a:pathLst>
                  <a:path extrusionOk="0" h="6486" w="9256">
                    <a:moveTo>
                      <a:pt x="5326" y="0"/>
                    </a:moveTo>
                    <a:cubicBezTo>
                      <a:pt x="3215" y="0"/>
                      <a:pt x="2894" y="1264"/>
                      <a:pt x="2103" y="1969"/>
                    </a:cubicBezTo>
                    <a:cubicBezTo>
                      <a:pt x="1847" y="2196"/>
                      <a:pt x="1579" y="2253"/>
                      <a:pt x="1334" y="2253"/>
                    </a:cubicBezTo>
                    <a:cubicBezTo>
                      <a:pt x="1087" y="2253"/>
                      <a:pt x="864" y="2195"/>
                      <a:pt x="699" y="2195"/>
                    </a:cubicBezTo>
                    <a:cubicBezTo>
                      <a:pt x="518" y="2195"/>
                      <a:pt x="408" y="2264"/>
                      <a:pt x="413" y="2551"/>
                    </a:cubicBezTo>
                    <a:cubicBezTo>
                      <a:pt x="423" y="3363"/>
                      <a:pt x="1176" y="3585"/>
                      <a:pt x="1176" y="3585"/>
                    </a:cubicBezTo>
                    <a:cubicBezTo>
                      <a:pt x="1176" y="3585"/>
                      <a:pt x="1173" y="3585"/>
                      <a:pt x="1166" y="3585"/>
                    </a:cubicBezTo>
                    <a:cubicBezTo>
                      <a:pt x="1054" y="3585"/>
                      <a:pt x="0" y="3607"/>
                      <a:pt x="287" y="4425"/>
                    </a:cubicBezTo>
                    <a:cubicBezTo>
                      <a:pt x="458" y="4922"/>
                      <a:pt x="853" y="5028"/>
                      <a:pt x="1160" y="5028"/>
                    </a:cubicBezTo>
                    <a:cubicBezTo>
                      <a:pt x="1389" y="5028"/>
                      <a:pt x="1569" y="4969"/>
                      <a:pt x="1569" y="4969"/>
                    </a:cubicBezTo>
                    <a:lnTo>
                      <a:pt x="1569" y="4969"/>
                    </a:lnTo>
                    <a:cubicBezTo>
                      <a:pt x="1569" y="4969"/>
                      <a:pt x="1176" y="5934"/>
                      <a:pt x="1715" y="6332"/>
                    </a:cubicBezTo>
                    <a:cubicBezTo>
                      <a:pt x="1860" y="6438"/>
                      <a:pt x="1997" y="6486"/>
                      <a:pt x="2129" y="6486"/>
                    </a:cubicBezTo>
                    <a:cubicBezTo>
                      <a:pt x="3147" y="6486"/>
                      <a:pt x="3824" y="3660"/>
                      <a:pt x="4958" y="3660"/>
                    </a:cubicBezTo>
                    <a:cubicBezTo>
                      <a:pt x="5017" y="3660"/>
                      <a:pt x="5076" y="3667"/>
                      <a:pt x="5137" y="3683"/>
                    </a:cubicBezTo>
                    <a:cubicBezTo>
                      <a:pt x="5443" y="3764"/>
                      <a:pt x="5798" y="3796"/>
                      <a:pt x="6169" y="3796"/>
                    </a:cubicBezTo>
                    <a:cubicBezTo>
                      <a:pt x="7594" y="3796"/>
                      <a:pt x="9256" y="3324"/>
                      <a:pt x="9256" y="3324"/>
                    </a:cubicBezTo>
                    <a:cubicBezTo>
                      <a:pt x="9256" y="3324"/>
                      <a:pt x="7936" y="10"/>
                      <a:pt x="5353" y="0"/>
                    </a:cubicBezTo>
                    <a:cubicBezTo>
                      <a:pt x="5344" y="0"/>
                      <a:pt x="5335" y="0"/>
                      <a:pt x="5326" y="0"/>
                    </a:cubicBezTo>
                    <a:close/>
                  </a:path>
                </a:pathLst>
              </a:custGeom>
              <a:solidFill>
                <a:schemeClr val="dk1"/>
              </a:solidFill>
              <a:ln>
                <a:noFill/>
              </a:ln>
            </p:spPr>
            <p:txBody>
              <a:bodyPr anchorCtr="0" anchor="ctr" bIns="81275" lIns="81275" spcFirstLastPara="1" rIns="81275" wrap="square" tIns="81275">
                <a:noAutofit/>
              </a:bodyPr>
              <a:lstStyle/>
              <a:p>
                <a:pPr indent="0" lvl="0" marL="0" rtl="0" algn="l">
                  <a:spcBef>
                    <a:spcPts val="0"/>
                  </a:spcBef>
                  <a:spcAft>
                    <a:spcPts val="0"/>
                  </a:spcAft>
                  <a:buNone/>
                </a:pPr>
                <a:r>
                  <a:t/>
                </a:r>
                <a:endParaRPr/>
              </a:p>
            </p:txBody>
          </p:sp>
          <p:sp>
            <p:nvSpPr>
              <p:cNvPr id="1883" name="Google Shape;1883;p45"/>
              <p:cNvSpPr/>
              <p:nvPr/>
            </p:nvSpPr>
            <p:spPr>
              <a:xfrm>
                <a:off x="2442438" y="3747939"/>
                <a:ext cx="120421" cy="220038"/>
              </a:xfrm>
              <a:custGeom>
                <a:rect b="b" l="l" r="r" t="t"/>
                <a:pathLst>
                  <a:path extrusionOk="0" h="7002" w="3832">
                    <a:moveTo>
                      <a:pt x="1459" y="0"/>
                    </a:moveTo>
                    <a:cubicBezTo>
                      <a:pt x="885" y="0"/>
                      <a:pt x="462" y="300"/>
                      <a:pt x="462" y="300"/>
                    </a:cubicBezTo>
                    <a:cubicBezTo>
                      <a:pt x="462" y="300"/>
                      <a:pt x="1" y="7002"/>
                      <a:pt x="918" y="7002"/>
                    </a:cubicBezTo>
                    <a:cubicBezTo>
                      <a:pt x="920" y="7002"/>
                      <a:pt x="923" y="7002"/>
                      <a:pt x="925" y="7001"/>
                    </a:cubicBezTo>
                    <a:cubicBezTo>
                      <a:pt x="1852" y="6963"/>
                      <a:pt x="2891" y="5318"/>
                      <a:pt x="3152" y="4325"/>
                    </a:cubicBezTo>
                    <a:cubicBezTo>
                      <a:pt x="3410" y="3332"/>
                      <a:pt x="3831" y="1701"/>
                      <a:pt x="2733" y="583"/>
                    </a:cubicBezTo>
                    <a:cubicBezTo>
                      <a:pt x="2295" y="135"/>
                      <a:pt x="1843" y="0"/>
                      <a:pt x="1459" y="0"/>
                    </a:cubicBezTo>
                    <a:close/>
                  </a:path>
                </a:pathLst>
              </a:custGeom>
              <a:solidFill>
                <a:schemeClr val="dk1"/>
              </a:solidFill>
              <a:ln>
                <a:noFill/>
              </a:ln>
            </p:spPr>
            <p:txBody>
              <a:bodyPr anchorCtr="0" anchor="ctr" bIns="81275" lIns="81275" spcFirstLastPara="1" rIns="81275" wrap="square" tIns="81275">
                <a:noAutofit/>
              </a:bodyPr>
              <a:lstStyle/>
              <a:p>
                <a:pPr indent="0" lvl="0" marL="0" rtl="0" algn="l">
                  <a:spcBef>
                    <a:spcPts val="0"/>
                  </a:spcBef>
                  <a:spcAft>
                    <a:spcPts val="0"/>
                  </a:spcAft>
                  <a:buNone/>
                </a:pPr>
                <a:r>
                  <a:t/>
                </a:r>
                <a:endParaRPr/>
              </a:p>
            </p:txBody>
          </p:sp>
          <p:sp>
            <p:nvSpPr>
              <p:cNvPr id="1884" name="Google Shape;1884;p45"/>
              <p:cNvSpPr/>
              <p:nvPr/>
            </p:nvSpPr>
            <p:spPr>
              <a:xfrm>
                <a:off x="2292572" y="4970277"/>
                <a:ext cx="436273" cy="559019"/>
              </a:xfrm>
              <a:custGeom>
                <a:rect b="b" l="l" r="r" t="t"/>
                <a:pathLst>
                  <a:path extrusionOk="0" h="17789" w="13883">
                    <a:moveTo>
                      <a:pt x="12259" y="0"/>
                    </a:moveTo>
                    <a:lnTo>
                      <a:pt x="0" y="105"/>
                    </a:lnTo>
                    <a:cubicBezTo>
                      <a:pt x="0" y="105"/>
                      <a:pt x="2203" y="11597"/>
                      <a:pt x="3712" y="17788"/>
                    </a:cubicBezTo>
                    <a:lnTo>
                      <a:pt x="13882" y="17788"/>
                    </a:lnTo>
                    <a:cubicBezTo>
                      <a:pt x="13168" y="12116"/>
                      <a:pt x="12259" y="0"/>
                      <a:pt x="12259" y="0"/>
                    </a:cubicBezTo>
                    <a:close/>
                  </a:path>
                </a:pathLst>
              </a:custGeom>
              <a:solidFill>
                <a:schemeClr val="dk1"/>
              </a:solidFill>
              <a:ln>
                <a:noFill/>
              </a:ln>
            </p:spPr>
            <p:txBody>
              <a:bodyPr anchorCtr="0" anchor="ctr" bIns="81275" lIns="81275" spcFirstLastPara="1" rIns="81275" wrap="square" tIns="81275">
                <a:noAutofit/>
              </a:bodyPr>
              <a:lstStyle/>
              <a:p>
                <a:pPr indent="0" lvl="0" marL="0" rtl="0" algn="l">
                  <a:spcBef>
                    <a:spcPts val="0"/>
                  </a:spcBef>
                  <a:spcAft>
                    <a:spcPts val="0"/>
                  </a:spcAft>
                  <a:buNone/>
                </a:pPr>
                <a:r>
                  <a:t/>
                </a:r>
                <a:endParaRPr/>
              </a:p>
            </p:txBody>
          </p:sp>
          <p:sp>
            <p:nvSpPr>
              <p:cNvPr id="1885" name="Google Shape;1885;p45"/>
              <p:cNvSpPr/>
              <p:nvPr/>
            </p:nvSpPr>
            <p:spPr>
              <a:xfrm>
                <a:off x="2386407" y="5251405"/>
                <a:ext cx="75703" cy="271983"/>
              </a:xfrm>
              <a:custGeom>
                <a:rect b="b" l="l" r="r" t="t"/>
                <a:pathLst>
                  <a:path extrusionOk="0" h="8655" w="2409">
                    <a:moveTo>
                      <a:pt x="97" y="0"/>
                    </a:moveTo>
                    <a:cubicBezTo>
                      <a:pt x="91" y="0"/>
                      <a:pt x="84" y="1"/>
                      <a:pt x="78" y="2"/>
                    </a:cubicBezTo>
                    <a:cubicBezTo>
                      <a:pt x="29" y="16"/>
                      <a:pt x="1" y="62"/>
                      <a:pt x="15" y="110"/>
                    </a:cubicBezTo>
                    <a:cubicBezTo>
                      <a:pt x="343" y="1414"/>
                      <a:pt x="698" y="2741"/>
                      <a:pt x="1039" y="4027"/>
                    </a:cubicBezTo>
                    <a:cubicBezTo>
                      <a:pt x="1436" y="5521"/>
                      <a:pt x="1848" y="7069"/>
                      <a:pt x="2228" y="8588"/>
                    </a:cubicBezTo>
                    <a:cubicBezTo>
                      <a:pt x="2234" y="8630"/>
                      <a:pt x="2273" y="8654"/>
                      <a:pt x="2311" y="8654"/>
                    </a:cubicBezTo>
                    <a:cubicBezTo>
                      <a:pt x="2318" y="8654"/>
                      <a:pt x="2325" y="8654"/>
                      <a:pt x="2332" y="8651"/>
                    </a:cubicBezTo>
                    <a:cubicBezTo>
                      <a:pt x="2381" y="8640"/>
                      <a:pt x="2408" y="8591"/>
                      <a:pt x="2398" y="8546"/>
                    </a:cubicBezTo>
                    <a:cubicBezTo>
                      <a:pt x="2018" y="7023"/>
                      <a:pt x="1607" y="5476"/>
                      <a:pt x="1210" y="3982"/>
                    </a:cubicBezTo>
                    <a:cubicBezTo>
                      <a:pt x="869" y="2696"/>
                      <a:pt x="517" y="1369"/>
                      <a:pt x="185" y="65"/>
                    </a:cubicBezTo>
                    <a:cubicBezTo>
                      <a:pt x="173" y="26"/>
                      <a:pt x="138" y="0"/>
                      <a:pt x="97" y="0"/>
                    </a:cubicBezTo>
                    <a:close/>
                  </a:path>
                </a:pathLst>
              </a:custGeom>
              <a:solidFill>
                <a:schemeClr val="lt1"/>
              </a:solidFill>
              <a:ln>
                <a:noFill/>
              </a:ln>
            </p:spPr>
            <p:txBody>
              <a:bodyPr anchorCtr="0" anchor="ctr" bIns="81275" lIns="81275" spcFirstLastPara="1" rIns="81275" wrap="square" tIns="81275">
                <a:noAutofit/>
              </a:bodyPr>
              <a:lstStyle/>
              <a:p>
                <a:pPr indent="0" lvl="0" marL="0" rtl="0" algn="l">
                  <a:spcBef>
                    <a:spcPts val="0"/>
                  </a:spcBef>
                  <a:spcAft>
                    <a:spcPts val="0"/>
                  </a:spcAft>
                  <a:buNone/>
                </a:pPr>
                <a:r>
                  <a:t/>
                </a:r>
                <a:endParaRPr/>
              </a:p>
            </p:txBody>
          </p:sp>
          <p:sp>
            <p:nvSpPr>
              <p:cNvPr id="1886" name="Google Shape;1886;p45"/>
              <p:cNvSpPr/>
              <p:nvPr/>
            </p:nvSpPr>
            <p:spPr>
              <a:xfrm>
                <a:off x="2535362" y="5001074"/>
                <a:ext cx="153197" cy="166490"/>
              </a:xfrm>
              <a:custGeom>
                <a:rect b="b" l="l" r="r" t="t"/>
                <a:pathLst>
                  <a:path extrusionOk="0" h="5298" w="4875">
                    <a:moveTo>
                      <a:pt x="129" y="0"/>
                    </a:moveTo>
                    <a:cubicBezTo>
                      <a:pt x="66" y="0"/>
                      <a:pt x="1" y="52"/>
                      <a:pt x="24" y="132"/>
                    </a:cubicBezTo>
                    <a:cubicBezTo>
                      <a:pt x="526" y="1940"/>
                      <a:pt x="1711" y="3529"/>
                      <a:pt x="3279" y="4557"/>
                    </a:cubicBezTo>
                    <a:cubicBezTo>
                      <a:pt x="3724" y="4853"/>
                      <a:pt x="4205" y="5097"/>
                      <a:pt x="4704" y="5289"/>
                    </a:cubicBezTo>
                    <a:cubicBezTo>
                      <a:pt x="4718" y="5295"/>
                      <a:pt x="4732" y="5297"/>
                      <a:pt x="4744" y="5297"/>
                    </a:cubicBezTo>
                    <a:cubicBezTo>
                      <a:pt x="4843" y="5297"/>
                      <a:pt x="4874" y="5130"/>
                      <a:pt x="4763" y="5086"/>
                    </a:cubicBezTo>
                    <a:cubicBezTo>
                      <a:pt x="3062" y="4425"/>
                      <a:pt x="1640" y="3129"/>
                      <a:pt x="797" y="1519"/>
                    </a:cubicBezTo>
                    <a:cubicBezTo>
                      <a:pt x="557" y="1059"/>
                      <a:pt x="365" y="575"/>
                      <a:pt x="226" y="76"/>
                    </a:cubicBezTo>
                    <a:cubicBezTo>
                      <a:pt x="212" y="23"/>
                      <a:pt x="171" y="0"/>
                      <a:pt x="129" y="0"/>
                    </a:cubicBezTo>
                    <a:close/>
                  </a:path>
                </a:pathLst>
              </a:custGeom>
              <a:solidFill>
                <a:schemeClr val="lt1"/>
              </a:solidFill>
              <a:ln>
                <a:noFill/>
              </a:ln>
            </p:spPr>
            <p:txBody>
              <a:bodyPr anchorCtr="0" anchor="ctr" bIns="81275" lIns="81275" spcFirstLastPara="1" rIns="81275" wrap="square" tIns="81275">
                <a:noAutofit/>
              </a:bodyPr>
              <a:lstStyle/>
              <a:p>
                <a:pPr indent="0" lvl="0" marL="0" rtl="0" algn="l">
                  <a:spcBef>
                    <a:spcPts val="0"/>
                  </a:spcBef>
                  <a:spcAft>
                    <a:spcPts val="0"/>
                  </a:spcAft>
                  <a:buNone/>
                </a:pPr>
                <a:r>
                  <a:t/>
                </a:r>
                <a:endParaRPr/>
              </a:p>
            </p:txBody>
          </p:sp>
          <p:sp>
            <p:nvSpPr>
              <p:cNvPr id="1887" name="Google Shape;1887;p45"/>
              <p:cNvSpPr/>
              <p:nvPr/>
            </p:nvSpPr>
            <p:spPr>
              <a:xfrm>
                <a:off x="2019049" y="4897685"/>
                <a:ext cx="370469" cy="631611"/>
              </a:xfrm>
              <a:custGeom>
                <a:rect b="b" l="l" r="r" t="t"/>
                <a:pathLst>
                  <a:path extrusionOk="0" h="20099" w="11789">
                    <a:moveTo>
                      <a:pt x="2544" y="0"/>
                    </a:moveTo>
                    <a:lnTo>
                      <a:pt x="1" y="20098"/>
                    </a:lnTo>
                    <a:lnTo>
                      <a:pt x="9461" y="20098"/>
                    </a:lnTo>
                    <a:lnTo>
                      <a:pt x="11788" y="2659"/>
                    </a:lnTo>
                    <a:lnTo>
                      <a:pt x="2544" y="0"/>
                    </a:lnTo>
                    <a:close/>
                  </a:path>
                </a:pathLst>
              </a:custGeom>
              <a:solidFill>
                <a:schemeClr val="dk1"/>
              </a:solidFill>
              <a:ln>
                <a:noFill/>
              </a:ln>
            </p:spPr>
            <p:txBody>
              <a:bodyPr anchorCtr="0" anchor="ctr" bIns="81275" lIns="81275" spcFirstLastPara="1" rIns="81275" wrap="square" tIns="81275">
                <a:noAutofit/>
              </a:bodyPr>
              <a:lstStyle/>
              <a:p>
                <a:pPr indent="0" lvl="0" marL="0" rtl="0" algn="l">
                  <a:spcBef>
                    <a:spcPts val="0"/>
                  </a:spcBef>
                  <a:spcAft>
                    <a:spcPts val="0"/>
                  </a:spcAft>
                  <a:buNone/>
                </a:pPr>
                <a:r>
                  <a:t/>
                </a:r>
                <a:endParaRPr/>
              </a:p>
            </p:txBody>
          </p:sp>
          <p:sp>
            <p:nvSpPr>
              <p:cNvPr id="1888" name="Google Shape;1888;p45"/>
              <p:cNvSpPr/>
              <p:nvPr/>
            </p:nvSpPr>
            <p:spPr>
              <a:xfrm>
                <a:off x="2265515" y="5040669"/>
                <a:ext cx="85539" cy="482594"/>
              </a:xfrm>
              <a:custGeom>
                <a:rect b="b" l="l" r="r" t="t"/>
                <a:pathLst>
                  <a:path extrusionOk="0" h="15357" w="2722">
                    <a:moveTo>
                      <a:pt x="2632" y="0"/>
                    </a:moveTo>
                    <a:cubicBezTo>
                      <a:pt x="2586" y="0"/>
                      <a:pt x="2545" y="34"/>
                      <a:pt x="2541" y="81"/>
                    </a:cubicBezTo>
                    <a:cubicBezTo>
                      <a:pt x="2506" y="384"/>
                      <a:pt x="2454" y="684"/>
                      <a:pt x="2402" y="976"/>
                    </a:cubicBezTo>
                    <a:cubicBezTo>
                      <a:pt x="2350" y="1276"/>
                      <a:pt x="2297" y="1589"/>
                      <a:pt x="2262" y="1907"/>
                    </a:cubicBezTo>
                    <a:cubicBezTo>
                      <a:pt x="2245" y="2008"/>
                      <a:pt x="2217" y="2120"/>
                      <a:pt x="2193" y="2227"/>
                    </a:cubicBezTo>
                    <a:cubicBezTo>
                      <a:pt x="2168" y="2339"/>
                      <a:pt x="2141" y="2454"/>
                      <a:pt x="2123" y="2562"/>
                    </a:cubicBezTo>
                    <a:lnTo>
                      <a:pt x="2123" y="2576"/>
                    </a:lnTo>
                    <a:cubicBezTo>
                      <a:pt x="2123" y="2840"/>
                      <a:pt x="2053" y="3116"/>
                      <a:pt x="1987" y="3384"/>
                    </a:cubicBezTo>
                    <a:lnTo>
                      <a:pt x="1987" y="3392"/>
                    </a:lnTo>
                    <a:cubicBezTo>
                      <a:pt x="1482" y="6513"/>
                      <a:pt x="970" y="9559"/>
                      <a:pt x="472" y="12507"/>
                    </a:cubicBezTo>
                    <a:cubicBezTo>
                      <a:pt x="318" y="13416"/>
                      <a:pt x="165" y="14332"/>
                      <a:pt x="8" y="15252"/>
                    </a:cubicBezTo>
                    <a:cubicBezTo>
                      <a:pt x="1" y="15301"/>
                      <a:pt x="33" y="15346"/>
                      <a:pt x="81" y="15353"/>
                    </a:cubicBezTo>
                    <a:cubicBezTo>
                      <a:pt x="88" y="15353"/>
                      <a:pt x="92" y="15357"/>
                      <a:pt x="95" y="15357"/>
                    </a:cubicBezTo>
                    <a:cubicBezTo>
                      <a:pt x="140" y="15357"/>
                      <a:pt x="176" y="15325"/>
                      <a:pt x="186" y="15280"/>
                    </a:cubicBezTo>
                    <a:cubicBezTo>
                      <a:pt x="339" y="14360"/>
                      <a:pt x="493" y="13448"/>
                      <a:pt x="646" y="12534"/>
                    </a:cubicBezTo>
                    <a:cubicBezTo>
                      <a:pt x="1144" y="9590"/>
                      <a:pt x="1656" y="6544"/>
                      <a:pt x="2162" y="3422"/>
                    </a:cubicBezTo>
                    <a:cubicBezTo>
                      <a:pt x="2228" y="3151"/>
                      <a:pt x="2297" y="2869"/>
                      <a:pt x="2301" y="2583"/>
                    </a:cubicBezTo>
                    <a:cubicBezTo>
                      <a:pt x="2318" y="2485"/>
                      <a:pt x="2342" y="2374"/>
                      <a:pt x="2367" y="2269"/>
                    </a:cubicBezTo>
                    <a:cubicBezTo>
                      <a:pt x="2392" y="2158"/>
                      <a:pt x="2419" y="2043"/>
                      <a:pt x="2437" y="1935"/>
                    </a:cubicBezTo>
                    <a:lnTo>
                      <a:pt x="2437" y="1931"/>
                    </a:lnTo>
                    <a:cubicBezTo>
                      <a:pt x="2471" y="1618"/>
                      <a:pt x="2527" y="1308"/>
                      <a:pt x="2576" y="1004"/>
                    </a:cubicBezTo>
                    <a:cubicBezTo>
                      <a:pt x="2628" y="711"/>
                      <a:pt x="2680" y="409"/>
                      <a:pt x="2715" y="102"/>
                    </a:cubicBezTo>
                    <a:cubicBezTo>
                      <a:pt x="2722" y="53"/>
                      <a:pt x="2688" y="8"/>
                      <a:pt x="2638" y="1"/>
                    </a:cubicBezTo>
                    <a:cubicBezTo>
                      <a:pt x="2636" y="0"/>
                      <a:pt x="2634" y="0"/>
                      <a:pt x="2632" y="0"/>
                    </a:cubicBezTo>
                    <a:close/>
                  </a:path>
                </a:pathLst>
              </a:custGeom>
              <a:solidFill>
                <a:schemeClr val="lt1"/>
              </a:solidFill>
              <a:ln>
                <a:noFill/>
              </a:ln>
            </p:spPr>
            <p:txBody>
              <a:bodyPr anchorCtr="0" anchor="ctr" bIns="81275" lIns="81275" spcFirstLastPara="1" rIns="81275" wrap="square" tIns="81275">
                <a:noAutofit/>
              </a:bodyPr>
              <a:lstStyle/>
              <a:p>
                <a:pPr indent="0" lvl="0" marL="0" rtl="0" algn="l">
                  <a:spcBef>
                    <a:spcPts val="0"/>
                  </a:spcBef>
                  <a:spcAft>
                    <a:spcPts val="0"/>
                  </a:spcAft>
                  <a:buNone/>
                </a:pPr>
                <a:r>
                  <a:t/>
                </a:r>
                <a:endParaRPr/>
              </a:p>
            </p:txBody>
          </p:sp>
          <p:sp>
            <p:nvSpPr>
              <p:cNvPr id="1889" name="Google Shape;1889;p45"/>
              <p:cNvSpPr/>
              <p:nvPr/>
            </p:nvSpPr>
            <p:spPr>
              <a:xfrm>
                <a:off x="2325851" y="4988755"/>
                <a:ext cx="92672" cy="175132"/>
              </a:xfrm>
              <a:custGeom>
                <a:rect b="b" l="l" r="r" t="t"/>
                <a:pathLst>
                  <a:path extrusionOk="0" h="5573" w="2949">
                    <a:moveTo>
                      <a:pt x="2859" y="1"/>
                    </a:moveTo>
                    <a:cubicBezTo>
                      <a:pt x="2813" y="1"/>
                      <a:pt x="2771" y="35"/>
                      <a:pt x="2767" y="81"/>
                    </a:cubicBezTo>
                    <a:cubicBezTo>
                      <a:pt x="2593" y="1569"/>
                      <a:pt x="2127" y="4521"/>
                      <a:pt x="1590" y="5018"/>
                    </a:cubicBezTo>
                    <a:cubicBezTo>
                      <a:pt x="1268" y="5318"/>
                      <a:pt x="915" y="5396"/>
                      <a:pt x="638" y="5396"/>
                    </a:cubicBezTo>
                    <a:cubicBezTo>
                      <a:pt x="355" y="5396"/>
                      <a:pt x="149" y="5315"/>
                      <a:pt x="133" y="5308"/>
                    </a:cubicBezTo>
                    <a:cubicBezTo>
                      <a:pt x="122" y="5304"/>
                      <a:pt x="111" y="5302"/>
                      <a:pt x="100" y="5302"/>
                    </a:cubicBezTo>
                    <a:cubicBezTo>
                      <a:pt x="65" y="5302"/>
                      <a:pt x="32" y="5322"/>
                      <a:pt x="18" y="5357"/>
                    </a:cubicBezTo>
                    <a:cubicBezTo>
                      <a:pt x="1" y="5402"/>
                      <a:pt x="22" y="5454"/>
                      <a:pt x="67" y="5472"/>
                    </a:cubicBezTo>
                    <a:cubicBezTo>
                      <a:pt x="84" y="5478"/>
                      <a:pt x="318" y="5573"/>
                      <a:pt x="642" y="5573"/>
                    </a:cubicBezTo>
                    <a:cubicBezTo>
                      <a:pt x="953" y="5573"/>
                      <a:pt x="1350" y="5486"/>
                      <a:pt x="1712" y="5148"/>
                    </a:cubicBezTo>
                    <a:cubicBezTo>
                      <a:pt x="2429" y="4482"/>
                      <a:pt x="2921" y="280"/>
                      <a:pt x="2942" y="102"/>
                    </a:cubicBezTo>
                    <a:cubicBezTo>
                      <a:pt x="2949" y="54"/>
                      <a:pt x="2914" y="8"/>
                      <a:pt x="2865" y="1"/>
                    </a:cubicBezTo>
                    <a:cubicBezTo>
                      <a:pt x="2863" y="1"/>
                      <a:pt x="2861" y="1"/>
                      <a:pt x="2859" y="1"/>
                    </a:cubicBezTo>
                    <a:close/>
                  </a:path>
                </a:pathLst>
              </a:custGeom>
              <a:solidFill>
                <a:schemeClr val="lt1"/>
              </a:solidFill>
              <a:ln>
                <a:noFill/>
              </a:ln>
            </p:spPr>
            <p:txBody>
              <a:bodyPr anchorCtr="0" anchor="ctr" bIns="81275" lIns="81275" spcFirstLastPara="1" rIns="81275" wrap="square" tIns="81275">
                <a:noAutofit/>
              </a:bodyPr>
              <a:lstStyle/>
              <a:p>
                <a:pPr indent="0" lvl="0" marL="0" rtl="0" algn="l">
                  <a:spcBef>
                    <a:spcPts val="0"/>
                  </a:spcBef>
                  <a:spcAft>
                    <a:spcPts val="0"/>
                  </a:spcAft>
                  <a:buNone/>
                </a:pPr>
                <a:r>
                  <a:t/>
                </a:r>
                <a:endParaRPr/>
              </a:p>
            </p:txBody>
          </p:sp>
          <p:sp>
            <p:nvSpPr>
              <p:cNvPr id="1890" name="Google Shape;1890;p45"/>
              <p:cNvSpPr/>
              <p:nvPr/>
            </p:nvSpPr>
            <p:spPr>
              <a:xfrm>
                <a:off x="1485013" y="4152881"/>
                <a:ext cx="673343" cy="604680"/>
              </a:xfrm>
              <a:custGeom>
                <a:rect b="b" l="l" r="r" t="t"/>
                <a:pathLst>
                  <a:path extrusionOk="0" h="19242" w="21427">
                    <a:moveTo>
                      <a:pt x="21427" y="0"/>
                    </a:moveTo>
                    <a:cubicBezTo>
                      <a:pt x="21426" y="1"/>
                      <a:pt x="15872" y="11234"/>
                      <a:pt x="13799" y="12158"/>
                    </a:cubicBezTo>
                    <a:cubicBezTo>
                      <a:pt x="11723" y="13081"/>
                      <a:pt x="1" y="14064"/>
                      <a:pt x="1" y="14064"/>
                    </a:cubicBezTo>
                    <a:lnTo>
                      <a:pt x="677" y="17506"/>
                    </a:lnTo>
                    <a:cubicBezTo>
                      <a:pt x="677" y="17506"/>
                      <a:pt x="9078" y="19242"/>
                      <a:pt x="13275" y="19242"/>
                    </a:cubicBezTo>
                    <a:cubicBezTo>
                      <a:pt x="14151" y="19242"/>
                      <a:pt x="14844" y="19166"/>
                      <a:pt x="15238" y="18983"/>
                    </a:cubicBezTo>
                    <a:cubicBezTo>
                      <a:pt x="17524" y="17924"/>
                      <a:pt x="21295" y="14133"/>
                      <a:pt x="21295" y="14133"/>
                    </a:cubicBezTo>
                    <a:lnTo>
                      <a:pt x="21427" y="0"/>
                    </a:lnTo>
                    <a:close/>
                  </a:path>
                </a:pathLst>
              </a:custGeom>
              <a:solidFill>
                <a:srgbClr val="86231D"/>
              </a:solidFill>
              <a:ln>
                <a:noFill/>
              </a:ln>
            </p:spPr>
            <p:txBody>
              <a:bodyPr anchorCtr="0" anchor="ctr" bIns="81275" lIns="81275" spcFirstLastPara="1" rIns="81275" wrap="square" tIns="81275">
                <a:noAutofit/>
              </a:bodyPr>
              <a:lstStyle/>
              <a:p>
                <a:pPr indent="0" lvl="0" marL="0" rtl="0" algn="l">
                  <a:spcBef>
                    <a:spcPts val="0"/>
                  </a:spcBef>
                  <a:spcAft>
                    <a:spcPts val="0"/>
                  </a:spcAft>
                  <a:buNone/>
                </a:pPr>
                <a:r>
                  <a:t/>
                </a:r>
                <a:endParaRPr/>
              </a:p>
            </p:txBody>
          </p:sp>
          <p:sp>
            <p:nvSpPr>
              <p:cNvPr id="1891" name="Google Shape;1891;p45"/>
              <p:cNvSpPr/>
              <p:nvPr/>
            </p:nvSpPr>
            <p:spPr>
              <a:xfrm>
                <a:off x="1278613" y="4517537"/>
                <a:ext cx="280248" cy="195118"/>
              </a:xfrm>
              <a:custGeom>
                <a:rect b="b" l="l" r="r" t="t"/>
                <a:pathLst>
                  <a:path extrusionOk="0" h="6209" w="8918">
                    <a:moveTo>
                      <a:pt x="3377" y="0"/>
                    </a:moveTo>
                    <a:cubicBezTo>
                      <a:pt x="3276" y="0"/>
                      <a:pt x="3198" y="60"/>
                      <a:pt x="3144" y="212"/>
                    </a:cubicBezTo>
                    <a:cubicBezTo>
                      <a:pt x="2987" y="637"/>
                      <a:pt x="4848" y="2051"/>
                      <a:pt x="4848" y="2051"/>
                    </a:cubicBezTo>
                    <a:cubicBezTo>
                      <a:pt x="4848" y="2051"/>
                      <a:pt x="2964" y="1648"/>
                      <a:pt x="1770" y="1648"/>
                    </a:cubicBezTo>
                    <a:cubicBezTo>
                      <a:pt x="1333" y="1648"/>
                      <a:pt x="988" y="1702"/>
                      <a:pt x="861" y="1850"/>
                    </a:cubicBezTo>
                    <a:cubicBezTo>
                      <a:pt x="388" y="2397"/>
                      <a:pt x="1632" y="2526"/>
                      <a:pt x="1632" y="2526"/>
                    </a:cubicBezTo>
                    <a:cubicBezTo>
                      <a:pt x="1632" y="2526"/>
                      <a:pt x="120" y="2526"/>
                      <a:pt x="60" y="2979"/>
                    </a:cubicBezTo>
                    <a:cubicBezTo>
                      <a:pt x="1" y="3428"/>
                      <a:pt x="1566" y="3484"/>
                      <a:pt x="1566" y="3484"/>
                    </a:cubicBezTo>
                    <a:cubicBezTo>
                      <a:pt x="1566" y="3484"/>
                      <a:pt x="279" y="3578"/>
                      <a:pt x="175" y="3944"/>
                    </a:cubicBezTo>
                    <a:cubicBezTo>
                      <a:pt x="73" y="4302"/>
                      <a:pt x="1016" y="4380"/>
                      <a:pt x="1533" y="4380"/>
                    </a:cubicBezTo>
                    <a:cubicBezTo>
                      <a:pt x="1544" y="4380"/>
                      <a:pt x="1555" y="4380"/>
                      <a:pt x="1566" y="4380"/>
                    </a:cubicBezTo>
                    <a:lnTo>
                      <a:pt x="1566" y="4380"/>
                    </a:lnTo>
                    <a:cubicBezTo>
                      <a:pt x="1566" y="4380"/>
                      <a:pt x="381" y="4595"/>
                      <a:pt x="409" y="5003"/>
                    </a:cubicBezTo>
                    <a:cubicBezTo>
                      <a:pt x="419" y="5167"/>
                      <a:pt x="606" y="5217"/>
                      <a:pt x="872" y="5217"/>
                    </a:cubicBezTo>
                    <a:cubicBezTo>
                      <a:pt x="1262" y="5217"/>
                      <a:pt x="1822" y="5111"/>
                      <a:pt x="2252" y="5100"/>
                    </a:cubicBezTo>
                    <a:cubicBezTo>
                      <a:pt x="2360" y="5097"/>
                      <a:pt x="2492" y="5095"/>
                      <a:pt x="2639" y="5095"/>
                    </a:cubicBezTo>
                    <a:cubicBezTo>
                      <a:pt x="3477" y="5095"/>
                      <a:pt x="4834" y="5178"/>
                      <a:pt x="5385" y="5718"/>
                    </a:cubicBezTo>
                    <a:cubicBezTo>
                      <a:pt x="5642" y="5972"/>
                      <a:pt x="5949" y="6107"/>
                      <a:pt x="6263" y="6170"/>
                    </a:cubicBezTo>
                    <a:cubicBezTo>
                      <a:pt x="6393" y="6196"/>
                      <a:pt x="6522" y="6209"/>
                      <a:pt x="6650" y="6209"/>
                    </a:cubicBezTo>
                    <a:cubicBezTo>
                      <a:pt x="7508" y="6209"/>
                      <a:pt x="8295" y="5641"/>
                      <a:pt x="8579" y="4801"/>
                    </a:cubicBezTo>
                    <a:cubicBezTo>
                      <a:pt x="8918" y="3811"/>
                      <a:pt x="8537" y="2717"/>
                      <a:pt x="7653" y="2156"/>
                    </a:cubicBezTo>
                    <a:cubicBezTo>
                      <a:pt x="7419" y="2010"/>
                      <a:pt x="7141" y="1857"/>
                      <a:pt x="6810" y="1704"/>
                    </a:cubicBezTo>
                    <a:cubicBezTo>
                      <a:pt x="6183" y="1418"/>
                      <a:pt x="4729" y="689"/>
                      <a:pt x="4182" y="390"/>
                    </a:cubicBezTo>
                    <a:cubicBezTo>
                      <a:pt x="3827" y="196"/>
                      <a:pt x="3562" y="0"/>
                      <a:pt x="3377" y="0"/>
                    </a:cubicBezTo>
                    <a:close/>
                  </a:path>
                </a:pathLst>
              </a:custGeom>
              <a:solidFill>
                <a:srgbClr val="E77F5B"/>
              </a:solidFill>
              <a:ln>
                <a:noFill/>
              </a:ln>
            </p:spPr>
            <p:txBody>
              <a:bodyPr anchorCtr="0" anchor="ctr" bIns="81275" lIns="81275" spcFirstLastPara="1" rIns="81275" wrap="square" tIns="81275">
                <a:noAutofit/>
              </a:bodyPr>
              <a:lstStyle/>
              <a:p>
                <a:pPr indent="0" lvl="0" marL="0" rtl="0" algn="l">
                  <a:spcBef>
                    <a:spcPts val="0"/>
                  </a:spcBef>
                  <a:spcAft>
                    <a:spcPts val="0"/>
                  </a:spcAft>
                  <a:buNone/>
                </a:pPr>
                <a:r>
                  <a:t/>
                </a:r>
                <a:endParaRPr/>
              </a:p>
            </p:txBody>
          </p:sp>
          <p:sp>
            <p:nvSpPr>
              <p:cNvPr id="1892" name="Google Shape;1892;p45"/>
              <p:cNvSpPr/>
              <p:nvPr/>
            </p:nvSpPr>
            <p:spPr>
              <a:xfrm>
                <a:off x="1322703" y="4592171"/>
                <a:ext cx="66212" cy="8956"/>
              </a:xfrm>
              <a:custGeom>
                <a:rect b="b" l="l" r="r" t="t"/>
                <a:pathLst>
                  <a:path extrusionOk="0" h="285" w="2107">
                    <a:moveTo>
                      <a:pt x="917" y="0"/>
                    </a:moveTo>
                    <a:cubicBezTo>
                      <a:pt x="649" y="0"/>
                      <a:pt x="380" y="20"/>
                      <a:pt x="110" y="60"/>
                    </a:cubicBezTo>
                    <a:cubicBezTo>
                      <a:pt x="1" y="76"/>
                      <a:pt x="12" y="239"/>
                      <a:pt x="109" y="239"/>
                    </a:cubicBezTo>
                    <a:cubicBezTo>
                      <a:pt x="114" y="239"/>
                      <a:pt x="119" y="238"/>
                      <a:pt x="124" y="238"/>
                    </a:cubicBezTo>
                    <a:cubicBezTo>
                      <a:pt x="392" y="199"/>
                      <a:pt x="658" y="179"/>
                      <a:pt x="923" y="179"/>
                    </a:cubicBezTo>
                    <a:cubicBezTo>
                      <a:pt x="1273" y="179"/>
                      <a:pt x="1622" y="213"/>
                      <a:pt x="1971" y="283"/>
                    </a:cubicBezTo>
                    <a:cubicBezTo>
                      <a:pt x="1978" y="284"/>
                      <a:pt x="1985" y="285"/>
                      <a:pt x="1991" y="285"/>
                    </a:cubicBezTo>
                    <a:cubicBezTo>
                      <a:pt x="2086" y="285"/>
                      <a:pt x="2106" y="128"/>
                      <a:pt x="2002" y="109"/>
                    </a:cubicBezTo>
                    <a:cubicBezTo>
                      <a:pt x="1642" y="37"/>
                      <a:pt x="1280" y="0"/>
                      <a:pt x="917" y="0"/>
                    </a:cubicBezTo>
                    <a:close/>
                  </a:path>
                </a:pathLst>
              </a:custGeom>
              <a:solidFill>
                <a:srgbClr val="B1452C"/>
              </a:solidFill>
              <a:ln>
                <a:noFill/>
              </a:ln>
            </p:spPr>
            <p:txBody>
              <a:bodyPr anchorCtr="0" anchor="ctr" bIns="81275" lIns="81275" spcFirstLastPara="1" rIns="81275" wrap="square" tIns="81275">
                <a:noAutofit/>
              </a:bodyPr>
              <a:lstStyle/>
              <a:p>
                <a:pPr indent="0" lvl="0" marL="0" rtl="0" algn="l">
                  <a:spcBef>
                    <a:spcPts val="0"/>
                  </a:spcBef>
                  <a:spcAft>
                    <a:spcPts val="0"/>
                  </a:spcAft>
                  <a:buNone/>
                </a:pPr>
                <a:r>
                  <a:t/>
                </a:r>
                <a:endParaRPr/>
              </a:p>
            </p:txBody>
          </p:sp>
          <p:sp>
            <p:nvSpPr>
              <p:cNvPr id="1893" name="Google Shape;1893;p45"/>
              <p:cNvSpPr/>
              <p:nvPr/>
            </p:nvSpPr>
            <p:spPr>
              <a:xfrm>
                <a:off x="1318052" y="4622497"/>
                <a:ext cx="61876" cy="9113"/>
              </a:xfrm>
              <a:custGeom>
                <a:rect b="b" l="l" r="r" t="t"/>
                <a:pathLst>
                  <a:path extrusionOk="0" h="290" w="1969">
                    <a:moveTo>
                      <a:pt x="904" y="0"/>
                    </a:moveTo>
                    <a:cubicBezTo>
                      <a:pt x="640" y="0"/>
                      <a:pt x="375" y="19"/>
                      <a:pt x="112" y="43"/>
                    </a:cubicBezTo>
                    <a:cubicBezTo>
                      <a:pt x="0" y="53"/>
                      <a:pt x="14" y="221"/>
                      <a:pt x="119" y="221"/>
                    </a:cubicBezTo>
                    <a:cubicBezTo>
                      <a:pt x="122" y="221"/>
                      <a:pt x="126" y="220"/>
                      <a:pt x="129" y="220"/>
                    </a:cubicBezTo>
                    <a:cubicBezTo>
                      <a:pt x="384" y="197"/>
                      <a:pt x="640" y="178"/>
                      <a:pt x="896" y="178"/>
                    </a:cubicBezTo>
                    <a:cubicBezTo>
                      <a:pt x="1210" y="178"/>
                      <a:pt x="1524" y="206"/>
                      <a:pt x="1833" y="287"/>
                    </a:cubicBezTo>
                    <a:cubicBezTo>
                      <a:pt x="1841" y="289"/>
                      <a:pt x="1849" y="290"/>
                      <a:pt x="1856" y="290"/>
                    </a:cubicBezTo>
                    <a:cubicBezTo>
                      <a:pt x="1948" y="290"/>
                      <a:pt x="1968" y="134"/>
                      <a:pt x="1864" y="109"/>
                    </a:cubicBezTo>
                    <a:cubicBezTo>
                      <a:pt x="1548" y="28"/>
                      <a:pt x="1227" y="0"/>
                      <a:pt x="904" y="0"/>
                    </a:cubicBezTo>
                    <a:close/>
                  </a:path>
                </a:pathLst>
              </a:custGeom>
              <a:solidFill>
                <a:srgbClr val="B1452C"/>
              </a:solidFill>
              <a:ln>
                <a:noFill/>
              </a:ln>
            </p:spPr>
            <p:txBody>
              <a:bodyPr anchorCtr="0" anchor="ctr" bIns="81275" lIns="81275" spcFirstLastPara="1" rIns="81275" wrap="square" tIns="81275">
                <a:noAutofit/>
              </a:bodyPr>
              <a:lstStyle/>
              <a:p>
                <a:pPr indent="0" lvl="0" marL="0" rtl="0" algn="l">
                  <a:spcBef>
                    <a:spcPts val="0"/>
                  </a:spcBef>
                  <a:spcAft>
                    <a:spcPts val="0"/>
                  </a:spcAft>
                  <a:buNone/>
                </a:pPr>
                <a:r>
                  <a:t/>
                </a:r>
                <a:endParaRPr/>
              </a:p>
            </p:txBody>
          </p:sp>
          <p:sp>
            <p:nvSpPr>
              <p:cNvPr id="1894" name="Google Shape;1894;p45"/>
              <p:cNvSpPr/>
              <p:nvPr/>
            </p:nvSpPr>
            <p:spPr>
              <a:xfrm>
                <a:off x="1320660" y="4650685"/>
                <a:ext cx="56879" cy="8139"/>
              </a:xfrm>
              <a:custGeom>
                <a:rect b="b" l="l" r="r" t="t"/>
                <a:pathLst>
                  <a:path extrusionOk="0" h="259" w="1810">
                    <a:moveTo>
                      <a:pt x="925" y="0"/>
                    </a:moveTo>
                    <a:cubicBezTo>
                      <a:pt x="653" y="0"/>
                      <a:pt x="380" y="26"/>
                      <a:pt x="106" y="80"/>
                    </a:cubicBezTo>
                    <a:cubicBezTo>
                      <a:pt x="0" y="100"/>
                      <a:pt x="7" y="259"/>
                      <a:pt x="105" y="259"/>
                    </a:cubicBezTo>
                    <a:cubicBezTo>
                      <a:pt x="111" y="259"/>
                      <a:pt x="117" y="258"/>
                      <a:pt x="123" y="257"/>
                    </a:cubicBezTo>
                    <a:cubicBezTo>
                      <a:pt x="393" y="204"/>
                      <a:pt x="662" y="178"/>
                      <a:pt x="931" y="178"/>
                    </a:cubicBezTo>
                    <a:cubicBezTo>
                      <a:pt x="1176" y="178"/>
                      <a:pt x="1422" y="200"/>
                      <a:pt x="1670" y="243"/>
                    </a:cubicBezTo>
                    <a:cubicBezTo>
                      <a:pt x="1677" y="244"/>
                      <a:pt x="1683" y="245"/>
                      <a:pt x="1689" y="245"/>
                    </a:cubicBezTo>
                    <a:cubicBezTo>
                      <a:pt x="1788" y="245"/>
                      <a:pt x="1810" y="89"/>
                      <a:pt x="1701" y="69"/>
                    </a:cubicBezTo>
                    <a:cubicBezTo>
                      <a:pt x="1442" y="23"/>
                      <a:pt x="1184" y="0"/>
                      <a:pt x="925" y="0"/>
                    </a:cubicBezTo>
                    <a:close/>
                  </a:path>
                </a:pathLst>
              </a:custGeom>
              <a:solidFill>
                <a:srgbClr val="B1452C"/>
              </a:solidFill>
              <a:ln>
                <a:noFill/>
              </a:ln>
            </p:spPr>
            <p:txBody>
              <a:bodyPr anchorCtr="0" anchor="ctr" bIns="81275" lIns="81275" spcFirstLastPara="1" rIns="81275" wrap="square" tIns="81275">
                <a:noAutofit/>
              </a:bodyPr>
              <a:lstStyle/>
              <a:p>
                <a:pPr indent="0" lvl="0" marL="0" rtl="0" algn="l">
                  <a:spcBef>
                    <a:spcPts val="0"/>
                  </a:spcBef>
                  <a:spcAft>
                    <a:spcPts val="0"/>
                  </a:spcAft>
                  <a:buNone/>
                </a:pPr>
                <a:r>
                  <a:t/>
                </a:r>
                <a:endParaRPr/>
              </a:p>
            </p:txBody>
          </p:sp>
          <p:sp>
            <p:nvSpPr>
              <p:cNvPr id="1895" name="Google Shape;1895;p45"/>
              <p:cNvSpPr/>
              <p:nvPr/>
            </p:nvSpPr>
            <p:spPr>
              <a:xfrm>
                <a:off x="1427536" y="4577999"/>
                <a:ext cx="59456" cy="37333"/>
              </a:xfrm>
              <a:custGeom>
                <a:rect b="b" l="l" r="r" t="t"/>
                <a:pathLst>
                  <a:path extrusionOk="0" h="1188" w="1892">
                    <a:moveTo>
                      <a:pt x="124" y="1"/>
                    </a:moveTo>
                    <a:cubicBezTo>
                      <a:pt x="58" y="1"/>
                      <a:pt x="1" y="100"/>
                      <a:pt x="64" y="166"/>
                    </a:cubicBezTo>
                    <a:cubicBezTo>
                      <a:pt x="537" y="647"/>
                      <a:pt x="1109" y="988"/>
                      <a:pt x="1757" y="1184"/>
                    </a:cubicBezTo>
                    <a:cubicBezTo>
                      <a:pt x="1766" y="1186"/>
                      <a:pt x="1774" y="1187"/>
                      <a:pt x="1782" y="1187"/>
                    </a:cubicBezTo>
                    <a:cubicBezTo>
                      <a:pt x="1873" y="1187"/>
                      <a:pt x="1891" y="1035"/>
                      <a:pt x="1788" y="1006"/>
                    </a:cubicBezTo>
                    <a:cubicBezTo>
                      <a:pt x="1172" y="821"/>
                      <a:pt x="632" y="486"/>
                      <a:pt x="178" y="26"/>
                    </a:cubicBezTo>
                    <a:cubicBezTo>
                      <a:pt x="161" y="8"/>
                      <a:pt x="142" y="1"/>
                      <a:pt x="124" y="1"/>
                    </a:cubicBezTo>
                    <a:close/>
                  </a:path>
                </a:pathLst>
              </a:custGeom>
              <a:solidFill>
                <a:srgbClr val="B1452C"/>
              </a:solidFill>
              <a:ln>
                <a:noFill/>
              </a:ln>
            </p:spPr>
            <p:txBody>
              <a:bodyPr anchorCtr="0" anchor="ctr" bIns="81275" lIns="81275" spcFirstLastPara="1" rIns="81275" wrap="square" tIns="81275">
                <a:noAutofit/>
              </a:bodyPr>
              <a:lstStyle/>
              <a:p>
                <a:pPr indent="0" lvl="0" marL="0" rtl="0" algn="l">
                  <a:spcBef>
                    <a:spcPts val="0"/>
                  </a:spcBef>
                  <a:spcAft>
                    <a:spcPts val="0"/>
                  </a:spcAft>
                  <a:buNone/>
                </a:pPr>
                <a:r>
                  <a:t/>
                </a:r>
                <a:endParaRPr/>
              </a:p>
            </p:txBody>
          </p:sp>
          <p:sp>
            <p:nvSpPr>
              <p:cNvPr id="1896" name="Google Shape;1896;p45"/>
              <p:cNvSpPr/>
              <p:nvPr/>
            </p:nvSpPr>
            <p:spPr>
              <a:xfrm>
                <a:off x="1443689" y="4599462"/>
                <a:ext cx="55151" cy="80102"/>
              </a:xfrm>
              <a:custGeom>
                <a:rect b="b" l="l" r="r" t="t"/>
                <a:pathLst>
                  <a:path extrusionOk="0" h="2549" w="1755">
                    <a:moveTo>
                      <a:pt x="99" y="1"/>
                    </a:moveTo>
                    <a:cubicBezTo>
                      <a:pt x="51" y="1"/>
                      <a:pt x="0" y="34"/>
                      <a:pt x="2" y="96"/>
                    </a:cubicBezTo>
                    <a:cubicBezTo>
                      <a:pt x="27" y="1138"/>
                      <a:pt x="647" y="2093"/>
                      <a:pt x="1588" y="2539"/>
                    </a:cubicBezTo>
                    <a:cubicBezTo>
                      <a:pt x="1602" y="2546"/>
                      <a:pt x="1616" y="2549"/>
                      <a:pt x="1628" y="2549"/>
                    </a:cubicBezTo>
                    <a:cubicBezTo>
                      <a:pt x="1710" y="2549"/>
                      <a:pt x="1755" y="2421"/>
                      <a:pt x="1665" y="2379"/>
                    </a:cubicBezTo>
                    <a:cubicBezTo>
                      <a:pt x="776" y="1957"/>
                      <a:pt x="201" y="1062"/>
                      <a:pt x="180" y="79"/>
                    </a:cubicBezTo>
                    <a:cubicBezTo>
                      <a:pt x="179" y="26"/>
                      <a:pt x="140" y="1"/>
                      <a:pt x="99" y="1"/>
                    </a:cubicBezTo>
                    <a:close/>
                  </a:path>
                </a:pathLst>
              </a:custGeom>
              <a:solidFill>
                <a:srgbClr val="B1452C"/>
              </a:solidFill>
              <a:ln>
                <a:noFill/>
              </a:ln>
            </p:spPr>
            <p:txBody>
              <a:bodyPr anchorCtr="0" anchor="ctr" bIns="81275" lIns="81275" spcFirstLastPara="1" rIns="81275" wrap="square" tIns="81275">
                <a:noAutofit/>
              </a:bodyPr>
              <a:lstStyle/>
              <a:p>
                <a:pPr indent="0" lvl="0" marL="0" rtl="0" algn="l">
                  <a:spcBef>
                    <a:spcPts val="0"/>
                  </a:spcBef>
                  <a:spcAft>
                    <a:spcPts val="0"/>
                  </a:spcAft>
                  <a:buNone/>
                </a:pPr>
                <a:r>
                  <a:t/>
                </a:r>
                <a:endParaRPr/>
              </a:p>
            </p:txBody>
          </p:sp>
          <p:sp>
            <p:nvSpPr>
              <p:cNvPr id="1897" name="Google Shape;1897;p45"/>
              <p:cNvSpPr/>
              <p:nvPr/>
            </p:nvSpPr>
            <p:spPr>
              <a:xfrm>
                <a:off x="1369086" y="4588778"/>
                <a:ext cx="24449" cy="75640"/>
              </a:xfrm>
              <a:custGeom>
                <a:rect b="b" l="l" r="r" t="t"/>
                <a:pathLst>
                  <a:path extrusionOk="0" h="2407" w="778">
                    <a:moveTo>
                      <a:pt x="653" y="0"/>
                    </a:moveTo>
                    <a:cubicBezTo>
                      <a:pt x="630" y="0"/>
                      <a:pt x="607" y="11"/>
                      <a:pt x="589" y="35"/>
                    </a:cubicBezTo>
                    <a:cubicBezTo>
                      <a:pt x="108" y="715"/>
                      <a:pt x="0" y="1579"/>
                      <a:pt x="311" y="2353"/>
                    </a:cubicBezTo>
                    <a:cubicBezTo>
                      <a:pt x="326" y="2390"/>
                      <a:pt x="357" y="2406"/>
                      <a:pt x="389" y="2406"/>
                    </a:cubicBezTo>
                    <a:cubicBezTo>
                      <a:pt x="446" y="2406"/>
                      <a:pt x="505" y="2357"/>
                      <a:pt x="478" y="2290"/>
                    </a:cubicBezTo>
                    <a:cubicBezTo>
                      <a:pt x="192" y="1576"/>
                      <a:pt x="282" y="778"/>
                      <a:pt x="729" y="151"/>
                    </a:cubicBezTo>
                    <a:cubicBezTo>
                      <a:pt x="777" y="81"/>
                      <a:pt x="716" y="0"/>
                      <a:pt x="653" y="0"/>
                    </a:cubicBezTo>
                    <a:close/>
                  </a:path>
                </a:pathLst>
              </a:custGeom>
              <a:solidFill>
                <a:srgbClr val="B1452C"/>
              </a:solidFill>
              <a:ln>
                <a:noFill/>
              </a:ln>
            </p:spPr>
            <p:txBody>
              <a:bodyPr anchorCtr="0" anchor="ctr" bIns="81275" lIns="81275" spcFirstLastPara="1" rIns="81275" wrap="square" tIns="81275">
                <a:noAutofit/>
              </a:bodyPr>
              <a:lstStyle/>
              <a:p>
                <a:pPr indent="0" lvl="0" marL="0" rtl="0" algn="l">
                  <a:spcBef>
                    <a:spcPts val="0"/>
                  </a:spcBef>
                  <a:spcAft>
                    <a:spcPts val="0"/>
                  </a:spcAft>
                  <a:buNone/>
                </a:pPr>
                <a:r>
                  <a:t/>
                </a:r>
                <a:endParaRPr/>
              </a:p>
            </p:txBody>
          </p:sp>
          <p:sp>
            <p:nvSpPr>
              <p:cNvPr id="1898" name="Google Shape;1898;p45"/>
              <p:cNvSpPr/>
              <p:nvPr/>
            </p:nvSpPr>
            <p:spPr>
              <a:xfrm>
                <a:off x="1916384" y="4535889"/>
                <a:ext cx="47389" cy="79254"/>
              </a:xfrm>
              <a:custGeom>
                <a:rect b="b" l="l" r="r" t="t"/>
                <a:pathLst>
                  <a:path extrusionOk="0" h="2522" w="1508">
                    <a:moveTo>
                      <a:pt x="151" y="0"/>
                    </a:moveTo>
                    <a:cubicBezTo>
                      <a:pt x="76" y="0"/>
                      <a:pt x="0" y="78"/>
                      <a:pt x="51" y="161"/>
                    </a:cubicBezTo>
                    <a:cubicBezTo>
                      <a:pt x="519" y="896"/>
                      <a:pt x="929" y="1666"/>
                      <a:pt x="1281" y="2464"/>
                    </a:cubicBezTo>
                    <a:cubicBezTo>
                      <a:pt x="1299" y="2505"/>
                      <a:pt x="1330" y="2522"/>
                      <a:pt x="1362" y="2522"/>
                    </a:cubicBezTo>
                    <a:cubicBezTo>
                      <a:pt x="1432" y="2522"/>
                      <a:pt x="1508" y="2442"/>
                      <a:pt x="1470" y="2356"/>
                    </a:cubicBezTo>
                    <a:cubicBezTo>
                      <a:pt x="1114" y="1559"/>
                      <a:pt x="703" y="788"/>
                      <a:pt x="239" y="49"/>
                    </a:cubicBezTo>
                    <a:cubicBezTo>
                      <a:pt x="217" y="15"/>
                      <a:pt x="184" y="0"/>
                      <a:pt x="151" y="0"/>
                    </a:cubicBezTo>
                    <a:close/>
                  </a:path>
                </a:pathLst>
              </a:custGeom>
              <a:solidFill>
                <a:schemeClr val="accent5"/>
              </a:solidFill>
              <a:ln>
                <a:noFill/>
              </a:ln>
            </p:spPr>
            <p:txBody>
              <a:bodyPr anchorCtr="0" anchor="ctr" bIns="81275" lIns="81275" spcFirstLastPara="1" rIns="81275" wrap="square" tIns="81275">
                <a:noAutofit/>
              </a:bodyPr>
              <a:lstStyle/>
              <a:p>
                <a:pPr indent="0" lvl="0" marL="0" rtl="0" algn="l">
                  <a:spcBef>
                    <a:spcPts val="0"/>
                  </a:spcBef>
                  <a:spcAft>
                    <a:spcPts val="0"/>
                  </a:spcAft>
                  <a:buNone/>
                </a:pPr>
                <a:r>
                  <a:t/>
                </a:r>
                <a:endParaRPr/>
              </a:p>
            </p:txBody>
          </p:sp>
          <p:sp>
            <p:nvSpPr>
              <p:cNvPr id="1899" name="Google Shape;1899;p45"/>
              <p:cNvSpPr/>
              <p:nvPr/>
            </p:nvSpPr>
            <p:spPr>
              <a:xfrm>
                <a:off x="1929048" y="4553864"/>
                <a:ext cx="50783" cy="33091"/>
              </a:xfrm>
              <a:custGeom>
                <a:rect b="b" l="l" r="r" t="t"/>
                <a:pathLst>
                  <a:path extrusionOk="0" h="1053" w="1616">
                    <a:moveTo>
                      <a:pt x="163" y="0"/>
                    </a:moveTo>
                    <a:cubicBezTo>
                      <a:pt x="64" y="0"/>
                      <a:pt x="1" y="146"/>
                      <a:pt x="105" y="202"/>
                    </a:cubicBezTo>
                    <a:cubicBezTo>
                      <a:pt x="551" y="439"/>
                      <a:pt x="976" y="715"/>
                      <a:pt x="1373" y="1028"/>
                    </a:cubicBezTo>
                    <a:cubicBezTo>
                      <a:pt x="1396" y="1045"/>
                      <a:pt x="1420" y="1053"/>
                      <a:pt x="1444" y="1053"/>
                    </a:cubicBezTo>
                    <a:cubicBezTo>
                      <a:pt x="1536" y="1053"/>
                      <a:pt x="1615" y="941"/>
                      <a:pt x="1527" y="875"/>
                    </a:cubicBezTo>
                    <a:cubicBezTo>
                      <a:pt x="1115" y="551"/>
                      <a:pt x="676" y="262"/>
                      <a:pt x="216" y="14"/>
                    </a:cubicBezTo>
                    <a:cubicBezTo>
                      <a:pt x="198" y="4"/>
                      <a:pt x="180" y="0"/>
                      <a:pt x="163" y="0"/>
                    </a:cubicBezTo>
                    <a:close/>
                  </a:path>
                </a:pathLst>
              </a:custGeom>
              <a:solidFill>
                <a:schemeClr val="accent5"/>
              </a:solidFill>
              <a:ln>
                <a:noFill/>
              </a:ln>
            </p:spPr>
            <p:txBody>
              <a:bodyPr anchorCtr="0" anchor="ctr" bIns="81275" lIns="81275" spcFirstLastPara="1" rIns="81275" wrap="square" tIns="81275">
                <a:noAutofit/>
              </a:bodyPr>
              <a:lstStyle/>
              <a:p>
                <a:pPr indent="0" lvl="0" marL="0" rtl="0" algn="l">
                  <a:spcBef>
                    <a:spcPts val="0"/>
                  </a:spcBef>
                  <a:spcAft>
                    <a:spcPts val="0"/>
                  </a:spcAft>
                  <a:buNone/>
                </a:pPr>
                <a:r>
                  <a:t/>
                </a:r>
                <a:endParaRPr/>
              </a:p>
            </p:txBody>
          </p:sp>
          <p:sp>
            <p:nvSpPr>
              <p:cNvPr id="1900" name="Google Shape;1900;p45"/>
              <p:cNvSpPr/>
              <p:nvPr/>
            </p:nvSpPr>
            <p:spPr>
              <a:xfrm>
                <a:off x="1959593" y="4370688"/>
                <a:ext cx="194709" cy="318430"/>
              </a:xfrm>
              <a:custGeom>
                <a:rect b="b" l="l" r="r" t="t"/>
                <a:pathLst>
                  <a:path extrusionOk="0" h="10133" w="6196">
                    <a:moveTo>
                      <a:pt x="2516" y="0"/>
                    </a:moveTo>
                    <a:cubicBezTo>
                      <a:pt x="2516" y="0"/>
                      <a:pt x="478" y="1627"/>
                      <a:pt x="1" y="3731"/>
                    </a:cubicBezTo>
                    <a:cubicBezTo>
                      <a:pt x="1" y="3731"/>
                      <a:pt x="2861" y="7958"/>
                      <a:pt x="3245" y="10132"/>
                    </a:cubicBezTo>
                    <a:cubicBezTo>
                      <a:pt x="3245" y="10132"/>
                      <a:pt x="5440" y="8735"/>
                      <a:pt x="6196" y="6780"/>
                    </a:cubicBezTo>
                    <a:cubicBezTo>
                      <a:pt x="6196" y="6780"/>
                      <a:pt x="4538" y="2659"/>
                      <a:pt x="2516" y="0"/>
                    </a:cubicBezTo>
                    <a:close/>
                  </a:path>
                </a:pathLst>
              </a:custGeom>
              <a:solidFill>
                <a:schemeClr val="dk1"/>
              </a:solidFill>
              <a:ln>
                <a:noFill/>
              </a:ln>
            </p:spPr>
            <p:txBody>
              <a:bodyPr anchorCtr="0" anchor="ctr" bIns="81275" lIns="81275" spcFirstLastPara="1" rIns="81275" wrap="square" tIns="81275">
                <a:noAutofit/>
              </a:bodyPr>
              <a:lstStyle/>
              <a:p>
                <a:pPr indent="0" lvl="0" marL="0" rtl="0" algn="l">
                  <a:spcBef>
                    <a:spcPts val="0"/>
                  </a:spcBef>
                  <a:spcAft>
                    <a:spcPts val="0"/>
                  </a:spcAft>
                  <a:buNone/>
                </a:pPr>
                <a:r>
                  <a:t/>
                </a:r>
                <a:endParaRPr/>
              </a:p>
            </p:txBody>
          </p:sp>
          <p:sp>
            <p:nvSpPr>
              <p:cNvPr id="1901" name="Google Shape;1901;p45"/>
              <p:cNvSpPr/>
              <p:nvPr/>
            </p:nvSpPr>
            <p:spPr>
              <a:xfrm>
                <a:off x="2065150" y="4059392"/>
                <a:ext cx="681860" cy="987468"/>
              </a:xfrm>
              <a:custGeom>
                <a:rect b="b" l="l" r="r" t="t"/>
                <a:pathLst>
                  <a:path extrusionOk="0" h="31423" w="21698">
                    <a:moveTo>
                      <a:pt x="10764" y="0"/>
                    </a:moveTo>
                    <a:cubicBezTo>
                      <a:pt x="9313" y="0"/>
                      <a:pt x="8548" y="899"/>
                      <a:pt x="8548" y="899"/>
                    </a:cubicBezTo>
                    <a:cubicBezTo>
                      <a:pt x="8548" y="899"/>
                      <a:pt x="8043" y="1010"/>
                      <a:pt x="7335" y="1195"/>
                    </a:cubicBezTo>
                    <a:cubicBezTo>
                      <a:pt x="7049" y="1268"/>
                      <a:pt x="6732" y="1355"/>
                      <a:pt x="6398" y="1449"/>
                    </a:cubicBezTo>
                    <a:cubicBezTo>
                      <a:pt x="6332" y="1467"/>
                      <a:pt x="6262" y="1487"/>
                      <a:pt x="6192" y="1508"/>
                    </a:cubicBezTo>
                    <a:cubicBezTo>
                      <a:pt x="5060" y="1840"/>
                      <a:pt x="3820" y="2275"/>
                      <a:pt x="3210" y="2714"/>
                    </a:cubicBezTo>
                    <a:cubicBezTo>
                      <a:pt x="2366" y="3321"/>
                      <a:pt x="2147" y="6171"/>
                      <a:pt x="2084" y="9199"/>
                    </a:cubicBezTo>
                    <a:cubicBezTo>
                      <a:pt x="2084" y="9271"/>
                      <a:pt x="2084" y="9348"/>
                      <a:pt x="2081" y="9425"/>
                    </a:cubicBezTo>
                    <a:cubicBezTo>
                      <a:pt x="2078" y="9683"/>
                      <a:pt x="2073" y="9944"/>
                      <a:pt x="2070" y="10205"/>
                    </a:cubicBezTo>
                    <a:cubicBezTo>
                      <a:pt x="2067" y="10596"/>
                      <a:pt x="2063" y="10989"/>
                      <a:pt x="2063" y="11376"/>
                    </a:cubicBezTo>
                    <a:lnTo>
                      <a:pt x="2063" y="11630"/>
                    </a:lnTo>
                    <a:cubicBezTo>
                      <a:pt x="2060" y="12606"/>
                      <a:pt x="2060" y="13540"/>
                      <a:pt x="2049" y="14359"/>
                    </a:cubicBezTo>
                    <a:cubicBezTo>
                      <a:pt x="2049" y="14453"/>
                      <a:pt x="2046" y="14543"/>
                      <a:pt x="2046" y="14631"/>
                    </a:cubicBezTo>
                    <a:cubicBezTo>
                      <a:pt x="2036" y="15104"/>
                      <a:pt x="2022" y="15537"/>
                      <a:pt x="2001" y="15910"/>
                    </a:cubicBezTo>
                    <a:cubicBezTo>
                      <a:pt x="1990" y="16069"/>
                      <a:pt x="1980" y="16220"/>
                      <a:pt x="1966" y="16355"/>
                    </a:cubicBezTo>
                    <a:cubicBezTo>
                      <a:pt x="1798" y="18087"/>
                      <a:pt x="1144" y="20704"/>
                      <a:pt x="642" y="23031"/>
                    </a:cubicBezTo>
                    <a:cubicBezTo>
                      <a:pt x="624" y="23119"/>
                      <a:pt x="607" y="23203"/>
                      <a:pt x="589" y="23286"/>
                    </a:cubicBezTo>
                    <a:cubicBezTo>
                      <a:pt x="436" y="24000"/>
                      <a:pt x="301" y="24687"/>
                      <a:pt x="203" y="25307"/>
                    </a:cubicBezTo>
                    <a:cubicBezTo>
                      <a:pt x="185" y="25401"/>
                      <a:pt x="171" y="25495"/>
                      <a:pt x="158" y="25586"/>
                    </a:cubicBezTo>
                    <a:cubicBezTo>
                      <a:pt x="50" y="26331"/>
                      <a:pt x="0" y="26962"/>
                      <a:pt x="50" y="27415"/>
                    </a:cubicBezTo>
                    <a:cubicBezTo>
                      <a:pt x="102" y="27902"/>
                      <a:pt x="349" y="28338"/>
                      <a:pt x="750" y="28725"/>
                    </a:cubicBezTo>
                    <a:cubicBezTo>
                      <a:pt x="802" y="28774"/>
                      <a:pt x="854" y="28822"/>
                      <a:pt x="907" y="28868"/>
                    </a:cubicBezTo>
                    <a:cubicBezTo>
                      <a:pt x="2593" y="30307"/>
                      <a:pt x="6475" y="31053"/>
                      <a:pt x="10339" y="31314"/>
                    </a:cubicBezTo>
                    <a:cubicBezTo>
                      <a:pt x="10412" y="31321"/>
                      <a:pt x="10485" y="31324"/>
                      <a:pt x="10558" y="31328"/>
                    </a:cubicBezTo>
                    <a:cubicBezTo>
                      <a:pt x="11590" y="31392"/>
                      <a:pt x="12619" y="31423"/>
                      <a:pt x="13601" y="31423"/>
                    </a:cubicBezTo>
                    <a:cubicBezTo>
                      <a:pt x="15112" y="31423"/>
                      <a:pt x="16514" y="31351"/>
                      <a:pt x="17653" y="31220"/>
                    </a:cubicBezTo>
                    <a:cubicBezTo>
                      <a:pt x="17813" y="31202"/>
                      <a:pt x="17970" y="31181"/>
                      <a:pt x="18120" y="31160"/>
                    </a:cubicBezTo>
                    <a:cubicBezTo>
                      <a:pt x="19493" y="30969"/>
                      <a:pt x="20387" y="30683"/>
                      <a:pt x="20471" y="30335"/>
                    </a:cubicBezTo>
                    <a:cubicBezTo>
                      <a:pt x="21492" y="25997"/>
                      <a:pt x="19858" y="20028"/>
                      <a:pt x="20050" y="15564"/>
                    </a:cubicBezTo>
                    <a:cubicBezTo>
                      <a:pt x="20061" y="15348"/>
                      <a:pt x="20074" y="15136"/>
                      <a:pt x="20091" y="14927"/>
                    </a:cubicBezTo>
                    <a:cubicBezTo>
                      <a:pt x="20280" y="12784"/>
                      <a:pt x="20754" y="11171"/>
                      <a:pt x="21095" y="9749"/>
                    </a:cubicBezTo>
                    <a:cubicBezTo>
                      <a:pt x="21479" y="8174"/>
                      <a:pt x="21698" y="6833"/>
                      <a:pt x="21196" y="5261"/>
                    </a:cubicBezTo>
                    <a:cubicBezTo>
                      <a:pt x="20785" y="3979"/>
                      <a:pt x="20116" y="3303"/>
                      <a:pt x="19284" y="2881"/>
                    </a:cubicBezTo>
                    <a:cubicBezTo>
                      <a:pt x="19210" y="2846"/>
                      <a:pt x="19133" y="2808"/>
                      <a:pt x="19057" y="2777"/>
                    </a:cubicBezTo>
                    <a:cubicBezTo>
                      <a:pt x="17991" y="2309"/>
                      <a:pt x="16680" y="2192"/>
                      <a:pt x="15325" y="1759"/>
                    </a:cubicBezTo>
                    <a:cubicBezTo>
                      <a:pt x="14705" y="1560"/>
                      <a:pt x="14070" y="1296"/>
                      <a:pt x="13447" y="899"/>
                    </a:cubicBezTo>
                    <a:cubicBezTo>
                      <a:pt x="12387" y="225"/>
                      <a:pt x="11490" y="0"/>
                      <a:pt x="10764" y="0"/>
                    </a:cubicBezTo>
                    <a:close/>
                  </a:path>
                </a:pathLst>
              </a:custGeom>
              <a:solidFill>
                <a:schemeClr val="accent6"/>
              </a:solidFill>
              <a:ln>
                <a:noFill/>
              </a:ln>
            </p:spPr>
            <p:txBody>
              <a:bodyPr anchorCtr="0" anchor="ctr" bIns="81275" lIns="81275" spcFirstLastPara="1" rIns="81275" wrap="square" tIns="81275">
                <a:noAutofit/>
              </a:bodyPr>
              <a:lstStyle/>
              <a:p>
                <a:pPr indent="0" lvl="0" marL="0" rtl="0" algn="l">
                  <a:spcBef>
                    <a:spcPts val="0"/>
                  </a:spcBef>
                  <a:spcAft>
                    <a:spcPts val="0"/>
                  </a:spcAft>
                  <a:buNone/>
                </a:pPr>
                <a:r>
                  <a:t/>
                </a:r>
                <a:endParaRPr/>
              </a:p>
            </p:txBody>
          </p:sp>
          <p:sp>
            <p:nvSpPr>
              <p:cNvPr id="1902" name="Google Shape;1902;p45"/>
              <p:cNvSpPr/>
              <p:nvPr/>
            </p:nvSpPr>
            <p:spPr>
              <a:xfrm>
                <a:off x="2693870" y="4378859"/>
                <a:ext cx="19703" cy="214664"/>
              </a:xfrm>
              <a:custGeom>
                <a:rect b="b" l="l" r="r" t="t"/>
                <a:pathLst>
                  <a:path extrusionOk="0" h="6831" w="627">
                    <a:moveTo>
                      <a:pt x="613" y="0"/>
                    </a:moveTo>
                    <a:cubicBezTo>
                      <a:pt x="609" y="0"/>
                      <a:pt x="605" y="3"/>
                      <a:pt x="604" y="8"/>
                    </a:cubicBezTo>
                    <a:cubicBezTo>
                      <a:pt x="531" y="478"/>
                      <a:pt x="454" y="945"/>
                      <a:pt x="385" y="1416"/>
                    </a:cubicBezTo>
                    <a:cubicBezTo>
                      <a:pt x="322" y="1823"/>
                      <a:pt x="259" y="2235"/>
                      <a:pt x="207" y="2646"/>
                    </a:cubicBezTo>
                    <a:cubicBezTo>
                      <a:pt x="155" y="3047"/>
                      <a:pt x="113" y="3447"/>
                      <a:pt x="81" y="3848"/>
                    </a:cubicBezTo>
                    <a:cubicBezTo>
                      <a:pt x="46" y="4277"/>
                      <a:pt x="22" y="4705"/>
                      <a:pt x="12" y="5134"/>
                    </a:cubicBezTo>
                    <a:cubicBezTo>
                      <a:pt x="1" y="5628"/>
                      <a:pt x="1" y="6120"/>
                      <a:pt x="15" y="6614"/>
                    </a:cubicBezTo>
                    <a:cubicBezTo>
                      <a:pt x="15" y="6684"/>
                      <a:pt x="18" y="6750"/>
                      <a:pt x="18" y="6820"/>
                    </a:cubicBezTo>
                    <a:cubicBezTo>
                      <a:pt x="20" y="6827"/>
                      <a:pt x="26" y="6831"/>
                      <a:pt x="31" y="6831"/>
                    </a:cubicBezTo>
                    <a:cubicBezTo>
                      <a:pt x="37" y="6831"/>
                      <a:pt x="41" y="6827"/>
                      <a:pt x="39" y="6820"/>
                    </a:cubicBezTo>
                    <a:cubicBezTo>
                      <a:pt x="25" y="6315"/>
                      <a:pt x="22" y="5810"/>
                      <a:pt x="29" y="5305"/>
                    </a:cubicBezTo>
                    <a:cubicBezTo>
                      <a:pt x="36" y="4872"/>
                      <a:pt x="57" y="4440"/>
                      <a:pt x="88" y="4008"/>
                    </a:cubicBezTo>
                    <a:cubicBezTo>
                      <a:pt x="116" y="3608"/>
                      <a:pt x="158" y="3206"/>
                      <a:pt x="207" y="2806"/>
                    </a:cubicBezTo>
                    <a:cubicBezTo>
                      <a:pt x="259" y="2395"/>
                      <a:pt x="318" y="1984"/>
                      <a:pt x="380" y="1572"/>
                    </a:cubicBezTo>
                    <a:cubicBezTo>
                      <a:pt x="451" y="1112"/>
                      <a:pt x="523" y="656"/>
                      <a:pt x="597" y="196"/>
                    </a:cubicBezTo>
                    <a:cubicBezTo>
                      <a:pt x="607" y="137"/>
                      <a:pt x="615" y="75"/>
                      <a:pt x="625" y="15"/>
                    </a:cubicBezTo>
                    <a:cubicBezTo>
                      <a:pt x="627" y="6"/>
                      <a:pt x="619" y="0"/>
                      <a:pt x="613" y="0"/>
                    </a:cubicBezTo>
                    <a:close/>
                  </a:path>
                </a:pathLst>
              </a:custGeom>
              <a:solidFill>
                <a:schemeClr val="accent5"/>
              </a:solidFill>
              <a:ln>
                <a:noFill/>
              </a:ln>
            </p:spPr>
            <p:txBody>
              <a:bodyPr anchorCtr="0" anchor="ctr" bIns="81275" lIns="81275" spcFirstLastPara="1" rIns="81275" wrap="square" tIns="81275">
                <a:noAutofit/>
              </a:bodyPr>
              <a:lstStyle/>
              <a:p>
                <a:pPr indent="0" lvl="0" marL="0" rtl="0" algn="l">
                  <a:spcBef>
                    <a:spcPts val="0"/>
                  </a:spcBef>
                  <a:spcAft>
                    <a:spcPts val="0"/>
                  </a:spcAft>
                  <a:buNone/>
                </a:pPr>
                <a:r>
                  <a:t/>
                </a:r>
                <a:endParaRPr/>
              </a:p>
            </p:txBody>
          </p:sp>
          <p:sp>
            <p:nvSpPr>
              <p:cNvPr id="1903" name="Google Shape;1903;p45"/>
              <p:cNvSpPr/>
              <p:nvPr/>
            </p:nvSpPr>
            <p:spPr>
              <a:xfrm>
                <a:off x="2130514" y="4104895"/>
                <a:ext cx="143581" cy="250709"/>
              </a:xfrm>
              <a:custGeom>
                <a:rect b="b" l="l" r="r" t="t"/>
                <a:pathLst>
                  <a:path extrusionOk="0" h="7978" w="4569">
                    <a:moveTo>
                      <a:pt x="4318" y="1"/>
                    </a:moveTo>
                    <a:cubicBezTo>
                      <a:pt x="4252" y="19"/>
                      <a:pt x="4182" y="39"/>
                      <a:pt x="4112" y="60"/>
                    </a:cubicBezTo>
                    <a:cubicBezTo>
                      <a:pt x="4401" y="1266"/>
                      <a:pt x="4353" y="2552"/>
                      <a:pt x="3959" y="3733"/>
                    </a:cubicBezTo>
                    <a:cubicBezTo>
                      <a:pt x="3422" y="5353"/>
                      <a:pt x="2220" y="6681"/>
                      <a:pt x="701" y="7447"/>
                    </a:cubicBezTo>
                    <a:cubicBezTo>
                      <a:pt x="474" y="7562"/>
                      <a:pt x="241" y="7664"/>
                      <a:pt x="4" y="7751"/>
                    </a:cubicBezTo>
                    <a:cubicBezTo>
                      <a:pt x="4" y="7823"/>
                      <a:pt x="4" y="7900"/>
                      <a:pt x="1" y="7977"/>
                    </a:cubicBezTo>
                    <a:cubicBezTo>
                      <a:pt x="987" y="7625"/>
                      <a:pt x="1896" y="7050"/>
                      <a:pt x="2632" y="6301"/>
                    </a:cubicBezTo>
                    <a:cubicBezTo>
                      <a:pt x="3907" y="4998"/>
                      <a:pt x="4569" y="3203"/>
                      <a:pt x="4506" y="1384"/>
                    </a:cubicBezTo>
                    <a:cubicBezTo>
                      <a:pt x="4492" y="918"/>
                      <a:pt x="4430" y="454"/>
                      <a:pt x="4318" y="1"/>
                    </a:cubicBezTo>
                    <a:close/>
                  </a:path>
                </a:pathLst>
              </a:custGeom>
              <a:solidFill>
                <a:schemeClr val="accent5"/>
              </a:solidFill>
              <a:ln>
                <a:noFill/>
              </a:ln>
            </p:spPr>
            <p:txBody>
              <a:bodyPr anchorCtr="0" anchor="ctr" bIns="81275" lIns="81275" spcFirstLastPara="1" rIns="81275" wrap="square" tIns="81275">
                <a:noAutofit/>
              </a:bodyPr>
              <a:lstStyle/>
              <a:p>
                <a:pPr indent="0" lvl="0" marL="0" rtl="0" algn="l">
                  <a:spcBef>
                    <a:spcPts val="0"/>
                  </a:spcBef>
                  <a:spcAft>
                    <a:spcPts val="0"/>
                  </a:spcAft>
                  <a:buNone/>
                </a:pPr>
                <a:r>
                  <a:t/>
                </a:r>
                <a:endParaRPr/>
              </a:p>
            </p:txBody>
          </p:sp>
          <p:sp>
            <p:nvSpPr>
              <p:cNvPr id="1904" name="Google Shape;1904;p45"/>
              <p:cNvSpPr/>
              <p:nvPr/>
            </p:nvSpPr>
            <p:spPr>
              <a:xfrm>
                <a:off x="2439610" y="4121362"/>
                <a:ext cx="231539" cy="62819"/>
              </a:xfrm>
              <a:custGeom>
                <a:rect b="b" l="l" r="r" t="t"/>
                <a:pathLst>
                  <a:path extrusionOk="0" h="1999" w="7368">
                    <a:moveTo>
                      <a:pt x="151" y="1"/>
                    </a:moveTo>
                    <a:cubicBezTo>
                      <a:pt x="74" y="1"/>
                      <a:pt x="1" y="76"/>
                      <a:pt x="57" y="157"/>
                    </a:cubicBezTo>
                    <a:cubicBezTo>
                      <a:pt x="879" y="1299"/>
                      <a:pt x="2238" y="1905"/>
                      <a:pt x="3625" y="1989"/>
                    </a:cubicBezTo>
                    <a:cubicBezTo>
                      <a:pt x="3730" y="1995"/>
                      <a:pt x="3834" y="1998"/>
                      <a:pt x="3938" y="1998"/>
                    </a:cubicBezTo>
                    <a:cubicBezTo>
                      <a:pt x="5161" y="1998"/>
                      <a:pt x="6342" y="1571"/>
                      <a:pt x="7368" y="909"/>
                    </a:cubicBezTo>
                    <a:cubicBezTo>
                      <a:pt x="7294" y="874"/>
                      <a:pt x="7217" y="836"/>
                      <a:pt x="7141" y="805"/>
                    </a:cubicBezTo>
                    <a:cubicBezTo>
                      <a:pt x="6806" y="1014"/>
                      <a:pt x="6451" y="1198"/>
                      <a:pt x="6081" y="1349"/>
                    </a:cubicBezTo>
                    <a:cubicBezTo>
                      <a:pt x="5390" y="1631"/>
                      <a:pt x="4653" y="1782"/>
                      <a:pt x="3916" y="1782"/>
                    </a:cubicBezTo>
                    <a:cubicBezTo>
                      <a:pt x="3280" y="1782"/>
                      <a:pt x="2644" y="1669"/>
                      <a:pt x="2040" y="1428"/>
                    </a:cubicBezTo>
                    <a:cubicBezTo>
                      <a:pt x="1329" y="1143"/>
                      <a:pt x="691" y="672"/>
                      <a:pt x="242" y="48"/>
                    </a:cubicBezTo>
                    <a:cubicBezTo>
                      <a:pt x="218" y="15"/>
                      <a:pt x="184" y="1"/>
                      <a:pt x="151" y="1"/>
                    </a:cubicBezTo>
                    <a:close/>
                  </a:path>
                </a:pathLst>
              </a:custGeom>
              <a:solidFill>
                <a:schemeClr val="accent5"/>
              </a:solidFill>
              <a:ln>
                <a:noFill/>
              </a:ln>
            </p:spPr>
            <p:txBody>
              <a:bodyPr anchorCtr="0" anchor="ctr" bIns="81275" lIns="81275" spcFirstLastPara="1" rIns="81275" wrap="square" tIns="81275">
                <a:noAutofit/>
              </a:bodyPr>
              <a:lstStyle/>
              <a:p>
                <a:pPr indent="0" lvl="0" marL="0" rtl="0" algn="l">
                  <a:spcBef>
                    <a:spcPts val="0"/>
                  </a:spcBef>
                  <a:spcAft>
                    <a:spcPts val="0"/>
                  </a:spcAft>
                  <a:buNone/>
                </a:pPr>
                <a:r>
                  <a:t/>
                </a:r>
                <a:endParaRPr/>
              </a:p>
            </p:txBody>
          </p:sp>
          <p:sp>
            <p:nvSpPr>
              <p:cNvPr id="1905" name="Google Shape;1905;p45"/>
              <p:cNvSpPr/>
              <p:nvPr/>
            </p:nvSpPr>
            <p:spPr>
              <a:xfrm>
                <a:off x="2129979" y="4382127"/>
                <a:ext cx="515653" cy="217650"/>
              </a:xfrm>
              <a:custGeom>
                <a:rect b="b" l="l" r="r" t="t"/>
                <a:pathLst>
                  <a:path extrusionOk="0" h="6926" w="16409">
                    <a:moveTo>
                      <a:pt x="3797" y="1"/>
                    </a:moveTo>
                    <a:cubicBezTo>
                      <a:pt x="3462" y="1"/>
                      <a:pt x="3125" y="25"/>
                      <a:pt x="2788" y="75"/>
                    </a:cubicBezTo>
                    <a:cubicBezTo>
                      <a:pt x="1798" y="221"/>
                      <a:pt x="847" y="577"/>
                      <a:pt x="0" y="1106"/>
                    </a:cubicBezTo>
                    <a:lnTo>
                      <a:pt x="0" y="1360"/>
                    </a:lnTo>
                    <a:cubicBezTo>
                      <a:pt x="1143" y="616"/>
                      <a:pt x="2487" y="221"/>
                      <a:pt x="3839" y="221"/>
                    </a:cubicBezTo>
                    <a:cubicBezTo>
                      <a:pt x="4784" y="221"/>
                      <a:pt x="5733" y="414"/>
                      <a:pt x="6621" y="814"/>
                    </a:cubicBezTo>
                    <a:cubicBezTo>
                      <a:pt x="7931" y="1402"/>
                      <a:pt x="8994" y="2364"/>
                      <a:pt x="9757" y="3577"/>
                    </a:cubicBezTo>
                    <a:cubicBezTo>
                      <a:pt x="10150" y="4204"/>
                      <a:pt x="10502" y="4859"/>
                      <a:pt x="10986" y="5423"/>
                    </a:cubicBezTo>
                    <a:cubicBezTo>
                      <a:pt x="11359" y="5862"/>
                      <a:pt x="11837" y="6183"/>
                      <a:pt x="12363" y="6413"/>
                    </a:cubicBezTo>
                    <a:cubicBezTo>
                      <a:pt x="13122" y="6744"/>
                      <a:pt x="13985" y="6926"/>
                      <a:pt x="14837" y="6926"/>
                    </a:cubicBezTo>
                    <a:cubicBezTo>
                      <a:pt x="15331" y="6926"/>
                      <a:pt x="15821" y="6865"/>
                      <a:pt x="16287" y="6737"/>
                    </a:cubicBezTo>
                    <a:cubicBezTo>
                      <a:pt x="16409" y="6705"/>
                      <a:pt x="16371" y="6527"/>
                      <a:pt x="16260" y="6527"/>
                    </a:cubicBezTo>
                    <a:cubicBezTo>
                      <a:pt x="16250" y="6527"/>
                      <a:pt x="16241" y="6528"/>
                      <a:pt x="16230" y="6531"/>
                    </a:cubicBezTo>
                    <a:cubicBezTo>
                      <a:pt x="15782" y="6655"/>
                      <a:pt x="15312" y="6713"/>
                      <a:pt x="14838" y="6713"/>
                    </a:cubicBezTo>
                    <a:cubicBezTo>
                      <a:pt x="14071" y="6713"/>
                      <a:pt x="13297" y="6560"/>
                      <a:pt x="12604" y="6284"/>
                    </a:cubicBezTo>
                    <a:cubicBezTo>
                      <a:pt x="12039" y="6061"/>
                      <a:pt x="11530" y="5733"/>
                      <a:pt x="11137" y="5273"/>
                    </a:cubicBezTo>
                    <a:cubicBezTo>
                      <a:pt x="10624" y="4678"/>
                      <a:pt x="10269" y="3970"/>
                      <a:pt x="9844" y="3316"/>
                    </a:cubicBezTo>
                    <a:cubicBezTo>
                      <a:pt x="8513" y="1268"/>
                      <a:pt x="6212" y="1"/>
                      <a:pt x="3797" y="1"/>
                    </a:cubicBezTo>
                    <a:close/>
                  </a:path>
                </a:pathLst>
              </a:custGeom>
              <a:solidFill>
                <a:schemeClr val="accent5"/>
              </a:solidFill>
              <a:ln>
                <a:noFill/>
              </a:ln>
            </p:spPr>
            <p:txBody>
              <a:bodyPr anchorCtr="0" anchor="ctr" bIns="81275" lIns="81275" spcFirstLastPara="1" rIns="81275" wrap="square" tIns="81275">
                <a:noAutofit/>
              </a:bodyPr>
              <a:lstStyle/>
              <a:p>
                <a:pPr indent="0" lvl="0" marL="0" rtl="0" algn="l">
                  <a:spcBef>
                    <a:spcPts val="0"/>
                  </a:spcBef>
                  <a:spcAft>
                    <a:spcPts val="0"/>
                  </a:spcAft>
                  <a:buNone/>
                </a:pPr>
                <a:r>
                  <a:t/>
                </a:r>
                <a:endParaRPr/>
              </a:p>
            </p:txBody>
          </p:sp>
          <p:sp>
            <p:nvSpPr>
              <p:cNvPr id="1906" name="Google Shape;1906;p45"/>
              <p:cNvSpPr/>
              <p:nvPr/>
            </p:nvSpPr>
            <p:spPr>
              <a:xfrm>
                <a:off x="2435462" y="4633370"/>
                <a:ext cx="233833" cy="271638"/>
              </a:xfrm>
              <a:custGeom>
                <a:rect b="b" l="l" r="r" t="t"/>
                <a:pathLst>
                  <a:path extrusionOk="0" h="8644" w="7441">
                    <a:moveTo>
                      <a:pt x="2572" y="1"/>
                    </a:moveTo>
                    <a:cubicBezTo>
                      <a:pt x="1701" y="1"/>
                      <a:pt x="796" y="276"/>
                      <a:pt x="429" y="1143"/>
                    </a:cubicBezTo>
                    <a:cubicBezTo>
                      <a:pt x="1" y="2153"/>
                      <a:pt x="482" y="3355"/>
                      <a:pt x="1081" y="4192"/>
                    </a:cubicBezTo>
                    <a:cubicBezTo>
                      <a:pt x="1743" y="5126"/>
                      <a:pt x="2659" y="5861"/>
                      <a:pt x="3593" y="6512"/>
                    </a:cubicBezTo>
                    <a:cubicBezTo>
                      <a:pt x="4747" y="7313"/>
                      <a:pt x="5990" y="7972"/>
                      <a:pt x="7231" y="8631"/>
                    </a:cubicBezTo>
                    <a:cubicBezTo>
                      <a:pt x="7248" y="8640"/>
                      <a:pt x="7265" y="8644"/>
                      <a:pt x="7281" y="8644"/>
                    </a:cubicBezTo>
                    <a:cubicBezTo>
                      <a:pt x="7376" y="8644"/>
                      <a:pt x="7441" y="8503"/>
                      <a:pt x="7339" y="8446"/>
                    </a:cubicBezTo>
                    <a:cubicBezTo>
                      <a:pt x="5374" y="7405"/>
                      <a:pt x="3277" y="6342"/>
                      <a:pt x="1750" y="4683"/>
                    </a:cubicBezTo>
                    <a:cubicBezTo>
                      <a:pt x="1056" y="3927"/>
                      <a:pt x="450" y="2937"/>
                      <a:pt x="488" y="1874"/>
                    </a:cubicBezTo>
                    <a:cubicBezTo>
                      <a:pt x="509" y="1321"/>
                      <a:pt x="760" y="826"/>
                      <a:pt x="1238" y="530"/>
                    </a:cubicBezTo>
                    <a:cubicBezTo>
                      <a:pt x="1624" y="290"/>
                      <a:pt x="2072" y="204"/>
                      <a:pt x="2523" y="204"/>
                    </a:cubicBezTo>
                    <a:cubicBezTo>
                      <a:pt x="2622" y="204"/>
                      <a:pt x="2721" y="209"/>
                      <a:pt x="2820" y="216"/>
                    </a:cubicBezTo>
                    <a:cubicBezTo>
                      <a:pt x="3502" y="268"/>
                      <a:pt x="4192" y="446"/>
                      <a:pt x="4848" y="644"/>
                    </a:cubicBezTo>
                    <a:cubicBezTo>
                      <a:pt x="5503" y="843"/>
                      <a:pt x="6137" y="1094"/>
                      <a:pt x="6754" y="1390"/>
                    </a:cubicBezTo>
                    <a:cubicBezTo>
                      <a:pt x="6770" y="1398"/>
                      <a:pt x="6785" y="1401"/>
                      <a:pt x="6800" y="1401"/>
                    </a:cubicBezTo>
                    <a:cubicBezTo>
                      <a:pt x="6900" y="1401"/>
                      <a:pt x="6968" y="1257"/>
                      <a:pt x="6862" y="1205"/>
                    </a:cubicBezTo>
                    <a:cubicBezTo>
                      <a:pt x="5715" y="655"/>
                      <a:pt x="4482" y="237"/>
                      <a:pt x="3220" y="49"/>
                    </a:cubicBezTo>
                    <a:cubicBezTo>
                      <a:pt x="3013" y="19"/>
                      <a:pt x="2794" y="1"/>
                      <a:pt x="2572" y="1"/>
                    </a:cubicBezTo>
                    <a:close/>
                  </a:path>
                </a:pathLst>
              </a:custGeom>
              <a:solidFill>
                <a:schemeClr val="accent5"/>
              </a:solidFill>
              <a:ln>
                <a:noFill/>
              </a:ln>
            </p:spPr>
            <p:txBody>
              <a:bodyPr anchorCtr="0" anchor="ctr" bIns="81275" lIns="81275" spcFirstLastPara="1" rIns="81275" wrap="square" tIns="81275">
                <a:noAutofit/>
              </a:bodyPr>
              <a:lstStyle/>
              <a:p>
                <a:pPr indent="0" lvl="0" marL="0" rtl="0" algn="l">
                  <a:spcBef>
                    <a:spcPts val="0"/>
                  </a:spcBef>
                  <a:spcAft>
                    <a:spcPts val="0"/>
                  </a:spcAft>
                  <a:buNone/>
                </a:pPr>
                <a:r>
                  <a:t/>
                </a:r>
                <a:endParaRPr/>
              </a:p>
            </p:txBody>
          </p:sp>
          <p:sp>
            <p:nvSpPr>
              <p:cNvPr id="1907" name="Google Shape;1907;p45"/>
              <p:cNvSpPr/>
              <p:nvPr/>
            </p:nvSpPr>
            <p:spPr>
              <a:xfrm>
                <a:off x="2391467" y="4248790"/>
                <a:ext cx="274057" cy="240841"/>
              </a:xfrm>
              <a:custGeom>
                <a:rect b="b" l="l" r="r" t="t"/>
                <a:pathLst>
                  <a:path extrusionOk="0" h="7664" w="8721">
                    <a:moveTo>
                      <a:pt x="2234" y="1"/>
                    </a:moveTo>
                    <a:cubicBezTo>
                      <a:pt x="1902" y="1"/>
                      <a:pt x="1572" y="38"/>
                      <a:pt x="1258" y="144"/>
                    </a:cubicBezTo>
                    <a:cubicBezTo>
                      <a:pt x="725" y="321"/>
                      <a:pt x="303" y="715"/>
                      <a:pt x="161" y="1269"/>
                    </a:cubicBezTo>
                    <a:cubicBezTo>
                      <a:pt x="0" y="1896"/>
                      <a:pt x="192" y="2541"/>
                      <a:pt x="526" y="3077"/>
                    </a:cubicBezTo>
                    <a:cubicBezTo>
                      <a:pt x="885" y="3649"/>
                      <a:pt x="1380" y="4140"/>
                      <a:pt x="1885" y="4579"/>
                    </a:cubicBezTo>
                    <a:cubicBezTo>
                      <a:pt x="2380" y="5004"/>
                      <a:pt x="2916" y="5384"/>
                      <a:pt x="3474" y="5722"/>
                    </a:cubicBezTo>
                    <a:cubicBezTo>
                      <a:pt x="4777" y="6509"/>
                      <a:pt x="6195" y="7084"/>
                      <a:pt x="7603" y="7656"/>
                    </a:cubicBezTo>
                    <a:cubicBezTo>
                      <a:pt x="7617" y="7661"/>
                      <a:pt x="7629" y="7663"/>
                      <a:pt x="7641" y="7663"/>
                    </a:cubicBezTo>
                    <a:cubicBezTo>
                      <a:pt x="7739" y="7663"/>
                      <a:pt x="7771" y="7494"/>
                      <a:pt x="7659" y="7450"/>
                    </a:cubicBezTo>
                    <a:cubicBezTo>
                      <a:pt x="5356" y="6517"/>
                      <a:pt x="2930" y="5527"/>
                      <a:pt x="1230" y="3642"/>
                    </a:cubicBezTo>
                    <a:cubicBezTo>
                      <a:pt x="795" y="3157"/>
                      <a:pt x="383" y="2583"/>
                      <a:pt x="324" y="1917"/>
                    </a:cubicBezTo>
                    <a:cubicBezTo>
                      <a:pt x="269" y="1311"/>
                      <a:pt x="519" y="736"/>
                      <a:pt x="1073" y="450"/>
                    </a:cubicBezTo>
                    <a:cubicBezTo>
                      <a:pt x="1423" y="268"/>
                      <a:pt x="1826" y="212"/>
                      <a:pt x="2224" y="212"/>
                    </a:cubicBezTo>
                    <a:cubicBezTo>
                      <a:pt x="2382" y="212"/>
                      <a:pt x="2538" y="221"/>
                      <a:pt x="2690" y="234"/>
                    </a:cubicBezTo>
                    <a:cubicBezTo>
                      <a:pt x="3334" y="290"/>
                      <a:pt x="3972" y="412"/>
                      <a:pt x="4593" y="586"/>
                    </a:cubicBezTo>
                    <a:cubicBezTo>
                      <a:pt x="6015" y="986"/>
                      <a:pt x="7345" y="1676"/>
                      <a:pt x="8488" y="2610"/>
                    </a:cubicBezTo>
                    <a:cubicBezTo>
                      <a:pt x="8510" y="2628"/>
                      <a:pt x="8534" y="2635"/>
                      <a:pt x="8557" y="2635"/>
                    </a:cubicBezTo>
                    <a:cubicBezTo>
                      <a:pt x="8644" y="2635"/>
                      <a:pt x="8721" y="2530"/>
                      <a:pt x="8638" y="2461"/>
                    </a:cubicBezTo>
                    <a:cubicBezTo>
                      <a:pt x="7568" y="1586"/>
                      <a:pt x="6342" y="917"/>
                      <a:pt x="5024" y="496"/>
                    </a:cubicBezTo>
                    <a:cubicBezTo>
                      <a:pt x="4376" y="287"/>
                      <a:pt x="3711" y="140"/>
                      <a:pt x="3035" y="57"/>
                    </a:cubicBezTo>
                    <a:cubicBezTo>
                      <a:pt x="2773" y="25"/>
                      <a:pt x="2503" y="1"/>
                      <a:pt x="2234" y="1"/>
                    </a:cubicBezTo>
                    <a:close/>
                  </a:path>
                </a:pathLst>
              </a:custGeom>
              <a:solidFill>
                <a:schemeClr val="accent5"/>
              </a:solidFill>
              <a:ln>
                <a:noFill/>
              </a:ln>
            </p:spPr>
            <p:txBody>
              <a:bodyPr anchorCtr="0" anchor="ctr" bIns="81275" lIns="81275" spcFirstLastPara="1" rIns="81275" wrap="square" tIns="81275">
                <a:noAutofit/>
              </a:bodyPr>
              <a:lstStyle/>
              <a:p>
                <a:pPr indent="0" lvl="0" marL="0" rtl="0" algn="l">
                  <a:spcBef>
                    <a:spcPts val="0"/>
                  </a:spcBef>
                  <a:spcAft>
                    <a:spcPts val="0"/>
                  </a:spcAft>
                  <a:buNone/>
                </a:pPr>
                <a:r>
                  <a:t/>
                </a:r>
                <a:endParaRPr/>
              </a:p>
            </p:txBody>
          </p:sp>
          <p:sp>
            <p:nvSpPr>
              <p:cNvPr id="1908" name="Google Shape;1908;p45"/>
              <p:cNvSpPr/>
              <p:nvPr/>
            </p:nvSpPr>
            <p:spPr>
              <a:xfrm>
                <a:off x="2083659" y="4482687"/>
                <a:ext cx="252186" cy="308499"/>
              </a:xfrm>
              <a:custGeom>
                <a:rect b="b" l="l" r="r" t="t"/>
                <a:pathLst>
                  <a:path extrusionOk="0" h="9817" w="8025">
                    <a:moveTo>
                      <a:pt x="4203" y="1"/>
                    </a:moveTo>
                    <a:cubicBezTo>
                      <a:pt x="3225" y="1"/>
                      <a:pt x="2249" y="316"/>
                      <a:pt x="1460" y="889"/>
                    </a:cubicBezTo>
                    <a:cubicBezTo>
                      <a:pt x="1460" y="983"/>
                      <a:pt x="1457" y="1073"/>
                      <a:pt x="1457" y="1161"/>
                    </a:cubicBezTo>
                    <a:cubicBezTo>
                      <a:pt x="2231" y="551"/>
                      <a:pt x="3207" y="214"/>
                      <a:pt x="4197" y="214"/>
                    </a:cubicBezTo>
                    <a:cubicBezTo>
                      <a:pt x="4277" y="214"/>
                      <a:pt x="4356" y="216"/>
                      <a:pt x="4436" y="220"/>
                    </a:cubicBezTo>
                    <a:cubicBezTo>
                      <a:pt x="5725" y="290"/>
                      <a:pt x="7140" y="1039"/>
                      <a:pt x="7531" y="2345"/>
                    </a:cubicBezTo>
                    <a:cubicBezTo>
                      <a:pt x="8015" y="3958"/>
                      <a:pt x="6708" y="5346"/>
                      <a:pt x="5569" y="6276"/>
                    </a:cubicBezTo>
                    <a:cubicBezTo>
                      <a:pt x="4349" y="7276"/>
                      <a:pt x="3015" y="8136"/>
                      <a:pt x="1603" y="8847"/>
                    </a:cubicBezTo>
                    <a:cubicBezTo>
                      <a:pt x="1101" y="9101"/>
                      <a:pt x="582" y="9349"/>
                      <a:pt x="53" y="9561"/>
                    </a:cubicBezTo>
                    <a:cubicBezTo>
                      <a:pt x="35" y="9649"/>
                      <a:pt x="18" y="9733"/>
                      <a:pt x="0" y="9816"/>
                    </a:cubicBezTo>
                    <a:cubicBezTo>
                      <a:pt x="355" y="9670"/>
                      <a:pt x="694" y="9513"/>
                      <a:pt x="1008" y="9370"/>
                    </a:cubicBezTo>
                    <a:cubicBezTo>
                      <a:pt x="2562" y="8656"/>
                      <a:pt x="4032" y="7757"/>
                      <a:pt x="5377" y="6701"/>
                    </a:cubicBezTo>
                    <a:cubicBezTo>
                      <a:pt x="6603" y="5739"/>
                      <a:pt x="8025" y="4432"/>
                      <a:pt x="7819" y="2708"/>
                    </a:cubicBezTo>
                    <a:cubicBezTo>
                      <a:pt x="7652" y="1296"/>
                      <a:pt x="6328" y="321"/>
                      <a:pt x="5008" y="74"/>
                    </a:cubicBezTo>
                    <a:cubicBezTo>
                      <a:pt x="4742" y="25"/>
                      <a:pt x="4472" y="1"/>
                      <a:pt x="4203" y="1"/>
                    </a:cubicBezTo>
                    <a:close/>
                  </a:path>
                </a:pathLst>
              </a:custGeom>
              <a:solidFill>
                <a:schemeClr val="accent5"/>
              </a:solidFill>
              <a:ln>
                <a:noFill/>
              </a:ln>
            </p:spPr>
            <p:txBody>
              <a:bodyPr anchorCtr="0" anchor="ctr" bIns="81275" lIns="81275" spcFirstLastPara="1" rIns="81275" wrap="square" tIns="81275">
                <a:noAutofit/>
              </a:bodyPr>
              <a:lstStyle/>
              <a:p>
                <a:pPr indent="0" lvl="0" marL="0" rtl="0" algn="l">
                  <a:spcBef>
                    <a:spcPts val="0"/>
                  </a:spcBef>
                  <a:spcAft>
                    <a:spcPts val="0"/>
                  </a:spcAft>
                  <a:buNone/>
                </a:pPr>
                <a:r>
                  <a:t/>
                </a:r>
                <a:endParaRPr/>
              </a:p>
            </p:txBody>
          </p:sp>
          <p:sp>
            <p:nvSpPr>
              <p:cNvPr id="1909" name="Google Shape;1909;p45"/>
              <p:cNvSpPr/>
              <p:nvPr/>
            </p:nvSpPr>
            <p:spPr>
              <a:xfrm>
                <a:off x="2070083" y="4778930"/>
                <a:ext cx="564487" cy="261550"/>
              </a:xfrm>
              <a:custGeom>
                <a:rect b="b" l="l" r="r" t="t"/>
                <a:pathLst>
                  <a:path extrusionOk="0" h="8323" w="17963">
                    <a:moveTo>
                      <a:pt x="6670" y="0"/>
                    </a:moveTo>
                    <a:cubicBezTo>
                      <a:pt x="6437" y="0"/>
                      <a:pt x="6204" y="16"/>
                      <a:pt x="5969" y="47"/>
                    </a:cubicBezTo>
                    <a:cubicBezTo>
                      <a:pt x="5039" y="169"/>
                      <a:pt x="4122" y="459"/>
                      <a:pt x="3248" y="790"/>
                    </a:cubicBezTo>
                    <a:cubicBezTo>
                      <a:pt x="2122" y="1215"/>
                      <a:pt x="1049" y="1758"/>
                      <a:pt x="46" y="2410"/>
                    </a:cubicBezTo>
                    <a:cubicBezTo>
                      <a:pt x="28" y="2504"/>
                      <a:pt x="14" y="2598"/>
                      <a:pt x="1" y="2689"/>
                    </a:cubicBezTo>
                    <a:cubicBezTo>
                      <a:pt x="900" y="2093"/>
                      <a:pt x="1854" y="1584"/>
                      <a:pt x="2851" y="1173"/>
                    </a:cubicBezTo>
                    <a:cubicBezTo>
                      <a:pt x="3698" y="824"/>
                      <a:pt x="4579" y="528"/>
                      <a:pt x="5478" y="343"/>
                    </a:cubicBezTo>
                    <a:cubicBezTo>
                      <a:pt x="5878" y="262"/>
                      <a:pt x="6281" y="215"/>
                      <a:pt x="6681" y="215"/>
                    </a:cubicBezTo>
                    <a:cubicBezTo>
                      <a:pt x="7220" y="215"/>
                      <a:pt x="7756" y="300"/>
                      <a:pt x="8276" y="500"/>
                    </a:cubicBezTo>
                    <a:cubicBezTo>
                      <a:pt x="9928" y="1138"/>
                      <a:pt x="11073" y="2588"/>
                      <a:pt x="12123" y="3943"/>
                    </a:cubicBezTo>
                    <a:cubicBezTo>
                      <a:pt x="12680" y="4664"/>
                      <a:pt x="13238" y="5389"/>
                      <a:pt x="13892" y="6026"/>
                    </a:cubicBezTo>
                    <a:cubicBezTo>
                      <a:pt x="14489" y="6612"/>
                      <a:pt x="15158" y="7121"/>
                      <a:pt x="15875" y="7543"/>
                    </a:cubicBezTo>
                    <a:cubicBezTo>
                      <a:pt x="16391" y="7849"/>
                      <a:pt x="16935" y="8110"/>
                      <a:pt x="17496" y="8323"/>
                    </a:cubicBezTo>
                    <a:cubicBezTo>
                      <a:pt x="17656" y="8305"/>
                      <a:pt x="17813" y="8284"/>
                      <a:pt x="17963" y="8263"/>
                    </a:cubicBezTo>
                    <a:cubicBezTo>
                      <a:pt x="17384" y="8069"/>
                      <a:pt x="16819" y="7824"/>
                      <a:pt x="16283" y="7532"/>
                    </a:cubicBezTo>
                    <a:cubicBezTo>
                      <a:pt x="15516" y="7114"/>
                      <a:pt x="14802" y="6598"/>
                      <a:pt x="14168" y="5999"/>
                    </a:cubicBezTo>
                    <a:cubicBezTo>
                      <a:pt x="13499" y="5368"/>
                      <a:pt x="12931" y="4643"/>
                      <a:pt x="12370" y="3918"/>
                    </a:cubicBezTo>
                    <a:cubicBezTo>
                      <a:pt x="11311" y="2553"/>
                      <a:pt x="10192" y="1107"/>
                      <a:pt x="8565" y="393"/>
                    </a:cubicBezTo>
                    <a:cubicBezTo>
                      <a:pt x="7956" y="125"/>
                      <a:pt x="7320" y="0"/>
                      <a:pt x="6670" y="0"/>
                    </a:cubicBezTo>
                    <a:close/>
                  </a:path>
                </a:pathLst>
              </a:custGeom>
              <a:solidFill>
                <a:schemeClr val="accent5"/>
              </a:solidFill>
              <a:ln>
                <a:noFill/>
              </a:ln>
            </p:spPr>
            <p:txBody>
              <a:bodyPr anchorCtr="0" anchor="ctr" bIns="81275" lIns="81275" spcFirstLastPara="1" rIns="81275" wrap="square" tIns="81275">
                <a:noAutofit/>
              </a:bodyPr>
              <a:lstStyle/>
              <a:p>
                <a:pPr indent="0" lvl="0" marL="0" rtl="0" algn="l">
                  <a:spcBef>
                    <a:spcPts val="0"/>
                  </a:spcBef>
                  <a:spcAft>
                    <a:spcPts val="0"/>
                  </a:spcAft>
                  <a:buNone/>
                </a:pPr>
                <a:r>
                  <a:t/>
                </a:r>
                <a:endParaRPr/>
              </a:p>
            </p:txBody>
          </p:sp>
          <p:sp>
            <p:nvSpPr>
              <p:cNvPr id="1910" name="Google Shape;1910;p45"/>
              <p:cNvSpPr/>
              <p:nvPr/>
            </p:nvSpPr>
            <p:spPr>
              <a:xfrm>
                <a:off x="2088687" y="4902619"/>
                <a:ext cx="308279" cy="141255"/>
              </a:xfrm>
              <a:custGeom>
                <a:rect b="b" l="l" r="r" t="t"/>
                <a:pathLst>
                  <a:path extrusionOk="0" h="4495" w="9810">
                    <a:moveTo>
                      <a:pt x="4102" y="0"/>
                    </a:moveTo>
                    <a:cubicBezTo>
                      <a:pt x="3159" y="0"/>
                      <a:pt x="2228" y="255"/>
                      <a:pt x="1408" y="732"/>
                    </a:cubicBezTo>
                    <a:cubicBezTo>
                      <a:pt x="879" y="1038"/>
                      <a:pt x="401" y="1432"/>
                      <a:pt x="1" y="1892"/>
                    </a:cubicBezTo>
                    <a:cubicBezTo>
                      <a:pt x="53" y="1941"/>
                      <a:pt x="105" y="1989"/>
                      <a:pt x="158" y="2035"/>
                    </a:cubicBezTo>
                    <a:cubicBezTo>
                      <a:pt x="1133" y="909"/>
                      <a:pt x="2599" y="213"/>
                      <a:pt x="4104" y="213"/>
                    </a:cubicBezTo>
                    <a:cubicBezTo>
                      <a:pt x="4168" y="213"/>
                      <a:pt x="4233" y="214"/>
                      <a:pt x="4297" y="216"/>
                    </a:cubicBezTo>
                    <a:cubicBezTo>
                      <a:pt x="6663" y="310"/>
                      <a:pt x="8750" y="1958"/>
                      <a:pt x="9499" y="4181"/>
                    </a:cubicBezTo>
                    <a:cubicBezTo>
                      <a:pt x="9531" y="4282"/>
                      <a:pt x="9562" y="4380"/>
                      <a:pt x="9590" y="4481"/>
                    </a:cubicBezTo>
                    <a:cubicBezTo>
                      <a:pt x="9663" y="4488"/>
                      <a:pt x="9736" y="4491"/>
                      <a:pt x="9809" y="4495"/>
                    </a:cubicBezTo>
                    <a:cubicBezTo>
                      <a:pt x="9492" y="3324"/>
                      <a:pt x="8851" y="2244"/>
                      <a:pt x="7903" y="1436"/>
                    </a:cubicBezTo>
                    <a:cubicBezTo>
                      <a:pt x="6998" y="672"/>
                      <a:pt x="5879" y="170"/>
                      <a:pt x="4701" y="35"/>
                    </a:cubicBezTo>
                    <a:cubicBezTo>
                      <a:pt x="4502" y="12"/>
                      <a:pt x="4301" y="0"/>
                      <a:pt x="4102" y="0"/>
                    </a:cubicBezTo>
                    <a:close/>
                  </a:path>
                </a:pathLst>
              </a:custGeom>
              <a:solidFill>
                <a:schemeClr val="accent5"/>
              </a:solidFill>
              <a:ln>
                <a:noFill/>
              </a:ln>
            </p:spPr>
            <p:txBody>
              <a:bodyPr anchorCtr="0" anchor="ctr" bIns="81275" lIns="81275" spcFirstLastPara="1" rIns="81275" wrap="square" tIns="81275">
                <a:noAutofit/>
              </a:bodyPr>
              <a:lstStyle/>
              <a:p>
                <a:pPr indent="0" lvl="0" marL="0" rtl="0" algn="l">
                  <a:spcBef>
                    <a:spcPts val="0"/>
                  </a:spcBef>
                  <a:spcAft>
                    <a:spcPts val="0"/>
                  </a:spcAft>
                  <a:buNone/>
                </a:pPr>
                <a:r>
                  <a:t/>
                </a:r>
                <a:endParaRPr/>
              </a:p>
            </p:txBody>
          </p:sp>
          <p:sp>
            <p:nvSpPr>
              <p:cNvPr id="1911" name="Google Shape;1911;p45"/>
              <p:cNvSpPr/>
              <p:nvPr/>
            </p:nvSpPr>
            <p:spPr>
              <a:xfrm>
                <a:off x="2281951" y="4059392"/>
                <a:ext cx="264787" cy="125574"/>
              </a:xfrm>
              <a:custGeom>
                <a:rect b="b" l="l" r="r" t="t"/>
                <a:pathLst>
                  <a:path extrusionOk="0" h="3996" w="8426">
                    <a:moveTo>
                      <a:pt x="3865" y="0"/>
                    </a:moveTo>
                    <a:cubicBezTo>
                      <a:pt x="2414" y="0"/>
                      <a:pt x="1649" y="899"/>
                      <a:pt x="1649" y="899"/>
                    </a:cubicBezTo>
                    <a:cubicBezTo>
                      <a:pt x="1649" y="899"/>
                      <a:pt x="1144" y="1010"/>
                      <a:pt x="436" y="1195"/>
                    </a:cubicBezTo>
                    <a:cubicBezTo>
                      <a:pt x="0" y="2261"/>
                      <a:pt x="740" y="3697"/>
                      <a:pt x="3422" y="3975"/>
                    </a:cubicBezTo>
                    <a:cubicBezTo>
                      <a:pt x="3552" y="3989"/>
                      <a:pt x="3683" y="3995"/>
                      <a:pt x="3815" y="3995"/>
                    </a:cubicBezTo>
                    <a:cubicBezTo>
                      <a:pt x="5643" y="3995"/>
                      <a:pt x="7636" y="2767"/>
                      <a:pt x="8426" y="1759"/>
                    </a:cubicBezTo>
                    <a:cubicBezTo>
                      <a:pt x="7806" y="1560"/>
                      <a:pt x="7171" y="1296"/>
                      <a:pt x="6548" y="899"/>
                    </a:cubicBezTo>
                    <a:cubicBezTo>
                      <a:pt x="5488" y="225"/>
                      <a:pt x="4591" y="0"/>
                      <a:pt x="3865" y="0"/>
                    </a:cubicBezTo>
                    <a:close/>
                  </a:path>
                </a:pathLst>
              </a:custGeom>
              <a:solidFill>
                <a:schemeClr val="lt2"/>
              </a:solidFill>
              <a:ln>
                <a:noFill/>
              </a:ln>
            </p:spPr>
            <p:txBody>
              <a:bodyPr anchorCtr="0" anchor="ctr" bIns="81275" lIns="81275" spcFirstLastPara="1" rIns="81275" wrap="square" tIns="81275">
                <a:noAutofit/>
              </a:bodyPr>
              <a:lstStyle/>
              <a:p>
                <a:pPr indent="0" lvl="0" marL="0" rtl="0" algn="l">
                  <a:spcBef>
                    <a:spcPts val="0"/>
                  </a:spcBef>
                  <a:spcAft>
                    <a:spcPts val="0"/>
                  </a:spcAft>
                  <a:buNone/>
                </a:pPr>
                <a:r>
                  <a:t/>
                </a:r>
                <a:endParaRPr/>
              </a:p>
            </p:txBody>
          </p:sp>
          <p:sp>
            <p:nvSpPr>
              <p:cNvPr id="1912" name="Google Shape;1912;p45"/>
              <p:cNvSpPr/>
              <p:nvPr/>
            </p:nvSpPr>
            <p:spPr>
              <a:xfrm>
                <a:off x="2323589" y="3975047"/>
                <a:ext cx="163473" cy="174000"/>
              </a:xfrm>
              <a:custGeom>
                <a:rect b="b" l="l" r="r" t="t"/>
                <a:pathLst>
                  <a:path extrusionOk="0" h="5537" w="5202">
                    <a:moveTo>
                      <a:pt x="5202" y="0"/>
                    </a:moveTo>
                    <a:lnTo>
                      <a:pt x="1484" y="381"/>
                    </a:lnTo>
                    <a:lnTo>
                      <a:pt x="1160" y="1272"/>
                    </a:lnTo>
                    <a:lnTo>
                      <a:pt x="700" y="2544"/>
                    </a:lnTo>
                    <a:lnTo>
                      <a:pt x="0" y="4474"/>
                    </a:lnTo>
                    <a:cubicBezTo>
                      <a:pt x="764" y="5271"/>
                      <a:pt x="1593" y="5536"/>
                      <a:pt x="2359" y="5536"/>
                    </a:cubicBezTo>
                    <a:cubicBezTo>
                      <a:pt x="3888" y="5536"/>
                      <a:pt x="5164" y="4478"/>
                      <a:pt x="5164" y="4478"/>
                    </a:cubicBezTo>
                    <a:cubicBezTo>
                      <a:pt x="4923" y="3154"/>
                      <a:pt x="4913" y="1677"/>
                      <a:pt x="5202" y="0"/>
                    </a:cubicBezTo>
                    <a:close/>
                  </a:path>
                </a:pathLst>
              </a:custGeom>
              <a:solidFill>
                <a:srgbClr val="E77F5B"/>
              </a:solidFill>
              <a:ln>
                <a:noFill/>
              </a:ln>
            </p:spPr>
            <p:txBody>
              <a:bodyPr anchorCtr="0" anchor="ctr" bIns="81275" lIns="81275" spcFirstLastPara="1" rIns="81275" wrap="square" tIns="81275">
                <a:noAutofit/>
              </a:bodyPr>
              <a:lstStyle/>
              <a:p>
                <a:pPr indent="0" lvl="0" marL="0" rtl="0" algn="l">
                  <a:spcBef>
                    <a:spcPts val="0"/>
                  </a:spcBef>
                  <a:spcAft>
                    <a:spcPts val="0"/>
                  </a:spcAft>
                  <a:buNone/>
                </a:pPr>
                <a:r>
                  <a:t/>
                </a:r>
                <a:endParaRPr/>
              </a:p>
            </p:txBody>
          </p:sp>
          <p:sp>
            <p:nvSpPr>
              <p:cNvPr id="1913" name="Google Shape;1913;p45"/>
              <p:cNvSpPr/>
              <p:nvPr/>
            </p:nvSpPr>
            <p:spPr>
              <a:xfrm>
                <a:off x="2339993" y="4015020"/>
                <a:ext cx="116995" cy="57916"/>
              </a:xfrm>
              <a:custGeom>
                <a:rect b="b" l="l" r="r" t="t"/>
                <a:pathLst>
                  <a:path extrusionOk="0" h="1843" w="3723">
                    <a:moveTo>
                      <a:pt x="638" y="0"/>
                    </a:moveTo>
                    <a:lnTo>
                      <a:pt x="1" y="1756"/>
                    </a:lnTo>
                    <a:cubicBezTo>
                      <a:pt x="107" y="1808"/>
                      <a:pt x="265" y="1843"/>
                      <a:pt x="466" y="1843"/>
                    </a:cubicBezTo>
                    <a:cubicBezTo>
                      <a:pt x="1154" y="1843"/>
                      <a:pt x="2348" y="1448"/>
                      <a:pt x="3722" y="29"/>
                    </a:cubicBezTo>
                    <a:lnTo>
                      <a:pt x="638" y="0"/>
                    </a:lnTo>
                    <a:close/>
                  </a:path>
                </a:pathLst>
              </a:custGeom>
              <a:solidFill>
                <a:srgbClr val="241E22"/>
              </a:solidFill>
              <a:ln>
                <a:noFill/>
              </a:ln>
            </p:spPr>
            <p:txBody>
              <a:bodyPr anchorCtr="0" anchor="ctr" bIns="81275" lIns="81275" spcFirstLastPara="1" rIns="81275" wrap="square" tIns="81275">
                <a:noAutofit/>
              </a:bodyPr>
              <a:lstStyle/>
              <a:p>
                <a:pPr indent="0" lvl="0" marL="0" rtl="0" algn="l">
                  <a:spcBef>
                    <a:spcPts val="0"/>
                  </a:spcBef>
                  <a:spcAft>
                    <a:spcPts val="0"/>
                  </a:spcAft>
                  <a:buNone/>
                </a:pPr>
                <a:r>
                  <a:t/>
                </a:r>
                <a:endParaRPr/>
              </a:p>
            </p:txBody>
          </p:sp>
          <p:sp>
            <p:nvSpPr>
              <p:cNvPr id="1914" name="Google Shape;1914;p45"/>
              <p:cNvSpPr/>
              <p:nvPr/>
            </p:nvSpPr>
            <p:spPr>
              <a:xfrm>
                <a:off x="2301246" y="3781752"/>
                <a:ext cx="215733" cy="258125"/>
              </a:xfrm>
              <a:custGeom>
                <a:rect b="b" l="l" r="r" t="t"/>
                <a:pathLst>
                  <a:path extrusionOk="0" h="8214" w="6865">
                    <a:moveTo>
                      <a:pt x="3217" y="1"/>
                    </a:moveTo>
                    <a:cubicBezTo>
                      <a:pt x="2466" y="1"/>
                      <a:pt x="1727" y="234"/>
                      <a:pt x="1125" y="691"/>
                    </a:cubicBezTo>
                    <a:cubicBezTo>
                      <a:pt x="1094" y="715"/>
                      <a:pt x="1062" y="736"/>
                      <a:pt x="1035" y="761"/>
                    </a:cubicBezTo>
                    <a:cubicBezTo>
                      <a:pt x="568" y="1305"/>
                      <a:pt x="885" y="2217"/>
                      <a:pt x="547" y="3737"/>
                    </a:cubicBezTo>
                    <a:cubicBezTo>
                      <a:pt x="7" y="6183"/>
                      <a:pt x="0" y="7849"/>
                      <a:pt x="2400" y="8176"/>
                    </a:cubicBezTo>
                    <a:cubicBezTo>
                      <a:pt x="2583" y="8200"/>
                      <a:pt x="2768" y="8214"/>
                      <a:pt x="2953" y="8214"/>
                    </a:cubicBezTo>
                    <a:cubicBezTo>
                      <a:pt x="3687" y="8214"/>
                      <a:pt x="4417" y="8005"/>
                      <a:pt x="4955" y="7462"/>
                    </a:cubicBezTo>
                    <a:cubicBezTo>
                      <a:pt x="5383" y="7033"/>
                      <a:pt x="5694" y="6702"/>
                      <a:pt x="5920" y="6374"/>
                    </a:cubicBezTo>
                    <a:cubicBezTo>
                      <a:pt x="6091" y="6127"/>
                      <a:pt x="6213" y="5876"/>
                      <a:pt x="6296" y="5583"/>
                    </a:cubicBezTo>
                    <a:cubicBezTo>
                      <a:pt x="6331" y="5458"/>
                      <a:pt x="6363" y="5322"/>
                      <a:pt x="6383" y="5173"/>
                    </a:cubicBezTo>
                    <a:cubicBezTo>
                      <a:pt x="6456" y="4695"/>
                      <a:pt x="6711" y="3939"/>
                      <a:pt x="6774" y="3148"/>
                    </a:cubicBezTo>
                    <a:cubicBezTo>
                      <a:pt x="6864" y="1984"/>
                      <a:pt x="6547" y="747"/>
                      <a:pt x="4666" y="218"/>
                    </a:cubicBezTo>
                    <a:cubicBezTo>
                      <a:pt x="4606" y="204"/>
                      <a:pt x="4544" y="186"/>
                      <a:pt x="4481" y="172"/>
                    </a:cubicBezTo>
                    <a:cubicBezTo>
                      <a:pt x="4457" y="165"/>
                      <a:pt x="4428" y="159"/>
                      <a:pt x="4401" y="151"/>
                    </a:cubicBezTo>
                    <a:cubicBezTo>
                      <a:pt x="4362" y="144"/>
                      <a:pt x="4320" y="134"/>
                      <a:pt x="4282" y="127"/>
                    </a:cubicBezTo>
                    <a:cubicBezTo>
                      <a:pt x="4269" y="123"/>
                      <a:pt x="4254" y="120"/>
                      <a:pt x="4240" y="120"/>
                    </a:cubicBezTo>
                    <a:cubicBezTo>
                      <a:pt x="4206" y="109"/>
                      <a:pt x="4171" y="103"/>
                      <a:pt x="4132" y="99"/>
                    </a:cubicBezTo>
                    <a:cubicBezTo>
                      <a:pt x="3976" y="67"/>
                      <a:pt x="3815" y="43"/>
                      <a:pt x="3641" y="26"/>
                    </a:cubicBezTo>
                    <a:cubicBezTo>
                      <a:pt x="3500" y="9"/>
                      <a:pt x="3358" y="1"/>
                      <a:pt x="3217" y="1"/>
                    </a:cubicBezTo>
                    <a:close/>
                  </a:path>
                </a:pathLst>
              </a:custGeom>
              <a:solidFill>
                <a:srgbClr val="E77F5B"/>
              </a:solidFill>
              <a:ln>
                <a:noFill/>
              </a:ln>
            </p:spPr>
            <p:txBody>
              <a:bodyPr anchorCtr="0" anchor="ctr" bIns="81275" lIns="81275" spcFirstLastPara="1" rIns="81275" wrap="square" tIns="81275">
                <a:noAutofit/>
              </a:bodyPr>
              <a:lstStyle/>
              <a:p>
                <a:pPr indent="0" lvl="0" marL="0" rtl="0" algn="l">
                  <a:spcBef>
                    <a:spcPts val="0"/>
                  </a:spcBef>
                  <a:spcAft>
                    <a:spcPts val="0"/>
                  </a:spcAft>
                  <a:buNone/>
                </a:pPr>
                <a:r>
                  <a:t/>
                </a:r>
                <a:endParaRPr/>
              </a:p>
            </p:txBody>
          </p:sp>
          <p:sp>
            <p:nvSpPr>
              <p:cNvPr id="1915" name="Google Shape;1915;p45"/>
              <p:cNvSpPr/>
              <p:nvPr/>
            </p:nvSpPr>
            <p:spPr>
              <a:xfrm>
                <a:off x="2284905" y="3757335"/>
                <a:ext cx="187387" cy="131419"/>
              </a:xfrm>
              <a:custGeom>
                <a:rect b="b" l="l" r="r" t="t"/>
                <a:pathLst>
                  <a:path extrusionOk="0" h="4182" w="5963">
                    <a:moveTo>
                      <a:pt x="3638" y="1"/>
                    </a:moveTo>
                    <a:cubicBezTo>
                      <a:pt x="2030" y="1"/>
                      <a:pt x="802" y="1314"/>
                      <a:pt x="426" y="2214"/>
                    </a:cubicBezTo>
                    <a:cubicBezTo>
                      <a:pt x="1" y="3239"/>
                      <a:pt x="438" y="4182"/>
                      <a:pt x="743" y="4182"/>
                    </a:cubicBezTo>
                    <a:cubicBezTo>
                      <a:pt x="826" y="4182"/>
                      <a:pt x="899" y="4112"/>
                      <a:pt x="942" y="3956"/>
                    </a:cubicBezTo>
                    <a:cubicBezTo>
                      <a:pt x="1199" y="3012"/>
                      <a:pt x="1412" y="2944"/>
                      <a:pt x="1637" y="2944"/>
                    </a:cubicBezTo>
                    <a:cubicBezTo>
                      <a:pt x="1675" y="2944"/>
                      <a:pt x="1713" y="2946"/>
                      <a:pt x="1752" y="2946"/>
                    </a:cubicBezTo>
                    <a:cubicBezTo>
                      <a:pt x="1858" y="2946"/>
                      <a:pt x="1968" y="2932"/>
                      <a:pt x="2088" y="2827"/>
                    </a:cubicBezTo>
                    <a:cubicBezTo>
                      <a:pt x="2475" y="2489"/>
                      <a:pt x="2283" y="1915"/>
                      <a:pt x="2666" y="1782"/>
                    </a:cubicBezTo>
                    <a:cubicBezTo>
                      <a:pt x="2731" y="1759"/>
                      <a:pt x="2789" y="1749"/>
                      <a:pt x="2842" y="1749"/>
                    </a:cubicBezTo>
                    <a:cubicBezTo>
                      <a:pt x="3208" y="1749"/>
                      <a:pt x="3340" y="2212"/>
                      <a:pt x="3815" y="2212"/>
                    </a:cubicBezTo>
                    <a:cubicBezTo>
                      <a:pt x="3859" y="2212"/>
                      <a:pt x="3906" y="2209"/>
                      <a:pt x="3956" y="2200"/>
                    </a:cubicBezTo>
                    <a:cubicBezTo>
                      <a:pt x="4676" y="2075"/>
                      <a:pt x="4360" y="1099"/>
                      <a:pt x="4694" y="768"/>
                    </a:cubicBezTo>
                    <a:cubicBezTo>
                      <a:pt x="4778" y="684"/>
                      <a:pt x="4900" y="652"/>
                      <a:pt x="5037" y="652"/>
                    </a:cubicBezTo>
                    <a:cubicBezTo>
                      <a:pt x="5439" y="652"/>
                      <a:pt x="5963" y="928"/>
                      <a:pt x="5963" y="928"/>
                    </a:cubicBezTo>
                    <a:cubicBezTo>
                      <a:pt x="5140" y="260"/>
                      <a:pt x="4351" y="1"/>
                      <a:pt x="3638" y="1"/>
                    </a:cubicBezTo>
                    <a:close/>
                  </a:path>
                </a:pathLst>
              </a:custGeom>
              <a:solidFill>
                <a:schemeClr val="dk1"/>
              </a:solidFill>
              <a:ln>
                <a:noFill/>
              </a:ln>
            </p:spPr>
            <p:txBody>
              <a:bodyPr anchorCtr="0" anchor="ctr" bIns="81275" lIns="81275" spcFirstLastPara="1" rIns="81275" wrap="square" tIns="81275">
                <a:noAutofit/>
              </a:bodyPr>
              <a:lstStyle/>
              <a:p>
                <a:pPr indent="0" lvl="0" marL="0" rtl="0" algn="l">
                  <a:spcBef>
                    <a:spcPts val="0"/>
                  </a:spcBef>
                  <a:spcAft>
                    <a:spcPts val="0"/>
                  </a:spcAft>
                  <a:buNone/>
                </a:pPr>
                <a:r>
                  <a:t/>
                </a:r>
                <a:endParaRPr/>
              </a:p>
            </p:txBody>
          </p:sp>
          <p:sp>
            <p:nvSpPr>
              <p:cNvPr id="1916" name="Google Shape;1916;p45"/>
              <p:cNvSpPr/>
              <p:nvPr/>
            </p:nvSpPr>
            <p:spPr>
              <a:xfrm>
                <a:off x="2389393" y="3892902"/>
                <a:ext cx="11596" cy="14958"/>
              </a:xfrm>
              <a:custGeom>
                <a:rect b="b" l="l" r="r" t="t"/>
                <a:pathLst>
                  <a:path extrusionOk="0" h="476" w="369">
                    <a:moveTo>
                      <a:pt x="190" y="1"/>
                    </a:moveTo>
                    <a:cubicBezTo>
                      <a:pt x="91" y="1"/>
                      <a:pt x="10" y="101"/>
                      <a:pt x="7" y="231"/>
                    </a:cubicBezTo>
                    <a:cubicBezTo>
                      <a:pt x="0" y="364"/>
                      <a:pt x="76" y="472"/>
                      <a:pt x="174" y="475"/>
                    </a:cubicBezTo>
                    <a:cubicBezTo>
                      <a:pt x="176" y="475"/>
                      <a:pt x="177" y="475"/>
                      <a:pt x="179" y="475"/>
                    </a:cubicBezTo>
                    <a:cubicBezTo>
                      <a:pt x="275" y="475"/>
                      <a:pt x="359" y="375"/>
                      <a:pt x="362" y="245"/>
                    </a:cubicBezTo>
                    <a:cubicBezTo>
                      <a:pt x="369" y="113"/>
                      <a:pt x="293" y="5"/>
                      <a:pt x="195" y="1"/>
                    </a:cubicBezTo>
                    <a:cubicBezTo>
                      <a:pt x="193" y="1"/>
                      <a:pt x="192" y="1"/>
                      <a:pt x="190" y="1"/>
                    </a:cubicBezTo>
                    <a:close/>
                  </a:path>
                </a:pathLst>
              </a:custGeom>
              <a:solidFill>
                <a:srgbClr val="241E22"/>
              </a:solidFill>
              <a:ln>
                <a:noFill/>
              </a:ln>
            </p:spPr>
            <p:txBody>
              <a:bodyPr anchorCtr="0" anchor="ctr" bIns="81275" lIns="81275" spcFirstLastPara="1" rIns="81275" wrap="square" tIns="81275">
                <a:noAutofit/>
              </a:bodyPr>
              <a:lstStyle/>
              <a:p>
                <a:pPr indent="0" lvl="0" marL="0" rtl="0" algn="l">
                  <a:spcBef>
                    <a:spcPts val="0"/>
                  </a:spcBef>
                  <a:spcAft>
                    <a:spcPts val="0"/>
                  </a:spcAft>
                  <a:buNone/>
                </a:pPr>
                <a:r>
                  <a:t/>
                </a:r>
                <a:endParaRPr/>
              </a:p>
            </p:txBody>
          </p:sp>
          <p:sp>
            <p:nvSpPr>
              <p:cNvPr id="1917" name="Google Shape;1917;p45"/>
              <p:cNvSpPr/>
              <p:nvPr/>
            </p:nvSpPr>
            <p:spPr>
              <a:xfrm>
                <a:off x="2339993" y="3887120"/>
                <a:ext cx="11533" cy="14927"/>
              </a:xfrm>
              <a:custGeom>
                <a:rect b="b" l="l" r="r" t="t"/>
                <a:pathLst>
                  <a:path extrusionOk="0" h="475" w="367">
                    <a:moveTo>
                      <a:pt x="186" y="1"/>
                    </a:moveTo>
                    <a:cubicBezTo>
                      <a:pt x="91" y="1"/>
                      <a:pt x="11" y="101"/>
                      <a:pt x="4" y="231"/>
                    </a:cubicBezTo>
                    <a:cubicBezTo>
                      <a:pt x="1" y="363"/>
                      <a:pt x="74" y="471"/>
                      <a:pt x="171" y="474"/>
                    </a:cubicBezTo>
                    <a:cubicBezTo>
                      <a:pt x="175" y="474"/>
                      <a:pt x="178" y="475"/>
                      <a:pt x="182" y="475"/>
                    </a:cubicBezTo>
                    <a:cubicBezTo>
                      <a:pt x="278" y="475"/>
                      <a:pt x="356" y="373"/>
                      <a:pt x="360" y="244"/>
                    </a:cubicBezTo>
                    <a:cubicBezTo>
                      <a:pt x="366" y="112"/>
                      <a:pt x="289" y="4"/>
                      <a:pt x="192" y="1"/>
                    </a:cubicBezTo>
                    <a:cubicBezTo>
                      <a:pt x="190" y="1"/>
                      <a:pt x="188" y="1"/>
                      <a:pt x="186" y="1"/>
                    </a:cubicBezTo>
                    <a:close/>
                  </a:path>
                </a:pathLst>
              </a:custGeom>
              <a:solidFill>
                <a:srgbClr val="241E22"/>
              </a:solidFill>
              <a:ln>
                <a:noFill/>
              </a:ln>
            </p:spPr>
            <p:txBody>
              <a:bodyPr anchorCtr="0" anchor="ctr" bIns="81275" lIns="81275" spcFirstLastPara="1" rIns="81275" wrap="square" tIns="81275">
                <a:noAutofit/>
              </a:bodyPr>
              <a:lstStyle/>
              <a:p>
                <a:pPr indent="0" lvl="0" marL="0" rtl="0" algn="l">
                  <a:spcBef>
                    <a:spcPts val="0"/>
                  </a:spcBef>
                  <a:spcAft>
                    <a:spcPts val="0"/>
                  </a:spcAft>
                  <a:buNone/>
                </a:pPr>
                <a:r>
                  <a:t/>
                </a:r>
                <a:endParaRPr/>
              </a:p>
            </p:txBody>
          </p:sp>
          <p:sp>
            <p:nvSpPr>
              <p:cNvPr id="1918" name="Google Shape;1918;p45"/>
              <p:cNvSpPr/>
              <p:nvPr/>
            </p:nvSpPr>
            <p:spPr>
              <a:xfrm>
                <a:off x="2394201" y="3916377"/>
                <a:ext cx="30042" cy="15650"/>
              </a:xfrm>
              <a:custGeom>
                <a:rect b="b" l="l" r="r" t="t"/>
                <a:pathLst>
                  <a:path extrusionOk="0" h="498" w="956">
                    <a:moveTo>
                      <a:pt x="384" y="0"/>
                    </a:moveTo>
                    <a:cubicBezTo>
                      <a:pt x="191" y="0"/>
                      <a:pt x="38" y="69"/>
                      <a:pt x="21" y="178"/>
                    </a:cubicBezTo>
                    <a:cubicBezTo>
                      <a:pt x="0" y="310"/>
                      <a:pt x="188" y="450"/>
                      <a:pt x="443" y="487"/>
                    </a:cubicBezTo>
                    <a:cubicBezTo>
                      <a:pt x="488" y="494"/>
                      <a:pt x="532" y="498"/>
                      <a:pt x="575" y="498"/>
                    </a:cubicBezTo>
                    <a:cubicBezTo>
                      <a:pt x="767" y="498"/>
                      <a:pt x="920" y="429"/>
                      <a:pt x="934" y="320"/>
                    </a:cubicBezTo>
                    <a:cubicBezTo>
                      <a:pt x="955" y="188"/>
                      <a:pt x="767" y="53"/>
                      <a:pt x="516" y="11"/>
                    </a:cubicBezTo>
                    <a:cubicBezTo>
                      <a:pt x="471" y="4"/>
                      <a:pt x="426" y="0"/>
                      <a:pt x="384" y="0"/>
                    </a:cubicBezTo>
                    <a:close/>
                  </a:path>
                </a:pathLst>
              </a:custGeom>
              <a:solidFill>
                <a:srgbClr val="B1452C"/>
              </a:solidFill>
              <a:ln>
                <a:noFill/>
              </a:ln>
            </p:spPr>
            <p:txBody>
              <a:bodyPr anchorCtr="0" anchor="ctr" bIns="81275" lIns="81275" spcFirstLastPara="1" rIns="81275" wrap="square" tIns="81275">
                <a:noAutofit/>
              </a:bodyPr>
              <a:lstStyle/>
              <a:p>
                <a:pPr indent="0" lvl="0" marL="0" rtl="0" algn="l">
                  <a:spcBef>
                    <a:spcPts val="0"/>
                  </a:spcBef>
                  <a:spcAft>
                    <a:spcPts val="0"/>
                  </a:spcAft>
                  <a:buNone/>
                </a:pPr>
                <a:r>
                  <a:t/>
                </a:r>
                <a:endParaRPr/>
              </a:p>
            </p:txBody>
          </p:sp>
          <p:sp>
            <p:nvSpPr>
              <p:cNvPr id="1919" name="Google Shape;1919;p45"/>
              <p:cNvSpPr/>
              <p:nvPr/>
            </p:nvSpPr>
            <p:spPr>
              <a:xfrm>
                <a:off x="2314476" y="3907861"/>
                <a:ext cx="26963" cy="15618"/>
              </a:xfrm>
              <a:custGeom>
                <a:rect b="b" l="l" r="r" t="t"/>
                <a:pathLst>
                  <a:path extrusionOk="0" h="497" w="858">
                    <a:moveTo>
                      <a:pt x="290" y="0"/>
                    </a:moveTo>
                    <a:cubicBezTo>
                      <a:pt x="201" y="0"/>
                      <a:pt x="122" y="15"/>
                      <a:pt x="60" y="41"/>
                    </a:cubicBezTo>
                    <a:lnTo>
                      <a:pt x="1" y="340"/>
                    </a:lnTo>
                    <a:cubicBezTo>
                      <a:pt x="74" y="407"/>
                      <a:pt x="199" y="462"/>
                      <a:pt x="345" y="487"/>
                    </a:cubicBezTo>
                    <a:cubicBezTo>
                      <a:pt x="391" y="494"/>
                      <a:pt x="435" y="497"/>
                      <a:pt x="477" y="497"/>
                    </a:cubicBezTo>
                    <a:cubicBezTo>
                      <a:pt x="670" y="497"/>
                      <a:pt x="823" y="428"/>
                      <a:pt x="837" y="319"/>
                    </a:cubicBezTo>
                    <a:cubicBezTo>
                      <a:pt x="858" y="187"/>
                      <a:pt x="670" y="52"/>
                      <a:pt x="419" y="10"/>
                    </a:cubicBezTo>
                    <a:cubicBezTo>
                      <a:pt x="374" y="3"/>
                      <a:pt x="331" y="0"/>
                      <a:pt x="290" y="0"/>
                    </a:cubicBezTo>
                    <a:close/>
                  </a:path>
                </a:pathLst>
              </a:custGeom>
              <a:solidFill>
                <a:srgbClr val="B1452C"/>
              </a:solidFill>
              <a:ln>
                <a:noFill/>
              </a:ln>
            </p:spPr>
            <p:txBody>
              <a:bodyPr anchorCtr="0" anchor="ctr" bIns="81275" lIns="81275" spcFirstLastPara="1" rIns="81275" wrap="square" tIns="81275">
                <a:noAutofit/>
              </a:bodyPr>
              <a:lstStyle/>
              <a:p>
                <a:pPr indent="0" lvl="0" marL="0" rtl="0" algn="l">
                  <a:spcBef>
                    <a:spcPts val="0"/>
                  </a:spcBef>
                  <a:spcAft>
                    <a:spcPts val="0"/>
                  </a:spcAft>
                  <a:buNone/>
                </a:pPr>
                <a:r>
                  <a:t/>
                </a:r>
                <a:endParaRPr/>
              </a:p>
            </p:txBody>
          </p:sp>
          <p:sp>
            <p:nvSpPr>
              <p:cNvPr id="1920" name="Google Shape;1920;p45"/>
              <p:cNvSpPr/>
              <p:nvPr/>
            </p:nvSpPr>
            <p:spPr>
              <a:xfrm>
                <a:off x="2378865" y="3860472"/>
                <a:ext cx="41984" cy="21180"/>
              </a:xfrm>
              <a:custGeom>
                <a:rect b="b" l="l" r="r" t="t"/>
                <a:pathLst>
                  <a:path extrusionOk="0" h="674" w="1336">
                    <a:moveTo>
                      <a:pt x="620" y="0"/>
                    </a:moveTo>
                    <a:cubicBezTo>
                      <a:pt x="457" y="0"/>
                      <a:pt x="292" y="51"/>
                      <a:pt x="147" y="155"/>
                    </a:cubicBezTo>
                    <a:cubicBezTo>
                      <a:pt x="49" y="228"/>
                      <a:pt x="1" y="357"/>
                      <a:pt x="67" y="468"/>
                    </a:cubicBezTo>
                    <a:cubicBezTo>
                      <a:pt x="107" y="535"/>
                      <a:pt x="191" y="582"/>
                      <a:pt x="273" y="582"/>
                    </a:cubicBezTo>
                    <a:cubicBezTo>
                      <a:pt x="311" y="582"/>
                      <a:pt x="348" y="572"/>
                      <a:pt x="380" y="549"/>
                    </a:cubicBezTo>
                    <a:cubicBezTo>
                      <a:pt x="455" y="494"/>
                      <a:pt x="555" y="454"/>
                      <a:pt x="651" y="454"/>
                    </a:cubicBezTo>
                    <a:cubicBezTo>
                      <a:pt x="733" y="454"/>
                      <a:pt x="811" y="484"/>
                      <a:pt x="868" y="560"/>
                    </a:cubicBezTo>
                    <a:cubicBezTo>
                      <a:pt x="918" y="629"/>
                      <a:pt x="993" y="673"/>
                      <a:pt x="1072" y="673"/>
                    </a:cubicBezTo>
                    <a:cubicBezTo>
                      <a:pt x="1108" y="673"/>
                      <a:pt x="1145" y="664"/>
                      <a:pt x="1181" y="643"/>
                    </a:cubicBezTo>
                    <a:cubicBezTo>
                      <a:pt x="1279" y="584"/>
                      <a:pt x="1335" y="427"/>
                      <a:pt x="1262" y="330"/>
                    </a:cubicBezTo>
                    <a:cubicBezTo>
                      <a:pt x="1105" y="114"/>
                      <a:pt x="865" y="0"/>
                      <a:pt x="620" y="0"/>
                    </a:cubicBezTo>
                    <a:close/>
                  </a:path>
                </a:pathLst>
              </a:custGeom>
              <a:solidFill>
                <a:srgbClr val="241E22"/>
              </a:solidFill>
              <a:ln>
                <a:noFill/>
              </a:ln>
            </p:spPr>
            <p:txBody>
              <a:bodyPr anchorCtr="0" anchor="ctr" bIns="81275" lIns="81275" spcFirstLastPara="1" rIns="81275" wrap="square" tIns="81275">
                <a:noAutofit/>
              </a:bodyPr>
              <a:lstStyle/>
              <a:p>
                <a:pPr indent="0" lvl="0" marL="0" rtl="0" algn="l">
                  <a:spcBef>
                    <a:spcPts val="0"/>
                  </a:spcBef>
                  <a:spcAft>
                    <a:spcPts val="0"/>
                  </a:spcAft>
                  <a:buNone/>
                </a:pPr>
                <a:r>
                  <a:t/>
                </a:r>
                <a:endParaRPr/>
              </a:p>
            </p:txBody>
          </p:sp>
          <p:sp>
            <p:nvSpPr>
              <p:cNvPr id="1921" name="Google Shape;1921;p45"/>
              <p:cNvSpPr/>
              <p:nvPr/>
            </p:nvSpPr>
            <p:spPr>
              <a:xfrm>
                <a:off x="2320886" y="3856009"/>
                <a:ext cx="43618" cy="18446"/>
              </a:xfrm>
              <a:custGeom>
                <a:rect b="b" l="l" r="r" t="t"/>
                <a:pathLst>
                  <a:path extrusionOk="0" h="587" w="1388">
                    <a:moveTo>
                      <a:pt x="663" y="1"/>
                    </a:moveTo>
                    <a:cubicBezTo>
                      <a:pt x="513" y="1"/>
                      <a:pt x="362" y="41"/>
                      <a:pt x="218" y="123"/>
                    </a:cubicBezTo>
                    <a:cubicBezTo>
                      <a:pt x="1" y="245"/>
                      <a:pt x="109" y="568"/>
                      <a:pt x="304" y="568"/>
                    </a:cubicBezTo>
                    <a:cubicBezTo>
                      <a:pt x="337" y="568"/>
                      <a:pt x="373" y="559"/>
                      <a:pt x="410" y="538"/>
                    </a:cubicBezTo>
                    <a:cubicBezTo>
                      <a:pt x="499" y="487"/>
                      <a:pt x="585" y="459"/>
                      <a:pt x="669" y="459"/>
                    </a:cubicBezTo>
                    <a:cubicBezTo>
                      <a:pt x="753" y="459"/>
                      <a:pt x="836" y="486"/>
                      <a:pt x="922" y="544"/>
                    </a:cubicBezTo>
                    <a:cubicBezTo>
                      <a:pt x="965" y="574"/>
                      <a:pt x="1009" y="587"/>
                      <a:pt x="1050" y="587"/>
                    </a:cubicBezTo>
                    <a:cubicBezTo>
                      <a:pt x="1242" y="587"/>
                      <a:pt x="1387" y="312"/>
                      <a:pt x="1187" y="171"/>
                    </a:cubicBezTo>
                    <a:cubicBezTo>
                      <a:pt x="1025" y="59"/>
                      <a:pt x="845" y="1"/>
                      <a:pt x="663" y="1"/>
                    </a:cubicBezTo>
                    <a:close/>
                  </a:path>
                </a:pathLst>
              </a:custGeom>
              <a:solidFill>
                <a:srgbClr val="241E22"/>
              </a:solidFill>
              <a:ln>
                <a:noFill/>
              </a:ln>
            </p:spPr>
            <p:txBody>
              <a:bodyPr anchorCtr="0" anchor="ctr" bIns="81275" lIns="81275" spcFirstLastPara="1" rIns="81275" wrap="square" tIns="81275">
                <a:noAutofit/>
              </a:bodyPr>
              <a:lstStyle/>
              <a:p>
                <a:pPr indent="0" lvl="0" marL="0" rtl="0" algn="l">
                  <a:spcBef>
                    <a:spcPts val="0"/>
                  </a:spcBef>
                  <a:spcAft>
                    <a:spcPts val="0"/>
                  </a:spcAft>
                  <a:buNone/>
                </a:pPr>
                <a:r>
                  <a:t/>
                </a:r>
                <a:endParaRPr/>
              </a:p>
            </p:txBody>
          </p:sp>
          <p:sp>
            <p:nvSpPr>
              <p:cNvPr id="1922" name="Google Shape;1922;p45"/>
              <p:cNvSpPr/>
              <p:nvPr/>
            </p:nvSpPr>
            <p:spPr>
              <a:xfrm>
                <a:off x="2471506" y="3957198"/>
                <a:ext cx="27623" cy="24889"/>
              </a:xfrm>
              <a:custGeom>
                <a:rect b="b" l="l" r="r" t="t"/>
                <a:pathLst>
                  <a:path extrusionOk="0" h="792" w="879">
                    <a:moveTo>
                      <a:pt x="878" y="0"/>
                    </a:moveTo>
                    <a:lnTo>
                      <a:pt x="878" y="0"/>
                    </a:lnTo>
                    <a:cubicBezTo>
                      <a:pt x="695" y="99"/>
                      <a:pt x="487" y="155"/>
                      <a:pt x="255" y="155"/>
                    </a:cubicBezTo>
                    <a:cubicBezTo>
                      <a:pt x="173" y="155"/>
                      <a:pt x="88" y="148"/>
                      <a:pt x="0" y="133"/>
                    </a:cubicBezTo>
                    <a:lnTo>
                      <a:pt x="0" y="133"/>
                    </a:lnTo>
                    <a:cubicBezTo>
                      <a:pt x="108" y="422"/>
                      <a:pt x="282" y="638"/>
                      <a:pt x="502" y="791"/>
                    </a:cubicBezTo>
                    <a:cubicBezTo>
                      <a:pt x="673" y="544"/>
                      <a:pt x="795" y="293"/>
                      <a:pt x="878" y="0"/>
                    </a:cubicBezTo>
                    <a:close/>
                  </a:path>
                </a:pathLst>
              </a:custGeom>
              <a:solidFill>
                <a:schemeClr val="dk1"/>
              </a:solidFill>
              <a:ln>
                <a:noFill/>
              </a:ln>
            </p:spPr>
            <p:txBody>
              <a:bodyPr anchorCtr="0" anchor="ctr" bIns="81275" lIns="81275" spcFirstLastPara="1" rIns="81275" wrap="square" tIns="81275">
                <a:noAutofit/>
              </a:bodyPr>
              <a:lstStyle/>
              <a:p>
                <a:pPr indent="0" lvl="0" marL="0" rtl="0" algn="l">
                  <a:spcBef>
                    <a:spcPts val="0"/>
                  </a:spcBef>
                  <a:spcAft>
                    <a:spcPts val="0"/>
                  </a:spcAft>
                  <a:buNone/>
                </a:pPr>
                <a:r>
                  <a:t/>
                </a:r>
                <a:endParaRPr/>
              </a:p>
            </p:txBody>
          </p:sp>
          <p:sp>
            <p:nvSpPr>
              <p:cNvPr id="1923" name="Google Shape;1923;p45"/>
              <p:cNvSpPr/>
              <p:nvPr/>
            </p:nvSpPr>
            <p:spPr>
              <a:xfrm>
                <a:off x="2429680" y="3835018"/>
                <a:ext cx="111810" cy="121898"/>
              </a:xfrm>
              <a:custGeom>
                <a:rect b="b" l="l" r="r" t="t"/>
                <a:pathLst>
                  <a:path extrusionOk="0" h="3879" w="3558">
                    <a:moveTo>
                      <a:pt x="757" y="0"/>
                    </a:moveTo>
                    <a:cubicBezTo>
                      <a:pt x="688" y="0"/>
                      <a:pt x="621" y="1"/>
                      <a:pt x="555" y="3"/>
                    </a:cubicBezTo>
                    <a:cubicBezTo>
                      <a:pt x="627" y="728"/>
                      <a:pt x="0" y="2428"/>
                      <a:pt x="362" y="2718"/>
                    </a:cubicBezTo>
                    <a:cubicBezTo>
                      <a:pt x="406" y="2753"/>
                      <a:pt x="450" y="2769"/>
                      <a:pt x="493" y="2769"/>
                    </a:cubicBezTo>
                    <a:cubicBezTo>
                      <a:pt x="884" y="2769"/>
                      <a:pt x="1255" y="1452"/>
                      <a:pt x="2150" y="1352"/>
                    </a:cubicBezTo>
                    <a:cubicBezTo>
                      <a:pt x="2193" y="1347"/>
                      <a:pt x="2235" y="1345"/>
                      <a:pt x="2275" y="1345"/>
                    </a:cubicBezTo>
                    <a:cubicBezTo>
                      <a:pt x="2438" y="1345"/>
                      <a:pt x="2575" y="1383"/>
                      <a:pt x="2687" y="1453"/>
                    </a:cubicBezTo>
                    <a:cubicBezTo>
                      <a:pt x="2624" y="2244"/>
                      <a:pt x="2369" y="3000"/>
                      <a:pt x="2296" y="3478"/>
                    </a:cubicBezTo>
                    <a:cubicBezTo>
                      <a:pt x="2276" y="3624"/>
                      <a:pt x="2248" y="3756"/>
                      <a:pt x="2213" y="3878"/>
                    </a:cubicBezTo>
                    <a:cubicBezTo>
                      <a:pt x="2732" y="2944"/>
                      <a:pt x="3324" y="1836"/>
                      <a:pt x="3488" y="1355"/>
                    </a:cubicBezTo>
                    <a:cubicBezTo>
                      <a:pt x="3519" y="1257"/>
                      <a:pt x="3544" y="1167"/>
                      <a:pt x="3558" y="1077"/>
                    </a:cubicBezTo>
                    <a:cubicBezTo>
                      <a:pt x="3537" y="1048"/>
                      <a:pt x="3519" y="1021"/>
                      <a:pt x="3498" y="997"/>
                    </a:cubicBezTo>
                    <a:cubicBezTo>
                      <a:pt x="3415" y="878"/>
                      <a:pt x="3314" y="777"/>
                      <a:pt x="3202" y="686"/>
                    </a:cubicBezTo>
                    <a:cubicBezTo>
                      <a:pt x="3028" y="540"/>
                      <a:pt x="2826" y="425"/>
                      <a:pt x="2610" y="334"/>
                    </a:cubicBezTo>
                    <a:cubicBezTo>
                      <a:pt x="1981" y="70"/>
                      <a:pt x="1328" y="0"/>
                      <a:pt x="757" y="0"/>
                    </a:cubicBezTo>
                    <a:close/>
                  </a:path>
                </a:pathLst>
              </a:custGeom>
              <a:solidFill>
                <a:schemeClr val="dk1"/>
              </a:solidFill>
              <a:ln>
                <a:noFill/>
              </a:ln>
            </p:spPr>
            <p:txBody>
              <a:bodyPr anchorCtr="0" anchor="ctr" bIns="81275" lIns="81275" spcFirstLastPara="1" rIns="81275" wrap="square" tIns="81275">
                <a:noAutofit/>
              </a:bodyPr>
              <a:lstStyle/>
              <a:p>
                <a:pPr indent="0" lvl="0" marL="0" rtl="0" algn="l">
                  <a:spcBef>
                    <a:spcPts val="0"/>
                  </a:spcBef>
                  <a:spcAft>
                    <a:spcPts val="0"/>
                  </a:spcAft>
                  <a:buNone/>
                </a:pPr>
                <a:r>
                  <a:t/>
                </a:r>
                <a:endParaRPr/>
              </a:p>
            </p:txBody>
          </p:sp>
          <p:sp>
            <p:nvSpPr>
              <p:cNvPr id="1924" name="Google Shape;1924;p45"/>
              <p:cNvSpPr/>
              <p:nvPr/>
            </p:nvSpPr>
            <p:spPr>
              <a:xfrm>
                <a:off x="2406582" y="3777038"/>
                <a:ext cx="120044" cy="89310"/>
              </a:xfrm>
              <a:custGeom>
                <a:rect b="b" l="l" r="r" t="t"/>
                <a:pathLst>
                  <a:path extrusionOk="0" h="2842" w="3820">
                    <a:moveTo>
                      <a:pt x="883" y="0"/>
                    </a:moveTo>
                    <a:cubicBezTo>
                      <a:pt x="812" y="0"/>
                      <a:pt x="750" y="9"/>
                      <a:pt x="697" y="29"/>
                    </a:cubicBezTo>
                    <a:cubicBezTo>
                      <a:pt x="0" y="288"/>
                      <a:pt x="544" y="737"/>
                      <a:pt x="544" y="737"/>
                    </a:cubicBezTo>
                    <a:cubicBezTo>
                      <a:pt x="544" y="737"/>
                      <a:pt x="1171" y="1082"/>
                      <a:pt x="1264" y="1626"/>
                    </a:cubicBezTo>
                    <a:cubicBezTo>
                      <a:pt x="1359" y="2169"/>
                      <a:pt x="1251" y="2705"/>
                      <a:pt x="1251" y="2705"/>
                    </a:cubicBezTo>
                    <a:cubicBezTo>
                      <a:pt x="1251" y="2705"/>
                      <a:pt x="2211" y="2841"/>
                      <a:pt x="2878" y="2841"/>
                    </a:cubicBezTo>
                    <a:cubicBezTo>
                      <a:pt x="3125" y="2841"/>
                      <a:pt x="3331" y="2823"/>
                      <a:pt x="3435" y="2772"/>
                    </a:cubicBezTo>
                    <a:cubicBezTo>
                      <a:pt x="3819" y="2584"/>
                      <a:pt x="3794" y="1357"/>
                      <a:pt x="3794" y="1357"/>
                    </a:cubicBezTo>
                    <a:cubicBezTo>
                      <a:pt x="3794" y="1357"/>
                      <a:pt x="1744" y="0"/>
                      <a:pt x="883" y="0"/>
                    </a:cubicBezTo>
                    <a:close/>
                  </a:path>
                </a:pathLst>
              </a:custGeom>
              <a:solidFill>
                <a:schemeClr val="dk1"/>
              </a:solidFill>
              <a:ln>
                <a:noFill/>
              </a:ln>
            </p:spPr>
            <p:txBody>
              <a:bodyPr anchorCtr="0" anchor="ctr" bIns="81275" lIns="81275" spcFirstLastPara="1" rIns="81275" wrap="square" tIns="81275">
                <a:noAutofit/>
              </a:bodyPr>
              <a:lstStyle/>
              <a:p>
                <a:pPr indent="0" lvl="0" marL="0" rtl="0" algn="l">
                  <a:spcBef>
                    <a:spcPts val="0"/>
                  </a:spcBef>
                  <a:spcAft>
                    <a:spcPts val="0"/>
                  </a:spcAft>
                  <a:buNone/>
                </a:pPr>
                <a:r>
                  <a:t/>
                </a:r>
                <a:endParaRPr/>
              </a:p>
            </p:txBody>
          </p:sp>
          <p:sp>
            <p:nvSpPr>
              <p:cNvPr id="1925" name="Google Shape;1925;p45"/>
              <p:cNvSpPr/>
              <p:nvPr/>
            </p:nvSpPr>
            <p:spPr>
              <a:xfrm>
                <a:off x="2337227" y="3940763"/>
                <a:ext cx="54711" cy="35825"/>
              </a:xfrm>
              <a:custGeom>
                <a:rect b="b" l="l" r="r" t="t"/>
                <a:pathLst>
                  <a:path extrusionOk="0" h="1140" w="1741">
                    <a:moveTo>
                      <a:pt x="50" y="1"/>
                    </a:moveTo>
                    <a:cubicBezTo>
                      <a:pt x="50" y="1"/>
                      <a:pt x="1" y="1022"/>
                      <a:pt x="681" y="1130"/>
                    </a:cubicBezTo>
                    <a:cubicBezTo>
                      <a:pt x="723" y="1136"/>
                      <a:pt x="763" y="1140"/>
                      <a:pt x="802" y="1140"/>
                    </a:cubicBezTo>
                    <a:cubicBezTo>
                      <a:pt x="1511" y="1140"/>
                      <a:pt x="1740" y="84"/>
                      <a:pt x="1740" y="84"/>
                    </a:cubicBezTo>
                    <a:cubicBezTo>
                      <a:pt x="622" y="25"/>
                      <a:pt x="50" y="1"/>
                      <a:pt x="50" y="1"/>
                    </a:cubicBezTo>
                    <a:close/>
                  </a:path>
                </a:pathLst>
              </a:custGeom>
              <a:solidFill>
                <a:srgbClr val="FFFFFF"/>
              </a:solidFill>
              <a:ln>
                <a:noFill/>
              </a:ln>
            </p:spPr>
            <p:txBody>
              <a:bodyPr anchorCtr="0" anchor="ctr" bIns="81275" lIns="81275" spcFirstLastPara="1" rIns="81275" wrap="square" tIns="81275">
                <a:noAutofit/>
              </a:bodyPr>
              <a:lstStyle/>
              <a:p>
                <a:pPr indent="0" lvl="0" marL="0" rtl="0" algn="l">
                  <a:spcBef>
                    <a:spcPts val="0"/>
                  </a:spcBef>
                  <a:spcAft>
                    <a:spcPts val="0"/>
                  </a:spcAft>
                  <a:buNone/>
                </a:pPr>
                <a:r>
                  <a:t/>
                </a:r>
                <a:endParaRPr/>
              </a:p>
            </p:txBody>
          </p:sp>
          <p:sp>
            <p:nvSpPr>
              <p:cNvPr id="1926" name="Google Shape;1926;p45"/>
              <p:cNvSpPr/>
              <p:nvPr/>
            </p:nvSpPr>
            <p:spPr>
              <a:xfrm>
                <a:off x="2350237" y="3985418"/>
                <a:ext cx="21400" cy="7322"/>
              </a:xfrm>
              <a:custGeom>
                <a:rect b="b" l="l" r="r" t="t"/>
                <a:pathLst>
                  <a:path extrusionOk="0" h="233" w="681">
                    <a:moveTo>
                      <a:pt x="110" y="0"/>
                    </a:moveTo>
                    <a:cubicBezTo>
                      <a:pt x="40" y="0"/>
                      <a:pt x="0" y="115"/>
                      <a:pt x="79" y="155"/>
                    </a:cubicBezTo>
                    <a:cubicBezTo>
                      <a:pt x="171" y="202"/>
                      <a:pt x="271" y="233"/>
                      <a:pt x="369" y="233"/>
                    </a:cubicBezTo>
                    <a:cubicBezTo>
                      <a:pt x="452" y="233"/>
                      <a:pt x="535" y="211"/>
                      <a:pt x="611" y="159"/>
                    </a:cubicBezTo>
                    <a:cubicBezTo>
                      <a:pt x="681" y="112"/>
                      <a:pt x="628" y="16"/>
                      <a:pt x="561" y="16"/>
                    </a:cubicBezTo>
                    <a:cubicBezTo>
                      <a:pt x="547" y="16"/>
                      <a:pt x="532" y="20"/>
                      <a:pt x="518" y="30"/>
                    </a:cubicBezTo>
                    <a:cubicBezTo>
                      <a:pt x="469" y="63"/>
                      <a:pt x="418" y="77"/>
                      <a:pt x="368" y="77"/>
                    </a:cubicBezTo>
                    <a:cubicBezTo>
                      <a:pt x="292" y="77"/>
                      <a:pt x="216" y="47"/>
                      <a:pt x="145" y="9"/>
                    </a:cubicBezTo>
                    <a:cubicBezTo>
                      <a:pt x="133" y="3"/>
                      <a:pt x="121" y="0"/>
                      <a:pt x="110" y="0"/>
                    </a:cubicBezTo>
                    <a:close/>
                  </a:path>
                </a:pathLst>
              </a:custGeom>
              <a:solidFill>
                <a:srgbClr val="B1452C"/>
              </a:solidFill>
              <a:ln>
                <a:noFill/>
              </a:ln>
            </p:spPr>
            <p:txBody>
              <a:bodyPr anchorCtr="0" anchor="ctr" bIns="81275" lIns="81275" spcFirstLastPara="1" rIns="81275" wrap="square" tIns="81275">
                <a:noAutofit/>
              </a:bodyPr>
              <a:lstStyle/>
              <a:p>
                <a:pPr indent="0" lvl="0" marL="0" rtl="0" algn="l">
                  <a:spcBef>
                    <a:spcPts val="0"/>
                  </a:spcBef>
                  <a:spcAft>
                    <a:spcPts val="0"/>
                  </a:spcAft>
                  <a:buNone/>
                </a:pPr>
                <a:r>
                  <a:t/>
                </a:r>
                <a:endParaRPr/>
              </a:p>
            </p:txBody>
          </p:sp>
          <p:sp>
            <p:nvSpPr>
              <p:cNvPr id="1927" name="Google Shape;1927;p45"/>
              <p:cNvSpPr/>
              <p:nvPr/>
            </p:nvSpPr>
            <p:spPr>
              <a:xfrm>
                <a:off x="2448409" y="3876624"/>
                <a:ext cx="82899" cy="89718"/>
              </a:xfrm>
              <a:custGeom>
                <a:rect b="b" l="l" r="r" t="t"/>
                <a:pathLst>
                  <a:path extrusionOk="0" h="2855" w="2638">
                    <a:moveTo>
                      <a:pt x="1736" y="1"/>
                    </a:moveTo>
                    <a:cubicBezTo>
                      <a:pt x="1270" y="1"/>
                      <a:pt x="728" y="510"/>
                      <a:pt x="411" y="864"/>
                    </a:cubicBezTo>
                    <a:cubicBezTo>
                      <a:pt x="136" y="1167"/>
                      <a:pt x="0" y="1578"/>
                      <a:pt x="70" y="1987"/>
                    </a:cubicBezTo>
                    <a:cubicBezTo>
                      <a:pt x="126" y="2317"/>
                      <a:pt x="310" y="2651"/>
                      <a:pt x="766" y="2794"/>
                    </a:cubicBezTo>
                    <a:cubicBezTo>
                      <a:pt x="896" y="2835"/>
                      <a:pt x="1019" y="2854"/>
                      <a:pt x="1135" y="2854"/>
                    </a:cubicBezTo>
                    <a:cubicBezTo>
                      <a:pt x="1837" y="2854"/>
                      <a:pt x="2287" y="2170"/>
                      <a:pt x="2442" y="1596"/>
                    </a:cubicBezTo>
                    <a:cubicBezTo>
                      <a:pt x="2620" y="927"/>
                      <a:pt x="2638" y="244"/>
                      <a:pt x="1903" y="25"/>
                    </a:cubicBezTo>
                    <a:cubicBezTo>
                      <a:pt x="1849" y="8"/>
                      <a:pt x="1793" y="1"/>
                      <a:pt x="1736" y="1"/>
                    </a:cubicBezTo>
                    <a:close/>
                  </a:path>
                </a:pathLst>
              </a:custGeom>
              <a:solidFill>
                <a:srgbClr val="E77F5B"/>
              </a:solidFill>
              <a:ln>
                <a:noFill/>
              </a:ln>
            </p:spPr>
            <p:txBody>
              <a:bodyPr anchorCtr="0" anchor="ctr" bIns="81275" lIns="81275" spcFirstLastPara="1" rIns="81275" wrap="square" tIns="81275">
                <a:noAutofit/>
              </a:bodyPr>
              <a:lstStyle/>
              <a:p>
                <a:pPr indent="0" lvl="0" marL="0" rtl="0" algn="l">
                  <a:spcBef>
                    <a:spcPts val="0"/>
                  </a:spcBef>
                  <a:spcAft>
                    <a:spcPts val="0"/>
                  </a:spcAft>
                  <a:buNone/>
                </a:pPr>
                <a:r>
                  <a:t/>
                </a:r>
                <a:endParaRPr/>
              </a:p>
            </p:txBody>
          </p:sp>
          <p:sp>
            <p:nvSpPr>
              <p:cNvPr id="1928" name="Google Shape;1928;p45"/>
              <p:cNvSpPr/>
              <p:nvPr/>
            </p:nvSpPr>
            <p:spPr>
              <a:xfrm>
                <a:off x="2473643" y="3894159"/>
                <a:ext cx="40821" cy="47955"/>
              </a:xfrm>
              <a:custGeom>
                <a:rect b="b" l="l" r="r" t="t"/>
                <a:pathLst>
                  <a:path extrusionOk="0" h="1526" w="1299">
                    <a:moveTo>
                      <a:pt x="959" y="0"/>
                    </a:moveTo>
                    <a:cubicBezTo>
                      <a:pt x="752" y="0"/>
                      <a:pt x="548" y="112"/>
                      <a:pt x="396" y="264"/>
                    </a:cubicBezTo>
                    <a:cubicBezTo>
                      <a:pt x="85" y="575"/>
                      <a:pt x="13" y="1017"/>
                      <a:pt x="2" y="1439"/>
                    </a:cubicBezTo>
                    <a:cubicBezTo>
                      <a:pt x="0" y="1496"/>
                      <a:pt x="46" y="1526"/>
                      <a:pt x="90" y="1526"/>
                    </a:cubicBezTo>
                    <a:cubicBezTo>
                      <a:pt x="133" y="1526"/>
                      <a:pt x="174" y="1499"/>
                      <a:pt x="176" y="1445"/>
                    </a:cubicBezTo>
                    <a:cubicBezTo>
                      <a:pt x="183" y="1157"/>
                      <a:pt x="211" y="853"/>
                      <a:pt x="361" y="599"/>
                    </a:cubicBezTo>
                    <a:cubicBezTo>
                      <a:pt x="469" y="411"/>
                      <a:pt x="707" y="168"/>
                      <a:pt x="951" y="168"/>
                    </a:cubicBezTo>
                    <a:cubicBezTo>
                      <a:pt x="1007" y="168"/>
                      <a:pt x="1062" y="180"/>
                      <a:pt x="1117" y="208"/>
                    </a:cubicBezTo>
                    <a:cubicBezTo>
                      <a:pt x="1131" y="215"/>
                      <a:pt x="1145" y="218"/>
                      <a:pt x="1158" y="218"/>
                    </a:cubicBezTo>
                    <a:cubicBezTo>
                      <a:pt x="1241" y="218"/>
                      <a:pt x="1298" y="104"/>
                      <a:pt x="1214" y="62"/>
                    </a:cubicBezTo>
                    <a:cubicBezTo>
                      <a:pt x="1131" y="19"/>
                      <a:pt x="1045" y="0"/>
                      <a:pt x="959" y="0"/>
                    </a:cubicBezTo>
                    <a:close/>
                  </a:path>
                </a:pathLst>
              </a:custGeom>
              <a:solidFill>
                <a:srgbClr val="241E22"/>
              </a:solidFill>
              <a:ln>
                <a:noFill/>
              </a:ln>
            </p:spPr>
            <p:txBody>
              <a:bodyPr anchorCtr="0" anchor="ctr" bIns="81275" lIns="81275" spcFirstLastPara="1" rIns="81275" wrap="square" tIns="81275">
                <a:noAutofit/>
              </a:bodyPr>
              <a:lstStyle/>
              <a:p>
                <a:pPr indent="0" lvl="0" marL="0" rtl="0" algn="l">
                  <a:spcBef>
                    <a:spcPts val="0"/>
                  </a:spcBef>
                  <a:spcAft>
                    <a:spcPts val="0"/>
                  </a:spcAft>
                  <a:buNone/>
                </a:pPr>
                <a:r>
                  <a:t/>
                </a:r>
                <a:endParaRPr/>
              </a:p>
            </p:txBody>
          </p:sp>
          <p:sp>
            <p:nvSpPr>
              <p:cNvPr id="1929" name="Google Shape;1929;p45"/>
              <p:cNvSpPr/>
              <p:nvPr/>
            </p:nvSpPr>
            <p:spPr>
              <a:xfrm>
                <a:off x="2298072" y="3855475"/>
                <a:ext cx="61122" cy="73597"/>
              </a:xfrm>
              <a:custGeom>
                <a:rect b="b" l="l" r="r" t="t"/>
                <a:pathLst>
                  <a:path extrusionOk="0" h="2342" w="1945">
                    <a:moveTo>
                      <a:pt x="1021" y="143"/>
                    </a:moveTo>
                    <a:cubicBezTo>
                      <a:pt x="1038" y="143"/>
                      <a:pt x="1059" y="143"/>
                      <a:pt x="1080" y="147"/>
                    </a:cubicBezTo>
                    <a:cubicBezTo>
                      <a:pt x="1498" y="188"/>
                      <a:pt x="1791" y="683"/>
                      <a:pt x="1732" y="1248"/>
                    </a:cubicBezTo>
                    <a:cubicBezTo>
                      <a:pt x="1704" y="1526"/>
                      <a:pt x="1596" y="1777"/>
                      <a:pt x="1428" y="1959"/>
                    </a:cubicBezTo>
                    <a:cubicBezTo>
                      <a:pt x="1281" y="2115"/>
                      <a:pt x="1106" y="2199"/>
                      <a:pt x="925" y="2199"/>
                    </a:cubicBezTo>
                    <a:cubicBezTo>
                      <a:pt x="905" y="2199"/>
                      <a:pt x="884" y="2197"/>
                      <a:pt x="864" y="2195"/>
                    </a:cubicBezTo>
                    <a:cubicBezTo>
                      <a:pt x="446" y="2150"/>
                      <a:pt x="153" y="1656"/>
                      <a:pt x="213" y="1092"/>
                    </a:cubicBezTo>
                    <a:cubicBezTo>
                      <a:pt x="269" y="555"/>
                      <a:pt x="624" y="143"/>
                      <a:pt x="1021" y="143"/>
                    </a:cubicBezTo>
                    <a:close/>
                    <a:moveTo>
                      <a:pt x="1019" y="0"/>
                    </a:moveTo>
                    <a:cubicBezTo>
                      <a:pt x="550" y="0"/>
                      <a:pt x="132" y="465"/>
                      <a:pt x="70" y="1077"/>
                    </a:cubicBezTo>
                    <a:cubicBezTo>
                      <a:pt x="0" y="1722"/>
                      <a:pt x="352" y="2287"/>
                      <a:pt x="850" y="2338"/>
                    </a:cubicBezTo>
                    <a:cubicBezTo>
                      <a:pt x="875" y="2342"/>
                      <a:pt x="899" y="2342"/>
                      <a:pt x="927" y="2342"/>
                    </a:cubicBezTo>
                    <a:cubicBezTo>
                      <a:pt x="1142" y="2342"/>
                      <a:pt x="1359" y="2241"/>
                      <a:pt x="1533" y="2057"/>
                    </a:cubicBezTo>
                    <a:cubicBezTo>
                      <a:pt x="1721" y="1854"/>
                      <a:pt x="1843" y="1572"/>
                      <a:pt x="1874" y="1265"/>
                    </a:cubicBezTo>
                    <a:cubicBezTo>
                      <a:pt x="1944" y="621"/>
                      <a:pt x="1592" y="53"/>
                      <a:pt x="1094" y="4"/>
                    </a:cubicBezTo>
                    <a:cubicBezTo>
                      <a:pt x="1069" y="2"/>
                      <a:pt x="1044" y="0"/>
                      <a:pt x="1019" y="0"/>
                    </a:cubicBezTo>
                    <a:close/>
                  </a:path>
                </a:pathLst>
              </a:custGeom>
              <a:solidFill>
                <a:schemeClr val="dk2"/>
              </a:solidFill>
              <a:ln>
                <a:noFill/>
              </a:ln>
            </p:spPr>
            <p:txBody>
              <a:bodyPr anchorCtr="0" anchor="ctr" bIns="81275" lIns="81275" spcFirstLastPara="1" rIns="81275" wrap="square" tIns="81275">
                <a:noAutofit/>
              </a:bodyPr>
              <a:lstStyle/>
              <a:p>
                <a:pPr indent="0" lvl="0" marL="0" rtl="0" algn="l">
                  <a:spcBef>
                    <a:spcPts val="0"/>
                  </a:spcBef>
                  <a:spcAft>
                    <a:spcPts val="0"/>
                  </a:spcAft>
                  <a:buNone/>
                </a:pPr>
                <a:r>
                  <a:t/>
                </a:r>
                <a:endParaRPr/>
              </a:p>
            </p:txBody>
          </p:sp>
          <p:sp>
            <p:nvSpPr>
              <p:cNvPr id="1930" name="Google Shape;1930;p45"/>
              <p:cNvSpPr/>
              <p:nvPr/>
            </p:nvSpPr>
            <p:spPr>
              <a:xfrm>
                <a:off x="2367364" y="3862797"/>
                <a:ext cx="61027" cy="73754"/>
              </a:xfrm>
              <a:custGeom>
                <a:rect b="b" l="l" r="r" t="t"/>
                <a:pathLst>
                  <a:path extrusionOk="0" h="2347" w="1942">
                    <a:moveTo>
                      <a:pt x="1018" y="144"/>
                    </a:moveTo>
                    <a:cubicBezTo>
                      <a:pt x="1036" y="144"/>
                      <a:pt x="1057" y="144"/>
                      <a:pt x="1077" y="148"/>
                    </a:cubicBezTo>
                    <a:cubicBezTo>
                      <a:pt x="1496" y="193"/>
                      <a:pt x="1788" y="687"/>
                      <a:pt x="1729" y="1252"/>
                    </a:cubicBezTo>
                    <a:cubicBezTo>
                      <a:pt x="1672" y="1788"/>
                      <a:pt x="1320" y="2200"/>
                      <a:pt x="926" y="2200"/>
                    </a:cubicBezTo>
                    <a:cubicBezTo>
                      <a:pt x="906" y="2200"/>
                      <a:pt x="885" y="2199"/>
                      <a:pt x="865" y="2197"/>
                    </a:cubicBezTo>
                    <a:cubicBezTo>
                      <a:pt x="443" y="2155"/>
                      <a:pt x="150" y="1660"/>
                      <a:pt x="209" y="1092"/>
                    </a:cubicBezTo>
                    <a:cubicBezTo>
                      <a:pt x="265" y="555"/>
                      <a:pt x="621" y="144"/>
                      <a:pt x="1018" y="144"/>
                    </a:cubicBezTo>
                    <a:close/>
                    <a:moveTo>
                      <a:pt x="1016" y="1"/>
                    </a:moveTo>
                    <a:cubicBezTo>
                      <a:pt x="548" y="1"/>
                      <a:pt x="130" y="465"/>
                      <a:pt x="66" y="1078"/>
                    </a:cubicBezTo>
                    <a:cubicBezTo>
                      <a:pt x="0" y="1722"/>
                      <a:pt x="349" y="2290"/>
                      <a:pt x="847" y="2339"/>
                    </a:cubicBezTo>
                    <a:cubicBezTo>
                      <a:pt x="872" y="2343"/>
                      <a:pt x="896" y="2346"/>
                      <a:pt x="920" y="2346"/>
                    </a:cubicBezTo>
                    <a:cubicBezTo>
                      <a:pt x="1391" y="2346"/>
                      <a:pt x="1809" y="1879"/>
                      <a:pt x="1872" y="1266"/>
                    </a:cubicBezTo>
                    <a:cubicBezTo>
                      <a:pt x="1941" y="621"/>
                      <a:pt x="1589" y="57"/>
                      <a:pt x="1091" y="5"/>
                    </a:cubicBezTo>
                    <a:cubicBezTo>
                      <a:pt x="1066" y="2"/>
                      <a:pt x="1041" y="1"/>
                      <a:pt x="1016" y="1"/>
                    </a:cubicBezTo>
                    <a:close/>
                  </a:path>
                </a:pathLst>
              </a:custGeom>
              <a:solidFill>
                <a:schemeClr val="dk2"/>
              </a:solidFill>
              <a:ln>
                <a:noFill/>
              </a:ln>
            </p:spPr>
            <p:txBody>
              <a:bodyPr anchorCtr="0" anchor="ctr" bIns="81275" lIns="81275" spcFirstLastPara="1" rIns="81275" wrap="square" tIns="81275">
                <a:noAutofit/>
              </a:bodyPr>
              <a:lstStyle/>
              <a:p>
                <a:pPr indent="0" lvl="0" marL="0" rtl="0" algn="l">
                  <a:spcBef>
                    <a:spcPts val="0"/>
                  </a:spcBef>
                  <a:spcAft>
                    <a:spcPts val="0"/>
                  </a:spcAft>
                  <a:buNone/>
                </a:pPr>
                <a:r>
                  <a:t/>
                </a:r>
                <a:endParaRPr/>
              </a:p>
            </p:txBody>
          </p:sp>
          <p:sp>
            <p:nvSpPr>
              <p:cNvPr id="1931" name="Google Shape;1931;p45"/>
              <p:cNvSpPr/>
              <p:nvPr/>
            </p:nvSpPr>
            <p:spPr>
              <a:xfrm>
                <a:off x="2354102" y="3888566"/>
                <a:ext cx="19546" cy="7259"/>
              </a:xfrm>
              <a:custGeom>
                <a:rect b="b" l="l" r="r" t="t"/>
                <a:pathLst>
                  <a:path extrusionOk="0" h="231" w="622">
                    <a:moveTo>
                      <a:pt x="275" y="1"/>
                    </a:moveTo>
                    <a:cubicBezTo>
                      <a:pt x="128" y="1"/>
                      <a:pt x="9" y="48"/>
                      <a:pt x="1" y="52"/>
                    </a:cubicBezTo>
                    <a:lnTo>
                      <a:pt x="54" y="185"/>
                    </a:lnTo>
                    <a:cubicBezTo>
                      <a:pt x="55" y="185"/>
                      <a:pt x="157" y="145"/>
                      <a:pt x="276" y="145"/>
                    </a:cubicBezTo>
                    <a:cubicBezTo>
                      <a:pt x="359" y="145"/>
                      <a:pt x="451" y="164"/>
                      <a:pt x="523" y="230"/>
                    </a:cubicBezTo>
                    <a:lnTo>
                      <a:pt x="621" y="125"/>
                    </a:lnTo>
                    <a:cubicBezTo>
                      <a:pt x="515" y="29"/>
                      <a:pt x="387" y="1"/>
                      <a:pt x="275" y="1"/>
                    </a:cubicBezTo>
                    <a:close/>
                  </a:path>
                </a:pathLst>
              </a:custGeom>
              <a:solidFill>
                <a:schemeClr val="dk2"/>
              </a:solidFill>
              <a:ln>
                <a:noFill/>
              </a:ln>
            </p:spPr>
            <p:txBody>
              <a:bodyPr anchorCtr="0" anchor="ctr" bIns="81275" lIns="81275" spcFirstLastPara="1" rIns="81275" wrap="square" tIns="81275">
                <a:noAutofit/>
              </a:bodyPr>
              <a:lstStyle/>
              <a:p>
                <a:pPr indent="0" lvl="0" marL="0" rtl="0" algn="l">
                  <a:spcBef>
                    <a:spcPts val="0"/>
                  </a:spcBef>
                  <a:spcAft>
                    <a:spcPts val="0"/>
                  </a:spcAft>
                  <a:buNone/>
                </a:pPr>
                <a:r>
                  <a:t/>
                </a:r>
                <a:endParaRPr/>
              </a:p>
            </p:txBody>
          </p:sp>
          <p:sp>
            <p:nvSpPr>
              <p:cNvPr id="1932" name="Google Shape;1932;p45"/>
              <p:cNvSpPr/>
              <p:nvPr/>
            </p:nvSpPr>
            <p:spPr>
              <a:xfrm>
                <a:off x="2348917" y="3893688"/>
                <a:ext cx="20678" cy="27874"/>
              </a:xfrm>
              <a:custGeom>
                <a:rect b="b" l="l" r="r" t="t"/>
                <a:pathLst>
                  <a:path extrusionOk="0" h="887" w="658">
                    <a:moveTo>
                      <a:pt x="553" y="1"/>
                    </a:moveTo>
                    <a:cubicBezTo>
                      <a:pt x="539" y="74"/>
                      <a:pt x="518" y="143"/>
                      <a:pt x="479" y="161"/>
                    </a:cubicBezTo>
                    <a:cubicBezTo>
                      <a:pt x="459" y="170"/>
                      <a:pt x="432" y="172"/>
                      <a:pt x="402" y="172"/>
                    </a:cubicBezTo>
                    <a:cubicBezTo>
                      <a:pt x="389" y="172"/>
                      <a:pt x="375" y="171"/>
                      <a:pt x="361" y="171"/>
                    </a:cubicBezTo>
                    <a:cubicBezTo>
                      <a:pt x="328" y="171"/>
                      <a:pt x="295" y="173"/>
                      <a:pt x="267" y="185"/>
                    </a:cubicBezTo>
                    <a:cubicBezTo>
                      <a:pt x="156" y="234"/>
                      <a:pt x="76" y="328"/>
                      <a:pt x="51" y="450"/>
                    </a:cubicBezTo>
                    <a:cubicBezTo>
                      <a:pt x="1" y="699"/>
                      <a:pt x="196" y="887"/>
                      <a:pt x="421" y="887"/>
                    </a:cubicBezTo>
                    <a:cubicBezTo>
                      <a:pt x="461" y="887"/>
                      <a:pt x="502" y="881"/>
                      <a:pt x="542" y="868"/>
                    </a:cubicBezTo>
                    <a:cubicBezTo>
                      <a:pt x="602" y="849"/>
                      <a:pt x="585" y="761"/>
                      <a:pt x="531" y="761"/>
                    </a:cubicBezTo>
                    <a:cubicBezTo>
                      <a:pt x="526" y="761"/>
                      <a:pt x="521" y="762"/>
                      <a:pt x="515" y="764"/>
                    </a:cubicBezTo>
                    <a:cubicBezTo>
                      <a:pt x="484" y="773"/>
                      <a:pt x="452" y="778"/>
                      <a:pt x="421" y="778"/>
                    </a:cubicBezTo>
                    <a:cubicBezTo>
                      <a:pt x="274" y="778"/>
                      <a:pt x="141" y="672"/>
                      <a:pt x="152" y="503"/>
                    </a:cubicBezTo>
                    <a:cubicBezTo>
                      <a:pt x="159" y="398"/>
                      <a:pt x="239" y="300"/>
                      <a:pt x="340" y="273"/>
                    </a:cubicBezTo>
                    <a:cubicBezTo>
                      <a:pt x="360" y="267"/>
                      <a:pt x="377" y="265"/>
                      <a:pt x="393" y="265"/>
                    </a:cubicBezTo>
                    <a:cubicBezTo>
                      <a:pt x="427" y="265"/>
                      <a:pt x="456" y="274"/>
                      <a:pt x="491" y="274"/>
                    </a:cubicBezTo>
                    <a:cubicBezTo>
                      <a:pt x="497" y="274"/>
                      <a:pt x="504" y="274"/>
                      <a:pt x="511" y="273"/>
                    </a:cubicBezTo>
                    <a:cubicBezTo>
                      <a:pt x="608" y="262"/>
                      <a:pt x="640" y="151"/>
                      <a:pt x="658" y="43"/>
                    </a:cubicBezTo>
                    <a:cubicBezTo>
                      <a:pt x="622" y="29"/>
                      <a:pt x="587" y="11"/>
                      <a:pt x="553" y="1"/>
                    </a:cubicBezTo>
                    <a:close/>
                  </a:path>
                </a:pathLst>
              </a:custGeom>
              <a:solidFill>
                <a:srgbClr val="241E22"/>
              </a:solidFill>
              <a:ln>
                <a:noFill/>
              </a:ln>
            </p:spPr>
            <p:txBody>
              <a:bodyPr anchorCtr="0" anchor="ctr" bIns="81275" lIns="81275" spcFirstLastPara="1" rIns="81275" wrap="square" tIns="81275">
                <a:noAutofit/>
              </a:bodyPr>
              <a:lstStyle/>
              <a:p>
                <a:pPr indent="0" lvl="0" marL="0" rtl="0" algn="l">
                  <a:spcBef>
                    <a:spcPts val="0"/>
                  </a:spcBef>
                  <a:spcAft>
                    <a:spcPts val="0"/>
                  </a:spcAft>
                  <a:buNone/>
                </a:pPr>
                <a:r>
                  <a:t/>
                </a:r>
                <a:endParaRPr/>
              </a:p>
            </p:txBody>
          </p:sp>
          <p:sp>
            <p:nvSpPr>
              <p:cNvPr id="1933" name="Google Shape;1933;p45"/>
              <p:cNvSpPr/>
              <p:nvPr/>
            </p:nvSpPr>
            <p:spPr>
              <a:xfrm>
                <a:off x="2421006" y="3879075"/>
                <a:ext cx="63573" cy="19138"/>
              </a:xfrm>
              <a:custGeom>
                <a:rect b="b" l="l" r="r" t="t"/>
                <a:pathLst>
                  <a:path extrusionOk="0" h="609" w="2023">
                    <a:moveTo>
                      <a:pt x="1483" y="1"/>
                    </a:moveTo>
                    <a:cubicBezTo>
                      <a:pt x="744" y="1"/>
                      <a:pt x="77" y="453"/>
                      <a:pt x="43" y="476"/>
                    </a:cubicBezTo>
                    <a:cubicBezTo>
                      <a:pt x="11" y="500"/>
                      <a:pt x="1" y="545"/>
                      <a:pt x="25" y="577"/>
                    </a:cubicBezTo>
                    <a:cubicBezTo>
                      <a:pt x="39" y="598"/>
                      <a:pt x="60" y="608"/>
                      <a:pt x="85" y="608"/>
                    </a:cubicBezTo>
                    <a:cubicBezTo>
                      <a:pt x="99" y="608"/>
                      <a:pt x="112" y="605"/>
                      <a:pt x="126" y="598"/>
                    </a:cubicBezTo>
                    <a:cubicBezTo>
                      <a:pt x="132" y="593"/>
                      <a:pt x="790" y="144"/>
                      <a:pt x="1492" y="144"/>
                    </a:cubicBezTo>
                    <a:cubicBezTo>
                      <a:pt x="1635" y="144"/>
                      <a:pt x="1780" y="163"/>
                      <a:pt x="1921" y="208"/>
                    </a:cubicBezTo>
                    <a:cubicBezTo>
                      <a:pt x="1929" y="211"/>
                      <a:pt x="1937" y="212"/>
                      <a:pt x="1945" y="212"/>
                    </a:cubicBezTo>
                    <a:cubicBezTo>
                      <a:pt x="1974" y="212"/>
                      <a:pt x="2000" y="193"/>
                      <a:pt x="2011" y="162"/>
                    </a:cubicBezTo>
                    <a:cubicBezTo>
                      <a:pt x="2022" y="124"/>
                      <a:pt x="2001" y="82"/>
                      <a:pt x="1963" y="72"/>
                    </a:cubicBezTo>
                    <a:cubicBezTo>
                      <a:pt x="1803" y="21"/>
                      <a:pt x="1641" y="1"/>
                      <a:pt x="1483" y="1"/>
                    </a:cubicBezTo>
                    <a:close/>
                  </a:path>
                </a:pathLst>
              </a:custGeom>
              <a:solidFill>
                <a:schemeClr val="dk2"/>
              </a:solidFill>
              <a:ln>
                <a:noFill/>
              </a:ln>
            </p:spPr>
            <p:txBody>
              <a:bodyPr anchorCtr="0" anchor="ctr" bIns="81275" lIns="81275" spcFirstLastPara="1" rIns="81275" wrap="square" tIns="81275">
                <a:noAutofit/>
              </a:bodyPr>
              <a:lstStyle/>
              <a:p>
                <a:pPr indent="0" lvl="0" marL="0" rtl="0" algn="l">
                  <a:spcBef>
                    <a:spcPts val="0"/>
                  </a:spcBef>
                  <a:spcAft>
                    <a:spcPts val="0"/>
                  </a:spcAft>
                  <a:buNone/>
                </a:pPr>
                <a:r>
                  <a:t/>
                </a:r>
                <a:endParaRPr/>
              </a:p>
            </p:txBody>
          </p:sp>
          <p:sp>
            <p:nvSpPr>
              <p:cNvPr id="1934" name="Google Shape;1934;p45"/>
              <p:cNvSpPr/>
              <p:nvPr/>
            </p:nvSpPr>
            <p:spPr>
              <a:xfrm>
                <a:off x="2299926" y="3880835"/>
                <a:ext cx="22469" cy="11030"/>
              </a:xfrm>
              <a:custGeom>
                <a:rect b="b" l="l" r="r" t="t"/>
                <a:pathLst>
                  <a:path extrusionOk="0" h="351" w="715">
                    <a:moveTo>
                      <a:pt x="639" y="1"/>
                    </a:moveTo>
                    <a:cubicBezTo>
                      <a:pt x="635" y="1"/>
                      <a:pt x="631" y="1"/>
                      <a:pt x="628" y="2"/>
                    </a:cubicBezTo>
                    <a:cubicBezTo>
                      <a:pt x="195" y="68"/>
                      <a:pt x="38" y="218"/>
                      <a:pt x="31" y="225"/>
                    </a:cubicBezTo>
                    <a:cubicBezTo>
                      <a:pt x="4" y="253"/>
                      <a:pt x="0" y="298"/>
                      <a:pt x="28" y="326"/>
                    </a:cubicBezTo>
                    <a:cubicBezTo>
                      <a:pt x="46" y="343"/>
                      <a:pt x="63" y="351"/>
                      <a:pt x="80" y="351"/>
                    </a:cubicBezTo>
                    <a:cubicBezTo>
                      <a:pt x="97" y="351"/>
                      <a:pt x="118" y="343"/>
                      <a:pt x="133" y="330"/>
                    </a:cubicBezTo>
                    <a:cubicBezTo>
                      <a:pt x="133" y="326"/>
                      <a:pt x="268" y="204"/>
                      <a:pt x="649" y="145"/>
                    </a:cubicBezTo>
                    <a:cubicBezTo>
                      <a:pt x="686" y="138"/>
                      <a:pt x="715" y="103"/>
                      <a:pt x="707" y="61"/>
                    </a:cubicBezTo>
                    <a:cubicBezTo>
                      <a:pt x="704" y="27"/>
                      <a:pt x="673" y="1"/>
                      <a:pt x="639" y="1"/>
                    </a:cubicBezTo>
                    <a:close/>
                  </a:path>
                </a:pathLst>
              </a:custGeom>
              <a:solidFill>
                <a:schemeClr val="dk2"/>
              </a:solidFill>
              <a:ln>
                <a:noFill/>
              </a:ln>
            </p:spPr>
            <p:txBody>
              <a:bodyPr anchorCtr="0" anchor="ctr" bIns="81275" lIns="81275" spcFirstLastPara="1" rIns="81275" wrap="square" tIns="81275">
                <a:noAutofit/>
              </a:bodyPr>
              <a:lstStyle/>
              <a:p>
                <a:pPr indent="0" lvl="0" marL="0" rtl="0" algn="l">
                  <a:spcBef>
                    <a:spcPts val="0"/>
                  </a:spcBef>
                  <a:spcAft>
                    <a:spcPts val="0"/>
                  </a:spcAft>
                  <a:buNone/>
                </a:pPr>
                <a:r>
                  <a:t/>
                </a:r>
                <a:endParaRPr/>
              </a:p>
            </p:txBody>
          </p:sp>
          <p:sp>
            <p:nvSpPr>
              <p:cNvPr id="1935" name="Google Shape;1935;p45"/>
              <p:cNvSpPr/>
              <p:nvPr/>
            </p:nvSpPr>
            <p:spPr>
              <a:xfrm>
                <a:off x="2628946" y="4311295"/>
                <a:ext cx="47232" cy="667907"/>
              </a:xfrm>
              <a:custGeom>
                <a:rect b="b" l="l" r="r" t="t"/>
                <a:pathLst>
                  <a:path extrusionOk="0" h="21254" w="1503">
                    <a:moveTo>
                      <a:pt x="1222" y="1"/>
                    </a:moveTo>
                    <a:cubicBezTo>
                      <a:pt x="1179" y="1"/>
                      <a:pt x="1135" y="22"/>
                      <a:pt x="1116" y="71"/>
                    </a:cubicBezTo>
                    <a:cubicBezTo>
                      <a:pt x="105" y="2555"/>
                      <a:pt x="0" y="5280"/>
                      <a:pt x="193" y="7925"/>
                    </a:cubicBezTo>
                    <a:cubicBezTo>
                      <a:pt x="391" y="10726"/>
                      <a:pt x="924" y="13493"/>
                      <a:pt x="1036" y="16305"/>
                    </a:cubicBezTo>
                    <a:cubicBezTo>
                      <a:pt x="1098" y="17918"/>
                      <a:pt x="1022" y="19539"/>
                      <a:pt x="663" y="21120"/>
                    </a:cubicBezTo>
                    <a:cubicBezTo>
                      <a:pt x="644" y="21200"/>
                      <a:pt x="713" y="21253"/>
                      <a:pt x="777" y="21253"/>
                    </a:cubicBezTo>
                    <a:cubicBezTo>
                      <a:pt x="819" y="21253"/>
                      <a:pt x="860" y="21230"/>
                      <a:pt x="872" y="21176"/>
                    </a:cubicBezTo>
                    <a:cubicBezTo>
                      <a:pt x="1502" y="18392"/>
                      <a:pt x="1272" y="15521"/>
                      <a:pt x="938" y="12715"/>
                    </a:cubicBezTo>
                    <a:cubicBezTo>
                      <a:pt x="614" y="10005"/>
                      <a:pt x="196" y="7280"/>
                      <a:pt x="370" y="4541"/>
                    </a:cubicBezTo>
                    <a:cubicBezTo>
                      <a:pt x="465" y="3032"/>
                      <a:pt x="753" y="1535"/>
                      <a:pt x="1322" y="130"/>
                    </a:cubicBezTo>
                    <a:cubicBezTo>
                      <a:pt x="1353" y="52"/>
                      <a:pt x="1289" y="1"/>
                      <a:pt x="1222" y="1"/>
                    </a:cubicBezTo>
                    <a:close/>
                  </a:path>
                </a:pathLst>
              </a:custGeom>
              <a:solidFill>
                <a:schemeClr val="accent5"/>
              </a:solidFill>
              <a:ln>
                <a:noFill/>
              </a:ln>
            </p:spPr>
            <p:txBody>
              <a:bodyPr anchorCtr="0" anchor="ctr" bIns="81275" lIns="81275" spcFirstLastPara="1" rIns="81275" wrap="square" tIns="81275">
                <a:noAutofit/>
              </a:bodyPr>
              <a:lstStyle/>
              <a:p>
                <a:pPr indent="0" lvl="0" marL="0" rtl="0" algn="l">
                  <a:spcBef>
                    <a:spcPts val="0"/>
                  </a:spcBef>
                  <a:spcAft>
                    <a:spcPts val="0"/>
                  </a:spcAft>
                  <a:buNone/>
                </a:pPr>
                <a:r>
                  <a:t/>
                </a:r>
                <a:endParaRPr/>
              </a:p>
            </p:txBody>
          </p:sp>
        </p:grpSp>
      </p:grpSp>
      <p:grpSp>
        <p:nvGrpSpPr>
          <p:cNvPr id="1936" name="Google Shape;1936;p45"/>
          <p:cNvGrpSpPr/>
          <p:nvPr/>
        </p:nvGrpSpPr>
        <p:grpSpPr>
          <a:xfrm rot="-127353">
            <a:off x="-105136" y="3303152"/>
            <a:ext cx="1197963" cy="2400590"/>
            <a:chOff x="-212463" y="927077"/>
            <a:chExt cx="1170683" cy="2345925"/>
          </a:xfrm>
        </p:grpSpPr>
        <p:sp>
          <p:nvSpPr>
            <p:cNvPr id="1937" name="Google Shape;1937;p45"/>
            <p:cNvSpPr/>
            <p:nvPr/>
          </p:nvSpPr>
          <p:spPr>
            <a:xfrm>
              <a:off x="-212463" y="1273713"/>
              <a:ext cx="182768" cy="537704"/>
            </a:xfrm>
            <a:custGeom>
              <a:rect b="b" l="l" r="r" t="t"/>
              <a:pathLst>
                <a:path extrusionOk="0" h="14510" w="4932">
                  <a:moveTo>
                    <a:pt x="4931" y="1"/>
                  </a:moveTo>
                  <a:cubicBezTo>
                    <a:pt x="4931" y="1"/>
                    <a:pt x="279" y="7112"/>
                    <a:pt x="42" y="10538"/>
                  </a:cubicBezTo>
                  <a:cubicBezTo>
                    <a:pt x="39" y="10600"/>
                    <a:pt x="35" y="10663"/>
                    <a:pt x="35" y="10726"/>
                  </a:cubicBezTo>
                  <a:cubicBezTo>
                    <a:pt x="0" y="12318"/>
                    <a:pt x="1025" y="13255"/>
                    <a:pt x="2104" y="13796"/>
                  </a:cubicBezTo>
                  <a:cubicBezTo>
                    <a:pt x="3286" y="14388"/>
                    <a:pt x="4534" y="14510"/>
                    <a:pt x="4534" y="14510"/>
                  </a:cubicBezTo>
                  <a:lnTo>
                    <a:pt x="4931" y="1"/>
                  </a:lnTo>
                  <a:close/>
                </a:path>
              </a:pathLst>
            </a:custGeom>
            <a:solidFill>
              <a:schemeClr val="accent1"/>
            </a:solidFill>
            <a:ln>
              <a:noFill/>
            </a:ln>
          </p:spPr>
          <p:txBody>
            <a:bodyPr anchorCtr="0" anchor="ctr" bIns="81275" lIns="81275" spcFirstLastPara="1" rIns="81275" wrap="square" tIns="81275">
              <a:noAutofit/>
            </a:bodyPr>
            <a:lstStyle/>
            <a:p>
              <a:pPr indent="0" lvl="0" marL="0" rtl="0" algn="l">
                <a:spcBef>
                  <a:spcPts val="0"/>
                </a:spcBef>
                <a:spcAft>
                  <a:spcPts val="0"/>
                </a:spcAft>
                <a:buNone/>
              </a:pPr>
              <a:r>
                <a:t/>
              </a:r>
              <a:endParaRPr/>
            </a:p>
          </p:txBody>
        </p:sp>
        <p:sp>
          <p:nvSpPr>
            <p:cNvPr id="1938" name="Google Shape;1938;p45"/>
            <p:cNvSpPr/>
            <p:nvPr/>
          </p:nvSpPr>
          <p:spPr>
            <a:xfrm>
              <a:off x="-212463" y="1664188"/>
              <a:ext cx="95682" cy="120770"/>
            </a:xfrm>
            <a:custGeom>
              <a:rect b="b" l="l" r="r" t="t"/>
              <a:pathLst>
                <a:path extrusionOk="0" h="3259" w="2582">
                  <a:moveTo>
                    <a:pt x="42" y="1"/>
                  </a:moveTo>
                  <a:cubicBezTo>
                    <a:pt x="39" y="63"/>
                    <a:pt x="35" y="126"/>
                    <a:pt x="35" y="189"/>
                  </a:cubicBezTo>
                  <a:cubicBezTo>
                    <a:pt x="0" y="1781"/>
                    <a:pt x="1025" y="2718"/>
                    <a:pt x="2104" y="3259"/>
                  </a:cubicBezTo>
                  <a:cubicBezTo>
                    <a:pt x="2582" y="1572"/>
                    <a:pt x="1056" y="506"/>
                    <a:pt x="42" y="1"/>
                  </a:cubicBezTo>
                  <a:close/>
                </a:path>
              </a:pathLst>
            </a:custGeom>
            <a:solidFill>
              <a:schemeClr val="accent2"/>
            </a:solidFill>
            <a:ln>
              <a:noFill/>
            </a:ln>
          </p:spPr>
          <p:txBody>
            <a:bodyPr anchorCtr="0" anchor="ctr" bIns="81275" lIns="81275" spcFirstLastPara="1" rIns="81275" wrap="square" tIns="81275">
              <a:noAutofit/>
            </a:bodyPr>
            <a:lstStyle/>
            <a:p>
              <a:pPr indent="0" lvl="0" marL="0" rtl="0" algn="l">
                <a:spcBef>
                  <a:spcPts val="0"/>
                </a:spcBef>
                <a:spcAft>
                  <a:spcPts val="0"/>
                </a:spcAft>
                <a:buNone/>
              </a:pPr>
              <a:r>
                <a:t/>
              </a:r>
              <a:endParaRPr/>
            </a:p>
          </p:txBody>
        </p:sp>
        <p:sp>
          <p:nvSpPr>
            <p:cNvPr id="1939" name="Google Shape;1939;p45"/>
            <p:cNvSpPr/>
            <p:nvPr/>
          </p:nvSpPr>
          <p:spPr>
            <a:xfrm>
              <a:off x="-4719" y="3032610"/>
              <a:ext cx="100648" cy="161089"/>
            </a:xfrm>
            <a:custGeom>
              <a:rect b="b" l="l" r="r" t="t"/>
              <a:pathLst>
                <a:path extrusionOk="0" h="4347" w="2716">
                  <a:moveTo>
                    <a:pt x="985" y="0"/>
                  </a:moveTo>
                  <a:cubicBezTo>
                    <a:pt x="656" y="0"/>
                    <a:pt x="329" y="67"/>
                    <a:pt x="4" y="204"/>
                  </a:cubicBezTo>
                  <a:lnTo>
                    <a:pt x="1" y="4204"/>
                  </a:lnTo>
                  <a:lnTo>
                    <a:pt x="2011" y="4346"/>
                  </a:lnTo>
                  <a:lnTo>
                    <a:pt x="2715" y="591"/>
                  </a:lnTo>
                  <a:cubicBezTo>
                    <a:pt x="2132" y="201"/>
                    <a:pt x="1555" y="0"/>
                    <a:pt x="985" y="0"/>
                  </a:cubicBezTo>
                  <a:close/>
                </a:path>
              </a:pathLst>
            </a:custGeom>
            <a:solidFill>
              <a:srgbClr val="E77F5B"/>
            </a:solidFill>
            <a:ln>
              <a:noFill/>
            </a:ln>
          </p:spPr>
          <p:txBody>
            <a:bodyPr anchorCtr="0" anchor="ctr" bIns="81275" lIns="81275" spcFirstLastPara="1" rIns="81275" wrap="square" tIns="81275">
              <a:noAutofit/>
            </a:bodyPr>
            <a:lstStyle/>
            <a:p>
              <a:pPr indent="0" lvl="0" marL="0" rtl="0" algn="l">
                <a:spcBef>
                  <a:spcPts val="0"/>
                </a:spcBef>
                <a:spcAft>
                  <a:spcPts val="0"/>
                </a:spcAft>
                <a:buNone/>
              </a:pPr>
              <a:r>
                <a:t/>
              </a:r>
              <a:endParaRPr/>
            </a:p>
          </p:txBody>
        </p:sp>
        <p:sp>
          <p:nvSpPr>
            <p:cNvPr id="1940" name="Google Shape;1940;p45"/>
            <p:cNvSpPr/>
            <p:nvPr/>
          </p:nvSpPr>
          <p:spPr>
            <a:xfrm>
              <a:off x="-14015" y="3155529"/>
              <a:ext cx="167389" cy="117435"/>
            </a:xfrm>
            <a:custGeom>
              <a:rect b="b" l="l" r="r" t="t"/>
              <a:pathLst>
                <a:path extrusionOk="0" h="3169" w="4517">
                  <a:moveTo>
                    <a:pt x="1184" y="1"/>
                  </a:moveTo>
                  <a:cubicBezTo>
                    <a:pt x="858" y="1"/>
                    <a:pt x="535" y="178"/>
                    <a:pt x="213" y="479"/>
                  </a:cubicBezTo>
                  <a:cubicBezTo>
                    <a:pt x="15" y="1005"/>
                    <a:pt x="1" y="3165"/>
                    <a:pt x="1" y="3165"/>
                  </a:cubicBezTo>
                  <a:lnTo>
                    <a:pt x="4262" y="3168"/>
                  </a:lnTo>
                  <a:cubicBezTo>
                    <a:pt x="4517" y="2388"/>
                    <a:pt x="4123" y="1855"/>
                    <a:pt x="3628" y="1785"/>
                  </a:cubicBezTo>
                  <a:cubicBezTo>
                    <a:pt x="3412" y="1754"/>
                    <a:pt x="3161" y="1534"/>
                    <a:pt x="2980" y="1343"/>
                  </a:cubicBezTo>
                  <a:cubicBezTo>
                    <a:pt x="2976" y="1319"/>
                    <a:pt x="2719" y="119"/>
                    <a:pt x="2555" y="64"/>
                  </a:cubicBezTo>
                  <a:cubicBezTo>
                    <a:pt x="2555" y="64"/>
                    <a:pt x="2507" y="9"/>
                    <a:pt x="2446" y="9"/>
                  </a:cubicBezTo>
                  <a:cubicBezTo>
                    <a:pt x="2415" y="9"/>
                    <a:pt x="2382" y="22"/>
                    <a:pt x="2349" y="64"/>
                  </a:cubicBezTo>
                  <a:cubicBezTo>
                    <a:pt x="2255" y="186"/>
                    <a:pt x="2175" y="594"/>
                    <a:pt x="2175" y="594"/>
                  </a:cubicBezTo>
                  <a:cubicBezTo>
                    <a:pt x="1841" y="180"/>
                    <a:pt x="1511" y="1"/>
                    <a:pt x="1184" y="1"/>
                  </a:cubicBezTo>
                  <a:close/>
                </a:path>
              </a:pathLst>
            </a:custGeom>
            <a:solidFill>
              <a:schemeClr val="dk1"/>
            </a:solidFill>
            <a:ln>
              <a:noFill/>
            </a:ln>
          </p:spPr>
          <p:txBody>
            <a:bodyPr anchorCtr="0" anchor="ctr" bIns="81275" lIns="81275" spcFirstLastPara="1" rIns="81275" wrap="square" tIns="81275">
              <a:noAutofit/>
            </a:bodyPr>
            <a:lstStyle/>
            <a:p>
              <a:pPr indent="0" lvl="0" marL="0" rtl="0" algn="l">
                <a:spcBef>
                  <a:spcPts val="0"/>
                </a:spcBef>
                <a:spcAft>
                  <a:spcPts val="0"/>
                </a:spcAft>
                <a:buNone/>
              </a:pPr>
              <a:r>
                <a:t/>
              </a:r>
              <a:endParaRPr/>
            </a:p>
          </p:txBody>
        </p:sp>
        <p:sp>
          <p:nvSpPr>
            <p:cNvPr id="1941" name="Google Shape;1941;p45"/>
            <p:cNvSpPr/>
            <p:nvPr/>
          </p:nvSpPr>
          <p:spPr>
            <a:xfrm>
              <a:off x="-55599" y="1928705"/>
              <a:ext cx="314099" cy="1192325"/>
            </a:xfrm>
            <a:custGeom>
              <a:rect b="b" l="l" r="r" t="t"/>
              <a:pathLst>
                <a:path extrusionOk="0" h="32175" w="8476">
                  <a:moveTo>
                    <a:pt x="4768" y="0"/>
                  </a:moveTo>
                  <a:cubicBezTo>
                    <a:pt x="2635" y="0"/>
                    <a:pt x="4" y="856"/>
                    <a:pt x="4" y="856"/>
                  </a:cubicBezTo>
                  <a:cubicBezTo>
                    <a:pt x="4" y="856"/>
                    <a:pt x="917" y="11815"/>
                    <a:pt x="631" y="15432"/>
                  </a:cubicBezTo>
                  <a:cubicBezTo>
                    <a:pt x="384" y="18568"/>
                    <a:pt x="1" y="27787"/>
                    <a:pt x="631" y="31965"/>
                  </a:cubicBezTo>
                  <a:lnTo>
                    <a:pt x="4914" y="32174"/>
                  </a:lnTo>
                  <a:cubicBezTo>
                    <a:pt x="5875" y="29289"/>
                    <a:pt x="6827" y="18941"/>
                    <a:pt x="6924" y="15832"/>
                  </a:cubicBezTo>
                  <a:cubicBezTo>
                    <a:pt x="7039" y="12121"/>
                    <a:pt x="8475" y="2801"/>
                    <a:pt x="7207" y="863"/>
                  </a:cubicBezTo>
                  <a:cubicBezTo>
                    <a:pt x="6783" y="216"/>
                    <a:pt x="5838" y="0"/>
                    <a:pt x="4768" y="0"/>
                  </a:cubicBezTo>
                  <a:close/>
                </a:path>
              </a:pathLst>
            </a:custGeom>
            <a:solidFill>
              <a:schemeClr val="accent3"/>
            </a:solidFill>
            <a:ln>
              <a:noFill/>
            </a:ln>
          </p:spPr>
          <p:txBody>
            <a:bodyPr anchorCtr="0" anchor="ctr" bIns="81275" lIns="81275" spcFirstLastPara="1" rIns="81275" wrap="square" tIns="81275">
              <a:noAutofit/>
            </a:bodyPr>
            <a:lstStyle/>
            <a:p>
              <a:pPr indent="0" lvl="0" marL="0" rtl="0" algn="l">
                <a:spcBef>
                  <a:spcPts val="0"/>
                </a:spcBef>
                <a:spcAft>
                  <a:spcPts val="0"/>
                </a:spcAft>
                <a:buNone/>
              </a:pPr>
              <a:r>
                <a:t/>
              </a:r>
              <a:endParaRPr/>
            </a:p>
          </p:txBody>
        </p:sp>
        <p:sp>
          <p:nvSpPr>
            <p:cNvPr id="1942" name="Google Shape;1942;p45"/>
            <p:cNvSpPr/>
            <p:nvPr/>
          </p:nvSpPr>
          <p:spPr>
            <a:xfrm>
              <a:off x="-46965" y="3070224"/>
              <a:ext cx="198369" cy="63554"/>
            </a:xfrm>
            <a:custGeom>
              <a:rect b="b" l="l" r="r" t="t"/>
              <a:pathLst>
                <a:path extrusionOk="0" h="1715" w="5353">
                  <a:moveTo>
                    <a:pt x="1" y="1"/>
                  </a:moveTo>
                  <a:lnTo>
                    <a:pt x="210" y="1527"/>
                  </a:lnTo>
                  <a:lnTo>
                    <a:pt x="5029" y="1715"/>
                  </a:lnTo>
                  <a:lnTo>
                    <a:pt x="5353" y="328"/>
                  </a:lnTo>
                  <a:lnTo>
                    <a:pt x="1" y="1"/>
                  </a:lnTo>
                  <a:close/>
                </a:path>
              </a:pathLst>
            </a:custGeom>
            <a:solidFill>
              <a:schemeClr val="accent4"/>
            </a:solidFill>
            <a:ln>
              <a:noFill/>
            </a:ln>
          </p:spPr>
          <p:txBody>
            <a:bodyPr anchorCtr="0" anchor="ctr" bIns="81275" lIns="81275" spcFirstLastPara="1" rIns="81275" wrap="square" tIns="81275">
              <a:noAutofit/>
            </a:bodyPr>
            <a:lstStyle/>
            <a:p>
              <a:pPr indent="0" lvl="0" marL="0" rtl="0" algn="l">
                <a:spcBef>
                  <a:spcPts val="0"/>
                </a:spcBef>
                <a:spcAft>
                  <a:spcPts val="0"/>
                </a:spcAft>
                <a:buNone/>
              </a:pPr>
              <a:r>
                <a:t/>
              </a:r>
              <a:endParaRPr/>
            </a:p>
          </p:txBody>
        </p:sp>
        <p:sp>
          <p:nvSpPr>
            <p:cNvPr id="1943" name="Google Shape;1943;p45"/>
            <p:cNvSpPr/>
            <p:nvPr/>
          </p:nvSpPr>
          <p:spPr>
            <a:xfrm>
              <a:off x="93150" y="2222904"/>
              <a:ext cx="89531" cy="883117"/>
            </a:xfrm>
            <a:custGeom>
              <a:rect b="b" l="l" r="r" t="t"/>
              <a:pathLst>
                <a:path extrusionOk="0" h="23831" w="2416">
                  <a:moveTo>
                    <a:pt x="2350" y="1"/>
                  </a:moveTo>
                  <a:cubicBezTo>
                    <a:pt x="2311" y="1"/>
                    <a:pt x="2276" y="29"/>
                    <a:pt x="2276" y="67"/>
                  </a:cubicBezTo>
                  <a:cubicBezTo>
                    <a:pt x="2273" y="95"/>
                    <a:pt x="2165" y="2774"/>
                    <a:pt x="2039" y="6594"/>
                  </a:cubicBezTo>
                  <a:cubicBezTo>
                    <a:pt x="1834" y="12845"/>
                    <a:pt x="25" y="23642"/>
                    <a:pt x="8" y="23750"/>
                  </a:cubicBezTo>
                  <a:cubicBezTo>
                    <a:pt x="1" y="23789"/>
                    <a:pt x="25" y="23824"/>
                    <a:pt x="63" y="23831"/>
                  </a:cubicBezTo>
                  <a:lnTo>
                    <a:pt x="74" y="23831"/>
                  </a:lnTo>
                  <a:cubicBezTo>
                    <a:pt x="109" y="23831"/>
                    <a:pt x="137" y="23806"/>
                    <a:pt x="144" y="23771"/>
                  </a:cubicBezTo>
                  <a:cubicBezTo>
                    <a:pt x="161" y="23663"/>
                    <a:pt x="1969" y="12858"/>
                    <a:pt x="2178" y="6600"/>
                  </a:cubicBezTo>
                  <a:cubicBezTo>
                    <a:pt x="2304" y="2778"/>
                    <a:pt x="2412" y="98"/>
                    <a:pt x="2416" y="74"/>
                  </a:cubicBezTo>
                  <a:cubicBezTo>
                    <a:pt x="2416" y="36"/>
                    <a:pt x="2387" y="1"/>
                    <a:pt x="2350" y="1"/>
                  </a:cubicBezTo>
                  <a:close/>
                </a:path>
              </a:pathLst>
            </a:custGeom>
            <a:solidFill>
              <a:schemeClr val="accent4"/>
            </a:solidFill>
            <a:ln>
              <a:noFill/>
            </a:ln>
          </p:spPr>
          <p:txBody>
            <a:bodyPr anchorCtr="0" anchor="ctr" bIns="81275" lIns="81275" spcFirstLastPara="1" rIns="81275" wrap="square" tIns="81275">
              <a:noAutofit/>
            </a:bodyPr>
            <a:lstStyle/>
            <a:p>
              <a:pPr indent="0" lvl="0" marL="0" rtl="0" algn="l">
                <a:spcBef>
                  <a:spcPts val="0"/>
                </a:spcBef>
                <a:spcAft>
                  <a:spcPts val="0"/>
                </a:spcAft>
                <a:buNone/>
              </a:pPr>
              <a:r>
                <a:t/>
              </a:r>
              <a:endParaRPr/>
            </a:p>
          </p:txBody>
        </p:sp>
        <p:sp>
          <p:nvSpPr>
            <p:cNvPr id="1944" name="Google Shape;1944;p45"/>
            <p:cNvSpPr/>
            <p:nvPr/>
          </p:nvSpPr>
          <p:spPr>
            <a:xfrm>
              <a:off x="-29844" y="1988441"/>
              <a:ext cx="79414" cy="58143"/>
            </a:xfrm>
            <a:custGeom>
              <a:rect b="b" l="l" r="r" t="t"/>
              <a:pathLst>
                <a:path extrusionOk="0" h="1569" w="2143">
                  <a:moveTo>
                    <a:pt x="2077" y="1"/>
                  </a:moveTo>
                  <a:cubicBezTo>
                    <a:pt x="2044" y="1"/>
                    <a:pt x="2010" y="22"/>
                    <a:pt x="2006" y="63"/>
                  </a:cubicBezTo>
                  <a:cubicBezTo>
                    <a:pt x="1957" y="641"/>
                    <a:pt x="1679" y="1366"/>
                    <a:pt x="1010" y="1432"/>
                  </a:cubicBezTo>
                  <a:cubicBezTo>
                    <a:pt x="983" y="1435"/>
                    <a:pt x="957" y="1436"/>
                    <a:pt x="931" y="1436"/>
                  </a:cubicBezTo>
                  <a:cubicBezTo>
                    <a:pt x="658" y="1436"/>
                    <a:pt x="412" y="1301"/>
                    <a:pt x="278" y="1056"/>
                  </a:cubicBezTo>
                  <a:cubicBezTo>
                    <a:pt x="149" y="816"/>
                    <a:pt x="142" y="523"/>
                    <a:pt x="135" y="258"/>
                  </a:cubicBezTo>
                  <a:cubicBezTo>
                    <a:pt x="133" y="216"/>
                    <a:pt x="99" y="194"/>
                    <a:pt x="65" y="194"/>
                  </a:cubicBezTo>
                  <a:cubicBezTo>
                    <a:pt x="33" y="194"/>
                    <a:pt x="1" y="215"/>
                    <a:pt x="3" y="258"/>
                  </a:cubicBezTo>
                  <a:cubicBezTo>
                    <a:pt x="13" y="589"/>
                    <a:pt x="31" y="959"/>
                    <a:pt x="236" y="1237"/>
                  </a:cubicBezTo>
                  <a:cubicBezTo>
                    <a:pt x="401" y="1453"/>
                    <a:pt x="663" y="1568"/>
                    <a:pt x="932" y="1568"/>
                  </a:cubicBezTo>
                  <a:cubicBezTo>
                    <a:pt x="958" y="1568"/>
                    <a:pt x="984" y="1567"/>
                    <a:pt x="1010" y="1565"/>
                  </a:cubicBezTo>
                  <a:cubicBezTo>
                    <a:pt x="1755" y="1498"/>
                    <a:pt x="2083" y="715"/>
                    <a:pt x="2139" y="66"/>
                  </a:cubicBezTo>
                  <a:cubicBezTo>
                    <a:pt x="2142" y="23"/>
                    <a:pt x="2110" y="1"/>
                    <a:pt x="2077" y="1"/>
                  </a:cubicBezTo>
                  <a:close/>
                </a:path>
              </a:pathLst>
            </a:custGeom>
            <a:solidFill>
              <a:srgbClr val="5484AC"/>
            </a:solidFill>
            <a:ln>
              <a:noFill/>
            </a:ln>
          </p:spPr>
          <p:txBody>
            <a:bodyPr anchorCtr="0" anchor="ctr" bIns="81275" lIns="81275" spcFirstLastPara="1" rIns="81275" wrap="square" tIns="81275">
              <a:noAutofit/>
            </a:bodyPr>
            <a:lstStyle/>
            <a:p>
              <a:pPr indent="0" lvl="0" marL="0" rtl="0" algn="l">
                <a:spcBef>
                  <a:spcPts val="0"/>
                </a:spcBef>
                <a:spcAft>
                  <a:spcPts val="0"/>
                </a:spcAft>
                <a:buNone/>
              </a:pPr>
              <a:r>
                <a:t/>
              </a:r>
              <a:endParaRPr/>
            </a:p>
          </p:txBody>
        </p:sp>
        <p:sp>
          <p:nvSpPr>
            <p:cNvPr id="1945" name="Google Shape;1945;p45"/>
            <p:cNvSpPr/>
            <p:nvPr/>
          </p:nvSpPr>
          <p:spPr>
            <a:xfrm>
              <a:off x="-14021" y="2498019"/>
              <a:ext cx="143894" cy="10191"/>
            </a:xfrm>
            <a:custGeom>
              <a:rect b="b" l="l" r="r" t="t"/>
              <a:pathLst>
                <a:path extrusionOk="0" h="275" w="3883">
                  <a:moveTo>
                    <a:pt x="1308" y="1"/>
                  </a:moveTo>
                  <a:cubicBezTo>
                    <a:pt x="902" y="1"/>
                    <a:pt x="497" y="12"/>
                    <a:pt x="91" y="33"/>
                  </a:cubicBezTo>
                  <a:cubicBezTo>
                    <a:pt x="3" y="40"/>
                    <a:pt x="1" y="173"/>
                    <a:pt x="85" y="173"/>
                  </a:cubicBezTo>
                  <a:cubicBezTo>
                    <a:pt x="87" y="173"/>
                    <a:pt x="89" y="173"/>
                    <a:pt x="91" y="173"/>
                  </a:cubicBezTo>
                  <a:cubicBezTo>
                    <a:pt x="498" y="151"/>
                    <a:pt x="906" y="140"/>
                    <a:pt x="1313" y="140"/>
                  </a:cubicBezTo>
                  <a:cubicBezTo>
                    <a:pt x="2140" y="140"/>
                    <a:pt x="2968" y="185"/>
                    <a:pt x="3792" y="274"/>
                  </a:cubicBezTo>
                  <a:cubicBezTo>
                    <a:pt x="3795" y="275"/>
                    <a:pt x="3798" y="275"/>
                    <a:pt x="3801" y="275"/>
                  </a:cubicBezTo>
                  <a:cubicBezTo>
                    <a:pt x="3883" y="275"/>
                    <a:pt x="3880" y="144"/>
                    <a:pt x="3792" y="135"/>
                  </a:cubicBezTo>
                  <a:cubicBezTo>
                    <a:pt x="2966" y="46"/>
                    <a:pt x="2137" y="1"/>
                    <a:pt x="1308" y="1"/>
                  </a:cubicBezTo>
                  <a:close/>
                </a:path>
              </a:pathLst>
            </a:custGeom>
            <a:solidFill>
              <a:schemeClr val="accent4"/>
            </a:solidFill>
            <a:ln>
              <a:noFill/>
            </a:ln>
          </p:spPr>
          <p:txBody>
            <a:bodyPr anchorCtr="0" anchor="ctr" bIns="81275" lIns="81275" spcFirstLastPara="1" rIns="81275" wrap="square" tIns="81275">
              <a:noAutofit/>
            </a:bodyPr>
            <a:lstStyle/>
            <a:p>
              <a:pPr indent="0" lvl="0" marL="0" rtl="0" algn="l">
                <a:spcBef>
                  <a:spcPts val="0"/>
                </a:spcBef>
                <a:spcAft>
                  <a:spcPts val="0"/>
                </a:spcAft>
                <a:buNone/>
              </a:pPr>
              <a:r>
                <a:t/>
              </a:r>
              <a:endParaRPr/>
            </a:p>
          </p:txBody>
        </p:sp>
        <p:sp>
          <p:nvSpPr>
            <p:cNvPr id="1946" name="Google Shape;1946;p45"/>
            <p:cNvSpPr/>
            <p:nvPr/>
          </p:nvSpPr>
          <p:spPr>
            <a:xfrm>
              <a:off x="316569" y="3013303"/>
              <a:ext cx="106948" cy="180248"/>
            </a:xfrm>
            <a:custGeom>
              <a:rect b="b" l="l" r="r" t="t"/>
              <a:pathLst>
                <a:path extrusionOk="0" h="4864" w="2886">
                  <a:moveTo>
                    <a:pt x="1112" y="1"/>
                  </a:moveTo>
                  <a:cubicBezTo>
                    <a:pt x="772" y="1"/>
                    <a:pt x="406" y="64"/>
                    <a:pt x="7" y="205"/>
                  </a:cubicBezTo>
                  <a:lnTo>
                    <a:pt x="0" y="4718"/>
                  </a:lnTo>
                  <a:lnTo>
                    <a:pt x="1934" y="4864"/>
                  </a:lnTo>
                  <a:lnTo>
                    <a:pt x="2885" y="641"/>
                  </a:lnTo>
                  <a:cubicBezTo>
                    <a:pt x="2366" y="255"/>
                    <a:pt x="1793" y="1"/>
                    <a:pt x="1112" y="1"/>
                  </a:cubicBezTo>
                  <a:close/>
                </a:path>
              </a:pathLst>
            </a:custGeom>
            <a:solidFill>
              <a:srgbClr val="E77F5B"/>
            </a:solidFill>
            <a:ln>
              <a:noFill/>
            </a:ln>
          </p:spPr>
          <p:txBody>
            <a:bodyPr anchorCtr="0" anchor="ctr" bIns="81275" lIns="81275" spcFirstLastPara="1" rIns="81275" wrap="square" tIns="81275">
              <a:noAutofit/>
            </a:bodyPr>
            <a:lstStyle/>
            <a:p>
              <a:pPr indent="0" lvl="0" marL="0" rtl="0" algn="l">
                <a:spcBef>
                  <a:spcPts val="0"/>
                </a:spcBef>
                <a:spcAft>
                  <a:spcPts val="0"/>
                </a:spcAft>
                <a:buNone/>
              </a:pPr>
              <a:r>
                <a:t/>
              </a:r>
              <a:endParaRPr/>
            </a:p>
          </p:txBody>
        </p:sp>
        <p:sp>
          <p:nvSpPr>
            <p:cNvPr id="1947" name="Google Shape;1947;p45"/>
            <p:cNvSpPr/>
            <p:nvPr/>
          </p:nvSpPr>
          <p:spPr>
            <a:xfrm>
              <a:off x="308824" y="3155493"/>
              <a:ext cx="190735" cy="117509"/>
            </a:xfrm>
            <a:custGeom>
              <a:rect b="b" l="l" r="r" t="t"/>
              <a:pathLst>
                <a:path extrusionOk="0" h="3171" w="5147">
                  <a:moveTo>
                    <a:pt x="1182" y="0"/>
                  </a:moveTo>
                  <a:cubicBezTo>
                    <a:pt x="855" y="0"/>
                    <a:pt x="531" y="179"/>
                    <a:pt x="209" y="480"/>
                  </a:cubicBezTo>
                  <a:cubicBezTo>
                    <a:pt x="14" y="1006"/>
                    <a:pt x="0" y="3163"/>
                    <a:pt x="0" y="3163"/>
                  </a:cubicBezTo>
                  <a:lnTo>
                    <a:pt x="4896" y="3170"/>
                  </a:lnTo>
                  <a:cubicBezTo>
                    <a:pt x="5146" y="2389"/>
                    <a:pt x="4616" y="1926"/>
                    <a:pt x="4122" y="1857"/>
                  </a:cubicBezTo>
                  <a:cubicBezTo>
                    <a:pt x="3910" y="1825"/>
                    <a:pt x="3160" y="1536"/>
                    <a:pt x="2976" y="1344"/>
                  </a:cubicBezTo>
                  <a:cubicBezTo>
                    <a:pt x="2976" y="1320"/>
                    <a:pt x="2714" y="121"/>
                    <a:pt x="2554" y="62"/>
                  </a:cubicBezTo>
                  <a:cubicBezTo>
                    <a:pt x="2554" y="62"/>
                    <a:pt x="2504" y="8"/>
                    <a:pt x="2443" y="8"/>
                  </a:cubicBezTo>
                  <a:cubicBezTo>
                    <a:pt x="2413" y="8"/>
                    <a:pt x="2380" y="21"/>
                    <a:pt x="2348" y="62"/>
                  </a:cubicBezTo>
                  <a:cubicBezTo>
                    <a:pt x="2254" y="187"/>
                    <a:pt x="2170" y="591"/>
                    <a:pt x="2170" y="591"/>
                  </a:cubicBezTo>
                  <a:cubicBezTo>
                    <a:pt x="1838" y="179"/>
                    <a:pt x="1509" y="0"/>
                    <a:pt x="1182" y="0"/>
                  </a:cubicBezTo>
                  <a:close/>
                </a:path>
              </a:pathLst>
            </a:custGeom>
            <a:solidFill>
              <a:schemeClr val="dk1"/>
            </a:solidFill>
            <a:ln>
              <a:noFill/>
            </a:ln>
          </p:spPr>
          <p:txBody>
            <a:bodyPr anchorCtr="0" anchor="ctr" bIns="81275" lIns="81275" spcFirstLastPara="1" rIns="81275" wrap="square" tIns="81275">
              <a:noAutofit/>
            </a:bodyPr>
            <a:lstStyle/>
            <a:p>
              <a:pPr indent="0" lvl="0" marL="0" rtl="0" algn="l">
                <a:spcBef>
                  <a:spcPts val="0"/>
                </a:spcBef>
                <a:spcAft>
                  <a:spcPts val="0"/>
                </a:spcAft>
                <a:buNone/>
              </a:pPr>
              <a:r>
                <a:t/>
              </a:r>
              <a:endParaRPr/>
            </a:p>
          </p:txBody>
        </p:sp>
        <p:sp>
          <p:nvSpPr>
            <p:cNvPr id="1948" name="Google Shape;1948;p45"/>
            <p:cNvSpPr/>
            <p:nvPr/>
          </p:nvSpPr>
          <p:spPr>
            <a:xfrm>
              <a:off x="117163" y="1909805"/>
              <a:ext cx="421121" cy="1211224"/>
            </a:xfrm>
            <a:custGeom>
              <a:rect b="b" l="l" r="r" t="t"/>
              <a:pathLst>
                <a:path extrusionOk="0" h="32685" w="11364">
                  <a:moveTo>
                    <a:pt x="6766" y="0"/>
                  </a:moveTo>
                  <a:cubicBezTo>
                    <a:pt x="4707" y="0"/>
                    <a:pt x="1" y="1655"/>
                    <a:pt x="1" y="1655"/>
                  </a:cubicBezTo>
                  <a:cubicBezTo>
                    <a:pt x="1" y="1655"/>
                    <a:pt x="2754" y="11788"/>
                    <a:pt x="4921" y="16172"/>
                  </a:cubicBezTo>
                  <a:cubicBezTo>
                    <a:pt x="5374" y="17081"/>
                    <a:pt x="4175" y="28587"/>
                    <a:pt x="4524" y="32475"/>
                  </a:cubicBezTo>
                  <a:lnTo>
                    <a:pt x="8771" y="32684"/>
                  </a:lnTo>
                  <a:cubicBezTo>
                    <a:pt x="9287" y="29489"/>
                    <a:pt x="11364" y="17854"/>
                    <a:pt x="11193" y="15625"/>
                  </a:cubicBezTo>
                  <a:cubicBezTo>
                    <a:pt x="10984" y="12903"/>
                    <a:pt x="8527" y="1116"/>
                    <a:pt x="7611" y="209"/>
                  </a:cubicBezTo>
                  <a:cubicBezTo>
                    <a:pt x="7463" y="62"/>
                    <a:pt x="7164" y="0"/>
                    <a:pt x="6766" y="0"/>
                  </a:cubicBezTo>
                  <a:close/>
                </a:path>
              </a:pathLst>
            </a:custGeom>
            <a:solidFill>
              <a:schemeClr val="accent3"/>
            </a:solidFill>
            <a:ln>
              <a:noFill/>
            </a:ln>
          </p:spPr>
          <p:txBody>
            <a:bodyPr anchorCtr="0" anchor="ctr" bIns="81275" lIns="81275" spcFirstLastPara="1" rIns="81275" wrap="square" tIns="81275">
              <a:noAutofit/>
            </a:bodyPr>
            <a:lstStyle/>
            <a:p>
              <a:pPr indent="0" lvl="0" marL="0" rtl="0" algn="l">
                <a:spcBef>
                  <a:spcPts val="0"/>
                </a:spcBef>
                <a:spcAft>
                  <a:spcPts val="0"/>
                </a:spcAft>
                <a:buNone/>
              </a:pPr>
              <a:r>
                <a:t/>
              </a:r>
              <a:endParaRPr/>
            </a:p>
          </p:txBody>
        </p:sp>
        <p:sp>
          <p:nvSpPr>
            <p:cNvPr id="1949" name="Google Shape;1949;p45"/>
            <p:cNvSpPr/>
            <p:nvPr/>
          </p:nvSpPr>
          <p:spPr>
            <a:xfrm>
              <a:off x="266579" y="3071669"/>
              <a:ext cx="198369" cy="63554"/>
            </a:xfrm>
            <a:custGeom>
              <a:rect b="b" l="l" r="r" t="t"/>
              <a:pathLst>
                <a:path extrusionOk="0" h="1715" w="5353">
                  <a:moveTo>
                    <a:pt x="0" y="0"/>
                  </a:moveTo>
                  <a:lnTo>
                    <a:pt x="209" y="1526"/>
                  </a:lnTo>
                  <a:lnTo>
                    <a:pt x="5029" y="1714"/>
                  </a:lnTo>
                  <a:lnTo>
                    <a:pt x="5352" y="331"/>
                  </a:lnTo>
                  <a:lnTo>
                    <a:pt x="0" y="0"/>
                  </a:lnTo>
                  <a:close/>
                </a:path>
              </a:pathLst>
            </a:custGeom>
            <a:solidFill>
              <a:schemeClr val="accent4"/>
            </a:solidFill>
            <a:ln>
              <a:noFill/>
            </a:ln>
          </p:spPr>
          <p:txBody>
            <a:bodyPr anchorCtr="0" anchor="ctr" bIns="81275" lIns="81275" spcFirstLastPara="1" rIns="81275" wrap="square" tIns="81275">
              <a:noAutofit/>
            </a:bodyPr>
            <a:lstStyle/>
            <a:p>
              <a:pPr indent="0" lvl="0" marL="0" rtl="0" algn="l">
                <a:spcBef>
                  <a:spcPts val="0"/>
                </a:spcBef>
                <a:spcAft>
                  <a:spcPts val="0"/>
                </a:spcAft>
                <a:buNone/>
              </a:pPr>
              <a:r>
                <a:t/>
              </a:r>
              <a:endParaRPr/>
            </a:p>
          </p:txBody>
        </p:sp>
        <p:sp>
          <p:nvSpPr>
            <p:cNvPr id="1950" name="Google Shape;1950;p45"/>
            <p:cNvSpPr/>
            <p:nvPr/>
          </p:nvSpPr>
          <p:spPr>
            <a:xfrm>
              <a:off x="420627" y="2163946"/>
              <a:ext cx="91310" cy="918470"/>
            </a:xfrm>
            <a:custGeom>
              <a:rect b="b" l="l" r="r" t="t"/>
              <a:pathLst>
                <a:path extrusionOk="0" h="24785" w="2464">
                  <a:moveTo>
                    <a:pt x="77" y="0"/>
                  </a:moveTo>
                  <a:cubicBezTo>
                    <a:pt x="72" y="0"/>
                    <a:pt x="66" y="1"/>
                    <a:pt x="60" y="3"/>
                  </a:cubicBezTo>
                  <a:cubicBezTo>
                    <a:pt x="21" y="13"/>
                    <a:pt x="0" y="52"/>
                    <a:pt x="10" y="90"/>
                  </a:cubicBezTo>
                  <a:cubicBezTo>
                    <a:pt x="31" y="160"/>
                    <a:pt x="2147" y="7366"/>
                    <a:pt x="2241" y="9063"/>
                  </a:cubicBezTo>
                  <a:cubicBezTo>
                    <a:pt x="2324" y="10519"/>
                    <a:pt x="52" y="24561"/>
                    <a:pt x="28" y="24704"/>
                  </a:cubicBezTo>
                  <a:cubicBezTo>
                    <a:pt x="21" y="24743"/>
                    <a:pt x="49" y="24777"/>
                    <a:pt x="87" y="24784"/>
                  </a:cubicBezTo>
                  <a:lnTo>
                    <a:pt x="98" y="24784"/>
                  </a:lnTo>
                  <a:cubicBezTo>
                    <a:pt x="133" y="24784"/>
                    <a:pt x="161" y="24760"/>
                    <a:pt x="168" y="24725"/>
                  </a:cubicBezTo>
                  <a:cubicBezTo>
                    <a:pt x="261" y="24146"/>
                    <a:pt x="2464" y="10526"/>
                    <a:pt x="2380" y="9052"/>
                  </a:cubicBezTo>
                  <a:cubicBezTo>
                    <a:pt x="2283" y="7341"/>
                    <a:pt x="230" y="348"/>
                    <a:pt x="143" y="49"/>
                  </a:cubicBezTo>
                  <a:cubicBezTo>
                    <a:pt x="134" y="19"/>
                    <a:pt x="106" y="0"/>
                    <a:pt x="77" y="0"/>
                  </a:cubicBezTo>
                  <a:close/>
                </a:path>
              </a:pathLst>
            </a:custGeom>
            <a:solidFill>
              <a:schemeClr val="accent4"/>
            </a:solidFill>
            <a:ln>
              <a:noFill/>
            </a:ln>
          </p:spPr>
          <p:txBody>
            <a:bodyPr anchorCtr="0" anchor="ctr" bIns="81275" lIns="81275" spcFirstLastPara="1" rIns="81275" wrap="square" tIns="81275">
              <a:noAutofit/>
            </a:bodyPr>
            <a:lstStyle/>
            <a:p>
              <a:pPr indent="0" lvl="0" marL="0" rtl="0" algn="l">
                <a:spcBef>
                  <a:spcPts val="0"/>
                </a:spcBef>
                <a:spcAft>
                  <a:spcPts val="0"/>
                </a:spcAft>
                <a:buNone/>
              </a:pPr>
              <a:r>
                <a:t/>
              </a:r>
              <a:endParaRPr/>
            </a:p>
          </p:txBody>
        </p:sp>
        <p:sp>
          <p:nvSpPr>
            <p:cNvPr id="1951" name="Google Shape;1951;p45"/>
            <p:cNvSpPr/>
            <p:nvPr/>
          </p:nvSpPr>
          <p:spPr>
            <a:xfrm>
              <a:off x="186572" y="1976398"/>
              <a:ext cx="124439" cy="90050"/>
            </a:xfrm>
            <a:custGeom>
              <a:rect b="b" l="l" r="r" t="t"/>
              <a:pathLst>
                <a:path extrusionOk="0" h="2430" w="3358">
                  <a:moveTo>
                    <a:pt x="3216" y="1"/>
                  </a:moveTo>
                  <a:cubicBezTo>
                    <a:pt x="3184" y="1"/>
                    <a:pt x="3152" y="22"/>
                    <a:pt x="3156" y="64"/>
                  </a:cubicBezTo>
                  <a:cubicBezTo>
                    <a:pt x="3219" y="963"/>
                    <a:pt x="2902" y="2183"/>
                    <a:pt x="1825" y="2291"/>
                  </a:cubicBezTo>
                  <a:cubicBezTo>
                    <a:pt x="1776" y="2295"/>
                    <a:pt x="1727" y="2298"/>
                    <a:pt x="1680" y="2298"/>
                  </a:cubicBezTo>
                  <a:cubicBezTo>
                    <a:pt x="726" y="2298"/>
                    <a:pt x="132" y="1354"/>
                    <a:pt x="149" y="461"/>
                  </a:cubicBezTo>
                  <a:cubicBezTo>
                    <a:pt x="151" y="417"/>
                    <a:pt x="118" y="396"/>
                    <a:pt x="85" y="396"/>
                  </a:cubicBezTo>
                  <a:cubicBezTo>
                    <a:pt x="52" y="396"/>
                    <a:pt x="19" y="417"/>
                    <a:pt x="17" y="461"/>
                  </a:cubicBezTo>
                  <a:cubicBezTo>
                    <a:pt x="0" y="1423"/>
                    <a:pt x="654" y="2429"/>
                    <a:pt x="1678" y="2429"/>
                  </a:cubicBezTo>
                  <a:cubicBezTo>
                    <a:pt x="1726" y="2429"/>
                    <a:pt x="1775" y="2427"/>
                    <a:pt x="1825" y="2423"/>
                  </a:cubicBezTo>
                  <a:cubicBezTo>
                    <a:pt x="2978" y="2315"/>
                    <a:pt x="3358" y="1040"/>
                    <a:pt x="3285" y="64"/>
                  </a:cubicBezTo>
                  <a:cubicBezTo>
                    <a:pt x="3283" y="22"/>
                    <a:pt x="3249" y="1"/>
                    <a:pt x="3216" y="1"/>
                  </a:cubicBezTo>
                  <a:close/>
                </a:path>
              </a:pathLst>
            </a:custGeom>
            <a:solidFill>
              <a:srgbClr val="5484AC"/>
            </a:solidFill>
            <a:ln>
              <a:noFill/>
            </a:ln>
          </p:spPr>
          <p:txBody>
            <a:bodyPr anchorCtr="0" anchor="ctr" bIns="81275" lIns="81275" spcFirstLastPara="1" rIns="81275" wrap="square" tIns="81275">
              <a:noAutofit/>
            </a:bodyPr>
            <a:lstStyle/>
            <a:p>
              <a:pPr indent="0" lvl="0" marL="0" rtl="0" algn="l">
                <a:spcBef>
                  <a:spcPts val="0"/>
                </a:spcBef>
                <a:spcAft>
                  <a:spcPts val="0"/>
                </a:spcAft>
                <a:buNone/>
              </a:pPr>
              <a:r>
                <a:t/>
              </a:r>
              <a:endParaRPr/>
            </a:p>
          </p:txBody>
        </p:sp>
        <p:sp>
          <p:nvSpPr>
            <p:cNvPr id="1952" name="Google Shape;1952;p45"/>
            <p:cNvSpPr/>
            <p:nvPr/>
          </p:nvSpPr>
          <p:spPr>
            <a:xfrm>
              <a:off x="366597" y="1994037"/>
              <a:ext cx="96720" cy="145821"/>
            </a:xfrm>
            <a:custGeom>
              <a:rect b="b" l="l" r="r" t="t"/>
              <a:pathLst>
                <a:path extrusionOk="0" h="3935" w="2610">
                  <a:moveTo>
                    <a:pt x="83" y="1"/>
                  </a:moveTo>
                  <a:cubicBezTo>
                    <a:pt x="42" y="1"/>
                    <a:pt x="0" y="34"/>
                    <a:pt x="12" y="86"/>
                  </a:cubicBezTo>
                  <a:cubicBezTo>
                    <a:pt x="392" y="1581"/>
                    <a:pt x="908" y="3327"/>
                    <a:pt x="2500" y="3929"/>
                  </a:cubicBezTo>
                  <a:cubicBezTo>
                    <a:pt x="2509" y="3933"/>
                    <a:pt x="2517" y="3934"/>
                    <a:pt x="2524" y="3934"/>
                  </a:cubicBezTo>
                  <a:cubicBezTo>
                    <a:pt x="2590" y="3934"/>
                    <a:pt x="2610" y="3822"/>
                    <a:pt x="2535" y="3793"/>
                  </a:cubicBezTo>
                  <a:cubicBezTo>
                    <a:pt x="995" y="3212"/>
                    <a:pt x="511" y="1487"/>
                    <a:pt x="148" y="51"/>
                  </a:cubicBezTo>
                  <a:cubicBezTo>
                    <a:pt x="138" y="16"/>
                    <a:pt x="111" y="1"/>
                    <a:pt x="83" y="1"/>
                  </a:cubicBezTo>
                  <a:close/>
                </a:path>
              </a:pathLst>
            </a:custGeom>
            <a:solidFill>
              <a:srgbClr val="5484AC"/>
            </a:solidFill>
            <a:ln>
              <a:noFill/>
            </a:ln>
          </p:spPr>
          <p:txBody>
            <a:bodyPr anchorCtr="0" anchor="ctr" bIns="81275" lIns="81275" spcFirstLastPara="1" rIns="81275" wrap="square" tIns="81275">
              <a:noAutofit/>
            </a:bodyPr>
            <a:lstStyle/>
            <a:p>
              <a:pPr indent="0" lvl="0" marL="0" rtl="0" algn="l">
                <a:spcBef>
                  <a:spcPts val="0"/>
                </a:spcBef>
                <a:spcAft>
                  <a:spcPts val="0"/>
                </a:spcAft>
                <a:buNone/>
              </a:pPr>
              <a:r>
                <a:t/>
              </a:r>
              <a:endParaRPr/>
            </a:p>
          </p:txBody>
        </p:sp>
        <p:sp>
          <p:nvSpPr>
            <p:cNvPr id="1953" name="Google Shape;1953;p45"/>
            <p:cNvSpPr/>
            <p:nvPr/>
          </p:nvSpPr>
          <p:spPr>
            <a:xfrm>
              <a:off x="132838" y="2100874"/>
              <a:ext cx="94645" cy="205447"/>
            </a:xfrm>
            <a:custGeom>
              <a:rect b="b" l="l" r="r" t="t"/>
              <a:pathLst>
                <a:path extrusionOk="0" h="5544" w="2554">
                  <a:moveTo>
                    <a:pt x="86" y="1"/>
                  </a:moveTo>
                  <a:cubicBezTo>
                    <a:pt x="44" y="1"/>
                    <a:pt x="1" y="35"/>
                    <a:pt x="13" y="88"/>
                  </a:cubicBezTo>
                  <a:cubicBezTo>
                    <a:pt x="258" y="1040"/>
                    <a:pt x="560" y="1973"/>
                    <a:pt x="965" y="2872"/>
                  </a:cubicBezTo>
                  <a:cubicBezTo>
                    <a:pt x="1376" y="3789"/>
                    <a:pt x="1881" y="4657"/>
                    <a:pt x="2400" y="5510"/>
                  </a:cubicBezTo>
                  <a:cubicBezTo>
                    <a:pt x="2414" y="5533"/>
                    <a:pt x="2435" y="5543"/>
                    <a:pt x="2457" y="5543"/>
                  </a:cubicBezTo>
                  <a:cubicBezTo>
                    <a:pt x="2505" y="5543"/>
                    <a:pt x="2553" y="5493"/>
                    <a:pt x="2522" y="5440"/>
                  </a:cubicBezTo>
                  <a:cubicBezTo>
                    <a:pt x="2014" y="4604"/>
                    <a:pt x="1519" y="3758"/>
                    <a:pt x="1115" y="2865"/>
                  </a:cubicBezTo>
                  <a:cubicBezTo>
                    <a:pt x="703" y="1960"/>
                    <a:pt x="393" y="1015"/>
                    <a:pt x="150" y="50"/>
                  </a:cubicBezTo>
                  <a:cubicBezTo>
                    <a:pt x="140" y="15"/>
                    <a:pt x="113" y="1"/>
                    <a:pt x="86" y="1"/>
                  </a:cubicBezTo>
                  <a:close/>
                </a:path>
              </a:pathLst>
            </a:custGeom>
            <a:solidFill>
              <a:srgbClr val="5484AC"/>
            </a:solidFill>
            <a:ln>
              <a:noFill/>
            </a:ln>
          </p:spPr>
          <p:txBody>
            <a:bodyPr anchorCtr="0" anchor="ctr" bIns="81275" lIns="81275" spcFirstLastPara="1" rIns="81275" wrap="square" tIns="81275">
              <a:noAutofit/>
            </a:bodyPr>
            <a:lstStyle/>
            <a:p>
              <a:pPr indent="0" lvl="0" marL="0" rtl="0" algn="l">
                <a:spcBef>
                  <a:spcPts val="0"/>
                </a:spcBef>
                <a:spcAft>
                  <a:spcPts val="0"/>
                </a:spcAft>
                <a:buNone/>
              </a:pPr>
              <a:r>
                <a:t/>
              </a:r>
              <a:endParaRPr/>
            </a:p>
          </p:txBody>
        </p:sp>
        <p:sp>
          <p:nvSpPr>
            <p:cNvPr id="1954" name="Google Shape;1954;p45"/>
            <p:cNvSpPr/>
            <p:nvPr/>
          </p:nvSpPr>
          <p:spPr>
            <a:xfrm>
              <a:off x="54054" y="2083346"/>
              <a:ext cx="129294" cy="22642"/>
            </a:xfrm>
            <a:custGeom>
              <a:rect b="b" l="l" r="r" t="t"/>
              <a:pathLst>
                <a:path extrusionOk="0" h="611" w="3489">
                  <a:moveTo>
                    <a:pt x="95" y="0"/>
                  </a:moveTo>
                  <a:cubicBezTo>
                    <a:pt x="26" y="0"/>
                    <a:pt x="0" y="114"/>
                    <a:pt x="81" y="140"/>
                  </a:cubicBezTo>
                  <a:cubicBezTo>
                    <a:pt x="1065" y="450"/>
                    <a:pt x="2087" y="610"/>
                    <a:pt x="3120" y="610"/>
                  </a:cubicBezTo>
                  <a:cubicBezTo>
                    <a:pt x="3213" y="610"/>
                    <a:pt x="3307" y="609"/>
                    <a:pt x="3401" y="606"/>
                  </a:cubicBezTo>
                  <a:cubicBezTo>
                    <a:pt x="3488" y="606"/>
                    <a:pt x="3488" y="467"/>
                    <a:pt x="3401" y="467"/>
                  </a:cubicBezTo>
                  <a:cubicBezTo>
                    <a:pt x="3308" y="470"/>
                    <a:pt x="3216" y="471"/>
                    <a:pt x="3124" y="471"/>
                  </a:cubicBezTo>
                  <a:cubicBezTo>
                    <a:pt x="2103" y="471"/>
                    <a:pt x="1093" y="314"/>
                    <a:pt x="115" y="3"/>
                  </a:cubicBezTo>
                  <a:cubicBezTo>
                    <a:pt x="108" y="1"/>
                    <a:pt x="101" y="0"/>
                    <a:pt x="95" y="0"/>
                  </a:cubicBezTo>
                  <a:close/>
                </a:path>
              </a:pathLst>
            </a:custGeom>
            <a:solidFill>
              <a:srgbClr val="5484AC"/>
            </a:solidFill>
            <a:ln>
              <a:noFill/>
            </a:ln>
          </p:spPr>
          <p:txBody>
            <a:bodyPr anchorCtr="0" anchor="ctr" bIns="81275" lIns="81275" spcFirstLastPara="1" rIns="81275" wrap="square" tIns="81275">
              <a:noAutofit/>
            </a:bodyPr>
            <a:lstStyle/>
            <a:p>
              <a:pPr indent="0" lvl="0" marL="0" rtl="0" algn="l">
                <a:spcBef>
                  <a:spcPts val="0"/>
                </a:spcBef>
                <a:spcAft>
                  <a:spcPts val="0"/>
                </a:spcAft>
                <a:buNone/>
              </a:pPr>
              <a:r>
                <a:t/>
              </a:r>
              <a:endParaRPr/>
            </a:p>
          </p:txBody>
        </p:sp>
        <p:sp>
          <p:nvSpPr>
            <p:cNvPr id="1955" name="Google Shape;1955;p45"/>
            <p:cNvSpPr/>
            <p:nvPr/>
          </p:nvSpPr>
          <p:spPr>
            <a:xfrm>
              <a:off x="323796" y="2497018"/>
              <a:ext cx="121660" cy="12451"/>
            </a:xfrm>
            <a:custGeom>
              <a:rect b="b" l="l" r="r" t="t"/>
              <a:pathLst>
                <a:path extrusionOk="0" h="336" w="3283">
                  <a:moveTo>
                    <a:pt x="3201" y="1"/>
                  </a:moveTo>
                  <a:cubicBezTo>
                    <a:pt x="3199" y="1"/>
                    <a:pt x="3197" y="1"/>
                    <a:pt x="3195" y="1"/>
                  </a:cubicBezTo>
                  <a:cubicBezTo>
                    <a:pt x="2160" y="64"/>
                    <a:pt x="1126" y="130"/>
                    <a:pt x="90" y="197"/>
                  </a:cubicBezTo>
                  <a:cubicBezTo>
                    <a:pt x="1" y="200"/>
                    <a:pt x="0" y="336"/>
                    <a:pt x="87" y="336"/>
                  </a:cubicBezTo>
                  <a:cubicBezTo>
                    <a:pt x="88" y="336"/>
                    <a:pt x="89" y="336"/>
                    <a:pt x="90" y="336"/>
                  </a:cubicBezTo>
                  <a:cubicBezTo>
                    <a:pt x="1126" y="270"/>
                    <a:pt x="2160" y="203"/>
                    <a:pt x="3195" y="141"/>
                  </a:cubicBezTo>
                  <a:cubicBezTo>
                    <a:pt x="3280" y="134"/>
                    <a:pt x="3282" y="1"/>
                    <a:pt x="3201" y="1"/>
                  </a:cubicBezTo>
                  <a:close/>
                </a:path>
              </a:pathLst>
            </a:custGeom>
            <a:solidFill>
              <a:schemeClr val="accent4"/>
            </a:solidFill>
            <a:ln>
              <a:noFill/>
            </a:ln>
          </p:spPr>
          <p:txBody>
            <a:bodyPr anchorCtr="0" anchor="ctr" bIns="81275" lIns="81275" spcFirstLastPara="1" rIns="81275" wrap="square" tIns="81275">
              <a:noAutofit/>
            </a:bodyPr>
            <a:lstStyle/>
            <a:p>
              <a:pPr indent="0" lvl="0" marL="0" rtl="0" algn="l">
                <a:spcBef>
                  <a:spcPts val="0"/>
                </a:spcBef>
                <a:spcAft>
                  <a:spcPts val="0"/>
                </a:spcAft>
                <a:buNone/>
              </a:pPr>
              <a:r>
                <a:t/>
              </a:r>
              <a:endParaRPr/>
            </a:p>
          </p:txBody>
        </p:sp>
        <p:sp>
          <p:nvSpPr>
            <p:cNvPr id="1956" name="Google Shape;1956;p45"/>
            <p:cNvSpPr/>
            <p:nvPr/>
          </p:nvSpPr>
          <p:spPr>
            <a:xfrm>
              <a:off x="-68347" y="1205824"/>
              <a:ext cx="148" cy="37"/>
            </a:xfrm>
            <a:custGeom>
              <a:rect b="b" l="l" r="r" t="t"/>
              <a:pathLst>
                <a:path extrusionOk="0" h="1" w="4">
                  <a:moveTo>
                    <a:pt x="0" y="0"/>
                  </a:moveTo>
                  <a:lnTo>
                    <a:pt x="0" y="0"/>
                  </a:lnTo>
                  <a:lnTo>
                    <a:pt x="3" y="0"/>
                  </a:lnTo>
                  <a:close/>
                </a:path>
              </a:pathLst>
            </a:custGeom>
            <a:solidFill>
              <a:srgbClr val="888454"/>
            </a:solidFill>
            <a:ln>
              <a:noFill/>
            </a:ln>
          </p:spPr>
          <p:txBody>
            <a:bodyPr anchorCtr="0" anchor="ctr" bIns="81275" lIns="81275" spcFirstLastPara="1" rIns="81275" wrap="square" tIns="81275">
              <a:noAutofit/>
            </a:bodyPr>
            <a:lstStyle/>
            <a:p>
              <a:pPr indent="0" lvl="0" marL="0" rtl="0" algn="l">
                <a:spcBef>
                  <a:spcPts val="0"/>
                </a:spcBef>
                <a:spcAft>
                  <a:spcPts val="0"/>
                </a:spcAft>
                <a:buNone/>
              </a:pPr>
              <a:r>
                <a:t/>
              </a:r>
              <a:endParaRPr/>
            </a:p>
          </p:txBody>
        </p:sp>
        <p:sp>
          <p:nvSpPr>
            <p:cNvPr id="1957" name="Google Shape;1957;p45"/>
            <p:cNvSpPr/>
            <p:nvPr/>
          </p:nvSpPr>
          <p:spPr>
            <a:xfrm>
              <a:off x="141954" y="1112587"/>
              <a:ext cx="126329" cy="133185"/>
            </a:xfrm>
            <a:custGeom>
              <a:rect b="b" l="l" r="r" t="t"/>
              <a:pathLst>
                <a:path extrusionOk="0" h="3594" w="3409">
                  <a:moveTo>
                    <a:pt x="698" y="0"/>
                  </a:moveTo>
                  <a:cubicBezTo>
                    <a:pt x="649" y="1209"/>
                    <a:pt x="329" y="2384"/>
                    <a:pt x="1" y="3349"/>
                  </a:cubicBezTo>
                  <a:cubicBezTo>
                    <a:pt x="1" y="3349"/>
                    <a:pt x="506" y="3593"/>
                    <a:pt x="1484" y="3593"/>
                  </a:cubicBezTo>
                  <a:cubicBezTo>
                    <a:pt x="1997" y="3593"/>
                    <a:pt x="2640" y="3526"/>
                    <a:pt x="3408" y="3321"/>
                  </a:cubicBezTo>
                  <a:lnTo>
                    <a:pt x="3322" y="2436"/>
                  </a:lnTo>
                  <a:lnTo>
                    <a:pt x="3322" y="2282"/>
                  </a:lnTo>
                  <a:lnTo>
                    <a:pt x="3318" y="1586"/>
                  </a:lnTo>
                  <a:lnTo>
                    <a:pt x="3315" y="1495"/>
                  </a:lnTo>
                  <a:lnTo>
                    <a:pt x="3228" y="826"/>
                  </a:lnTo>
                  <a:lnTo>
                    <a:pt x="698" y="0"/>
                  </a:lnTo>
                  <a:close/>
                </a:path>
              </a:pathLst>
            </a:custGeom>
            <a:solidFill>
              <a:srgbClr val="E77F5B"/>
            </a:solidFill>
            <a:ln>
              <a:noFill/>
            </a:ln>
          </p:spPr>
          <p:txBody>
            <a:bodyPr anchorCtr="0" anchor="ctr" bIns="81275" lIns="81275" spcFirstLastPara="1" rIns="81275" wrap="square" tIns="81275">
              <a:noAutofit/>
            </a:bodyPr>
            <a:lstStyle/>
            <a:p>
              <a:pPr indent="0" lvl="0" marL="0" rtl="0" algn="l">
                <a:spcBef>
                  <a:spcPts val="0"/>
                </a:spcBef>
                <a:spcAft>
                  <a:spcPts val="0"/>
                </a:spcAft>
                <a:buNone/>
              </a:pPr>
              <a:r>
                <a:t/>
              </a:r>
              <a:endParaRPr/>
            </a:p>
          </p:txBody>
        </p:sp>
        <p:sp>
          <p:nvSpPr>
            <p:cNvPr id="1958" name="Google Shape;1958;p45"/>
            <p:cNvSpPr/>
            <p:nvPr/>
          </p:nvSpPr>
          <p:spPr>
            <a:xfrm>
              <a:off x="237526" y="1167432"/>
              <a:ext cx="27534" cy="29757"/>
            </a:xfrm>
            <a:custGeom>
              <a:rect b="b" l="l" r="r" t="t"/>
              <a:pathLst>
                <a:path extrusionOk="0" h="803" w="743">
                  <a:moveTo>
                    <a:pt x="249" y="0"/>
                  </a:moveTo>
                  <a:cubicBezTo>
                    <a:pt x="98" y="0"/>
                    <a:pt x="1" y="59"/>
                    <a:pt x="56" y="242"/>
                  </a:cubicBezTo>
                  <a:cubicBezTo>
                    <a:pt x="154" y="562"/>
                    <a:pt x="492" y="723"/>
                    <a:pt x="743" y="802"/>
                  </a:cubicBezTo>
                  <a:lnTo>
                    <a:pt x="739" y="106"/>
                  </a:lnTo>
                  <a:cubicBezTo>
                    <a:pt x="583" y="53"/>
                    <a:pt x="392" y="0"/>
                    <a:pt x="249" y="0"/>
                  </a:cubicBezTo>
                  <a:close/>
                </a:path>
              </a:pathLst>
            </a:custGeom>
            <a:solidFill>
              <a:srgbClr val="241E22"/>
            </a:solidFill>
            <a:ln>
              <a:noFill/>
            </a:ln>
          </p:spPr>
          <p:txBody>
            <a:bodyPr anchorCtr="0" anchor="ctr" bIns="81275" lIns="81275" spcFirstLastPara="1" rIns="81275" wrap="square" tIns="81275">
              <a:noAutofit/>
            </a:bodyPr>
            <a:lstStyle/>
            <a:p>
              <a:pPr indent="0" lvl="0" marL="0" rtl="0" algn="l">
                <a:spcBef>
                  <a:spcPts val="0"/>
                </a:spcBef>
                <a:spcAft>
                  <a:spcPts val="0"/>
                </a:spcAft>
                <a:buNone/>
              </a:pPr>
              <a:r>
                <a:t/>
              </a:r>
              <a:endParaRPr/>
            </a:p>
          </p:txBody>
        </p:sp>
        <p:sp>
          <p:nvSpPr>
            <p:cNvPr id="1959" name="Google Shape;1959;p45"/>
            <p:cNvSpPr/>
            <p:nvPr/>
          </p:nvSpPr>
          <p:spPr>
            <a:xfrm>
              <a:off x="303377" y="1023723"/>
              <a:ext cx="43431" cy="57291"/>
            </a:xfrm>
            <a:custGeom>
              <a:rect b="b" l="l" r="r" t="t"/>
              <a:pathLst>
                <a:path extrusionOk="0" h="1546" w="1172">
                  <a:moveTo>
                    <a:pt x="686" y="0"/>
                  </a:moveTo>
                  <a:cubicBezTo>
                    <a:pt x="435" y="0"/>
                    <a:pt x="181" y="278"/>
                    <a:pt x="94" y="663"/>
                  </a:cubicBezTo>
                  <a:cubicBezTo>
                    <a:pt x="1" y="1089"/>
                    <a:pt x="143" y="1478"/>
                    <a:pt x="415" y="1538"/>
                  </a:cubicBezTo>
                  <a:cubicBezTo>
                    <a:pt x="438" y="1543"/>
                    <a:pt x="462" y="1545"/>
                    <a:pt x="486" y="1545"/>
                  </a:cubicBezTo>
                  <a:cubicBezTo>
                    <a:pt x="736" y="1545"/>
                    <a:pt x="992" y="1268"/>
                    <a:pt x="1077" y="883"/>
                  </a:cubicBezTo>
                  <a:cubicBezTo>
                    <a:pt x="1172" y="461"/>
                    <a:pt x="1025" y="68"/>
                    <a:pt x="757" y="8"/>
                  </a:cubicBezTo>
                  <a:cubicBezTo>
                    <a:pt x="733" y="3"/>
                    <a:pt x="709" y="0"/>
                    <a:pt x="686" y="0"/>
                  </a:cubicBezTo>
                  <a:close/>
                </a:path>
              </a:pathLst>
            </a:custGeom>
            <a:solidFill>
              <a:schemeClr val="accent2"/>
            </a:solidFill>
            <a:ln>
              <a:noFill/>
            </a:ln>
          </p:spPr>
          <p:txBody>
            <a:bodyPr anchorCtr="0" anchor="ctr" bIns="81275" lIns="81275" spcFirstLastPara="1" rIns="81275" wrap="square" tIns="81275">
              <a:noAutofit/>
            </a:bodyPr>
            <a:lstStyle/>
            <a:p>
              <a:pPr indent="0" lvl="0" marL="0" rtl="0" algn="l">
                <a:spcBef>
                  <a:spcPts val="0"/>
                </a:spcBef>
                <a:spcAft>
                  <a:spcPts val="0"/>
                </a:spcAft>
                <a:buNone/>
              </a:pPr>
              <a:r>
                <a:t/>
              </a:r>
              <a:endParaRPr/>
            </a:p>
          </p:txBody>
        </p:sp>
        <p:sp>
          <p:nvSpPr>
            <p:cNvPr id="1960" name="Google Shape;1960;p45"/>
            <p:cNvSpPr/>
            <p:nvPr/>
          </p:nvSpPr>
          <p:spPr>
            <a:xfrm>
              <a:off x="159297" y="965765"/>
              <a:ext cx="175727" cy="219232"/>
            </a:xfrm>
            <a:custGeom>
              <a:rect b="b" l="l" r="r" t="t"/>
              <a:pathLst>
                <a:path extrusionOk="0" h="5916" w="4742">
                  <a:moveTo>
                    <a:pt x="2146" y="1"/>
                  </a:moveTo>
                  <a:cubicBezTo>
                    <a:pt x="753" y="4"/>
                    <a:pt x="300" y="792"/>
                    <a:pt x="142" y="1603"/>
                  </a:cubicBezTo>
                  <a:cubicBezTo>
                    <a:pt x="31" y="2158"/>
                    <a:pt x="59" y="2725"/>
                    <a:pt x="21" y="3067"/>
                  </a:cubicBezTo>
                  <a:cubicBezTo>
                    <a:pt x="7" y="3175"/>
                    <a:pt x="0" y="3272"/>
                    <a:pt x="4" y="3367"/>
                  </a:cubicBezTo>
                  <a:cubicBezTo>
                    <a:pt x="4" y="3582"/>
                    <a:pt x="38" y="3774"/>
                    <a:pt x="108" y="3980"/>
                  </a:cubicBezTo>
                  <a:cubicBezTo>
                    <a:pt x="202" y="4248"/>
                    <a:pt x="351" y="4530"/>
                    <a:pt x="561" y="4910"/>
                  </a:cubicBezTo>
                  <a:cubicBezTo>
                    <a:pt x="892" y="5503"/>
                    <a:pt x="1533" y="5795"/>
                    <a:pt x="2174" y="5886"/>
                  </a:cubicBezTo>
                  <a:cubicBezTo>
                    <a:pt x="2323" y="5906"/>
                    <a:pt x="2461" y="5916"/>
                    <a:pt x="2589" y="5916"/>
                  </a:cubicBezTo>
                  <a:cubicBezTo>
                    <a:pt x="3937" y="5916"/>
                    <a:pt x="4203" y="4822"/>
                    <a:pt x="4293" y="3196"/>
                  </a:cubicBezTo>
                  <a:cubicBezTo>
                    <a:pt x="4352" y="2091"/>
                    <a:pt x="4742" y="1527"/>
                    <a:pt x="4529" y="1067"/>
                  </a:cubicBezTo>
                  <a:lnTo>
                    <a:pt x="4526" y="1067"/>
                  </a:lnTo>
                  <a:cubicBezTo>
                    <a:pt x="4512" y="1046"/>
                    <a:pt x="4495" y="1022"/>
                    <a:pt x="4481" y="1001"/>
                  </a:cubicBezTo>
                  <a:cubicBezTo>
                    <a:pt x="4094" y="492"/>
                    <a:pt x="3516" y="161"/>
                    <a:pt x="2881" y="64"/>
                  </a:cubicBezTo>
                  <a:cubicBezTo>
                    <a:pt x="2760" y="46"/>
                    <a:pt x="2644" y="32"/>
                    <a:pt x="2530" y="22"/>
                  </a:cubicBezTo>
                  <a:cubicBezTo>
                    <a:pt x="2505" y="18"/>
                    <a:pt x="2481" y="14"/>
                    <a:pt x="2453" y="14"/>
                  </a:cubicBezTo>
                  <a:cubicBezTo>
                    <a:pt x="2442" y="14"/>
                    <a:pt x="2432" y="11"/>
                    <a:pt x="2425" y="11"/>
                  </a:cubicBezTo>
                  <a:cubicBezTo>
                    <a:pt x="2394" y="11"/>
                    <a:pt x="2366" y="7"/>
                    <a:pt x="2338" y="7"/>
                  </a:cubicBezTo>
                  <a:cubicBezTo>
                    <a:pt x="2317" y="4"/>
                    <a:pt x="2300" y="4"/>
                    <a:pt x="2279" y="4"/>
                  </a:cubicBezTo>
                  <a:cubicBezTo>
                    <a:pt x="2233" y="4"/>
                    <a:pt x="2188" y="1"/>
                    <a:pt x="2146" y="1"/>
                  </a:cubicBezTo>
                  <a:close/>
                </a:path>
              </a:pathLst>
            </a:custGeom>
            <a:solidFill>
              <a:srgbClr val="E77F5B"/>
            </a:solidFill>
            <a:ln>
              <a:noFill/>
            </a:ln>
          </p:spPr>
          <p:txBody>
            <a:bodyPr anchorCtr="0" anchor="ctr" bIns="81275" lIns="81275" spcFirstLastPara="1" rIns="81275" wrap="square" tIns="81275">
              <a:noAutofit/>
            </a:bodyPr>
            <a:lstStyle/>
            <a:p>
              <a:pPr indent="0" lvl="0" marL="0" rtl="0" algn="l">
                <a:spcBef>
                  <a:spcPts val="0"/>
                </a:spcBef>
                <a:spcAft>
                  <a:spcPts val="0"/>
                </a:spcAft>
                <a:buNone/>
              </a:pPr>
              <a:r>
                <a:t/>
              </a:r>
              <a:endParaRPr/>
            </a:p>
          </p:txBody>
        </p:sp>
        <p:sp>
          <p:nvSpPr>
            <p:cNvPr id="1961" name="Google Shape;1961;p45"/>
            <p:cNvSpPr/>
            <p:nvPr/>
          </p:nvSpPr>
          <p:spPr>
            <a:xfrm>
              <a:off x="260613" y="1114181"/>
              <a:ext cx="33426" cy="20530"/>
            </a:xfrm>
            <a:custGeom>
              <a:rect b="b" l="l" r="r" t="t"/>
              <a:pathLst>
                <a:path extrusionOk="0" h="554" w="902">
                  <a:moveTo>
                    <a:pt x="97" y="0"/>
                  </a:moveTo>
                  <a:cubicBezTo>
                    <a:pt x="49" y="0"/>
                    <a:pt x="0" y="63"/>
                    <a:pt x="36" y="118"/>
                  </a:cubicBezTo>
                  <a:cubicBezTo>
                    <a:pt x="210" y="372"/>
                    <a:pt x="492" y="533"/>
                    <a:pt x="799" y="553"/>
                  </a:cubicBezTo>
                  <a:cubicBezTo>
                    <a:pt x="801" y="554"/>
                    <a:pt x="803" y="554"/>
                    <a:pt x="805" y="554"/>
                  </a:cubicBezTo>
                  <a:cubicBezTo>
                    <a:pt x="890" y="554"/>
                    <a:pt x="902" y="417"/>
                    <a:pt x="813" y="414"/>
                  </a:cubicBezTo>
                  <a:cubicBezTo>
                    <a:pt x="538" y="393"/>
                    <a:pt x="301" y="257"/>
                    <a:pt x="144" y="27"/>
                  </a:cubicBezTo>
                  <a:cubicBezTo>
                    <a:pt x="131" y="8"/>
                    <a:pt x="114" y="0"/>
                    <a:pt x="97" y="0"/>
                  </a:cubicBezTo>
                  <a:close/>
                </a:path>
              </a:pathLst>
            </a:custGeom>
            <a:solidFill>
              <a:srgbClr val="B1452C"/>
            </a:solidFill>
            <a:ln>
              <a:noFill/>
            </a:ln>
          </p:spPr>
          <p:txBody>
            <a:bodyPr anchorCtr="0" anchor="ctr" bIns="81275" lIns="81275" spcFirstLastPara="1" rIns="81275" wrap="square" tIns="81275">
              <a:noAutofit/>
            </a:bodyPr>
            <a:lstStyle/>
            <a:p>
              <a:pPr indent="0" lvl="0" marL="0" rtl="0" algn="l">
                <a:spcBef>
                  <a:spcPts val="0"/>
                </a:spcBef>
                <a:spcAft>
                  <a:spcPts val="0"/>
                </a:spcAft>
                <a:buNone/>
              </a:pPr>
              <a:r>
                <a:t/>
              </a:r>
              <a:endParaRPr/>
            </a:p>
          </p:txBody>
        </p:sp>
        <p:sp>
          <p:nvSpPr>
            <p:cNvPr id="1962" name="Google Shape;1962;p45"/>
            <p:cNvSpPr/>
            <p:nvPr/>
          </p:nvSpPr>
          <p:spPr>
            <a:xfrm>
              <a:off x="117830" y="927077"/>
              <a:ext cx="263849" cy="245135"/>
            </a:xfrm>
            <a:custGeom>
              <a:rect b="b" l="l" r="r" t="t"/>
              <a:pathLst>
                <a:path extrusionOk="0" h="6615" w="7120">
                  <a:moveTo>
                    <a:pt x="2330" y="0"/>
                  </a:moveTo>
                  <a:cubicBezTo>
                    <a:pt x="2260" y="0"/>
                    <a:pt x="2187" y="11"/>
                    <a:pt x="2112" y="34"/>
                  </a:cubicBezTo>
                  <a:cubicBezTo>
                    <a:pt x="1425" y="243"/>
                    <a:pt x="1621" y="1348"/>
                    <a:pt x="1621" y="1348"/>
                  </a:cubicBezTo>
                  <a:cubicBezTo>
                    <a:pt x="1621" y="1348"/>
                    <a:pt x="1497" y="1295"/>
                    <a:pt x="1328" y="1295"/>
                  </a:cubicBezTo>
                  <a:cubicBezTo>
                    <a:pt x="1090" y="1295"/>
                    <a:pt x="761" y="1399"/>
                    <a:pt x="561" y="1899"/>
                  </a:cubicBezTo>
                  <a:cubicBezTo>
                    <a:pt x="317" y="2518"/>
                    <a:pt x="917" y="3414"/>
                    <a:pt x="917" y="3414"/>
                  </a:cubicBezTo>
                  <a:cubicBezTo>
                    <a:pt x="917" y="3414"/>
                    <a:pt x="0" y="3550"/>
                    <a:pt x="129" y="4372"/>
                  </a:cubicBezTo>
                  <a:cubicBezTo>
                    <a:pt x="185" y="4717"/>
                    <a:pt x="652" y="4874"/>
                    <a:pt x="652" y="4874"/>
                  </a:cubicBezTo>
                  <a:cubicBezTo>
                    <a:pt x="652" y="4874"/>
                    <a:pt x="108" y="5453"/>
                    <a:pt x="331" y="5741"/>
                  </a:cubicBezTo>
                  <a:cubicBezTo>
                    <a:pt x="466" y="5919"/>
                    <a:pt x="615" y="5978"/>
                    <a:pt x="754" y="5978"/>
                  </a:cubicBezTo>
                  <a:cubicBezTo>
                    <a:pt x="1032" y="5978"/>
                    <a:pt x="1269" y="5741"/>
                    <a:pt x="1269" y="5741"/>
                  </a:cubicBezTo>
                  <a:cubicBezTo>
                    <a:pt x="1269" y="5741"/>
                    <a:pt x="1342" y="6477"/>
                    <a:pt x="1861" y="6574"/>
                  </a:cubicBezTo>
                  <a:cubicBezTo>
                    <a:pt x="1895" y="6581"/>
                    <a:pt x="1928" y="6584"/>
                    <a:pt x="1961" y="6584"/>
                  </a:cubicBezTo>
                  <a:cubicBezTo>
                    <a:pt x="2421" y="6584"/>
                    <a:pt x="2725" y="5979"/>
                    <a:pt x="2725" y="5979"/>
                  </a:cubicBezTo>
                  <a:cubicBezTo>
                    <a:pt x="2725" y="5979"/>
                    <a:pt x="2945" y="6615"/>
                    <a:pt x="3383" y="6615"/>
                  </a:cubicBezTo>
                  <a:cubicBezTo>
                    <a:pt x="3477" y="6615"/>
                    <a:pt x="3580" y="6586"/>
                    <a:pt x="3694" y="6515"/>
                  </a:cubicBezTo>
                  <a:cubicBezTo>
                    <a:pt x="4046" y="6292"/>
                    <a:pt x="4220" y="5439"/>
                    <a:pt x="4220" y="5439"/>
                  </a:cubicBezTo>
                  <a:cubicBezTo>
                    <a:pt x="4032" y="4417"/>
                    <a:pt x="3937" y="4152"/>
                    <a:pt x="4345" y="3916"/>
                  </a:cubicBezTo>
                  <a:cubicBezTo>
                    <a:pt x="4749" y="3679"/>
                    <a:pt x="4753" y="3818"/>
                    <a:pt x="4878" y="3299"/>
                  </a:cubicBezTo>
                  <a:cubicBezTo>
                    <a:pt x="4940" y="3044"/>
                    <a:pt x="5032" y="2979"/>
                    <a:pt x="5109" y="2979"/>
                  </a:cubicBezTo>
                  <a:cubicBezTo>
                    <a:pt x="5190" y="2979"/>
                    <a:pt x="5255" y="3048"/>
                    <a:pt x="5255" y="3048"/>
                  </a:cubicBezTo>
                  <a:cubicBezTo>
                    <a:pt x="5255" y="3048"/>
                    <a:pt x="5535" y="3115"/>
                    <a:pt x="5823" y="3115"/>
                  </a:cubicBezTo>
                  <a:cubicBezTo>
                    <a:pt x="6020" y="3115"/>
                    <a:pt x="6220" y="3083"/>
                    <a:pt x="6335" y="2978"/>
                  </a:cubicBezTo>
                  <a:cubicBezTo>
                    <a:pt x="6618" y="2717"/>
                    <a:pt x="6123" y="2362"/>
                    <a:pt x="6123" y="2362"/>
                  </a:cubicBezTo>
                  <a:cubicBezTo>
                    <a:pt x="6123" y="2362"/>
                    <a:pt x="7119" y="1923"/>
                    <a:pt x="6774" y="1348"/>
                  </a:cubicBezTo>
                  <a:cubicBezTo>
                    <a:pt x="6659" y="1156"/>
                    <a:pt x="6460" y="1092"/>
                    <a:pt x="6246" y="1092"/>
                  </a:cubicBezTo>
                  <a:cubicBezTo>
                    <a:pt x="5818" y="1092"/>
                    <a:pt x="5328" y="1348"/>
                    <a:pt x="5328" y="1348"/>
                  </a:cubicBezTo>
                  <a:cubicBezTo>
                    <a:pt x="5328" y="1348"/>
                    <a:pt x="5489" y="668"/>
                    <a:pt x="4708" y="292"/>
                  </a:cubicBezTo>
                  <a:cubicBezTo>
                    <a:pt x="4553" y="218"/>
                    <a:pt x="4403" y="188"/>
                    <a:pt x="4261" y="188"/>
                  </a:cubicBezTo>
                  <a:cubicBezTo>
                    <a:pt x="3693" y="188"/>
                    <a:pt x="3268" y="668"/>
                    <a:pt x="3268" y="668"/>
                  </a:cubicBezTo>
                  <a:cubicBezTo>
                    <a:pt x="3268" y="668"/>
                    <a:pt x="2894" y="0"/>
                    <a:pt x="2330" y="0"/>
                  </a:cubicBezTo>
                  <a:close/>
                </a:path>
              </a:pathLst>
            </a:custGeom>
            <a:solidFill>
              <a:schemeClr val="dk1"/>
            </a:solidFill>
            <a:ln>
              <a:noFill/>
            </a:ln>
          </p:spPr>
          <p:txBody>
            <a:bodyPr anchorCtr="0" anchor="ctr" bIns="81275" lIns="81275" spcFirstLastPara="1" rIns="81275" wrap="square" tIns="81275">
              <a:noAutofit/>
            </a:bodyPr>
            <a:lstStyle/>
            <a:p>
              <a:pPr indent="0" lvl="0" marL="0" rtl="0" algn="l">
                <a:spcBef>
                  <a:spcPts val="0"/>
                </a:spcBef>
                <a:spcAft>
                  <a:spcPts val="0"/>
                </a:spcAft>
                <a:buNone/>
              </a:pPr>
              <a:r>
                <a:t/>
              </a:r>
              <a:endParaRPr/>
            </a:p>
          </p:txBody>
        </p:sp>
        <p:sp>
          <p:nvSpPr>
            <p:cNvPr id="1963" name="Google Shape;1963;p45"/>
            <p:cNvSpPr/>
            <p:nvPr/>
          </p:nvSpPr>
          <p:spPr>
            <a:xfrm>
              <a:off x="137433" y="1014311"/>
              <a:ext cx="189475" cy="47285"/>
            </a:xfrm>
            <a:custGeom>
              <a:rect b="b" l="l" r="r" t="t"/>
              <a:pathLst>
                <a:path extrusionOk="0" h="1276" w="5113">
                  <a:moveTo>
                    <a:pt x="1937" y="1"/>
                  </a:moveTo>
                  <a:cubicBezTo>
                    <a:pt x="925" y="1"/>
                    <a:pt x="256" y="243"/>
                    <a:pt x="47" y="328"/>
                  </a:cubicBezTo>
                  <a:cubicBezTo>
                    <a:pt x="1" y="481"/>
                    <a:pt x="42" y="618"/>
                    <a:pt x="189" y="698"/>
                  </a:cubicBezTo>
                  <a:cubicBezTo>
                    <a:pt x="345" y="633"/>
                    <a:pt x="979" y="380"/>
                    <a:pt x="1965" y="380"/>
                  </a:cubicBezTo>
                  <a:cubicBezTo>
                    <a:pt x="2255" y="380"/>
                    <a:pt x="2576" y="402"/>
                    <a:pt x="2924" y="457"/>
                  </a:cubicBezTo>
                  <a:cubicBezTo>
                    <a:pt x="4074" y="638"/>
                    <a:pt x="4772" y="1123"/>
                    <a:pt x="4952" y="1276"/>
                  </a:cubicBezTo>
                  <a:cubicBezTo>
                    <a:pt x="4991" y="1238"/>
                    <a:pt x="5026" y="1185"/>
                    <a:pt x="5039" y="1147"/>
                  </a:cubicBezTo>
                  <a:cubicBezTo>
                    <a:pt x="5074" y="1063"/>
                    <a:pt x="5113" y="920"/>
                    <a:pt x="5039" y="854"/>
                  </a:cubicBezTo>
                  <a:cubicBezTo>
                    <a:pt x="4751" y="638"/>
                    <a:pt x="4064" y="255"/>
                    <a:pt x="2984" y="84"/>
                  </a:cubicBezTo>
                  <a:cubicBezTo>
                    <a:pt x="2604" y="24"/>
                    <a:pt x="2254" y="1"/>
                    <a:pt x="1937" y="1"/>
                  </a:cubicBezTo>
                  <a:close/>
                </a:path>
              </a:pathLst>
            </a:custGeom>
            <a:solidFill>
              <a:schemeClr val="accent1"/>
            </a:solidFill>
            <a:ln>
              <a:noFill/>
            </a:ln>
          </p:spPr>
          <p:txBody>
            <a:bodyPr anchorCtr="0" anchor="ctr" bIns="81275" lIns="81275" spcFirstLastPara="1" rIns="81275" wrap="square" tIns="81275">
              <a:noAutofit/>
            </a:bodyPr>
            <a:lstStyle/>
            <a:p>
              <a:pPr indent="0" lvl="0" marL="0" rtl="0" algn="l">
                <a:spcBef>
                  <a:spcPts val="0"/>
                </a:spcBef>
                <a:spcAft>
                  <a:spcPts val="0"/>
                </a:spcAft>
                <a:buNone/>
              </a:pPr>
              <a:r>
                <a:t/>
              </a:r>
              <a:endParaRPr/>
            </a:p>
          </p:txBody>
        </p:sp>
        <p:sp>
          <p:nvSpPr>
            <p:cNvPr id="1964" name="Google Shape;1964;p45"/>
            <p:cNvSpPr/>
            <p:nvPr/>
          </p:nvSpPr>
          <p:spPr>
            <a:xfrm>
              <a:off x="312530" y="1067748"/>
              <a:ext cx="23680" cy="51843"/>
            </a:xfrm>
            <a:custGeom>
              <a:rect b="b" l="l" r="r" t="t"/>
              <a:pathLst>
                <a:path extrusionOk="0" h="1399" w="639">
                  <a:moveTo>
                    <a:pt x="193" y="1"/>
                  </a:moveTo>
                  <a:lnTo>
                    <a:pt x="1" y="1398"/>
                  </a:lnTo>
                  <a:cubicBezTo>
                    <a:pt x="1" y="1398"/>
                    <a:pt x="639" y="1377"/>
                    <a:pt x="402" y="1085"/>
                  </a:cubicBezTo>
                  <a:cubicBezTo>
                    <a:pt x="168" y="789"/>
                    <a:pt x="193" y="1"/>
                    <a:pt x="193" y="1"/>
                  </a:cubicBezTo>
                  <a:close/>
                </a:path>
              </a:pathLst>
            </a:custGeom>
            <a:solidFill>
              <a:srgbClr val="E77F5B"/>
            </a:solidFill>
            <a:ln>
              <a:noFill/>
            </a:ln>
          </p:spPr>
          <p:txBody>
            <a:bodyPr anchorCtr="0" anchor="ctr" bIns="81275" lIns="81275" spcFirstLastPara="1" rIns="81275" wrap="square" tIns="81275">
              <a:noAutofit/>
            </a:bodyPr>
            <a:lstStyle/>
            <a:p>
              <a:pPr indent="0" lvl="0" marL="0" rtl="0" algn="l">
                <a:spcBef>
                  <a:spcPts val="0"/>
                </a:spcBef>
                <a:spcAft>
                  <a:spcPts val="0"/>
                </a:spcAft>
                <a:buNone/>
              </a:pPr>
              <a:r>
                <a:t/>
              </a:r>
              <a:endParaRPr/>
            </a:p>
          </p:txBody>
        </p:sp>
        <p:sp>
          <p:nvSpPr>
            <p:cNvPr id="1965" name="Google Shape;1965;p45"/>
            <p:cNvSpPr/>
            <p:nvPr/>
          </p:nvSpPr>
          <p:spPr>
            <a:xfrm>
              <a:off x="262317" y="1056297"/>
              <a:ext cx="57624" cy="72373"/>
            </a:xfrm>
            <a:custGeom>
              <a:rect b="b" l="l" r="r" t="t"/>
              <a:pathLst>
                <a:path extrusionOk="0" h="1953" w="1555">
                  <a:moveTo>
                    <a:pt x="744" y="1"/>
                  </a:moveTo>
                  <a:cubicBezTo>
                    <a:pt x="710" y="1"/>
                    <a:pt x="674" y="3"/>
                    <a:pt x="638" y="7"/>
                  </a:cubicBezTo>
                  <a:cubicBezTo>
                    <a:pt x="307" y="49"/>
                    <a:pt x="53" y="390"/>
                    <a:pt x="22" y="791"/>
                  </a:cubicBezTo>
                  <a:cubicBezTo>
                    <a:pt x="1" y="1063"/>
                    <a:pt x="56" y="1401"/>
                    <a:pt x="213" y="1631"/>
                  </a:cubicBezTo>
                  <a:cubicBezTo>
                    <a:pt x="331" y="1806"/>
                    <a:pt x="510" y="1952"/>
                    <a:pt x="774" y="1952"/>
                  </a:cubicBezTo>
                  <a:cubicBezTo>
                    <a:pt x="799" y="1952"/>
                    <a:pt x="824" y="1951"/>
                    <a:pt x="850" y="1948"/>
                  </a:cubicBezTo>
                  <a:cubicBezTo>
                    <a:pt x="1457" y="1882"/>
                    <a:pt x="1555" y="1216"/>
                    <a:pt x="1464" y="756"/>
                  </a:cubicBezTo>
                  <a:cubicBezTo>
                    <a:pt x="1380" y="328"/>
                    <a:pt x="1159" y="1"/>
                    <a:pt x="744" y="1"/>
                  </a:cubicBezTo>
                  <a:close/>
                </a:path>
              </a:pathLst>
            </a:custGeom>
            <a:solidFill>
              <a:srgbClr val="E77F5B"/>
            </a:solidFill>
            <a:ln>
              <a:noFill/>
            </a:ln>
          </p:spPr>
          <p:txBody>
            <a:bodyPr anchorCtr="0" anchor="ctr" bIns="81275" lIns="81275" spcFirstLastPara="1" rIns="81275" wrap="square" tIns="81275">
              <a:noAutofit/>
            </a:bodyPr>
            <a:lstStyle/>
            <a:p>
              <a:pPr indent="0" lvl="0" marL="0" rtl="0" algn="l">
                <a:spcBef>
                  <a:spcPts val="0"/>
                </a:spcBef>
                <a:spcAft>
                  <a:spcPts val="0"/>
                </a:spcAft>
                <a:buNone/>
              </a:pPr>
              <a:r>
                <a:t/>
              </a:r>
              <a:endParaRPr/>
            </a:p>
          </p:txBody>
        </p:sp>
        <p:sp>
          <p:nvSpPr>
            <p:cNvPr id="1966" name="Google Shape;1966;p45"/>
            <p:cNvSpPr/>
            <p:nvPr/>
          </p:nvSpPr>
          <p:spPr>
            <a:xfrm>
              <a:off x="277807" y="1067711"/>
              <a:ext cx="15119" cy="42801"/>
            </a:xfrm>
            <a:custGeom>
              <a:rect b="b" l="l" r="r" t="t"/>
              <a:pathLst>
                <a:path extrusionOk="0" h="1155" w="408">
                  <a:moveTo>
                    <a:pt x="350" y="1"/>
                  </a:moveTo>
                  <a:cubicBezTo>
                    <a:pt x="346" y="1"/>
                    <a:pt x="343" y="1"/>
                    <a:pt x="339" y="2"/>
                  </a:cubicBezTo>
                  <a:cubicBezTo>
                    <a:pt x="151" y="34"/>
                    <a:pt x="53" y="215"/>
                    <a:pt x="32" y="403"/>
                  </a:cubicBezTo>
                  <a:cubicBezTo>
                    <a:pt x="1" y="671"/>
                    <a:pt x="133" y="918"/>
                    <a:pt x="283" y="1131"/>
                  </a:cubicBezTo>
                  <a:cubicBezTo>
                    <a:pt x="295" y="1148"/>
                    <a:pt x="310" y="1155"/>
                    <a:pt x="325" y="1155"/>
                  </a:cubicBezTo>
                  <a:cubicBezTo>
                    <a:pt x="362" y="1155"/>
                    <a:pt x="396" y="1112"/>
                    <a:pt x="366" y="1072"/>
                  </a:cubicBezTo>
                  <a:cubicBezTo>
                    <a:pt x="262" y="926"/>
                    <a:pt x="164" y="765"/>
                    <a:pt x="140" y="581"/>
                  </a:cubicBezTo>
                  <a:cubicBezTo>
                    <a:pt x="115" y="420"/>
                    <a:pt x="154" y="142"/>
                    <a:pt x="349" y="111"/>
                  </a:cubicBezTo>
                  <a:cubicBezTo>
                    <a:pt x="408" y="97"/>
                    <a:pt x="405" y="1"/>
                    <a:pt x="350" y="1"/>
                  </a:cubicBezTo>
                  <a:close/>
                </a:path>
              </a:pathLst>
            </a:custGeom>
            <a:solidFill>
              <a:srgbClr val="241E22"/>
            </a:solidFill>
            <a:ln>
              <a:noFill/>
            </a:ln>
          </p:spPr>
          <p:txBody>
            <a:bodyPr anchorCtr="0" anchor="ctr" bIns="81275" lIns="81275" spcFirstLastPara="1" rIns="81275" wrap="square" tIns="81275">
              <a:noAutofit/>
            </a:bodyPr>
            <a:lstStyle/>
            <a:p>
              <a:pPr indent="0" lvl="0" marL="0" rtl="0" algn="l">
                <a:spcBef>
                  <a:spcPts val="0"/>
                </a:spcBef>
                <a:spcAft>
                  <a:spcPts val="0"/>
                </a:spcAft>
                <a:buNone/>
              </a:pPr>
              <a:r>
                <a:t/>
              </a:r>
              <a:endParaRPr/>
            </a:p>
          </p:txBody>
        </p:sp>
        <p:sp>
          <p:nvSpPr>
            <p:cNvPr id="1967" name="Google Shape;1967;p45"/>
            <p:cNvSpPr/>
            <p:nvPr/>
          </p:nvSpPr>
          <p:spPr>
            <a:xfrm>
              <a:off x="-47446" y="1202229"/>
              <a:ext cx="495978" cy="349749"/>
            </a:xfrm>
            <a:custGeom>
              <a:rect b="b" l="l" r="r" t="t"/>
              <a:pathLst>
                <a:path extrusionOk="0" h="9438" w="13384">
                  <a:moveTo>
                    <a:pt x="6191" y="0"/>
                  </a:moveTo>
                  <a:cubicBezTo>
                    <a:pt x="5362" y="0"/>
                    <a:pt x="4955" y="407"/>
                    <a:pt x="4955" y="407"/>
                  </a:cubicBezTo>
                  <a:cubicBezTo>
                    <a:pt x="4955" y="407"/>
                    <a:pt x="3576" y="537"/>
                    <a:pt x="2397" y="648"/>
                  </a:cubicBezTo>
                  <a:cubicBezTo>
                    <a:pt x="1223" y="756"/>
                    <a:pt x="1" y="1857"/>
                    <a:pt x="220" y="3417"/>
                  </a:cubicBezTo>
                  <a:cubicBezTo>
                    <a:pt x="440" y="4979"/>
                    <a:pt x="42" y="8815"/>
                    <a:pt x="2028" y="9271"/>
                  </a:cubicBezTo>
                  <a:cubicBezTo>
                    <a:pt x="2553" y="9393"/>
                    <a:pt x="3504" y="9437"/>
                    <a:pt x="4619" y="9437"/>
                  </a:cubicBezTo>
                  <a:cubicBezTo>
                    <a:pt x="7725" y="9437"/>
                    <a:pt x="12105" y="9091"/>
                    <a:pt x="12105" y="9091"/>
                  </a:cubicBezTo>
                  <a:cubicBezTo>
                    <a:pt x="12300" y="7550"/>
                    <a:pt x="13384" y="3769"/>
                    <a:pt x="12140" y="2777"/>
                  </a:cubicBezTo>
                  <a:cubicBezTo>
                    <a:pt x="10750" y="1665"/>
                    <a:pt x="8397" y="773"/>
                    <a:pt x="8397" y="773"/>
                  </a:cubicBezTo>
                  <a:cubicBezTo>
                    <a:pt x="7474" y="179"/>
                    <a:pt x="6740" y="0"/>
                    <a:pt x="6191" y="0"/>
                  </a:cubicBezTo>
                  <a:close/>
                </a:path>
              </a:pathLst>
            </a:custGeom>
            <a:solidFill>
              <a:srgbClr val="A7B3D8"/>
            </a:solidFill>
            <a:ln>
              <a:noFill/>
            </a:ln>
          </p:spPr>
          <p:txBody>
            <a:bodyPr anchorCtr="0" anchor="ctr" bIns="81275" lIns="81275" spcFirstLastPara="1" rIns="81275" wrap="square" tIns="81275">
              <a:noAutofit/>
            </a:bodyPr>
            <a:lstStyle/>
            <a:p>
              <a:pPr indent="0" lvl="0" marL="0" rtl="0" algn="l">
                <a:spcBef>
                  <a:spcPts val="0"/>
                </a:spcBef>
                <a:spcAft>
                  <a:spcPts val="0"/>
                </a:spcAft>
                <a:buNone/>
              </a:pPr>
              <a:r>
                <a:t/>
              </a:r>
              <a:endParaRPr/>
            </a:p>
          </p:txBody>
        </p:sp>
        <p:sp>
          <p:nvSpPr>
            <p:cNvPr id="1968" name="Google Shape;1968;p45"/>
            <p:cNvSpPr/>
            <p:nvPr/>
          </p:nvSpPr>
          <p:spPr>
            <a:xfrm>
              <a:off x="119238" y="1174325"/>
              <a:ext cx="171132" cy="67556"/>
            </a:xfrm>
            <a:custGeom>
              <a:rect b="b" l="l" r="r" t="t"/>
              <a:pathLst>
                <a:path extrusionOk="0" h="1823" w="4618">
                  <a:moveTo>
                    <a:pt x="1415" y="0"/>
                  </a:moveTo>
                  <a:cubicBezTo>
                    <a:pt x="1298" y="0"/>
                    <a:pt x="1187" y="8"/>
                    <a:pt x="1085" y="24"/>
                  </a:cubicBezTo>
                  <a:cubicBezTo>
                    <a:pt x="1" y="191"/>
                    <a:pt x="186" y="1185"/>
                    <a:pt x="186" y="1185"/>
                  </a:cubicBezTo>
                  <a:cubicBezTo>
                    <a:pt x="186" y="1185"/>
                    <a:pt x="522" y="1669"/>
                    <a:pt x="1757" y="1669"/>
                  </a:cubicBezTo>
                  <a:cubicBezTo>
                    <a:pt x="1875" y="1669"/>
                    <a:pt x="2001" y="1665"/>
                    <a:pt x="2137" y="1655"/>
                  </a:cubicBezTo>
                  <a:cubicBezTo>
                    <a:pt x="2398" y="1636"/>
                    <a:pt x="2643" y="1628"/>
                    <a:pt x="2868" y="1628"/>
                  </a:cubicBezTo>
                  <a:cubicBezTo>
                    <a:pt x="3975" y="1628"/>
                    <a:pt x="4618" y="1822"/>
                    <a:pt x="4618" y="1822"/>
                  </a:cubicBezTo>
                  <a:cubicBezTo>
                    <a:pt x="4161" y="719"/>
                    <a:pt x="2525" y="0"/>
                    <a:pt x="1415" y="0"/>
                  </a:cubicBezTo>
                  <a:close/>
                </a:path>
              </a:pathLst>
            </a:custGeom>
            <a:solidFill>
              <a:schemeClr val="accent2"/>
            </a:solidFill>
            <a:ln>
              <a:noFill/>
            </a:ln>
          </p:spPr>
          <p:txBody>
            <a:bodyPr anchorCtr="0" anchor="ctr" bIns="81275" lIns="81275" spcFirstLastPara="1" rIns="81275" wrap="square" tIns="81275">
              <a:noAutofit/>
            </a:bodyPr>
            <a:lstStyle/>
            <a:p>
              <a:pPr indent="0" lvl="0" marL="0" rtl="0" algn="l">
                <a:spcBef>
                  <a:spcPts val="0"/>
                </a:spcBef>
                <a:spcAft>
                  <a:spcPts val="0"/>
                </a:spcAft>
                <a:buNone/>
              </a:pPr>
              <a:r>
                <a:t/>
              </a:r>
              <a:endParaRPr/>
            </a:p>
          </p:txBody>
        </p:sp>
        <p:sp>
          <p:nvSpPr>
            <p:cNvPr id="1969" name="Google Shape;1969;p45"/>
            <p:cNvSpPr/>
            <p:nvPr/>
          </p:nvSpPr>
          <p:spPr>
            <a:xfrm>
              <a:off x="-135124" y="1387109"/>
              <a:ext cx="711615" cy="1000256"/>
            </a:xfrm>
            <a:custGeom>
              <a:rect b="b" l="l" r="r" t="t"/>
              <a:pathLst>
                <a:path extrusionOk="0" h="26992" w="19203">
                  <a:moveTo>
                    <a:pt x="6825" y="0"/>
                  </a:moveTo>
                  <a:cubicBezTo>
                    <a:pt x="4984" y="0"/>
                    <a:pt x="3377" y="313"/>
                    <a:pt x="2735" y="816"/>
                  </a:cubicBezTo>
                  <a:cubicBezTo>
                    <a:pt x="2735" y="816"/>
                    <a:pt x="2359" y="9893"/>
                    <a:pt x="1941" y="14199"/>
                  </a:cubicBezTo>
                  <a:cubicBezTo>
                    <a:pt x="1606" y="17662"/>
                    <a:pt x="1" y="23238"/>
                    <a:pt x="394" y="25415"/>
                  </a:cubicBezTo>
                  <a:cubicBezTo>
                    <a:pt x="394" y="25415"/>
                    <a:pt x="450" y="25409"/>
                    <a:pt x="568" y="25409"/>
                  </a:cubicBezTo>
                  <a:cubicBezTo>
                    <a:pt x="1073" y="25409"/>
                    <a:pt x="2717" y="25521"/>
                    <a:pt x="6011" y="26702"/>
                  </a:cubicBezTo>
                  <a:lnTo>
                    <a:pt x="6809" y="24088"/>
                  </a:lnTo>
                  <a:lnTo>
                    <a:pt x="8276" y="26896"/>
                  </a:lnTo>
                  <a:cubicBezTo>
                    <a:pt x="8276" y="26896"/>
                    <a:pt x="9934" y="26992"/>
                    <a:pt x="11922" y="26992"/>
                  </a:cubicBezTo>
                  <a:cubicBezTo>
                    <a:pt x="14249" y="26992"/>
                    <a:pt x="17029" y="26861"/>
                    <a:pt x="18133" y="26293"/>
                  </a:cubicBezTo>
                  <a:cubicBezTo>
                    <a:pt x="18133" y="26293"/>
                    <a:pt x="19203" y="25823"/>
                    <a:pt x="18862" y="25113"/>
                  </a:cubicBezTo>
                  <a:cubicBezTo>
                    <a:pt x="17955" y="23244"/>
                    <a:pt x="15258" y="8746"/>
                    <a:pt x="14837" y="4119"/>
                  </a:cubicBezTo>
                  <a:cubicBezTo>
                    <a:pt x="14560" y="1102"/>
                    <a:pt x="10280" y="0"/>
                    <a:pt x="6825" y="0"/>
                  </a:cubicBezTo>
                  <a:close/>
                </a:path>
              </a:pathLst>
            </a:custGeom>
            <a:solidFill>
              <a:schemeClr val="accent1"/>
            </a:solidFill>
            <a:ln>
              <a:noFill/>
            </a:ln>
          </p:spPr>
          <p:txBody>
            <a:bodyPr anchorCtr="0" anchor="ctr" bIns="81275" lIns="81275" spcFirstLastPara="1" rIns="81275" wrap="square" tIns="81275">
              <a:noAutofit/>
            </a:bodyPr>
            <a:lstStyle/>
            <a:p>
              <a:pPr indent="0" lvl="0" marL="0" rtl="0" algn="l">
                <a:spcBef>
                  <a:spcPts val="0"/>
                </a:spcBef>
                <a:spcAft>
                  <a:spcPts val="0"/>
                </a:spcAft>
                <a:buNone/>
              </a:pPr>
              <a:r>
                <a:t/>
              </a:r>
              <a:endParaRPr/>
            </a:p>
          </p:txBody>
        </p:sp>
        <p:sp>
          <p:nvSpPr>
            <p:cNvPr id="1970" name="Google Shape;1970;p45"/>
            <p:cNvSpPr/>
            <p:nvPr/>
          </p:nvSpPr>
          <p:spPr>
            <a:xfrm>
              <a:off x="11846" y="1770358"/>
              <a:ext cx="305465" cy="168278"/>
            </a:xfrm>
            <a:custGeom>
              <a:rect b="b" l="l" r="r" t="t"/>
              <a:pathLst>
                <a:path extrusionOk="0" h="4541" w="8243">
                  <a:moveTo>
                    <a:pt x="8142" y="1"/>
                  </a:moveTo>
                  <a:cubicBezTo>
                    <a:pt x="8125" y="1"/>
                    <a:pt x="8108" y="8"/>
                    <a:pt x="8094" y="24"/>
                  </a:cubicBezTo>
                  <a:cubicBezTo>
                    <a:pt x="6024" y="2356"/>
                    <a:pt x="3164" y="3917"/>
                    <a:pt x="86" y="4401"/>
                  </a:cubicBezTo>
                  <a:cubicBezTo>
                    <a:pt x="1" y="4418"/>
                    <a:pt x="31" y="4541"/>
                    <a:pt x="112" y="4541"/>
                  </a:cubicBezTo>
                  <a:cubicBezTo>
                    <a:pt x="116" y="4541"/>
                    <a:pt x="120" y="4541"/>
                    <a:pt x="125" y="4540"/>
                  </a:cubicBezTo>
                  <a:cubicBezTo>
                    <a:pt x="3222" y="4052"/>
                    <a:pt x="6112" y="2470"/>
                    <a:pt x="8195" y="125"/>
                  </a:cubicBezTo>
                  <a:cubicBezTo>
                    <a:pt x="8243" y="72"/>
                    <a:pt x="8195" y="1"/>
                    <a:pt x="8142" y="1"/>
                  </a:cubicBezTo>
                  <a:close/>
                </a:path>
              </a:pathLst>
            </a:custGeom>
            <a:solidFill>
              <a:schemeClr val="accent2"/>
            </a:solidFill>
            <a:ln>
              <a:noFill/>
            </a:ln>
          </p:spPr>
          <p:txBody>
            <a:bodyPr anchorCtr="0" anchor="ctr" bIns="81275" lIns="81275" spcFirstLastPara="1" rIns="81275" wrap="square" tIns="81275">
              <a:noAutofit/>
            </a:bodyPr>
            <a:lstStyle/>
            <a:p>
              <a:pPr indent="0" lvl="0" marL="0" rtl="0" algn="l">
                <a:spcBef>
                  <a:spcPts val="0"/>
                </a:spcBef>
                <a:spcAft>
                  <a:spcPts val="0"/>
                </a:spcAft>
                <a:buNone/>
              </a:pPr>
              <a:r>
                <a:t/>
              </a:r>
              <a:endParaRPr/>
            </a:p>
          </p:txBody>
        </p:sp>
        <p:sp>
          <p:nvSpPr>
            <p:cNvPr id="1971" name="Google Shape;1971;p45"/>
            <p:cNvSpPr/>
            <p:nvPr/>
          </p:nvSpPr>
          <p:spPr>
            <a:xfrm>
              <a:off x="407397" y="1969097"/>
              <a:ext cx="98239" cy="138299"/>
            </a:xfrm>
            <a:custGeom>
              <a:rect b="b" l="l" r="r" t="t"/>
              <a:pathLst>
                <a:path extrusionOk="0" h="3732" w="2651">
                  <a:moveTo>
                    <a:pt x="88" y="0"/>
                  </a:moveTo>
                  <a:cubicBezTo>
                    <a:pt x="47" y="0"/>
                    <a:pt x="1" y="36"/>
                    <a:pt x="9" y="90"/>
                  </a:cubicBezTo>
                  <a:cubicBezTo>
                    <a:pt x="155" y="958"/>
                    <a:pt x="305" y="1870"/>
                    <a:pt x="811" y="2616"/>
                  </a:cubicBezTo>
                  <a:cubicBezTo>
                    <a:pt x="1215" y="3212"/>
                    <a:pt x="1824" y="3668"/>
                    <a:pt x="2556" y="3731"/>
                  </a:cubicBezTo>
                  <a:cubicBezTo>
                    <a:pt x="2558" y="3731"/>
                    <a:pt x="2561" y="3731"/>
                    <a:pt x="2563" y="3731"/>
                  </a:cubicBezTo>
                  <a:cubicBezTo>
                    <a:pt x="2650" y="3731"/>
                    <a:pt x="2648" y="3595"/>
                    <a:pt x="2556" y="3588"/>
                  </a:cubicBezTo>
                  <a:cubicBezTo>
                    <a:pt x="824" y="3435"/>
                    <a:pt x="378" y="1442"/>
                    <a:pt x="148" y="52"/>
                  </a:cubicBezTo>
                  <a:cubicBezTo>
                    <a:pt x="141" y="16"/>
                    <a:pt x="116" y="0"/>
                    <a:pt x="88" y="0"/>
                  </a:cubicBezTo>
                  <a:close/>
                </a:path>
              </a:pathLst>
            </a:custGeom>
            <a:solidFill>
              <a:schemeClr val="accent2"/>
            </a:solidFill>
            <a:ln>
              <a:noFill/>
            </a:ln>
          </p:spPr>
          <p:txBody>
            <a:bodyPr anchorCtr="0" anchor="ctr" bIns="81275" lIns="81275" spcFirstLastPara="1" rIns="81275" wrap="square" tIns="81275">
              <a:noAutofit/>
            </a:bodyPr>
            <a:lstStyle/>
            <a:p>
              <a:pPr indent="0" lvl="0" marL="0" rtl="0" algn="l">
                <a:spcBef>
                  <a:spcPts val="0"/>
                </a:spcBef>
                <a:spcAft>
                  <a:spcPts val="0"/>
                </a:spcAft>
                <a:buNone/>
              </a:pPr>
              <a:r>
                <a:t/>
              </a:r>
              <a:endParaRPr/>
            </a:p>
          </p:txBody>
        </p:sp>
        <p:sp>
          <p:nvSpPr>
            <p:cNvPr id="1972" name="Google Shape;1972;p45"/>
            <p:cNvSpPr/>
            <p:nvPr/>
          </p:nvSpPr>
          <p:spPr>
            <a:xfrm>
              <a:off x="408361" y="1967874"/>
              <a:ext cx="74041" cy="13897"/>
            </a:xfrm>
            <a:custGeom>
              <a:rect b="b" l="l" r="r" t="t"/>
              <a:pathLst>
                <a:path extrusionOk="0" h="375" w="1998">
                  <a:moveTo>
                    <a:pt x="82" y="0"/>
                  </a:moveTo>
                  <a:cubicBezTo>
                    <a:pt x="0" y="0"/>
                    <a:pt x="3" y="134"/>
                    <a:pt x="91" y="144"/>
                  </a:cubicBezTo>
                  <a:cubicBezTo>
                    <a:pt x="697" y="221"/>
                    <a:pt x="1303" y="297"/>
                    <a:pt x="1906" y="374"/>
                  </a:cubicBezTo>
                  <a:cubicBezTo>
                    <a:pt x="1909" y="374"/>
                    <a:pt x="1913" y="374"/>
                    <a:pt x="1916" y="374"/>
                  </a:cubicBezTo>
                  <a:cubicBezTo>
                    <a:pt x="1997" y="374"/>
                    <a:pt x="1994" y="241"/>
                    <a:pt x="1906" y="231"/>
                  </a:cubicBezTo>
                  <a:cubicBezTo>
                    <a:pt x="1303" y="155"/>
                    <a:pt x="697" y="78"/>
                    <a:pt x="91" y="1"/>
                  </a:cubicBezTo>
                  <a:cubicBezTo>
                    <a:pt x="87" y="1"/>
                    <a:pt x="85" y="0"/>
                    <a:pt x="82" y="0"/>
                  </a:cubicBezTo>
                  <a:close/>
                </a:path>
              </a:pathLst>
            </a:custGeom>
            <a:solidFill>
              <a:schemeClr val="accent2"/>
            </a:solidFill>
            <a:ln>
              <a:noFill/>
            </a:ln>
          </p:spPr>
          <p:txBody>
            <a:bodyPr anchorCtr="0" anchor="ctr" bIns="81275" lIns="81275" spcFirstLastPara="1" rIns="81275" wrap="square" tIns="81275">
              <a:noAutofit/>
            </a:bodyPr>
            <a:lstStyle/>
            <a:p>
              <a:pPr indent="0" lvl="0" marL="0" rtl="0" algn="l">
                <a:spcBef>
                  <a:spcPts val="0"/>
                </a:spcBef>
                <a:spcAft>
                  <a:spcPts val="0"/>
                </a:spcAft>
                <a:buNone/>
              </a:pPr>
              <a:r>
                <a:t/>
              </a:r>
              <a:endParaRPr/>
            </a:p>
          </p:txBody>
        </p:sp>
        <p:sp>
          <p:nvSpPr>
            <p:cNvPr id="1973" name="Google Shape;1973;p45"/>
            <p:cNvSpPr/>
            <p:nvPr/>
          </p:nvSpPr>
          <p:spPr>
            <a:xfrm>
              <a:off x="350255" y="1596076"/>
              <a:ext cx="123550" cy="768980"/>
            </a:xfrm>
            <a:custGeom>
              <a:rect b="b" l="l" r="r" t="t"/>
              <a:pathLst>
                <a:path extrusionOk="0" h="20751" w="3334">
                  <a:moveTo>
                    <a:pt x="70" y="1"/>
                  </a:moveTo>
                  <a:cubicBezTo>
                    <a:pt x="34" y="1"/>
                    <a:pt x="0" y="23"/>
                    <a:pt x="4" y="69"/>
                  </a:cubicBezTo>
                  <a:cubicBezTo>
                    <a:pt x="269" y="2877"/>
                    <a:pt x="530" y="5685"/>
                    <a:pt x="791" y="8494"/>
                  </a:cubicBezTo>
                  <a:cubicBezTo>
                    <a:pt x="1042" y="11160"/>
                    <a:pt x="1279" y="13836"/>
                    <a:pt x="1854" y="16452"/>
                  </a:cubicBezTo>
                  <a:cubicBezTo>
                    <a:pt x="2175" y="17909"/>
                    <a:pt x="2604" y="19337"/>
                    <a:pt x="3185" y="20714"/>
                  </a:cubicBezTo>
                  <a:cubicBezTo>
                    <a:pt x="3196" y="20740"/>
                    <a:pt x="3216" y="20751"/>
                    <a:pt x="3236" y="20751"/>
                  </a:cubicBezTo>
                  <a:cubicBezTo>
                    <a:pt x="3282" y="20751"/>
                    <a:pt x="3333" y="20699"/>
                    <a:pt x="3307" y="20641"/>
                  </a:cubicBezTo>
                  <a:cubicBezTo>
                    <a:pt x="2255" y="18149"/>
                    <a:pt x="1725" y="15477"/>
                    <a:pt x="1383" y="12804"/>
                  </a:cubicBezTo>
                  <a:cubicBezTo>
                    <a:pt x="1042" y="10125"/>
                    <a:pt x="836" y="7428"/>
                    <a:pt x="586" y="4741"/>
                  </a:cubicBezTo>
                  <a:lnTo>
                    <a:pt x="147" y="69"/>
                  </a:lnTo>
                  <a:cubicBezTo>
                    <a:pt x="143" y="23"/>
                    <a:pt x="106" y="1"/>
                    <a:pt x="70" y="1"/>
                  </a:cubicBezTo>
                  <a:close/>
                </a:path>
              </a:pathLst>
            </a:custGeom>
            <a:solidFill>
              <a:schemeClr val="accent2"/>
            </a:solidFill>
            <a:ln>
              <a:noFill/>
            </a:ln>
          </p:spPr>
          <p:txBody>
            <a:bodyPr anchorCtr="0" anchor="ctr" bIns="81275" lIns="81275" spcFirstLastPara="1" rIns="81275" wrap="square" tIns="81275">
              <a:noAutofit/>
            </a:bodyPr>
            <a:lstStyle/>
            <a:p>
              <a:pPr indent="0" lvl="0" marL="0" rtl="0" algn="l">
                <a:spcBef>
                  <a:spcPts val="0"/>
                </a:spcBef>
                <a:spcAft>
                  <a:spcPts val="0"/>
                </a:spcAft>
                <a:buNone/>
              </a:pPr>
              <a:r>
                <a:t/>
              </a:r>
              <a:endParaRPr/>
            </a:p>
          </p:txBody>
        </p:sp>
        <p:sp>
          <p:nvSpPr>
            <p:cNvPr id="1974" name="Google Shape;1974;p45"/>
            <p:cNvSpPr/>
            <p:nvPr/>
          </p:nvSpPr>
          <p:spPr>
            <a:xfrm>
              <a:off x="-57526" y="1398375"/>
              <a:ext cx="19900" cy="405520"/>
            </a:xfrm>
            <a:custGeom>
              <a:rect b="b" l="l" r="r" t="t"/>
              <a:pathLst>
                <a:path extrusionOk="0" h="10943" w="537">
                  <a:moveTo>
                    <a:pt x="428" y="1"/>
                  </a:moveTo>
                  <a:cubicBezTo>
                    <a:pt x="392" y="1"/>
                    <a:pt x="356" y="24"/>
                    <a:pt x="356" y="69"/>
                  </a:cubicBezTo>
                  <a:cubicBezTo>
                    <a:pt x="395" y="3676"/>
                    <a:pt x="276" y="7278"/>
                    <a:pt x="4" y="10874"/>
                  </a:cubicBezTo>
                  <a:cubicBezTo>
                    <a:pt x="1" y="10920"/>
                    <a:pt x="35" y="10942"/>
                    <a:pt x="70" y="10942"/>
                  </a:cubicBezTo>
                  <a:cubicBezTo>
                    <a:pt x="106" y="10942"/>
                    <a:pt x="143" y="10920"/>
                    <a:pt x="147" y="10874"/>
                  </a:cubicBezTo>
                  <a:cubicBezTo>
                    <a:pt x="419" y="7278"/>
                    <a:pt x="537" y="3676"/>
                    <a:pt x="502" y="69"/>
                  </a:cubicBezTo>
                  <a:cubicBezTo>
                    <a:pt x="501" y="24"/>
                    <a:pt x="464" y="1"/>
                    <a:pt x="428" y="1"/>
                  </a:cubicBezTo>
                  <a:close/>
                </a:path>
              </a:pathLst>
            </a:custGeom>
            <a:solidFill>
              <a:schemeClr val="accent2"/>
            </a:solidFill>
            <a:ln>
              <a:noFill/>
            </a:ln>
          </p:spPr>
          <p:txBody>
            <a:bodyPr anchorCtr="0" anchor="ctr" bIns="81275" lIns="81275" spcFirstLastPara="1" rIns="81275" wrap="square" tIns="81275">
              <a:noAutofit/>
            </a:bodyPr>
            <a:lstStyle/>
            <a:p>
              <a:pPr indent="0" lvl="0" marL="0" rtl="0" algn="l">
                <a:spcBef>
                  <a:spcPts val="0"/>
                </a:spcBef>
                <a:spcAft>
                  <a:spcPts val="0"/>
                </a:spcAft>
                <a:buNone/>
              </a:pPr>
              <a:r>
                <a:t/>
              </a:r>
              <a:endParaRPr/>
            </a:p>
          </p:txBody>
        </p:sp>
        <p:sp>
          <p:nvSpPr>
            <p:cNvPr id="1975" name="Google Shape;1975;p45"/>
            <p:cNvSpPr/>
            <p:nvPr/>
          </p:nvSpPr>
          <p:spPr>
            <a:xfrm>
              <a:off x="-47335" y="1281125"/>
              <a:ext cx="24569" cy="83046"/>
            </a:xfrm>
            <a:custGeom>
              <a:rect b="b" l="l" r="r" t="t"/>
              <a:pathLst>
                <a:path extrusionOk="0" h="2241" w="663">
                  <a:moveTo>
                    <a:pt x="578" y="1"/>
                  </a:moveTo>
                  <a:cubicBezTo>
                    <a:pt x="550" y="1"/>
                    <a:pt x="520" y="15"/>
                    <a:pt x="506" y="48"/>
                  </a:cubicBezTo>
                  <a:cubicBezTo>
                    <a:pt x="231" y="728"/>
                    <a:pt x="64" y="1439"/>
                    <a:pt x="4" y="2171"/>
                  </a:cubicBezTo>
                  <a:cubicBezTo>
                    <a:pt x="1" y="2218"/>
                    <a:pt x="35" y="2241"/>
                    <a:pt x="71" y="2241"/>
                  </a:cubicBezTo>
                  <a:cubicBezTo>
                    <a:pt x="106" y="2241"/>
                    <a:pt x="144" y="2218"/>
                    <a:pt x="147" y="2171"/>
                  </a:cubicBezTo>
                  <a:cubicBezTo>
                    <a:pt x="207" y="1452"/>
                    <a:pt x="374" y="756"/>
                    <a:pt x="642" y="87"/>
                  </a:cubicBezTo>
                  <a:cubicBezTo>
                    <a:pt x="663" y="34"/>
                    <a:pt x="622" y="1"/>
                    <a:pt x="578" y="1"/>
                  </a:cubicBezTo>
                  <a:close/>
                </a:path>
              </a:pathLst>
            </a:custGeom>
            <a:solidFill>
              <a:schemeClr val="accent2"/>
            </a:solidFill>
            <a:ln>
              <a:noFill/>
            </a:ln>
          </p:spPr>
          <p:txBody>
            <a:bodyPr anchorCtr="0" anchor="ctr" bIns="81275" lIns="81275" spcFirstLastPara="1" rIns="81275" wrap="square" tIns="81275">
              <a:noAutofit/>
            </a:bodyPr>
            <a:lstStyle/>
            <a:p>
              <a:pPr indent="0" lvl="0" marL="0" rtl="0" algn="l">
                <a:spcBef>
                  <a:spcPts val="0"/>
                </a:spcBef>
                <a:spcAft>
                  <a:spcPts val="0"/>
                </a:spcAft>
                <a:buNone/>
              </a:pPr>
              <a:r>
                <a:t/>
              </a:r>
              <a:endParaRPr/>
            </a:p>
          </p:txBody>
        </p:sp>
        <p:sp>
          <p:nvSpPr>
            <p:cNvPr id="1976" name="Google Shape;1976;p45"/>
            <p:cNvSpPr/>
            <p:nvPr/>
          </p:nvSpPr>
          <p:spPr>
            <a:xfrm>
              <a:off x="-75128" y="1604859"/>
              <a:ext cx="34204" cy="24124"/>
            </a:xfrm>
            <a:custGeom>
              <a:rect b="b" l="l" r="r" t="t"/>
              <a:pathLst>
                <a:path extrusionOk="0" h="651" w="923">
                  <a:moveTo>
                    <a:pt x="834" y="0"/>
                  </a:moveTo>
                  <a:cubicBezTo>
                    <a:pt x="826" y="0"/>
                    <a:pt x="816" y="2"/>
                    <a:pt x="807" y="6"/>
                  </a:cubicBezTo>
                  <a:cubicBezTo>
                    <a:pt x="528" y="114"/>
                    <a:pt x="180" y="260"/>
                    <a:pt x="29" y="543"/>
                  </a:cubicBezTo>
                  <a:cubicBezTo>
                    <a:pt x="0" y="598"/>
                    <a:pt x="52" y="650"/>
                    <a:pt x="100" y="650"/>
                  </a:cubicBezTo>
                  <a:cubicBezTo>
                    <a:pt x="121" y="650"/>
                    <a:pt x="142" y="640"/>
                    <a:pt x="155" y="616"/>
                  </a:cubicBezTo>
                  <a:cubicBezTo>
                    <a:pt x="284" y="371"/>
                    <a:pt x="601" y="236"/>
                    <a:pt x="845" y="141"/>
                  </a:cubicBezTo>
                  <a:cubicBezTo>
                    <a:pt x="923" y="114"/>
                    <a:pt x="901" y="0"/>
                    <a:pt x="834" y="0"/>
                  </a:cubicBezTo>
                  <a:close/>
                </a:path>
              </a:pathLst>
            </a:custGeom>
            <a:solidFill>
              <a:schemeClr val="accent2"/>
            </a:solidFill>
            <a:ln>
              <a:noFill/>
            </a:ln>
          </p:spPr>
          <p:txBody>
            <a:bodyPr anchorCtr="0" anchor="ctr" bIns="81275" lIns="81275" spcFirstLastPara="1" rIns="81275" wrap="square" tIns="81275">
              <a:noAutofit/>
            </a:bodyPr>
            <a:lstStyle/>
            <a:p>
              <a:pPr indent="0" lvl="0" marL="0" rtl="0" algn="l">
                <a:spcBef>
                  <a:spcPts val="0"/>
                </a:spcBef>
                <a:spcAft>
                  <a:spcPts val="0"/>
                </a:spcAft>
                <a:buNone/>
              </a:pPr>
              <a:r>
                <a:t/>
              </a:r>
              <a:endParaRPr/>
            </a:p>
          </p:txBody>
        </p:sp>
        <p:sp>
          <p:nvSpPr>
            <p:cNvPr id="1977" name="Google Shape;1977;p45"/>
            <p:cNvSpPr/>
            <p:nvPr/>
          </p:nvSpPr>
          <p:spPr>
            <a:xfrm>
              <a:off x="707637" y="1220906"/>
              <a:ext cx="132518" cy="187548"/>
            </a:xfrm>
            <a:custGeom>
              <a:rect b="b" l="l" r="r" t="t"/>
              <a:pathLst>
                <a:path extrusionOk="0" h="5061" w="3576">
                  <a:moveTo>
                    <a:pt x="2063" y="0"/>
                  </a:moveTo>
                  <a:cubicBezTo>
                    <a:pt x="2042" y="0"/>
                    <a:pt x="2022" y="11"/>
                    <a:pt x="2012" y="33"/>
                  </a:cubicBezTo>
                  <a:lnTo>
                    <a:pt x="12" y="4304"/>
                  </a:lnTo>
                  <a:cubicBezTo>
                    <a:pt x="1" y="4332"/>
                    <a:pt x="12" y="4363"/>
                    <a:pt x="39" y="4374"/>
                  </a:cubicBezTo>
                  <a:lnTo>
                    <a:pt x="1493" y="5057"/>
                  </a:lnTo>
                  <a:cubicBezTo>
                    <a:pt x="1499" y="5059"/>
                    <a:pt x="1506" y="5061"/>
                    <a:pt x="1513" y="5061"/>
                  </a:cubicBezTo>
                  <a:cubicBezTo>
                    <a:pt x="1533" y="5061"/>
                    <a:pt x="1555" y="5050"/>
                    <a:pt x="1562" y="5029"/>
                  </a:cubicBezTo>
                  <a:lnTo>
                    <a:pt x="3562" y="757"/>
                  </a:lnTo>
                  <a:cubicBezTo>
                    <a:pt x="3576" y="729"/>
                    <a:pt x="3562" y="697"/>
                    <a:pt x="3538" y="687"/>
                  </a:cubicBezTo>
                  <a:lnTo>
                    <a:pt x="2085" y="4"/>
                  </a:lnTo>
                  <a:cubicBezTo>
                    <a:pt x="2078" y="2"/>
                    <a:pt x="2071" y="0"/>
                    <a:pt x="2063" y="0"/>
                  </a:cubicBezTo>
                  <a:close/>
                </a:path>
              </a:pathLst>
            </a:custGeom>
            <a:solidFill>
              <a:schemeClr val="dk1"/>
            </a:solidFill>
            <a:ln>
              <a:noFill/>
            </a:ln>
          </p:spPr>
          <p:txBody>
            <a:bodyPr anchorCtr="0" anchor="ctr" bIns="81275" lIns="81275" spcFirstLastPara="1" rIns="81275" wrap="square" tIns="81275">
              <a:noAutofit/>
            </a:bodyPr>
            <a:lstStyle/>
            <a:p>
              <a:pPr indent="0" lvl="0" marL="0" rtl="0" algn="l">
                <a:spcBef>
                  <a:spcPts val="0"/>
                </a:spcBef>
                <a:spcAft>
                  <a:spcPts val="0"/>
                </a:spcAft>
                <a:buNone/>
              </a:pPr>
              <a:r>
                <a:t/>
              </a:r>
              <a:endParaRPr/>
            </a:p>
          </p:txBody>
        </p:sp>
        <p:sp>
          <p:nvSpPr>
            <p:cNvPr id="1978" name="Google Shape;1978;p45"/>
            <p:cNvSpPr/>
            <p:nvPr/>
          </p:nvSpPr>
          <p:spPr>
            <a:xfrm>
              <a:off x="618292" y="1377400"/>
              <a:ext cx="339928" cy="883673"/>
            </a:xfrm>
            <a:custGeom>
              <a:rect b="b" l="l" r="r" t="t"/>
              <a:pathLst>
                <a:path extrusionOk="0" h="23846" w="9173">
                  <a:moveTo>
                    <a:pt x="3541" y="1"/>
                  </a:moveTo>
                  <a:cubicBezTo>
                    <a:pt x="3458" y="1"/>
                    <a:pt x="3380" y="53"/>
                    <a:pt x="3357" y="137"/>
                  </a:cubicBezTo>
                  <a:cubicBezTo>
                    <a:pt x="3343" y="182"/>
                    <a:pt x="2077" y="4496"/>
                    <a:pt x="1193" y="9367"/>
                  </a:cubicBezTo>
                  <a:cubicBezTo>
                    <a:pt x="1" y="15935"/>
                    <a:pt x="28" y="20333"/>
                    <a:pt x="1280" y="22437"/>
                  </a:cubicBezTo>
                  <a:cubicBezTo>
                    <a:pt x="1722" y="23183"/>
                    <a:pt x="2328" y="23643"/>
                    <a:pt x="3071" y="23803"/>
                  </a:cubicBezTo>
                  <a:cubicBezTo>
                    <a:pt x="3200" y="23831"/>
                    <a:pt x="3325" y="23845"/>
                    <a:pt x="3447" y="23845"/>
                  </a:cubicBezTo>
                  <a:cubicBezTo>
                    <a:pt x="3827" y="23845"/>
                    <a:pt x="4203" y="23720"/>
                    <a:pt x="4573" y="23475"/>
                  </a:cubicBezTo>
                  <a:cubicBezTo>
                    <a:pt x="7413" y="21587"/>
                    <a:pt x="9081" y="12869"/>
                    <a:pt x="9151" y="12500"/>
                  </a:cubicBezTo>
                  <a:cubicBezTo>
                    <a:pt x="9172" y="12395"/>
                    <a:pt x="9102" y="12297"/>
                    <a:pt x="9002" y="12276"/>
                  </a:cubicBezTo>
                  <a:cubicBezTo>
                    <a:pt x="8989" y="12274"/>
                    <a:pt x="8977" y="12273"/>
                    <a:pt x="8964" y="12273"/>
                  </a:cubicBezTo>
                  <a:cubicBezTo>
                    <a:pt x="8874" y="12273"/>
                    <a:pt x="8794" y="12338"/>
                    <a:pt x="8778" y="12430"/>
                  </a:cubicBezTo>
                  <a:cubicBezTo>
                    <a:pt x="8761" y="12517"/>
                    <a:pt x="7071" y="21357"/>
                    <a:pt x="4364" y="23159"/>
                  </a:cubicBezTo>
                  <a:cubicBezTo>
                    <a:pt x="4056" y="23361"/>
                    <a:pt x="3754" y="23462"/>
                    <a:pt x="3449" y="23462"/>
                  </a:cubicBezTo>
                  <a:cubicBezTo>
                    <a:pt x="3350" y="23462"/>
                    <a:pt x="3251" y="23452"/>
                    <a:pt x="3151" y="23430"/>
                  </a:cubicBezTo>
                  <a:cubicBezTo>
                    <a:pt x="2506" y="23291"/>
                    <a:pt x="2001" y="22904"/>
                    <a:pt x="1607" y="22242"/>
                  </a:cubicBezTo>
                  <a:cubicBezTo>
                    <a:pt x="422" y="20249"/>
                    <a:pt x="409" y="15820"/>
                    <a:pt x="1569" y="9436"/>
                  </a:cubicBezTo>
                  <a:cubicBezTo>
                    <a:pt x="2450" y="4586"/>
                    <a:pt x="3708" y="290"/>
                    <a:pt x="3722" y="245"/>
                  </a:cubicBezTo>
                  <a:cubicBezTo>
                    <a:pt x="3750" y="144"/>
                    <a:pt x="3695" y="39"/>
                    <a:pt x="3593" y="8"/>
                  </a:cubicBezTo>
                  <a:cubicBezTo>
                    <a:pt x="3576" y="3"/>
                    <a:pt x="3558" y="1"/>
                    <a:pt x="3541" y="1"/>
                  </a:cubicBezTo>
                  <a:close/>
                </a:path>
              </a:pathLst>
            </a:custGeom>
            <a:solidFill>
              <a:schemeClr val="dk1"/>
            </a:solidFill>
            <a:ln>
              <a:noFill/>
            </a:ln>
          </p:spPr>
          <p:txBody>
            <a:bodyPr anchorCtr="0" anchor="ctr" bIns="81275" lIns="81275" spcFirstLastPara="1" rIns="81275" wrap="square" tIns="81275">
              <a:noAutofit/>
            </a:bodyPr>
            <a:lstStyle/>
            <a:p>
              <a:pPr indent="0" lvl="0" marL="0" rtl="0" algn="l">
                <a:spcBef>
                  <a:spcPts val="0"/>
                </a:spcBef>
                <a:spcAft>
                  <a:spcPts val="0"/>
                </a:spcAft>
                <a:buNone/>
              </a:pPr>
              <a:r>
                <a:t/>
              </a:r>
              <a:endParaRPr/>
            </a:p>
          </p:txBody>
        </p:sp>
        <p:sp>
          <p:nvSpPr>
            <p:cNvPr id="1979" name="Google Shape;1979;p45"/>
            <p:cNvSpPr/>
            <p:nvPr/>
          </p:nvSpPr>
          <p:spPr>
            <a:xfrm>
              <a:off x="679918" y="1271156"/>
              <a:ext cx="147859" cy="148304"/>
            </a:xfrm>
            <a:custGeom>
              <a:rect b="b" l="l" r="r" t="t"/>
              <a:pathLst>
                <a:path extrusionOk="0" h="4002" w="3990">
                  <a:moveTo>
                    <a:pt x="2091" y="1"/>
                  </a:moveTo>
                  <a:cubicBezTo>
                    <a:pt x="2068" y="1"/>
                    <a:pt x="2037" y="18"/>
                    <a:pt x="1997" y="56"/>
                  </a:cubicBezTo>
                  <a:cubicBezTo>
                    <a:pt x="1659" y="377"/>
                    <a:pt x="1404" y="449"/>
                    <a:pt x="1313" y="1031"/>
                  </a:cubicBezTo>
                  <a:cubicBezTo>
                    <a:pt x="1251" y="1422"/>
                    <a:pt x="763" y="2387"/>
                    <a:pt x="763" y="2387"/>
                  </a:cubicBezTo>
                  <a:lnTo>
                    <a:pt x="0" y="3397"/>
                  </a:lnTo>
                  <a:cubicBezTo>
                    <a:pt x="378" y="3943"/>
                    <a:pt x="950" y="4001"/>
                    <a:pt x="1177" y="4001"/>
                  </a:cubicBezTo>
                  <a:cubicBezTo>
                    <a:pt x="1239" y="4001"/>
                    <a:pt x="1276" y="3997"/>
                    <a:pt x="1276" y="3997"/>
                  </a:cubicBezTo>
                  <a:cubicBezTo>
                    <a:pt x="1276" y="3997"/>
                    <a:pt x="1585" y="3185"/>
                    <a:pt x="1874" y="3059"/>
                  </a:cubicBezTo>
                  <a:cubicBezTo>
                    <a:pt x="2167" y="2931"/>
                    <a:pt x="2805" y="2816"/>
                    <a:pt x="3038" y="2624"/>
                  </a:cubicBezTo>
                  <a:cubicBezTo>
                    <a:pt x="3272" y="2432"/>
                    <a:pt x="3220" y="2310"/>
                    <a:pt x="3220" y="2310"/>
                  </a:cubicBezTo>
                  <a:cubicBezTo>
                    <a:pt x="3508" y="2059"/>
                    <a:pt x="3425" y="1700"/>
                    <a:pt x="3425" y="1700"/>
                  </a:cubicBezTo>
                  <a:cubicBezTo>
                    <a:pt x="3634" y="1443"/>
                    <a:pt x="3519" y="1240"/>
                    <a:pt x="3519" y="1240"/>
                  </a:cubicBezTo>
                  <a:cubicBezTo>
                    <a:pt x="3693" y="990"/>
                    <a:pt x="3989" y="1042"/>
                    <a:pt x="3836" y="666"/>
                  </a:cubicBezTo>
                  <a:cubicBezTo>
                    <a:pt x="3805" y="589"/>
                    <a:pt x="3711" y="559"/>
                    <a:pt x="3582" y="559"/>
                  </a:cubicBezTo>
                  <a:cubicBezTo>
                    <a:pt x="3156" y="559"/>
                    <a:pt x="2340" y="877"/>
                    <a:pt x="2030" y="877"/>
                  </a:cubicBezTo>
                  <a:cubicBezTo>
                    <a:pt x="1922" y="877"/>
                    <a:pt x="1875" y="839"/>
                    <a:pt x="1927" y="735"/>
                  </a:cubicBezTo>
                  <a:cubicBezTo>
                    <a:pt x="2129" y="336"/>
                    <a:pt x="2191" y="1"/>
                    <a:pt x="2091" y="1"/>
                  </a:cubicBezTo>
                  <a:close/>
                </a:path>
              </a:pathLst>
            </a:custGeom>
            <a:solidFill>
              <a:srgbClr val="E77F5B"/>
            </a:solidFill>
            <a:ln>
              <a:noFill/>
            </a:ln>
          </p:spPr>
          <p:txBody>
            <a:bodyPr anchorCtr="0" anchor="ctr" bIns="81275" lIns="81275" spcFirstLastPara="1" rIns="81275" wrap="square" tIns="81275">
              <a:noAutofit/>
            </a:bodyPr>
            <a:lstStyle/>
            <a:p>
              <a:pPr indent="0" lvl="0" marL="0" rtl="0" algn="l">
                <a:spcBef>
                  <a:spcPts val="0"/>
                </a:spcBef>
                <a:spcAft>
                  <a:spcPts val="0"/>
                </a:spcAft>
                <a:buNone/>
              </a:pPr>
              <a:r>
                <a:t/>
              </a:r>
              <a:endParaRPr/>
            </a:p>
          </p:txBody>
        </p:sp>
        <p:sp>
          <p:nvSpPr>
            <p:cNvPr id="1980" name="Google Shape;1980;p45"/>
            <p:cNvSpPr/>
            <p:nvPr/>
          </p:nvSpPr>
          <p:spPr>
            <a:xfrm>
              <a:off x="772117" y="1313958"/>
              <a:ext cx="39429" cy="9931"/>
            </a:xfrm>
            <a:custGeom>
              <a:rect b="b" l="l" r="r" t="t"/>
              <a:pathLst>
                <a:path extrusionOk="0" h="268" w="1064">
                  <a:moveTo>
                    <a:pt x="1012" y="1"/>
                  </a:moveTo>
                  <a:cubicBezTo>
                    <a:pt x="1009" y="1"/>
                    <a:pt x="1007" y="1"/>
                    <a:pt x="1004" y="2"/>
                  </a:cubicBezTo>
                  <a:cubicBezTo>
                    <a:pt x="690" y="93"/>
                    <a:pt x="372" y="159"/>
                    <a:pt x="49" y="198"/>
                  </a:cubicBezTo>
                  <a:cubicBezTo>
                    <a:pt x="6" y="201"/>
                    <a:pt x="1" y="267"/>
                    <a:pt x="43" y="267"/>
                  </a:cubicBezTo>
                  <a:cubicBezTo>
                    <a:pt x="45" y="267"/>
                    <a:pt x="47" y="267"/>
                    <a:pt x="49" y="267"/>
                  </a:cubicBezTo>
                  <a:cubicBezTo>
                    <a:pt x="377" y="228"/>
                    <a:pt x="700" y="162"/>
                    <a:pt x="1020" y="72"/>
                  </a:cubicBezTo>
                  <a:cubicBezTo>
                    <a:pt x="1063" y="59"/>
                    <a:pt x="1048" y="1"/>
                    <a:pt x="1012" y="1"/>
                  </a:cubicBezTo>
                  <a:close/>
                </a:path>
              </a:pathLst>
            </a:custGeom>
            <a:solidFill>
              <a:srgbClr val="B1452C"/>
            </a:solidFill>
            <a:ln>
              <a:noFill/>
            </a:ln>
          </p:spPr>
          <p:txBody>
            <a:bodyPr anchorCtr="0" anchor="ctr" bIns="81275" lIns="81275" spcFirstLastPara="1" rIns="81275" wrap="square" tIns="81275">
              <a:noAutofit/>
            </a:bodyPr>
            <a:lstStyle/>
            <a:p>
              <a:pPr indent="0" lvl="0" marL="0" rtl="0" algn="l">
                <a:spcBef>
                  <a:spcPts val="0"/>
                </a:spcBef>
                <a:spcAft>
                  <a:spcPts val="0"/>
                </a:spcAft>
                <a:buNone/>
              </a:pPr>
              <a:r>
                <a:t/>
              </a:r>
              <a:endParaRPr/>
            </a:p>
          </p:txBody>
        </p:sp>
        <p:sp>
          <p:nvSpPr>
            <p:cNvPr id="1981" name="Google Shape;1981;p45"/>
            <p:cNvSpPr/>
            <p:nvPr/>
          </p:nvSpPr>
          <p:spPr>
            <a:xfrm>
              <a:off x="776898" y="1333450"/>
              <a:ext cx="30721" cy="9709"/>
            </a:xfrm>
            <a:custGeom>
              <a:rect b="b" l="l" r="r" t="t"/>
              <a:pathLst>
                <a:path extrusionOk="0" h="262" w="829">
                  <a:moveTo>
                    <a:pt x="781" y="0"/>
                  </a:moveTo>
                  <a:cubicBezTo>
                    <a:pt x="777" y="0"/>
                    <a:pt x="774" y="1"/>
                    <a:pt x="770" y="2"/>
                  </a:cubicBezTo>
                  <a:cubicBezTo>
                    <a:pt x="529" y="82"/>
                    <a:pt x="282" y="127"/>
                    <a:pt x="38" y="190"/>
                  </a:cubicBezTo>
                  <a:cubicBezTo>
                    <a:pt x="0" y="203"/>
                    <a:pt x="11" y="262"/>
                    <a:pt x="48" y="262"/>
                  </a:cubicBezTo>
                  <a:cubicBezTo>
                    <a:pt x="52" y="262"/>
                    <a:pt x="55" y="261"/>
                    <a:pt x="59" y="260"/>
                  </a:cubicBezTo>
                  <a:cubicBezTo>
                    <a:pt x="303" y="198"/>
                    <a:pt x="550" y="152"/>
                    <a:pt x="787" y="72"/>
                  </a:cubicBezTo>
                  <a:cubicBezTo>
                    <a:pt x="829" y="59"/>
                    <a:pt x="815" y="0"/>
                    <a:pt x="781" y="0"/>
                  </a:cubicBezTo>
                  <a:close/>
                </a:path>
              </a:pathLst>
            </a:custGeom>
            <a:solidFill>
              <a:srgbClr val="B1452C"/>
            </a:solidFill>
            <a:ln>
              <a:noFill/>
            </a:ln>
          </p:spPr>
          <p:txBody>
            <a:bodyPr anchorCtr="0" anchor="ctr" bIns="81275" lIns="81275" spcFirstLastPara="1" rIns="81275" wrap="square" tIns="81275">
              <a:noAutofit/>
            </a:bodyPr>
            <a:lstStyle/>
            <a:p>
              <a:pPr indent="0" lvl="0" marL="0" rtl="0" algn="l">
                <a:spcBef>
                  <a:spcPts val="0"/>
                </a:spcBef>
                <a:spcAft>
                  <a:spcPts val="0"/>
                </a:spcAft>
                <a:buNone/>
              </a:pPr>
              <a:r>
                <a:t/>
              </a:r>
              <a:endParaRPr/>
            </a:p>
          </p:txBody>
        </p:sp>
        <p:sp>
          <p:nvSpPr>
            <p:cNvPr id="1982" name="Google Shape;1982;p45"/>
            <p:cNvSpPr/>
            <p:nvPr/>
          </p:nvSpPr>
          <p:spPr>
            <a:xfrm>
              <a:off x="778380" y="1354387"/>
              <a:ext cx="21160" cy="6300"/>
            </a:xfrm>
            <a:custGeom>
              <a:rect b="b" l="l" r="r" t="t"/>
              <a:pathLst>
                <a:path extrusionOk="0" h="170" w="571">
                  <a:moveTo>
                    <a:pt x="516" y="1"/>
                  </a:moveTo>
                  <a:cubicBezTo>
                    <a:pt x="514" y="1"/>
                    <a:pt x="512" y="1"/>
                    <a:pt x="510" y="1"/>
                  </a:cubicBezTo>
                  <a:cubicBezTo>
                    <a:pt x="354" y="36"/>
                    <a:pt x="197" y="68"/>
                    <a:pt x="44" y="99"/>
                  </a:cubicBezTo>
                  <a:cubicBezTo>
                    <a:pt x="1" y="109"/>
                    <a:pt x="14" y="169"/>
                    <a:pt x="54" y="169"/>
                  </a:cubicBezTo>
                  <a:cubicBezTo>
                    <a:pt x="56" y="169"/>
                    <a:pt x="59" y="169"/>
                    <a:pt x="61" y="169"/>
                  </a:cubicBezTo>
                  <a:cubicBezTo>
                    <a:pt x="218" y="138"/>
                    <a:pt x="375" y="103"/>
                    <a:pt x="528" y="72"/>
                  </a:cubicBezTo>
                  <a:cubicBezTo>
                    <a:pt x="571" y="64"/>
                    <a:pt x="557" y="1"/>
                    <a:pt x="516" y="1"/>
                  </a:cubicBezTo>
                  <a:close/>
                </a:path>
              </a:pathLst>
            </a:custGeom>
            <a:solidFill>
              <a:srgbClr val="B1452C"/>
            </a:solidFill>
            <a:ln>
              <a:noFill/>
            </a:ln>
          </p:spPr>
          <p:txBody>
            <a:bodyPr anchorCtr="0" anchor="ctr" bIns="81275" lIns="81275" spcFirstLastPara="1" rIns="81275" wrap="square" tIns="81275">
              <a:noAutofit/>
            </a:bodyPr>
            <a:lstStyle/>
            <a:p>
              <a:pPr indent="0" lvl="0" marL="0" rtl="0" algn="l">
                <a:spcBef>
                  <a:spcPts val="0"/>
                </a:spcBef>
                <a:spcAft>
                  <a:spcPts val="0"/>
                </a:spcAft>
                <a:buNone/>
              </a:pPr>
              <a:r>
                <a:t/>
              </a:r>
              <a:endParaRPr/>
            </a:p>
          </p:txBody>
        </p:sp>
        <p:sp>
          <p:nvSpPr>
            <p:cNvPr id="1983" name="Google Shape;1983;p45"/>
            <p:cNvSpPr/>
            <p:nvPr/>
          </p:nvSpPr>
          <p:spPr>
            <a:xfrm>
              <a:off x="254165" y="1295800"/>
              <a:ext cx="479487" cy="501203"/>
            </a:xfrm>
            <a:custGeom>
              <a:rect b="b" l="l" r="r" t="t"/>
              <a:pathLst>
                <a:path extrusionOk="0" h="13525" w="12939">
                  <a:moveTo>
                    <a:pt x="3075" y="0"/>
                  </a:moveTo>
                  <a:cubicBezTo>
                    <a:pt x="1655" y="0"/>
                    <a:pt x="0" y="1246"/>
                    <a:pt x="559" y="3092"/>
                  </a:cubicBezTo>
                  <a:cubicBezTo>
                    <a:pt x="559" y="3092"/>
                    <a:pt x="3782" y="11551"/>
                    <a:pt x="6677" y="13235"/>
                  </a:cubicBezTo>
                  <a:cubicBezTo>
                    <a:pt x="6990" y="13415"/>
                    <a:pt x="7297" y="13517"/>
                    <a:pt x="7597" y="13524"/>
                  </a:cubicBezTo>
                  <a:cubicBezTo>
                    <a:pt x="7602" y="13524"/>
                    <a:pt x="7608" y="13524"/>
                    <a:pt x="7613" y="13524"/>
                  </a:cubicBezTo>
                  <a:cubicBezTo>
                    <a:pt x="8144" y="13524"/>
                    <a:pt x="8647" y="13212"/>
                    <a:pt x="9116" y="12688"/>
                  </a:cubicBezTo>
                  <a:cubicBezTo>
                    <a:pt x="11388" y="10168"/>
                    <a:pt x="12939" y="2941"/>
                    <a:pt x="12939" y="2941"/>
                  </a:cubicBezTo>
                  <a:cubicBezTo>
                    <a:pt x="12517" y="2904"/>
                    <a:pt x="12096" y="2883"/>
                    <a:pt x="11708" y="2419"/>
                  </a:cubicBezTo>
                  <a:cubicBezTo>
                    <a:pt x="11708" y="2419"/>
                    <a:pt x="7715" y="8134"/>
                    <a:pt x="7593" y="8224"/>
                  </a:cubicBezTo>
                  <a:cubicBezTo>
                    <a:pt x="7592" y="8224"/>
                    <a:pt x="7592" y="8225"/>
                    <a:pt x="7591" y="8225"/>
                  </a:cubicBezTo>
                  <a:cubicBezTo>
                    <a:pt x="7439" y="8225"/>
                    <a:pt x="4757" y="1116"/>
                    <a:pt x="4757" y="1116"/>
                  </a:cubicBezTo>
                  <a:cubicBezTo>
                    <a:pt x="4495" y="341"/>
                    <a:pt x="3817" y="0"/>
                    <a:pt x="3075" y="0"/>
                  </a:cubicBezTo>
                  <a:close/>
                </a:path>
              </a:pathLst>
            </a:custGeom>
            <a:solidFill>
              <a:schemeClr val="accent1"/>
            </a:solidFill>
            <a:ln>
              <a:noFill/>
            </a:ln>
          </p:spPr>
          <p:txBody>
            <a:bodyPr anchorCtr="0" anchor="ctr" bIns="81275" lIns="81275" spcFirstLastPara="1" rIns="81275" wrap="square" tIns="81275">
              <a:noAutofit/>
            </a:bodyPr>
            <a:lstStyle/>
            <a:p>
              <a:pPr indent="0" lvl="0" marL="0" rtl="0" algn="l">
                <a:spcBef>
                  <a:spcPts val="0"/>
                </a:spcBef>
                <a:spcAft>
                  <a:spcPts val="0"/>
                </a:spcAft>
                <a:buNone/>
              </a:pPr>
              <a:r>
                <a:t/>
              </a:r>
              <a:endParaRPr/>
            </a:p>
          </p:txBody>
        </p:sp>
        <p:sp>
          <p:nvSpPr>
            <p:cNvPr id="1984" name="Google Shape;1984;p45"/>
            <p:cNvSpPr/>
            <p:nvPr/>
          </p:nvSpPr>
          <p:spPr>
            <a:xfrm>
              <a:off x="501560" y="1754275"/>
              <a:ext cx="90457" cy="42727"/>
            </a:xfrm>
            <a:custGeom>
              <a:rect b="b" l="l" r="r" t="t"/>
              <a:pathLst>
                <a:path extrusionOk="0" h="1153" w="2441">
                  <a:moveTo>
                    <a:pt x="1570" y="1"/>
                  </a:moveTo>
                  <a:cubicBezTo>
                    <a:pt x="1549" y="1"/>
                    <a:pt x="1528" y="1"/>
                    <a:pt x="1506" y="2"/>
                  </a:cubicBezTo>
                  <a:cubicBezTo>
                    <a:pt x="520" y="51"/>
                    <a:pt x="1" y="863"/>
                    <a:pt x="1" y="863"/>
                  </a:cubicBezTo>
                  <a:cubicBezTo>
                    <a:pt x="314" y="1043"/>
                    <a:pt x="621" y="1145"/>
                    <a:pt x="921" y="1152"/>
                  </a:cubicBezTo>
                  <a:cubicBezTo>
                    <a:pt x="926" y="1152"/>
                    <a:pt x="932" y="1152"/>
                    <a:pt x="937" y="1152"/>
                  </a:cubicBezTo>
                  <a:cubicBezTo>
                    <a:pt x="1468" y="1152"/>
                    <a:pt x="1971" y="840"/>
                    <a:pt x="2440" y="316"/>
                  </a:cubicBezTo>
                  <a:cubicBezTo>
                    <a:pt x="2223" y="141"/>
                    <a:pt x="1934" y="1"/>
                    <a:pt x="1570" y="1"/>
                  </a:cubicBezTo>
                  <a:close/>
                </a:path>
              </a:pathLst>
            </a:custGeom>
            <a:solidFill>
              <a:schemeClr val="accent2"/>
            </a:solidFill>
            <a:ln>
              <a:noFill/>
            </a:ln>
          </p:spPr>
          <p:txBody>
            <a:bodyPr anchorCtr="0" anchor="ctr" bIns="81275" lIns="81275" spcFirstLastPara="1" rIns="81275" wrap="square" tIns="81275">
              <a:noAutofit/>
            </a:bodyPr>
            <a:lstStyle/>
            <a:p>
              <a:pPr indent="0" lvl="0" marL="0" rtl="0" algn="l">
                <a:spcBef>
                  <a:spcPts val="0"/>
                </a:spcBef>
                <a:spcAft>
                  <a:spcPts val="0"/>
                </a:spcAft>
                <a:buNone/>
              </a:pPr>
              <a:r>
                <a:t/>
              </a:r>
              <a:endParaRPr/>
            </a:p>
          </p:txBody>
        </p:sp>
        <p:sp>
          <p:nvSpPr>
            <p:cNvPr id="1985" name="Google Shape;1985;p45"/>
            <p:cNvSpPr/>
            <p:nvPr/>
          </p:nvSpPr>
          <p:spPr>
            <a:xfrm>
              <a:off x="655571" y="1431689"/>
              <a:ext cx="57884" cy="36094"/>
            </a:xfrm>
            <a:custGeom>
              <a:rect b="b" l="l" r="r" t="t"/>
              <a:pathLst>
                <a:path extrusionOk="0" h="974" w="1562">
                  <a:moveTo>
                    <a:pt x="104" y="1"/>
                  </a:moveTo>
                  <a:cubicBezTo>
                    <a:pt x="52" y="1"/>
                    <a:pt x="1" y="52"/>
                    <a:pt x="40" y="104"/>
                  </a:cubicBezTo>
                  <a:cubicBezTo>
                    <a:pt x="386" y="564"/>
                    <a:pt x="870" y="871"/>
                    <a:pt x="1438" y="972"/>
                  </a:cubicBezTo>
                  <a:cubicBezTo>
                    <a:pt x="1443" y="973"/>
                    <a:pt x="1448" y="973"/>
                    <a:pt x="1453" y="973"/>
                  </a:cubicBezTo>
                  <a:cubicBezTo>
                    <a:pt x="1532" y="973"/>
                    <a:pt x="1561" y="852"/>
                    <a:pt x="1476" y="836"/>
                  </a:cubicBezTo>
                  <a:cubicBezTo>
                    <a:pt x="950" y="742"/>
                    <a:pt x="486" y="463"/>
                    <a:pt x="162" y="31"/>
                  </a:cubicBezTo>
                  <a:cubicBezTo>
                    <a:pt x="147" y="9"/>
                    <a:pt x="125" y="1"/>
                    <a:pt x="104" y="1"/>
                  </a:cubicBezTo>
                  <a:close/>
                </a:path>
              </a:pathLst>
            </a:custGeom>
            <a:solidFill>
              <a:schemeClr val="accent2"/>
            </a:solidFill>
            <a:ln>
              <a:noFill/>
            </a:ln>
          </p:spPr>
          <p:txBody>
            <a:bodyPr anchorCtr="0" anchor="ctr" bIns="81275" lIns="81275" spcFirstLastPara="1" rIns="81275" wrap="square" tIns="81275">
              <a:noAutofit/>
            </a:bodyPr>
            <a:lstStyle/>
            <a:p>
              <a:pPr indent="0" lvl="0" marL="0" rtl="0" algn="l">
                <a:spcBef>
                  <a:spcPts val="0"/>
                </a:spcBef>
                <a:spcAft>
                  <a:spcPts val="0"/>
                </a:spcAft>
                <a:buNone/>
              </a:pPr>
              <a:r>
                <a:t/>
              </a:r>
              <a:endParaRPr/>
            </a:p>
          </p:txBody>
        </p:sp>
        <p:sp>
          <p:nvSpPr>
            <p:cNvPr id="1986" name="Google Shape;1986;p45"/>
            <p:cNvSpPr/>
            <p:nvPr/>
          </p:nvSpPr>
          <p:spPr>
            <a:xfrm>
              <a:off x="671098" y="1411530"/>
              <a:ext cx="14897" cy="15342"/>
            </a:xfrm>
            <a:custGeom>
              <a:rect b="b" l="l" r="r" t="t"/>
              <a:pathLst>
                <a:path extrusionOk="0" h="414" w="402">
                  <a:moveTo>
                    <a:pt x="259" y="1"/>
                  </a:moveTo>
                  <a:cubicBezTo>
                    <a:pt x="194" y="1"/>
                    <a:pt x="121" y="43"/>
                    <a:pt x="71" y="118"/>
                  </a:cubicBezTo>
                  <a:cubicBezTo>
                    <a:pt x="1" y="223"/>
                    <a:pt x="1" y="345"/>
                    <a:pt x="74" y="394"/>
                  </a:cubicBezTo>
                  <a:cubicBezTo>
                    <a:pt x="95" y="407"/>
                    <a:pt x="119" y="414"/>
                    <a:pt x="144" y="414"/>
                  </a:cubicBezTo>
                  <a:cubicBezTo>
                    <a:pt x="208" y="414"/>
                    <a:pt x="282" y="371"/>
                    <a:pt x="332" y="296"/>
                  </a:cubicBezTo>
                  <a:cubicBezTo>
                    <a:pt x="401" y="191"/>
                    <a:pt x="401" y="69"/>
                    <a:pt x="329" y="21"/>
                  </a:cubicBezTo>
                  <a:cubicBezTo>
                    <a:pt x="308" y="7"/>
                    <a:pt x="284" y="1"/>
                    <a:pt x="259" y="1"/>
                  </a:cubicBezTo>
                  <a:close/>
                </a:path>
              </a:pathLst>
            </a:custGeom>
            <a:solidFill>
              <a:schemeClr val="accent2"/>
            </a:solidFill>
            <a:ln>
              <a:noFill/>
            </a:ln>
          </p:spPr>
          <p:txBody>
            <a:bodyPr anchorCtr="0" anchor="ctr" bIns="81275" lIns="81275" spcFirstLastPara="1" rIns="81275" wrap="square" tIns="81275">
              <a:noAutofit/>
            </a:bodyPr>
            <a:lstStyle/>
            <a:p>
              <a:pPr indent="0" lvl="0" marL="0" rtl="0" algn="l">
                <a:spcBef>
                  <a:spcPts val="0"/>
                </a:spcBef>
                <a:spcAft>
                  <a:spcPts val="0"/>
                </a:spcAft>
                <a:buNone/>
              </a:pPr>
              <a:r>
                <a:t/>
              </a:r>
              <a:endParaRPr/>
            </a:p>
          </p:txBody>
        </p:sp>
        <p:sp>
          <p:nvSpPr>
            <p:cNvPr id="1987" name="Google Shape;1987;p45"/>
            <p:cNvSpPr/>
            <p:nvPr/>
          </p:nvSpPr>
          <p:spPr>
            <a:xfrm>
              <a:off x="523832" y="1598596"/>
              <a:ext cx="13526" cy="50509"/>
            </a:xfrm>
            <a:custGeom>
              <a:rect b="b" l="l" r="r" t="t"/>
              <a:pathLst>
                <a:path extrusionOk="0" h="1363" w="365">
                  <a:moveTo>
                    <a:pt x="270" y="1"/>
                  </a:moveTo>
                  <a:cubicBezTo>
                    <a:pt x="244" y="1"/>
                    <a:pt x="221" y="15"/>
                    <a:pt x="212" y="50"/>
                  </a:cubicBezTo>
                  <a:cubicBezTo>
                    <a:pt x="118" y="453"/>
                    <a:pt x="48" y="865"/>
                    <a:pt x="6" y="1283"/>
                  </a:cubicBezTo>
                  <a:cubicBezTo>
                    <a:pt x="1" y="1334"/>
                    <a:pt x="41" y="1362"/>
                    <a:pt x="80" y="1362"/>
                  </a:cubicBezTo>
                  <a:cubicBezTo>
                    <a:pt x="113" y="1362"/>
                    <a:pt x="146" y="1342"/>
                    <a:pt x="149" y="1297"/>
                  </a:cubicBezTo>
                  <a:cubicBezTo>
                    <a:pt x="191" y="896"/>
                    <a:pt x="257" y="495"/>
                    <a:pt x="351" y="101"/>
                  </a:cubicBezTo>
                  <a:cubicBezTo>
                    <a:pt x="365" y="44"/>
                    <a:pt x="315" y="1"/>
                    <a:pt x="270" y="1"/>
                  </a:cubicBezTo>
                  <a:close/>
                </a:path>
              </a:pathLst>
            </a:custGeom>
            <a:solidFill>
              <a:schemeClr val="accent2"/>
            </a:solidFill>
            <a:ln>
              <a:noFill/>
            </a:ln>
          </p:spPr>
          <p:txBody>
            <a:bodyPr anchorCtr="0" anchor="ctr" bIns="81275" lIns="81275" spcFirstLastPara="1" rIns="81275" wrap="square" tIns="81275">
              <a:noAutofit/>
            </a:bodyPr>
            <a:lstStyle/>
            <a:p>
              <a:pPr indent="0" lvl="0" marL="0" rtl="0" algn="l">
                <a:spcBef>
                  <a:spcPts val="0"/>
                </a:spcBef>
                <a:spcAft>
                  <a:spcPts val="0"/>
                </a:spcAft>
                <a:buNone/>
              </a:pPr>
              <a:r>
                <a:t/>
              </a:r>
              <a:endParaRPr/>
            </a:p>
          </p:txBody>
        </p:sp>
        <p:sp>
          <p:nvSpPr>
            <p:cNvPr id="1988" name="Google Shape;1988;p45"/>
            <p:cNvSpPr/>
            <p:nvPr/>
          </p:nvSpPr>
          <p:spPr>
            <a:xfrm>
              <a:off x="528390" y="1610677"/>
              <a:ext cx="18603" cy="33389"/>
            </a:xfrm>
            <a:custGeom>
              <a:rect b="b" l="l" r="r" t="t"/>
              <a:pathLst>
                <a:path extrusionOk="0" h="901" w="502">
                  <a:moveTo>
                    <a:pt x="94" y="1"/>
                  </a:moveTo>
                  <a:cubicBezTo>
                    <a:pt x="51" y="1"/>
                    <a:pt x="0" y="48"/>
                    <a:pt x="16" y="107"/>
                  </a:cubicBezTo>
                  <a:cubicBezTo>
                    <a:pt x="92" y="375"/>
                    <a:pt x="207" y="629"/>
                    <a:pt x="354" y="870"/>
                  </a:cubicBezTo>
                  <a:cubicBezTo>
                    <a:pt x="367" y="892"/>
                    <a:pt x="384" y="901"/>
                    <a:pt x="402" y="901"/>
                  </a:cubicBezTo>
                  <a:cubicBezTo>
                    <a:pt x="451" y="901"/>
                    <a:pt x="501" y="834"/>
                    <a:pt x="465" y="776"/>
                  </a:cubicBezTo>
                  <a:cubicBezTo>
                    <a:pt x="330" y="549"/>
                    <a:pt x="225" y="306"/>
                    <a:pt x="148" y="47"/>
                  </a:cubicBezTo>
                  <a:cubicBezTo>
                    <a:pt x="140" y="14"/>
                    <a:pt x="118" y="1"/>
                    <a:pt x="94" y="1"/>
                  </a:cubicBezTo>
                  <a:close/>
                </a:path>
              </a:pathLst>
            </a:custGeom>
            <a:solidFill>
              <a:schemeClr val="accent2"/>
            </a:solidFill>
            <a:ln>
              <a:noFill/>
            </a:ln>
          </p:spPr>
          <p:txBody>
            <a:bodyPr anchorCtr="0" anchor="ctr" bIns="81275" lIns="81275" spcFirstLastPara="1" rIns="81275" wrap="square" tIns="81275">
              <a:noAutofit/>
            </a:bodyPr>
            <a:lstStyle/>
            <a:p>
              <a:pPr indent="0" lvl="0" marL="0" rtl="0" algn="l">
                <a:spcBef>
                  <a:spcPts val="0"/>
                </a:spcBef>
                <a:spcAft>
                  <a:spcPts val="0"/>
                </a:spcAft>
                <a:buNone/>
              </a:pPr>
              <a:r>
                <a:t/>
              </a:r>
              <a:endParaRPr/>
            </a:p>
          </p:txBody>
        </p:sp>
        <p:sp>
          <p:nvSpPr>
            <p:cNvPr id="1989" name="Google Shape;1989;p45"/>
            <p:cNvSpPr/>
            <p:nvPr/>
          </p:nvSpPr>
          <p:spPr>
            <a:xfrm>
              <a:off x="249903" y="1365505"/>
              <a:ext cx="191698" cy="363275"/>
            </a:xfrm>
            <a:custGeom>
              <a:rect b="b" l="l" r="r" t="t"/>
              <a:pathLst>
                <a:path extrusionOk="0" h="9803" w="5173">
                  <a:moveTo>
                    <a:pt x="86" y="0"/>
                  </a:moveTo>
                  <a:cubicBezTo>
                    <a:pt x="43" y="0"/>
                    <a:pt x="0" y="34"/>
                    <a:pt x="15" y="89"/>
                  </a:cubicBezTo>
                  <a:cubicBezTo>
                    <a:pt x="823" y="2831"/>
                    <a:pt x="2039" y="5451"/>
                    <a:pt x="3621" y="7838"/>
                  </a:cubicBezTo>
                  <a:cubicBezTo>
                    <a:pt x="4064" y="8503"/>
                    <a:pt x="4534" y="9148"/>
                    <a:pt x="5029" y="9778"/>
                  </a:cubicBezTo>
                  <a:cubicBezTo>
                    <a:pt x="5042" y="9795"/>
                    <a:pt x="5058" y="9802"/>
                    <a:pt x="5074" y="9802"/>
                  </a:cubicBezTo>
                  <a:cubicBezTo>
                    <a:pt x="5124" y="9802"/>
                    <a:pt x="5173" y="9731"/>
                    <a:pt x="5130" y="9678"/>
                  </a:cubicBezTo>
                  <a:cubicBezTo>
                    <a:pt x="3371" y="7444"/>
                    <a:pt x="1946" y="4953"/>
                    <a:pt x="917" y="2301"/>
                  </a:cubicBezTo>
                  <a:cubicBezTo>
                    <a:pt x="632" y="1562"/>
                    <a:pt x="378" y="809"/>
                    <a:pt x="154" y="50"/>
                  </a:cubicBezTo>
                  <a:cubicBezTo>
                    <a:pt x="143" y="15"/>
                    <a:pt x="115" y="0"/>
                    <a:pt x="86" y="0"/>
                  </a:cubicBezTo>
                  <a:close/>
                </a:path>
              </a:pathLst>
            </a:custGeom>
            <a:solidFill>
              <a:schemeClr val="accent2"/>
            </a:solidFill>
            <a:ln>
              <a:noFill/>
            </a:ln>
          </p:spPr>
          <p:txBody>
            <a:bodyPr anchorCtr="0" anchor="ctr" bIns="81275" lIns="81275" spcFirstLastPara="1" rIns="81275" wrap="square" tIns="81275">
              <a:noAutofit/>
            </a:bodyPr>
            <a:lstStyle/>
            <a:p>
              <a:pPr indent="0" lvl="0" marL="0" rtl="0" algn="l">
                <a:spcBef>
                  <a:spcPts val="0"/>
                </a:spcBef>
                <a:spcAft>
                  <a:spcPts val="0"/>
                </a:spcAft>
                <a:buNone/>
              </a:pPr>
              <a:r>
                <a:t/>
              </a:r>
              <a:endParaRPr/>
            </a:p>
          </p:txBody>
        </p:sp>
        <p:sp>
          <p:nvSpPr>
            <p:cNvPr id="1990" name="Google Shape;1990;p45"/>
            <p:cNvSpPr/>
            <p:nvPr/>
          </p:nvSpPr>
          <p:spPr>
            <a:xfrm>
              <a:off x="242380" y="1396967"/>
              <a:ext cx="27830" cy="20752"/>
            </a:xfrm>
            <a:custGeom>
              <a:rect b="b" l="l" r="r" t="t"/>
              <a:pathLst>
                <a:path extrusionOk="0" h="560" w="751">
                  <a:moveTo>
                    <a:pt x="86" y="1"/>
                  </a:moveTo>
                  <a:cubicBezTo>
                    <a:pt x="20" y="1"/>
                    <a:pt x="0" y="115"/>
                    <a:pt x="75" y="145"/>
                  </a:cubicBezTo>
                  <a:cubicBezTo>
                    <a:pt x="280" y="229"/>
                    <a:pt x="462" y="365"/>
                    <a:pt x="605" y="536"/>
                  </a:cubicBezTo>
                  <a:cubicBezTo>
                    <a:pt x="619" y="552"/>
                    <a:pt x="635" y="559"/>
                    <a:pt x="651" y="559"/>
                  </a:cubicBezTo>
                  <a:cubicBezTo>
                    <a:pt x="703" y="559"/>
                    <a:pt x="751" y="488"/>
                    <a:pt x="706" y="435"/>
                  </a:cubicBezTo>
                  <a:cubicBezTo>
                    <a:pt x="545" y="243"/>
                    <a:pt x="343" y="100"/>
                    <a:pt x="113" y="6"/>
                  </a:cubicBezTo>
                  <a:cubicBezTo>
                    <a:pt x="104" y="3"/>
                    <a:pt x="95" y="1"/>
                    <a:pt x="86" y="1"/>
                  </a:cubicBezTo>
                  <a:close/>
                </a:path>
              </a:pathLst>
            </a:custGeom>
            <a:solidFill>
              <a:schemeClr val="accent2"/>
            </a:solidFill>
            <a:ln>
              <a:noFill/>
            </a:ln>
          </p:spPr>
          <p:txBody>
            <a:bodyPr anchorCtr="0" anchor="ctr" bIns="81275" lIns="81275" spcFirstLastPara="1" rIns="81275" wrap="square" tIns="81275">
              <a:noAutofit/>
            </a:bodyPr>
            <a:lstStyle/>
            <a:p>
              <a:pPr indent="0" lvl="0" marL="0" rtl="0" algn="l">
                <a:spcBef>
                  <a:spcPts val="0"/>
                </a:spcBef>
                <a:spcAft>
                  <a:spcPts val="0"/>
                </a:spcAft>
                <a:buNone/>
              </a:pPr>
              <a:r>
                <a:t/>
              </a:r>
              <a:endParaRPr/>
            </a:p>
          </p:txBody>
        </p:sp>
        <p:sp>
          <p:nvSpPr>
            <p:cNvPr id="1991" name="Google Shape;1991;p45"/>
            <p:cNvSpPr/>
            <p:nvPr/>
          </p:nvSpPr>
          <p:spPr>
            <a:xfrm>
              <a:off x="282662" y="1286498"/>
              <a:ext cx="82601" cy="50843"/>
            </a:xfrm>
            <a:custGeom>
              <a:rect b="b" l="l" r="r" t="t"/>
              <a:pathLst>
                <a:path extrusionOk="0" h="1372" w="2229">
                  <a:moveTo>
                    <a:pt x="2145" y="1"/>
                  </a:moveTo>
                  <a:cubicBezTo>
                    <a:pt x="2142" y="1"/>
                    <a:pt x="2140" y="1"/>
                    <a:pt x="2138" y="1"/>
                  </a:cubicBezTo>
                  <a:cubicBezTo>
                    <a:pt x="1277" y="77"/>
                    <a:pt x="504" y="541"/>
                    <a:pt x="37" y="1266"/>
                  </a:cubicBezTo>
                  <a:cubicBezTo>
                    <a:pt x="0" y="1319"/>
                    <a:pt x="51" y="1371"/>
                    <a:pt x="101" y="1371"/>
                  </a:cubicBezTo>
                  <a:cubicBezTo>
                    <a:pt x="123" y="1371"/>
                    <a:pt x="144" y="1362"/>
                    <a:pt x="158" y="1339"/>
                  </a:cubicBezTo>
                  <a:cubicBezTo>
                    <a:pt x="597" y="656"/>
                    <a:pt x="1329" y="213"/>
                    <a:pt x="2138" y="144"/>
                  </a:cubicBezTo>
                  <a:cubicBezTo>
                    <a:pt x="2226" y="137"/>
                    <a:pt x="2228" y="1"/>
                    <a:pt x="2145" y="1"/>
                  </a:cubicBezTo>
                  <a:close/>
                </a:path>
              </a:pathLst>
            </a:custGeom>
            <a:solidFill>
              <a:schemeClr val="accent2"/>
            </a:solidFill>
            <a:ln>
              <a:noFill/>
            </a:ln>
          </p:spPr>
          <p:txBody>
            <a:bodyPr anchorCtr="0" anchor="ctr" bIns="81275" lIns="81275" spcFirstLastPara="1" rIns="81275" wrap="square" tIns="81275">
              <a:noAutofit/>
            </a:bodyPr>
            <a:lstStyle/>
            <a:p>
              <a:pPr indent="0" lvl="0" marL="0" rtl="0" algn="l">
                <a:spcBef>
                  <a:spcPts val="0"/>
                </a:spcBef>
                <a:spcAft>
                  <a:spcPts val="0"/>
                </a:spcAft>
                <a:buNone/>
              </a:pPr>
              <a:r>
                <a:t/>
              </a:r>
              <a:endParaRPr/>
            </a:p>
          </p:txBody>
        </p:sp>
        <p:sp>
          <p:nvSpPr>
            <p:cNvPr id="1992" name="Google Shape;1992;p45"/>
            <p:cNvSpPr/>
            <p:nvPr/>
          </p:nvSpPr>
          <p:spPr>
            <a:xfrm>
              <a:off x="-48521" y="2108063"/>
              <a:ext cx="385139" cy="121215"/>
            </a:xfrm>
            <a:custGeom>
              <a:rect b="b" l="l" r="r" t="t"/>
              <a:pathLst>
                <a:path extrusionOk="0" h="3271" w="10393">
                  <a:moveTo>
                    <a:pt x="10296" y="0"/>
                  </a:moveTo>
                  <a:cubicBezTo>
                    <a:pt x="10275" y="0"/>
                    <a:pt x="10254" y="11"/>
                    <a:pt x="10242" y="37"/>
                  </a:cubicBezTo>
                  <a:cubicBezTo>
                    <a:pt x="9605" y="1333"/>
                    <a:pt x="8162" y="1925"/>
                    <a:pt x="6800" y="2089"/>
                  </a:cubicBezTo>
                  <a:cubicBezTo>
                    <a:pt x="6217" y="2160"/>
                    <a:pt x="5631" y="2171"/>
                    <a:pt x="5045" y="2171"/>
                  </a:cubicBezTo>
                  <a:cubicBezTo>
                    <a:pt x="4801" y="2171"/>
                    <a:pt x="4558" y="2169"/>
                    <a:pt x="4315" y="2169"/>
                  </a:cubicBezTo>
                  <a:cubicBezTo>
                    <a:pt x="3614" y="2169"/>
                    <a:pt x="2915" y="2184"/>
                    <a:pt x="2221" y="2298"/>
                  </a:cubicBezTo>
                  <a:cubicBezTo>
                    <a:pt x="1451" y="2424"/>
                    <a:pt x="702" y="2678"/>
                    <a:pt x="60" y="3135"/>
                  </a:cubicBezTo>
                  <a:cubicBezTo>
                    <a:pt x="1" y="3178"/>
                    <a:pt x="37" y="3271"/>
                    <a:pt x="95" y="3271"/>
                  </a:cubicBezTo>
                  <a:cubicBezTo>
                    <a:pt x="107" y="3271"/>
                    <a:pt x="121" y="3267"/>
                    <a:pt x="134" y="3257"/>
                  </a:cubicBezTo>
                  <a:cubicBezTo>
                    <a:pt x="1397" y="2359"/>
                    <a:pt x="2868" y="2300"/>
                    <a:pt x="4358" y="2300"/>
                  </a:cubicBezTo>
                  <a:cubicBezTo>
                    <a:pt x="4584" y="2300"/>
                    <a:pt x="4810" y="2301"/>
                    <a:pt x="5037" y="2301"/>
                  </a:cubicBezTo>
                  <a:cubicBezTo>
                    <a:pt x="6376" y="2301"/>
                    <a:pt x="7708" y="2254"/>
                    <a:pt x="8897" y="1594"/>
                  </a:cubicBezTo>
                  <a:cubicBezTo>
                    <a:pt x="9518" y="1250"/>
                    <a:pt x="10047" y="751"/>
                    <a:pt x="10364" y="110"/>
                  </a:cubicBezTo>
                  <a:cubicBezTo>
                    <a:pt x="10393" y="52"/>
                    <a:pt x="10343" y="0"/>
                    <a:pt x="10296" y="0"/>
                  </a:cubicBezTo>
                  <a:close/>
                </a:path>
              </a:pathLst>
            </a:custGeom>
            <a:solidFill>
              <a:schemeClr val="accent2"/>
            </a:solidFill>
            <a:ln>
              <a:noFill/>
            </a:ln>
          </p:spPr>
          <p:txBody>
            <a:bodyPr anchorCtr="0" anchor="ctr" bIns="81275" lIns="81275" spcFirstLastPara="1" rIns="81275" wrap="square" tIns="81275">
              <a:noAutofit/>
            </a:bodyPr>
            <a:lstStyle/>
            <a:p>
              <a:pPr indent="0" lvl="0" marL="0" rtl="0" algn="l">
                <a:spcBef>
                  <a:spcPts val="0"/>
                </a:spcBef>
                <a:spcAft>
                  <a:spcPts val="0"/>
                </a:spcAft>
                <a:buNone/>
              </a:pPr>
              <a:r>
                <a:t/>
              </a:r>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6" name="Shape 1996"/>
        <p:cNvGrpSpPr/>
        <p:nvPr/>
      </p:nvGrpSpPr>
      <p:grpSpPr>
        <a:xfrm>
          <a:off x="0" y="0"/>
          <a:ext cx="0" cy="0"/>
          <a:chOff x="0" y="0"/>
          <a:chExt cx="0" cy="0"/>
        </a:xfrm>
      </p:grpSpPr>
      <p:sp>
        <p:nvSpPr>
          <p:cNvPr id="1997" name="Google Shape;1997;p46"/>
          <p:cNvSpPr txBox="1"/>
          <p:nvPr>
            <p:ph type="title"/>
          </p:nvPr>
        </p:nvSpPr>
        <p:spPr>
          <a:xfrm>
            <a:off x="720000" y="535000"/>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Impact</a:t>
            </a:r>
            <a:endParaRPr/>
          </a:p>
        </p:txBody>
      </p:sp>
      <p:sp>
        <p:nvSpPr>
          <p:cNvPr id="1998" name="Google Shape;1998;p46"/>
          <p:cNvSpPr txBox="1"/>
          <p:nvPr>
            <p:ph idx="1" type="subTitle"/>
          </p:nvPr>
        </p:nvSpPr>
        <p:spPr>
          <a:xfrm>
            <a:off x="1443175" y="1716750"/>
            <a:ext cx="2907600" cy="43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Positive(s)</a:t>
            </a:r>
            <a:endParaRPr/>
          </a:p>
        </p:txBody>
      </p:sp>
      <p:sp>
        <p:nvSpPr>
          <p:cNvPr id="1999" name="Google Shape;1999;p46"/>
          <p:cNvSpPr txBox="1"/>
          <p:nvPr>
            <p:ph idx="2" type="subTitle"/>
          </p:nvPr>
        </p:nvSpPr>
        <p:spPr>
          <a:xfrm>
            <a:off x="4793250" y="1716750"/>
            <a:ext cx="2907600" cy="43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Negative(s)</a:t>
            </a:r>
            <a:endParaRPr/>
          </a:p>
        </p:txBody>
      </p:sp>
      <p:sp>
        <p:nvSpPr>
          <p:cNvPr id="2000" name="Google Shape;2000;p46"/>
          <p:cNvSpPr txBox="1"/>
          <p:nvPr>
            <p:ph idx="3" type="subTitle"/>
          </p:nvPr>
        </p:nvSpPr>
        <p:spPr>
          <a:xfrm>
            <a:off x="1048850" y="2277275"/>
            <a:ext cx="3302100" cy="2076600"/>
          </a:xfrm>
          <a:prstGeom prst="rect">
            <a:avLst/>
          </a:prstGeom>
        </p:spPr>
        <p:txBody>
          <a:bodyPr anchorCtr="0" anchor="t" bIns="91425" lIns="91425" spcFirstLastPara="1" rIns="91425" wrap="square" tIns="91425">
            <a:noAutofit/>
          </a:bodyPr>
          <a:lstStyle/>
          <a:p>
            <a:pPr indent="-317500" lvl="0" marL="457200" rtl="0" algn="l">
              <a:lnSpc>
                <a:spcPct val="115000"/>
              </a:lnSpc>
              <a:spcBef>
                <a:spcPts val="0"/>
              </a:spcBef>
              <a:spcAft>
                <a:spcPts val="0"/>
              </a:spcAft>
              <a:buClr>
                <a:schemeClr val="dk1"/>
              </a:buClr>
              <a:buSzPts val="1400"/>
              <a:buFont typeface="Karla"/>
              <a:buChar char="●"/>
            </a:pPr>
            <a:r>
              <a:rPr lang="en" sz="1700"/>
              <a:t>Cost effective and time efficient. </a:t>
            </a:r>
            <a:endParaRPr sz="1700"/>
          </a:p>
          <a:p>
            <a:pPr indent="-336550" lvl="0" marL="457200" rtl="0" algn="l">
              <a:lnSpc>
                <a:spcPct val="115000"/>
              </a:lnSpc>
              <a:spcBef>
                <a:spcPts val="0"/>
              </a:spcBef>
              <a:spcAft>
                <a:spcPts val="0"/>
              </a:spcAft>
              <a:buSzPts val="1700"/>
              <a:buChar char="●"/>
            </a:pPr>
            <a:r>
              <a:rPr lang="en" sz="1700"/>
              <a:t>Model accuracy and </a:t>
            </a:r>
            <a:r>
              <a:rPr lang="en" sz="1700"/>
              <a:t>anomaly</a:t>
            </a:r>
            <a:r>
              <a:rPr lang="en" sz="1700"/>
              <a:t> detection </a:t>
            </a:r>
            <a:r>
              <a:rPr lang="en" sz="1700"/>
              <a:t>rate</a:t>
            </a:r>
            <a:r>
              <a:rPr lang="en" sz="1700"/>
              <a:t>.</a:t>
            </a:r>
            <a:endParaRPr sz="1700"/>
          </a:p>
          <a:p>
            <a:pPr indent="-336550" lvl="0" marL="457200" rtl="0" algn="l">
              <a:lnSpc>
                <a:spcPct val="115000"/>
              </a:lnSpc>
              <a:spcBef>
                <a:spcPts val="0"/>
              </a:spcBef>
              <a:spcAft>
                <a:spcPts val="0"/>
              </a:spcAft>
              <a:buSzPts val="1700"/>
              <a:buChar char="●"/>
            </a:pPr>
            <a:r>
              <a:rPr lang="en" sz="1700"/>
              <a:t>Scalability.</a:t>
            </a:r>
            <a:endParaRPr sz="1700"/>
          </a:p>
          <a:p>
            <a:pPr indent="0" lvl="0" marL="457200" rtl="0" algn="l">
              <a:lnSpc>
                <a:spcPct val="115000"/>
              </a:lnSpc>
              <a:spcBef>
                <a:spcPts val="0"/>
              </a:spcBef>
              <a:spcAft>
                <a:spcPts val="0"/>
              </a:spcAft>
              <a:buNone/>
            </a:pPr>
            <a:r>
              <a:t/>
            </a:r>
            <a:endParaRPr sz="1700"/>
          </a:p>
        </p:txBody>
      </p:sp>
      <p:grpSp>
        <p:nvGrpSpPr>
          <p:cNvPr id="2001" name="Google Shape;2001;p46"/>
          <p:cNvGrpSpPr/>
          <p:nvPr/>
        </p:nvGrpSpPr>
        <p:grpSpPr>
          <a:xfrm flipH="1" rot="-1999179">
            <a:off x="8619849" y="1648597"/>
            <a:ext cx="434060" cy="457810"/>
            <a:chOff x="1369189" y="306367"/>
            <a:chExt cx="340667" cy="359315"/>
          </a:xfrm>
        </p:grpSpPr>
        <p:sp>
          <p:nvSpPr>
            <p:cNvPr id="2002" name="Google Shape;2002;p46"/>
            <p:cNvSpPr/>
            <p:nvPr/>
          </p:nvSpPr>
          <p:spPr>
            <a:xfrm>
              <a:off x="1369189" y="306367"/>
              <a:ext cx="340667" cy="359315"/>
            </a:xfrm>
            <a:custGeom>
              <a:rect b="b" l="l" r="r" t="t"/>
              <a:pathLst>
                <a:path extrusionOk="0" h="8767" w="8312">
                  <a:moveTo>
                    <a:pt x="4155" y="0"/>
                  </a:moveTo>
                  <a:lnTo>
                    <a:pt x="4134" y="10"/>
                  </a:lnTo>
                  <a:lnTo>
                    <a:pt x="1" y="1728"/>
                  </a:lnTo>
                  <a:cubicBezTo>
                    <a:pt x="1" y="6345"/>
                    <a:pt x="3688" y="8512"/>
                    <a:pt x="4134" y="8756"/>
                  </a:cubicBezTo>
                  <a:cubicBezTo>
                    <a:pt x="4140" y="8760"/>
                    <a:pt x="4148" y="8767"/>
                    <a:pt x="4155" y="8767"/>
                  </a:cubicBezTo>
                  <a:cubicBezTo>
                    <a:pt x="4161" y="8767"/>
                    <a:pt x="4169" y="8760"/>
                    <a:pt x="4176" y="8756"/>
                  </a:cubicBezTo>
                  <a:cubicBezTo>
                    <a:pt x="4621" y="8512"/>
                    <a:pt x="8312" y="6345"/>
                    <a:pt x="8312" y="1728"/>
                  </a:cubicBezTo>
                  <a:lnTo>
                    <a:pt x="4176" y="10"/>
                  </a:lnTo>
                  <a:lnTo>
                    <a:pt x="415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3" name="Google Shape;2003;p46"/>
            <p:cNvSpPr/>
            <p:nvPr/>
          </p:nvSpPr>
          <p:spPr>
            <a:xfrm>
              <a:off x="1394354" y="331614"/>
              <a:ext cx="290379" cy="306773"/>
            </a:xfrm>
            <a:custGeom>
              <a:rect b="b" l="l" r="r" t="t"/>
              <a:pathLst>
                <a:path extrusionOk="0" h="7485" w="7085">
                  <a:moveTo>
                    <a:pt x="3541" y="0"/>
                  </a:moveTo>
                  <a:lnTo>
                    <a:pt x="1" y="1475"/>
                  </a:lnTo>
                  <a:cubicBezTo>
                    <a:pt x="161" y="5000"/>
                    <a:pt x="2642" y="6906"/>
                    <a:pt x="3541" y="7485"/>
                  </a:cubicBezTo>
                  <a:cubicBezTo>
                    <a:pt x="4440" y="6906"/>
                    <a:pt x="6924" y="5000"/>
                    <a:pt x="7085" y="1475"/>
                  </a:cubicBezTo>
                  <a:lnTo>
                    <a:pt x="3541"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4" name="Google Shape;2004;p46"/>
            <p:cNvSpPr/>
            <p:nvPr/>
          </p:nvSpPr>
          <p:spPr>
            <a:xfrm>
              <a:off x="1459356" y="398174"/>
              <a:ext cx="158571" cy="147300"/>
            </a:xfrm>
            <a:custGeom>
              <a:rect b="b" l="l" r="r" t="t"/>
              <a:pathLst>
                <a:path extrusionOk="0" h="3594" w="3869">
                  <a:moveTo>
                    <a:pt x="1342" y="0"/>
                  </a:moveTo>
                  <a:lnTo>
                    <a:pt x="1342" y="1247"/>
                  </a:lnTo>
                  <a:lnTo>
                    <a:pt x="0" y="1247"/>
                  </a:lnTo>
                  <a:lnTo>
                    <a:pt x="0" y="2345"/>
                  </a:lnTo>
                  <a:lnTo>
                    <a:pt x="1342" y="2345"/>
                  </a:lnTo>
                  <a:lnTo>
                    <a:pt x="1342" y="3593"/>
                  </a:lnTo>
                  <a:lnTo>
                    <a:pt x="2522" y="3593"/>
                  </a:lnTo>
                  <a:lnTo>
                    <a:pt x="2522" y="2345"/>
                  </a:lnTo>
                  <a:lnTo>
                    <a:pt x="3868" y="2345"/>
                  </a:lnTo>
                  <a:lnTo>
                    <a:pt x="3868" y="1247"/>
                  </a:lnTo>
                  <a:lnTo>
                    <a:pt x="2522" y="1247"/>
                  </a:lnTo>
                  <a:lnTo>
                    <a:pt x="252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05" name="Google Shape;2005;p46"/>
          <p:cNvGrpSpPr/>
          <p:nvPr/>
        </p:nvGrpSpPr>
        <p:grpSpPr>
          <a:xfrm flipH="1" rot="737414">
            <a:off x="104994" y="2134979"/>
            <a:ext cx="476862" cy="406801"/>
            <a:chOff x="682975" y="237527"/>
            <a:chExt cx="348700" cy="297469"/>
          </a:xfrm>
        </p:grpSpPr>
        <p:sp>
          <p:nvSpPr>
            <p:cNvPr id="2006" name="Google Shape;2006;p46"/>
            <p:cNvSpPr/>
            <p:nvPr/>
          </p:nvSpPr>
          <p:spPr>
            <a:xfrm>
              <a:off x="682975" y="237527"/>
              <a:ext cx="348700" cy="297469"/>
            </a:xfrm>
            <a:custGeom>
              <a:rect b="b" l="l" r="r" t="t"/>
              <a:pathLst>
                <a:path extrusionOk="0" h="7258" w="8508">
                  <a:moveTo>
                    <a:pt x="2187" y="0"/>
                  </a:moveTo>
                  <a:cubicBezTo>
                    <a:pt x="1033" y="0"/>
                    <a:pt x="0" y="1009"/>
                    <a:pt x="108" y="2418"/>
                  </a:cubicBezTo>
                  <a:cubicBezTo>
                    <a:pt x="250" y="4265"/>
                    <a:pt x="2850" y="6390"/>
                    <a:pt x="3863" y="7129"/>
                  </a:cubicBezTo>
                  <a:cubicBezTo>
                    <a:pt x="3980" y="7215"/>
                    <a:pt x="4117" y="7257"/>
                    <a:pt x="4254" y="7257"/>
                  </a:cubicBezTo>
                  <a:cubicBezTo>
                    <a:pt x="4390" y="7257"/>
                    <a:pt x="4527" y="7215"/>
                    <a:pt x="4644" y="7129"/>
                  </a:cubicBezTo>
                  <a:cubicBezTo>
                    <a:pt x="5658" y="6390"/>
                    <a:pt x="8257" y="4265"/>
                    <a:pt x="8400" y="2418"/>
                  </a:cubicBezTo>
                  <a:cubicBezTo>
                    <a:pt x="8507" y="1009"/>
                    <a:pt x="7475" y="0"/>
                    <a:pt x="6320" y="0"/>
                  </a:cubicBezTo>
                  <a:cubicBezTo>
                    <a:pt x="5596" y="0"/>
                    <a:pt x="4823" y="397"/>
                    <a:pt x="4254" y="1341"/>
                  </a:cubicBezTo>
                  <a:cubicBezTo>
                    <a:pt x="3684" y="397"/>
                    <a:pt x="2912" y="0"/>
                    <a:pt x="218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7" name="Google Shape;2007;p46"/>
            <p:cNvSpPr/>
            <p:nvPr/>
          </p:nvSpPr>
          <p:spPr>
            <a:xfrm>
              <a:off x="712771" y="325767"/>
              <a:ext cx="289108" cy="126726"/>
            </a:xfrm>
            <a:custGeom>
              <a:rect b="b" l="l" r="r" t="t"/>
              <a:pathLst>
                <a:path extrusionOk="0" h="3092" w="7054">
                  <a:moveTo>
                    <a:pt x="5896" y="0"/>
                  </a:moveTo>
                  <a:cubicBezTo>
                    <a:pt x="5865" y="0"/>
                    <a:pt x="5837" y="21"/>
                    <a:pt x="5823" y="52"/>
                  </a:cubicBezTo>
                  <a:lnTo>
                    <a:pt x="5614" y="583"/>
                  </a:lnTo>
                  <a:lnTo>
                    <a:pt x="5265" y="583"/>
                  </a:lnTo>
                  <a:lnTo>
                    <a:pt x="5067" y="77"/>
                  </a:lnTo>
                  <a:cubicBezTo>
                    <a:pt x="5053" y="49"/>
                    <a:pt x="5025" y="28"/>
                    <a:pt x="4994" y="28"/>
                  </a:cubicBezTo>
                  <a:cubicBezTo>
                    <a:pt x="4958" y="28"/>
                    <a:pt x="4931" y="49"/>
                    <a:pt x="4917" y="77"/>
                  </a:cubicBezTo>
                  <a:lnTo>
                    <a:pt x="4377" y="1450"/>
                  </a:lnTo>
                  <a:lnTo>
                    <a:pt x="4101" y="750"/>
                  </a:lnTo>
                  <a:cubicBezTo>
                    <a:pt x="4088" y="721"/>
                    <a:pt x="4060" y="700"/>
                    <a:pt x="4025" y="700"/>
                  </a:cubicBezTo>
                  <a:cubicBezTo>
                    <a:pt x="3993" y="700"/>
                    <a:pt x="3966" y="721"/>
                    <a:pt x="3955" y="750"/>
                  </a:cubicBezTo>
                  <a:lnTo>
                    <a:pt x="3147" y="2799"/>
                  </a:lnTo>
                  <a:lnTo>
                    <a:pt x="2332" y="736"/>
                  </a:lnTo>
                  <a:cubicBezTo>
                    <a:pt x="2321" y="704"/>
                    <a:pt x="2290" y="683"/>
                    <a:pt x="2258" y="683"/>
                  </a:cubicBezTo>
                  <a:lnTo>
                    <a:pt x="1927" y="683"/>
                  </a:lnTo>
                  <a:lnTo>
                    <a:pt x="1705" y="115"/>
                  </a:lnTo>
                  <a:cubicBezTo>
                    <a:pt x="1690" y="84"/>
                    <a:pt x="1663" y="63"/>
                    <a:pt x="1631" y="63"/>
                  </a:cubicBezTo>
                  <a:cubicBezTo>
                    <a:pt x="1597" y="63"/>
                    <a:pt x="1568" y="84"/>
                    <a:pt x="1558" y="115"/>
                  </a:cubicBezTo>
                  <a:lnTo>
                    <a:pt x="1293" y="781"/>
                  </a:lnTo>
                  <a:lnTo>
                    <a:pt x="84" y="781"/>
                  </a:lnTo>
                  <a:cubicBezTo>
                    <a:pt x="39" y="781"/>
                    <a:pt x="0" y="823"/>
                    <a:pt x="8" y="871"/>
                  </a:cubicBezTo>
                  <a:cubicBezTo>
                    <a:pt x="15" y="909"/>
                    <a:pt x="50" y="938"/>
                    <a:pt x="87" y="938"/>
                  </a:cubicBezTo>
                  <a:lnTo>
                    <a:pt x="1349" y="938"/>
                  </a:lnTo>
                  <a:cubicBezTo>
                    <a:pt x="1380" y="938"/>
                    <a:pt x="1409" y="917"/>
                    <a:pt x="1419" y="889"/>
                  </a:cubicBezTo>
                  <a:lnTo>
                    <a:pt x="1631" y="359"/>
                  </a:lnTo>
                  <a:lnTo>
                    <a:pt x="1802" y="792"/>
                  </a:lnTo>
                  <a:cubicBezTo>
                    <a:pt x="1812" y="823"/>
                    <a:pt x="1843" y="843"/>
                    <a:pt x="1875" y="843"/>
                  </a:cubicBezTo>
                  <a:lnTo>
                    <a:pt x="2206" y="843"/>
                  </a:lnTo>
                  <a:lnTo>
                    <a:pt x="3074" y="3039"/>
                  </a:lnTo>
                  <a:cubicBezTo>
                    <a:pt x="3084" y="3070"/>
                    <a:pt x="3112" y="3091"/>
                    <a:pt x="3147" y="3091"/>
                  </a:cubicBezTo>
                  <a:cubicBezTo>
                    <a:pt x="3178" y="3091"/>
                    <a:pt x="3207" y="3070"/>
                    <a:pt x="3220" y="3039"/>
                  </a:cubicBezTo>
                  <a:lnTo>
                    <a:pt x="4025" y="993"/>
                  </a:lnTo>
                  <a:lnTo>
                    <a:pt x="4304" y="1694"/>
                  </a:lnTo>
                  <a:cubicBezTo>
                    <a:pt x="4315" y="1725"/>
                    <a:pt x="4346" y="1746"/>
                    <a:pt x="4377" y="1746"/>
                  </a:cubicBezTo>
                  <a:cubicBezTo>
                    <a:pt x="4408" y="1746"/>
                    <a:pt x="4436" y="1725"/>
                    <a:pt x="4450" y="1694"/>
                  </a:cubicBezTo>
                  <a:lnTo>
                    <a:pt x="4994" y="321"/>
                  </a:lnTo>
                  <a:lnTo>
                    <a:pt x="5137" y="690"/>
                  </a:lnTo>
                  <a:cubicBezTo>
                    <a:pt x="5151" y="718"/>
                    <a:pt x="5178" y="739"/>
                    <a:pt x="5209" y="739"/>
                  </a:cubicBezTo>
                  <a:lnTo>
                    <a:pt x="5666" y="739"/>
                  </a:lnTo>
                  <a:cubicBezTo>
                    <a:pt x="5701" y="739"/>
                    <a:pt x="5729" y="718"/>
                    <a:pt x="5740" y="690"/>
                  </a:cubicBezTo>
                  <a:lnTo>
                    <a:pt x="5896" y="293"/>
                  </a:lnTo>
                  <a:lnTo>
                    <a:pt x="6092" y="787"/>
                  </a:lnTo>
                  <a:lnTo>
                    <a:pt x="6129" y="882"/>
                  </a:lnTo>
                  <a:cubicBezTo>
                    <a:pt x="6143" y="917"/>
                    <a:pt x="6175" y="938"/>
                    <a:pt x="6210" y="938"/>
                  </a:cubicBezTo>
                  <a:lnTo>
                    <a:pt x="6966" y="938"/>
                  </a:lnTo>
                  <a:cubicBezTo>
                    <a:pt x="7004" y="938"/>
                    <a:pt x="7039" y="909"/>
                    <a:pt x="7046" y="871"/>
                  </a:cubicBezTo>
                  <a:cubicBezTo>
                    <a:pt x="7053" y="823"/>
                    <a:pt x="7018" y="781"/>
                    <a:pt x="6970" y="781"/>
                  </a:cubicBezTo>
                  <a:lnTo>
                    <a:pt x="6259" y="781"/>
                  </a:lnTo>
                  <a:lnTo>
                    <a:pt x="5970" y="52"/>
                  </a:lnTo>
                  <a:cubicBezTo>
                    <a:pt x="5959" y="21"/>
                    <a:pt x="5928" y="0"/>
                    <a:pt x="589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08" name="Google Shape;2008;p46"/>
          <p:cNvGrpSpPr/>
          <p:nvPr/>
        </p:nvGrpSpPr>
        <p:grpSpPr>
          <a:xfrm rot="1794042">
            <a:off x="3471973" y="4432494"/>
            <a:ext cx="572130" cy="961524"/>
            <a:chOff x="7181190" y="176967"/>
            <a:chExt cx="285092" cy="479115"/>
          </a:xfrm>
        </p:grpSpPr>
        <p:sp>
          <p:nvSpPr>
            <p:cNvPr id="2009" name="Google Shape;2009;p46"/>
            <p:cNvSpPr/>
            <p:nvPr/>
          </p:nvSpPr>
          <p:spPr>
            <a:xfrm>
              <a:off x="7181190" y="258486"/>
              <a:ext cx="285092" cy="397595"/>
            </a:xfrm>
            <a:custGeom>
              <a:rect b="b" l="l" r="r" t="t"/>
              <a:pathLst>
                <a:path extrusionOk="0" h="9701" w="6956">
                  <a:moveTo>
                    <a:pt x="726" y="0"/>
                  </a:moveTo>
                  <a:cubicBezTo>
                    <a:pt x="335" y="0"/>
                    <a:pt x="15" y="317"/>
                    <a:pt x="15" y="711"/>
                  </a:cubicBezTo>
                  <a:lnTo>
                    <a:pt x="1" y="9684"/>
                  </a:lnTo>
                  <a:cubicBezTo>
                    <a:pt x="1239" y="9697"/>
                    <a:pt x="2476" y="9701"/>
                    <a:pt x="3713" y="9701"/>
                  </a:cubicBezTo>
                  <a:cubicBezTo>
                    <a:pt x="4788" y="9701"/>
                    <a:pt x="5864" y="9698"/>
                    <a:pt x="6942" y="9694"/>
                  </a:cubicBezTo>
                  <a:lnTo>
                    <a:pt x="6956" y="721"/>
                  </a:lnTo>
                  <a:cubicBezTo>
                    <a:pt x="6956" y="332"/>
                    <a:pt x="6639" y="11"/>
                    <a:pt x="6249" y="11"/>
                  </a:cubicBezTo>
                  <a:lnTo>
                    <a:pt x="72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0" name="Google Shape;2010;p46"/>
            <p:cNvSpPr/>
            <p:nvPr/>
          </p:nvSpPr>
          <p:spPr>
            <a:xfrm>
              <a:off x="7215330" y="300208"/>
              <a:ext cx="215704" cy="331938"/>
            </a:xfrm>
            <a:custGeom>
              <a:rect b="b" l="l" r="r" t="t"/>
              <a:pathLst>
                <a:path extrusionOk="0" h="8099" w="5263">
                  <a:moveTo>
                    <a:pt x="387" y="0"/>
                  </a:moveTo>
                  <a:cubicBezTo>
                    <a:pt x="181" y="0"/>
                    <a:pt x="12" y="170"/>
                    <a:pt x="12" y="380"/>
                  </a:cubicBezTo>
                  <a:lnTo>
                    <a:pt x="1" y="8000"/>
                  </a:lnTo>
                  <a:cubicBezTo>
                    <a:pt x="910" y="8065"/>
                    <a:pt x="1818" y="8098"/>
                    <a:pt x="2725" y="8098"/>
                  </a:cubicBezTo>
                  <a:cubicBezTo>
                    <a:pt x="3567" y="8098"/>
                    <a:pt x="4408" y="8070"/>
                    <a:pt x="5248" y="8011"/>
                  </a:cubicBezTo>
                  <a:lnTo>
                    <a:pt x="5259" y="387"/>
                  </a:lnTo>
                  <a:cubicBezTo>
                    <a:pt x="5262" y="177"/>
                    <a:pt x="5092" y="7"/>
                    <a:pt x="4879" y="7"/>
                  </a:cubicBezTo>
                  <a:lnTo>
                    <a:pt x="395" y="0"/>
                  </a:lnTo>
                  <a:cubicBezTo>
                    <a:pt x="392" y="0"/>
                    <a:pt x="390" y="0"/>
                    <a:pt x="38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1" name="Google Shape;2011;p46"/>
            <p:cNvSpPr/>
            <p:nvPr/>
          </p:nvSpPr>
          <p:spPr>
            <a:xfrm>
              <a:off x="7207215" y="176967"/>
              <a:ext cx="233983" cy="67707"/>
            </a:xfrm>
            <a:custGeom>
              <a:rect b="b" l="l" r="r" t="t"/>
              <a:pathLst>
                <a:path extrusionOk="0" h="1652" w="5709">
                  <a:moveTo>
                    <a:pt x="310" y="0"/>
                  </a:moveTo>
                  <a:cubicBezTo>
                    <a:pt x="293" y="0"/>
                    <a:pt x="279" y="0"/>
                    <a:pt x="261" y="3"/>
                  </a:cubicBezTo>
                  <a:cubicBezTo>
                    <a:pt x="115" y="24"/>
                    <a:pt x="1" y="153"/>
                    <a:pt x="1" y="306"/>
                  </a:cubicBezTo>
                  <a:lnTo>
                    <a:pt x="1" y="1641"/>
                  </a:lnTo>
                  <a:lnTo>
                    <a:pt x="5708" y="1652"/>
                  </a:lnTo>
                  <a:lnTo>
                    <a:pt x="5708" y="317"/>
                  </a:lnTo>
                  <a:cubicBezTo>
                    <a:pt x="5708" y="167"/>
                    <a:pt x="5603" y="45"/>
                    <a:pt x="5464" y="13"/>
                  </a:cubicBezTo>
                  <a:cubicBezTo>
                    <a:pt x="5443" y="10"/>
                    <a:pt x="5422" y="7"/>
                    <a:pt x="5401" y="7"/>
                  </a:cubicBezTo>
                  <a:lnTo>
                    <a:pt x="31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2" name="Google Shape;2012;p46"/>
            <p:cNvSpPr/>
            <p:nvPr/>
          </p:nvSpPr>
          <p:spPr>
            <a:xfrm>
              <a:off x="7244061" y="244182"/>
              <a:ext cx="160087" cy="14755"/>
            </a:xfrm>
            <a:custGeom>
              <a:rect b="b" l="l" r="r" t="t"/>
              <a:pathLst>
                <a:path extrusionOk="0" h="360" w="3906">
                  <a:moveTo>
                    <a:pt x="1" y="1"/>
                  </a:moveTo>
                  <a:lnTo>
                    <a:pt x="1" y="353"/>
                  </a:lnTo>
                  <a:lnTo>
                    <a:pt x="3906" y="360"/>
                  </a:lnTo>
                  <a:lnTo>
                    <a:pt x="3906" y="8"/>
                  </a:ln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3" name="Google Shape;2013;p46"/>
            <p:cNvSpPr/>
            <p:nvPr/>
          </p:nvSpPr>
          <p:spPr>
            <a:xfrm>
              <a:off x="7244061" y="244182"/>
              <a:ext cx="160087" cy="2910"/>
            </a:xfrm>
            <a:custGeom>
              <a:rect b="b" l="l" r="r" t="t"/>
              <a:pathLst>
                <a:path extrusionOk="0" h="71" w="3906">
                  <a:moveTo>
                    <a:pt x="4" y="1"/>
                  </a:moveTo>
                  <a:cubicBezTo>
                    <a:pt x="1" y="1"/>
                    <a:pt x="1" y="4"/>
                    <a:pt x="1" y="4"/>
                  </a:cubicBezTo>
                  <a:lnTo>
                    <a:pt x="1" y="67"/>
                  </a:lnTo>
                  <a:cubicBezTo>
                    <a:pt x="1" y="71"/>
                    <a:pt x="1" y="71"/>
                    <a:pt x="4" y="71"/>
                  </a:cubicBezTo>
                  <a:lnTo>
                    <a:pt x="3903" y="71"/>
                  </a:lnTo>
                  <a:cubicBezTo>
                    <a:pt x="3906" y="71"/>
                    <a:pt x="3906" y="71"/>
                    <a:pt x="3906" y="67"/>
                  </a:cubicBezTo>
                  <a:lnTo>
                    <a:pt x="3906" y="4"/>
                  </a:lnTo>
                  <a:cubicBezTo>
                    <a:pt x="3906" y="4"/>
                    <a:pt x="3906" y="1"/>
                    <a:pt x="390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4" name="Google Shape;2014;p46"/>
            <p:cNvSpPr/>
            <p:nvPr/>
          </p:nvSpPr>
          <p:spPr>
            <a:xfrm>
              <a:off x="7181354" y="395294"/>
              <a:ext cx="284805" cy="142136"/>
            </a:xfrm>
            <a:custGeom>
              <a:rect b="b" l="l" r="r" t="t"/>
              <a:pathLst>
                <a:path extrusionOk="0" h="3468" w="6949">
                  <a:moveTo>
                    <a:pt x="8" y="1"/>
                  </a:moveTo>
                  <a:lnTo>
                    <a:pt x="0" y="3457"/>
                  </a:lnTo>
                  <a:lnTo>
                    <a:pt x="6941" y="3467"/>
                  </a:lnTo>
                  <a:lnTo>
                    <a:pt x="6949" y="11"/>
                  </a:lnTo>
                  <a:lnTo>
                    <a:pt x="8"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5" name="Google Shape;2015;p46"/>
            <p:cNvSpPr/>
            <p:nvPr/>
          </p:nvSpPr>
          <p:spPr>
            <a:xfrm>
              <a:off x="7270455" y="413122"/>
              <a:ext cx="106602" cy="106479"/>
            </a:xfrm>
            <a:custGeom>
              <a:rect b="b" l="l" r="r" t="t"/>
              <a:pathLst>
                <a:path extrusionOk="0" h="2598" w="2601">
                  <a:moveTo>
                    <a:pt x="816" y="1"/>
                  </a:moveTo>
                  <a:lnTo>
                    <a:pt x="816" y="813"/>
                  </a:lnTo>
                  <a:lnTo>
                    <a:pt x="5" y="809"/>
                  </a:lnTo>
                  <a:lnTo>
                    <a:pt x="0" y="1782"/>
                  </a:lnTo>
                  <a:lnTo>
                    <a:pt x="812" y="1785"/>
                  </a:lnTo>
                  <a:lnTo>
                    <a:pt x="812" y="2597"/>
                  </a:lnTo>
                  <a:lnTo>
                    <a:pt x="1785" y="2597"/>
                  </a:lnTo>
                  <a:lnTo>
                    <a:pt x="1785" y="1785"/>
                  </a:lnTo>
                  <a:lnTo>
                    <a:pt x="2597" y="1789"/>
                  </a:lnTo>
                  <a:lnTo>
                    <a:pt x="2600" y="816"/>
                  </a:lnTo>
                  <a:lnTo>
                    <a:pt x="1788" y="813"/>
                  </a:lnTo>
                  <a:lnTo>
                    <a:pt x="1788"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16" name="Google Shape;2016;p46"/>
          <p:cNvSpPr/>
          <p:nvPr/>
        </p:nvSpPr>
        <p:spPr>
          <a:xfrm rot="-1070388">
            <a:off x="5113227" y="-197603"/>
            <a:ext cx="469230" cy="409495"/>
          </a:xfrm>
          <a:custGeom>
            <a:rect b="b" l="l" r="r" t="t"/>
            <a:pathLst>
              <a:path extrusionOk="0" h="3078" w="3527">
                <a:moveTo>
                  <a:pt x="1764" y="380"/>
                </a:moveTo>
                <a:lnTo>
                  <a:pt x="3174" y="2823"/>
                </a:lnTo>
                <a:lnTo>
                  <a:pt x="352" y="2823"/>
                </a:lnTo>
                <a:lnTo>
                  <a:pt x="1764" y="380"/>
                </a:lnTo>
                <a:close/>
                <a:moveTo>
                  <a:pt x="1764" y="1"/>
                </a:moveTo>
                <a:cubicBezTo>
                  <a:pt x="1719" y="1"/>
                  <a:pt x="1677" y="25"/>
                  <a:pt x="1652" y="63"/>
                </a:cubicBezTo>
                <a:lnTo>
                  <a:pt x="22" y="2886"/>
                </a:lnTo>
                <a:cubicBezTo>
                  <a:pt x="1" y="2928"/>
                  <a:pt x="1" y="2976"/>
                  <a:pt x="22" y="3015"/>
                </a:cubicBezTo>
                <a:cubicBezTo>
                  <a:pt x="46" y="3053"/>
                  <a:pt x="88" y="3077"/>
                  <a:pt x="133" y="3077"/>
                </a:cubicBezTo>
                <a:lnTo>
                  <a:pt x="3394" y="3077"/>
                </a:lnTo>
                <a:cubicBezTo>
                  <a:pt x="3440" y="3077"/>
                  <a:pt x="3481" y="3053"/>
                  <a:pt x="3506" y="3015"/>
                </a:cubicBezTo>
                <a:cubicBezTo>
                  <a:pt x="3526" y="2976"/>
                  <a:pt x="3526" y="2928"/>
                  <a:pt x="3506" y="2886"/>
                </a:cubicBezTo>
                <a:lnTo>
                  <a:pt x="1875" y="63"/>
                </a:lnTo>
                <a:cubicBezTo>
                  <a:pt x="1851" y="25"/>
                  <a:pt x="1809" y="1"/>
                  <a:pt x="176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7" name="Google Shape;2017;p46"/>
          <p:cNvSpPr txBox="1"/>
          <p:nvPr>
            <p:ph idx="3" type="subTitle"/>
          </p:nvPr>
        </p:nvSpPr>
        <p:spPr>
          <a:xfrm>
            <a:off x="4793250" y="2277275"/>
            <a:ext cx="3241500" cy="2076600"/>
          </a:xfrm>
          <a:prstGeom prst="rect">
            <a:avLst/>
          </a:prstGeom>
        </p:spPr>
        <p:txBody>
          <a:bodyPr anchorCtr="0" anchor="t" bIns="91425" lIns="91425" spcFirstLastPara="1" rIns="91425" wrap="square" tIns="91425">
            <a:noAutofit/>
          </a:bodyPr>
          <a:lstStyle/>
          <a:p>
            <a:pPr indent="-317500" lvl="0" marL="457200" rtl="0" algn="l">
              <a:lnSpc>
                <a:spcPct val="115000"/>
              </a:lnSpc>
              <a:spcBef>
                <a:spcPts val="0"/>
              </a:spcBef>
              <a:spcAft>
                <a:spcPts val="0"/>
              </a:spcAft>
              <a:buClr>
                <a:schemeClr val="dk1"/>
              </a:buClr>
              <a:buSzPts val="1400"/>
              <a:buFont typeface="Karla"/>
              <a:buChar char="●"/>
            </a:pPr>
            <a:r>
              <a:rPr lang="en" sz="1700"/>
              <a:t>Favoritism to Insurers.</a:t>
            </a:r>
            <a:endParaRPr sz="1700"/>
          </a:p>
          <a:p>
            <a:pPr indent="-317500" lvl="0" marL="457200" rtl="0" algn="l">
              <a:lnSpc>
                <a:spcPct val="115000"/>
              </a:lnSpc>
              <a:spcBef>
                <a:spcPts val="0"/>
              </a:spcBef>
              <a:spcAft>
                <a:spcPts val="0"/>
              </a:spcAft>
              <a:buClr>
                <a:schemeClr val="dk1"/>
              </a:buClr>
              <a:buSzPts val="1400"/>
              <a:buFont typeface="Karla"/>
              <a:buChar char="●"/>
            </a:pPr>
            <a:r>
              <a:rPr lang="en" sz="1700"/>
              <a:t>Model performance (run time).</a:t>
            </a:r>
            <a:endParaRPr sz="17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1" name="Shape 2021"/>
        <p:cNvGrpSpPr/>
        <p:nvPr/>
      </p:nvGrpSpPr>
      <p:grpSpPr>
        <a:xfrm>
          <a:off x="0" y="0"/>
          <a:ext cx="0" cy="0"/>
          <a:chOff x="0" y="0"/>
          <a:chExt cx="0" cy="0"/>
        </a:xfrm>
      </p:grpSpPr>
      <p:sp>
        <p:nvSpPr>
          <p:cNvPr id="2022" name="Google Shape;2022;p47"/>
          <p:cNvSpPr txBox="1"/>
          <p:nvPr>
            <p:ph type="title"/>
          </p:nvPr>
        </p:nvSpPr>
        <p:spPr>
          <a:xfrm>
            <a:off x="720000" y="535000"/>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Essential Question</a:t>
            </a:r>
            <a:endParaRPr/>
          </a:p>
        </p:txBody>
      </p:sp>
      <p:sp>
        <p:nvSpPr>
          <p:cNvPr id="2023" name="Google Shape;2023;p47"/>
          <p:cNvSpPr txBox="1"/>
          <p:nvPr>
            <p:ph idx="1" type="body"/>
          </p:nvPr>
        </p:nvSpPr>
        <p:spPr>
          <a:xfrm>
            <a:off x="720000" y="2117500"/>
            <a:ext cx="3882900" cy="2261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rgbClr val="000000"/>
                </a:solidFill>
              </a:rPr>
              <a:t>In the process of creating Machine Learning solutions for the Health Insurance Industry, our project mitigates bias by using impartial data and ensuring human groups can review the decisions made by the model with Isolation Forests</a:t>
            </a:r>
            <a:r>
              <a:rPr lang="en"/>
              <a:t>.</a:t>
            </a:r>
            <a:endParaRPr/>
          </a:p>
        </p:txBody>
      </p:sp>
      <p:grpSp>
        <p:nvGrpSpPr>
          <p:cNvPr id="2024" name="Google Shape;2024;p47"/>
          <p:cNvGrpSpPr/>
          <p:nvPr/>
        </p:nvGrpSpPr>
        <p:grpSpPr>
          <a:xfrm>
            <a:off x="6789093" y="1645468"/>
            <a:ext cx="774916" cy="2368567"/>
            <a:chOff x="6341645" y="2338150"/>
            <a:chExt cx="548225" cy="1675675"/>
          </a:xfrm>
        </p:grpSpPr>
        <p:sp>
          <p:nvSpPr>
            <p:cNvPr id="2025" name="Google Shape;2025;p47"/>
            <p:cNvSpPr/>
            <p:nvPr/>
          </p:nvSpPr>
          <p:spPr>
            <a:xfrm rot="-5400000">
              <a:off x="6792970" y="3879625"/>
              <a:ext cx="53925" cy="26625"/>
            </a:xfrm>
            <a:custGeom>
              <a:rect b="b" l="l" r="r" t="t"/>
              <a:pathLst>
                <a:path extrusionOk="0" h="1065" w="2157">
                  <a:moveTo>
                    <a:pt x="1672" y="0"/>
                  </a:moveTo>
                  <a:cubicBezTo>
                    <a:pt x="1577" y="0"/>
                    <a:pt x="1460" y="17"/>
                    <a:pt x="1321" y="61"/>
                  </a:cubicBezTo>
                  <a:cubicBezTo>
                    <a:pt x="791" y="225"/>
                    <a:pt x="0" y="503"/>
                    <a:pt x="0" y="503"/>
                  </a:cubicBezTo>
                  <a:lnTo>
                    <a:pt x="899" y="1064"/>
                  </a:lnTo>
                  <a:lnTo>
                    <a:pt x="2157" y="719"/>
                  </a:lnTo>
                  <a:lnTo>
                    <a:pt x="2046" y="127"/>
                  </a:lnTo>
                  <a:cubicBezTo>
                    <a:pt x="2046" y="127"/>
                    <a:pt x="1940" y="0"/>
                    <a:pt x="167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6" name="Google Shape;2026;p47"/>
            <p:cNvSpPr/>
            <p:nvPr/>
          </p:nvSpPr>
          <p:spPr>
            <a:xfrm rot="-5400000">
              <a:off x="6780983" y="3828913"/>
              <a:ext cx="77900" cy="62675"/>
            </a:xfrm>
            <a:custGeom>
              <a:rect b="b" l="l" r="r" t="t"/>
              <a:pathLst>
                <a:path extrusionOk="0" h="2507" w="3116">
                  <a:moveTo>
                    <a:pt x="3116" y="1"/>
                  </a:moveTo>
                  <a:cubicBezTo>
                    <a:pt x="1757" y="597"/>
                    <a:pt x="876" y="983"/>
                    <a:pt x="876" y="983"/>
                  </a:cubicBezTo>
                  <a:cubicBezTo>
                    <a:pt x="876" y="983"/>
                    <a:pt x="1" y="2015"/>
                    <a:pt x="461" y="2506"/>
                  </a:cubicBezTo>
                  <a:lnTo>
                    <a:pt x="1831" y="2300"/>
                  </a:lnTo>
                  <a:cubicBezTo>
                    <a:pt x="1831" y="2300"/>
                    <a:pt x="2332" y="2242"/>
                    <a:pt x="3116" y="2144"/>
                  </a:cubicBezTo>
                  <a:lnTo>
                    <a:pt x="3116" y="1"/>
                  </a:lnTo>
                  <a:close/>
                </a:path>
              </a:pathLst>
            </a:custGeom>
            <a:solidFill>
              <a:srgbClr val="C45C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7" name="Google Shape;2027;p47"/>
            <p:cNvSpPr/>
            <p:nvPr/>
          </p:nvSpPr>
          <p:spPr>
            <a:xfrm rot="-5400000">
              <a:off x="6518620" y="3861150"/>
              <a:ext cx="137650" cy="57950"/>
            </a:xfrm>
            <a:custGeom>
              <a:rect b="b" l="l" r="r" t="t"/>
              <a:pathLst>
                <a:path extrusionOk="0" h="2318" w="5506">
                  <a:moveTo>
                    <a:pt x="5506" y="0"/>
                  </a:moveTo>
                  <a:cubicBezTo>
                    <a:pt x="3726" y="140"/>
                    <a:pt x="2087" y="433"/>
                    <a:pt x="1253" y="433"/>
                  </a:cubicBezTo>
                  <a:cubicBezTo>
                    <a:pt x="1235" y="433"/>
                    <a:pt x="1217" y="433"/>
                    <a:pt x="1199" y="432"/>
                  </a:cubicBezTo>
                  <a:lnTo>
                    <a:pt x="1199" y="432"/>
                  </a:lnTo>
                  <a:cubicBezTo>
                    <a:pt x="1199" y="432"/>
                    <a:pt x="1" y="962"/>
                    <a:pt x="1228" y="2073"/>
                  </a:cubicBezTo>
                  <a:cubicBezTo>
                    <a:pt x="1228" y="2073"/>
                    <a:pt x="4032" y="2216"/>
                    <a:pt x="5506" y="2317"/>
                  </a:cubicBezTo>
                  <a:lnTo>
                    <a:pt x="5506" y="0"/>
                  </a:lnTo>
                  <a:close/>
                </a:path>
              </a:pathLst>
            </a:custGeom>
            <a:solidFill>
              <a:srgbClr val="C45C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8" name="Google Shape;2028;p47"/>
            <p:cNvSpPr/>
            <p:nvPr/>
          </p:nvSpPr>
          <p:spPr>
            <a:xfrm rot="-5400000">
              <a:off x="6079808" y="3308888"/>
              <a:ext cx="969925" cy="156500"/>
            </a:xfrm>
            <a:custGeom>
              <a:rect b="b" l="l" r="r" t="t"/>
              <a:pathLst>
                <a:path extrusionOk="0" h="6260" w="38797">
                  <a:moveTo>
                    <a:pt x="29976" y="0"/>
                  </a:moveTo>
                  <a:cubicBezTo>
                    <a:pt x="26041" y="0"/>
                    <a:pt x="20570" y="297"/>
                    <a:pt x="13137" y="1247"/>
                  </a:cubicBezTo>
                  <a:cubicBezTo>
                    <a:pt x="13137" y="1247"/>
                    <a:pt x="6524" y="1889"/>
                    <a:pt x="1" y="2244"/>
                  </a:cubicBezTo>
                  <a:lnTo>
                    <a:pt x="92" y="5955"/>
                  </a:lnTo>
                  <a:cubicBezTo>
                    <a:pt x="2137" y="6087"/>
                    <a:pt x="4537" y="6195"/>
                    <a:pt x="6734" y="6195"/>
                  </a:cubicBezTo>
                  <a:cubicBezTo>
                    <a:pt x="9324" y="6195"/>
                    <a:pt x="11633" y="6045"/>
                    <a:pt x="12747" y="5610"/>
                  </a:cubicBezTo>
                  <a:cubicBezTo>
                    <a:pt x="12747" y="5610"/>
                    <a:pt x="15399" y="5990"/>
                    <a:pt x="18291" y="6199"/>
                  </a:cubicBezTo>
                  <a:cubicBezTo>
                    <a:pt x="18883" y="6241"/>
                    <a:pt x="19528" y="6259"/>
                    <a:pt x="20205" y="6259"/>
                  </a:cubicBezTo>
                  <a:cubicBezTo>
                    <a:pt x="24859" y="6259"/>
                    <a:pt x="30956" y="5390"/>
                    <a:pt x="30956" y="5390"/>
                  </a:cubicBezTo>
                  <a:lnTo>
                    <a:pt x="38796" y="815"/>
                  </a:lnTo>
                  <a:cubicBezTo>
                    <a:pt x="38796" y="815"/>
                    <a:pt x="36498" y="0"/>
                    <a:pt x="2997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9" name="Google Shape;2029;p47"/>
            <p:cNvSpPr/>
            <p:nvPr/>
          </p:nvSpPr>
          <p:spPr>
            <a:xfrm rot="-5400000">
              <a:off x="6540195" y="3523400"/>
              <a:ext cx="11225" cy="54975"/>
            </a:xfrm>
            <a:custGeom>
              <a:rect b="b" l="l" r="r" t="t"/>
              <a:pathLst>
                <a:path extrusionOk="0" h="2199" w="449">
                  <a:moveTo>
                    <a:pt x="351" y="1"/>
                  </a:moveTo>
                  <a:cubicBezTo>
                    <a:pt x="324" y="1"/>
                    <a:pt x="297" y="15"/>
                    <a:pt x="284" y="49"/>
                  </a:cubicBezTo>
                  <a:cubicBezTo>
                    <a:pt x="22" y="725"/>
                    <a:pt x="1" y="1460"/>
                    <a:pt x="224" y="2153"/>
                  </a:cubicBezTo>
                  <a:cubicBezTo>
                    <a:pt x="235" y="2185"/>
                    <a:pt x="259" y="2198"/>
                    <a:pt x="285" y="2198"/>
                  </a:cubicBezTo>
                  <a:cubicBezTo>
                    <a:pt x="332" y="2198"/>
                    <a:pt x="384" y="2152"/>
                    <a:pt x="363" y="2090"/>
                  </a:cubicBezTo>
                  <a:cubicBezTo>
                    <a:pt x="154" y="1439"/>
                    <a:pt x="179" y="742"/>
                    <a:pt x="426" y="104"/>
                  </a:cubicBezTo>
                  <a:cubicBezTo>
                    <a:pt x="448" y="46"/>
                    <a:pt x="399" y="1"/>
                    <a:pt x="35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0" name="Google Shape;2030;p47"/>
            <p:cNvSpPr/>
            <p:nvPr/>
          </p:nvSpPr>
          <p:spPr>
            <a:xfrm rot="-5400000">
              <a:off x="6398358" y="3622938"/>
              <a:ext cx="437825" cy="18150"/>
            </a:xfrm>
            <a:custGeom>
              <a:rect b="b" l="l" r="r" t="t"/>
              <a:pathLst>
                <a:path extrusionOk="0" h="726" w="17513">
                  <a:moveTo>
                    <a:pt x="12180" y="0"/>
                  </a:moveTo>
                  <a:cubicBezTo>
                    <a:pt x="12174" y="0"/>
                    <a:pt x="12167" y="0"/>
                    <a:pt x="12161" y="0"/>
                  </a:cubicBezTo>
                  <a:cubicBezTo>
                    <a:pt x="11642" y="4"/>
                    <a:pt x="11116" y="81"/>
                    <a:pt x="10597" y="116"/>
                  </a:cubicBezTo>
                  <a:cubicBezTo>
                    <a:pt x="9956" y="161"/>
                    <a:pt x="9314" y="200"/>
                    <a:pt x="8669" y="230"/>
                  </a:cubicBezTo>
                  <a:cubicBezTo>
                    <a:pt x="7234" y="307"/>
                    <a:pt x="5799" y="363"/>
                    <a:pt x="4359" y="388"/>
                  </a:cubicBezTo>
                  <a:cubicBezTo>
                    <a:pt x="3916" y="394"/>
                    <a:pt x="3472" y="399"/>
                    <a:pt x="3028" y="399"/>
                  </a:cubicBezTo>
                  <a:cubicBezTo>
                    <a:pt x="2045" y="399"/>
                    <a:pt x="1062" y="374"/>
                    <a:pt x="84" y="283"/>
                  </a:cubicBezTo>
                  <a:cubicBezTo>
                    <a:pt x="81" y="283"/>
                    <a:pt x="78" y="283"/>
                    <a:pt x="75" y="283"/>
                  </a:cubicBezTo>
                  <a:cubicBezTo>
                    <a:pt x="1" y="283"/>
                    <a:pt x="4" y="406"/>
                    <a:pt x="84" y="415"/>
                  </a:cubicBezTo>
                  <a:cubicBezTo>
                    <a:pt x="1065" y="507"/>
                    <a:pt x="2054" y="530"/>
                    <a:pt x="3042" y="530"/>
                  </a:cubicBezTo>
                  <a:cubicBezTo>
                    <a:pt x="3293" y="530"/>
                    <a:pt x="3544" y="529"/>
                    <a:pt x="3795" y="526"/>
                  </a:cubicBezTo>
                  <a:cubicBezTo>
                    <a:pt x="5237" y="513"/>
                    <a:pt x="6680" y="464"/>
                    <a:pt x="8119" y="391"/>
                  </a:cubicBezTo>
                  <a:cubicBezTo>
                    <a:pt x="9346" y="332"/>
                    <a:pt x="10569" y="259"/>
                    <a:pt x="11792" y="161"/>
                  </a:cubicBezTo>
                  <a:cubicBezTo>
                    <a:pt x="11918" y="151"/>
                    <a:pt x="12032" y="145"/>
                    <a:pt x="12144" y="145"/>
                  </a:cubicBezTo>
                  <a:cubicBezTo>
                    <a:pt x="12271" y="145"/>
                    <a:pt x="12395" y="153"/>
                    <a:pt x="12534" y="171"/>
                  </a:cubicBezTo>
                  <a:cubicBezTo>
                    <a:pt x="12973" y="227"/>
                    <a:pt x="13412" y="283"/>
                    <a:pt x="13851" y="338"/>
                  </a:cubicBezTo>
                  <a:cubicBezTo>
                    <a:pt x="15039" y="489"/>
                    <a:pt x="16231" y="652"/>
                    <a:pt x="17426" y="726"/>
                  </a:cubicBezTo>
                  <a:cubicBezTo>
                    <a:pt x="17427" y="726"/>
                    <a:pt x="17428" y="726"/>
                    <a:pt x="17429" y="726"/>
                  </a:cubicBezTo>
                  <a:cubicBezTo>
                    <a:pt x="17513" y="726"/>
                    <a:pt x="17509" y="597"/>
                    <a:pt x="17426" y="593"/>
                  </a:cubicBezTo>
                  <a:cubicBezTo>
                    <a:pt x="16381" y="531"/>
                    <a:pt x="15335" y="391"/>
                    <a:pt x="14293" y="262"/>
                  </a:cubicBezTo>
                  <a:cubicBezTo>
                    <a:pt x="13799" y="203"/>
                    <a:pt x="13301" y="140"/>
                    <a:pt x="12806" y="74"/>
                  </a:cubicBezTo>
                  <a:cubicBezTo>
                    <a:pt x="12603" y="51"/>
                    <a:pt x="12388" y="0"/>
                    <a:pt x="1218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1" name="Google Shape;2031;p47"/>
            <p:cNvSpPr/>
            <p:nvPr/>
          </p:nvSpPr>
          <p:spPr>
            <a:xfrm rot="-5400000">
              <a:off x="6585670" y="3800675"/>
              <a:ext cx="6575" cy="96725"/>
            </a:xfrm>
            <a:custGeom>
              <a:rect b="b" l="l" r="r" t="t"/>
              <a:pathLst>
                <a:path extrusionOk="0" h="3869" w="263">
                  <a:moveTo>
                    <a:pt x="107" y="1"/>
                  </a:moveTo>
                  <a:cubicBezTo>
                    <a:pt x="74" y="1"/>
                    <a:pt x="41" y="22"/>
                    <a:pt x="39" y="64"/>
                  </a:cubicBezTo>
                  <a:cubicBezTo>
                    <a:pt x="1" y="1311"/>
                    <a:pt x="28" y="2561"/>
                    <a:pt x="126" y="3806"/>
                  </a:cubicBezTo>
                  <a:cubicBezTo>
                    <a:pt x="130" y="3848"/>
                    <a:pt x="165" y="3869"/>
                    <a:pt x="198" y="3869"/>
                  </a:cubicBezTo>
                  <a:cubicBezTo>
                    <a:pt x="231" y="3869"/>
                    <a:pt x="262" y="3848"/>
                    <a:pt x="258" y="3806"/>
                  </a:cubicBezTo>
                  <a:cubicBezTo>
                    <a:pt x="161" y="2561"/>
                    <a:pt x="133" y="1311"/>
                    <a:pt x="171" y="64"/>
                  </a:cubicBezTo>
                  <a:cubicBezTo>
                    <a:pt x="171" y="22"/>
                    <a:pt x="139" y="1"/>
                    <a:pt x="10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2" name="Google Shape;2032;p47"/>
            <p:cNvSpPr/>
            <p:nvPr/>
          </p:nvSpPr>
          <p:spPr>
            <a:xfrm rot="-5400000">
              <a:off x="6499170" y="3878000"/>
              <a:ext cx="81775" cy="159375"/>
            </a:xfrm>
            <a:custGeom>
              <a:rect b="b" l="l" r="r" t="t"/>
              <a:pathLst>
                <a:path extrusionOk="0" h="6375" w="3271">
                  <a:moveTo>
                    <a:pt x="0" y="0"/>
                  </a:moveTo>
                  <a:lnTo>
                    <a:pt x="0" y="6095"/>
                  </a:lnTo>
                  <a:cubicBezTo>
                    <a:pt x="0" y="6095"/>
                    <a:pt x="903" y="6182"/>
                    <a:pt x="1708" y="6262"/>
                  </a:cubicBezTo>
                  <a:cubicBezTo>
                    <a:pt x="2231" y="6311"/>
                    <a:pt x="2715" y="6356"/>
                    <a:pt x="2879" y="6373"/>
                  </a:cubicBezTo>
                  <a:cubicBezTo>
                    <a:pt x="2891" y="6374"/>
                    <a:pt x="2902" y="6375"/>
                    <a:pt x="2913" y="6375"/>
                  </a:cubicBezTo>
                  <a:cubicBezTo>
                    <a:pt x="3271" y="6375"/>
                    <a:pt x="2774" y="5812"/>
                    <a:pt x="2774" y="5812"/>
                  </a:cubicBezTo>
                  <a:lnTo>
                    <a:pt x="2652" y="4900"/>
                  </a:lnTo>
                  <a:cubicBezTo>
                    <a:pt x="2652" y="4900"/>
                    <a:pt x="2885" y="4858"/>
                    <a:pt x="2977" y="4524"/>
                  </a:cubicBezTo>
                  <a:cubicBezTo>
                    <a:pt x="3014" y="4381"/>
                    <a:pt x="3011" y="4234"/>
                    <a:pt x="2972" y="4091"/>
                  </a:cubicBezTo>
                  <a:cubicBezTo>
                    <a:pt x="2802" y="3499"/>
                    <a:pt x="2144" y="3496"/>
                    <a:pt x="2144" y="3496"/>
                  </a:cubicBezTo>
                  <a:cubicBezTo>
                    <a:pt x="2144" y="3496"/>
                    <a:pt x="1475" y="1635"/>
                    <a:pt x="1440" y="1129"/>
                  </a:cubicBezTo>
                  <a:cubicBezTo>
                    <a:pt x="1409" y="684"/>
                    <a:pt x="1158" y="286"/>
                    <a:pt x="338" y="74"/>
                  </a:cubicBezTo>
                  <a:cubicBezTo>
                    <a:pt x="234" y="46"/>
                    <a:pt x="122" y="21"/>
                    <a:pt x="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3" name="Google Shape;2033;p47"/>
            <p:cNvSpPr/>
            <p:nvPr/>
          </p:nvSpPr>
          <p:spPr>
            <a:xfrm rot="-5400000">
              <a:off x="6558320" y="3924550"/>
              <a:ext cx="12575" cy="19975"/>
            </a:xfrm>
            <a:custGeom>
              <a:rect b="b" l="l" r="r" t="t"/>
              <a:pathLst>
                <a:path extrusionOk="0" h="799" w="503">
                  <a:moveTo>
                    <a:pt x="252" y="1"/>
                  </a:moveTo>
                  <a:cubicBezTo>
                    <a:pt x="112" y="1"/>
                    <a:pt x="1" y="178"/>
                    <a:pt x="1" y="398"/>
                  </a:cubicBezTo>
                  <a:cubicBezTo>
                    <a:pt x="1" y="621"/>
                    <a:pt x="112" y="799"/>
                    <a:pt x="252" y="799"/>
                  </a:cubicBezTo>
                  <a:cubicBezTo>
                    <a:pt x="391" y="799"/>
                    <a:pt x="503" y="621"/>
                    <a:pt x="503" y="398"/>
                  </a:cubicBezTo>
                  <a:cubicBezTo>
                    <a:pt x="503" y="178"/>
                    <a:pt x="391" y="1"/>
                    <a:pt x="25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4" name="Google Shape;2034;p47"/>
            <p:cNvSpPr/>
            <p:nvPr/>
          </p:nvSpPr>
          <p:spPr>
            <a:xfrm rot="-5400000">
              <a:off x="6515958" y="3897588"/>
              <a:ext cx="45400" cy="156575"/>
            </a:xfrm>
            <a:custGeom>
              <a:rect b="b" l="l" r="r" t="t"/>
              <a:pathLst>
                <a:path extrusionOk="0" h="6263" w="1816">
                  <a:moveTo>
                    <a:pt x="0" y="0"/>
                  </a:moveTo>
                  <a:lnTo>
                    <a:pt x="0" y="6095"/>
                  </a:lnTo>
                  <a:cubicBezTo>
                    <a:pt x="0" y="6095"/>
                    <a:pt x="903" y="6182"/>
                    <a:pt x="1708" y="6262"/>
                  </a:cubicBezTo>
                  <a:cubicBezTo>
                    <a:pt x="1756" y="6168"/>
                    <a:pt x="1816" y="5691"/>
                    <a:pt x="1443" y="5307"/>
                  </a:cubicBezTo>
                  <a:cubicBezTo>
                    <a:pt x="1015" y="4868"/>
                    <a:pt x="677" y="4924"/>
                    <a:pt x="767" y="4374"/>
                  </a:cubicBezTo>
                  <a:cubicBezTo>
                    <a:pt x="861" y="3823"/>
                    <a:pt x="1195" y="3467"/>
                    <a:pt x="889" y="2864"/>
                  </a:cubicBezTo>
                  <a:cubicBezTo>
                    <a:pt x="645" y="2384"/>
                    <a:pt x="338" y="2150"/>
                    <a:pt x="338" y="2150"/>
                  </a:cubicBezTo>
                  <a:lnTo>
                    <a:pt x="338" y="74"/>
                  </a:lnTo>
                  <a:cubicBezTo>
                    <a:pt x="234" y="46"/>
                    <a:pt x="122" y="21"/>
                    <a:pt x="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5" name="Google Shape;2035;p47"/>
            <p:cNvSpPr/>
            <p:nvPr/>
          </p:nvSpPr>
          <p:spPr>
            <a:xfrm rot="-5400000">
              <a:off x="6481483" y="2830463"/>
              <a:ext cx="286250" cy="260025"/>
            </a:xfrm>
            <a:custGeom>
              <a:rect b="b" l="l" r="r" t="t"/>
              <a:pathLst>
                <a:path extrusionOk="0" h="10401" w="11450">
                  <a:moveTo>
                    <a:pt x="3863" y="0"/>
                  </a:moveTo>
                  <a:cubicBezTo>
                    <a:pt x="3352" y="0"/>
                    <a:pt x="2814" y="13"/>
                    <a:pt x="2248" y="43"/>
                  </a:cubicBezTo>
                  <a:cubicBezTo>
                    <a:pt x="2248" y="43"/>
                    <a:pt x="704" y="1489"/>
                    <a:pt x="746" y="5318"/>
                  </a:cubicBezTo>
                  <a:cubicBezTo>
                    <a:pt x="791" y="9151"/>
                    <a:pt x="1" y="10339"/>
                    <a:pt x="1" y="10339"/>
                  </a:cubicBezTo>
                  <a:cubicBezTo>
                    <a:pt x="1" y="10339"/>
                    <a:pt x="1134" y="10400"/>
                    <a:pt x="2569" y="10400"/>
                  </a:cubicBezTo>
                  <a:cubicBezTo>
                    <a:pt x="4332" y="10400"/>
                    <a:pt x="6552" y="10308"/>
                    <a:pt x="7687" y="9897"/>
                  </a:cubicBezTo>
                  <a:cubicBezTo>
                    <a:pt x="9746" y="9151"/>
                    <a:pt x="10129" y="7667"/>
                    <a:pt x="11450" y="7224"/>
                  </a:cubicBezTo>
                  <a:cubicBezTo>
                    <a:pt x="11039" y="6931"/>
                    <a:pt x="10186" y="2315"/>
                    <a:pt x="11091" y="1210"/>
                  </a:cubicBezTo>
                  <a:cubicBezTo>
                    <a:pt x="11091" y="1210"/>
                    <a:pt x="8728" y="0"/>
                    <a:pt x="386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6" name="Google Shape;2036;p47"/>
            <p:cNvSpPr/>
            <p:nvPr/>
          </p:nvSpPr>
          <p:spPr>
            <a:xfrm rot="-5400000">
              <a:off x="6291820" y="3278400"/>
              <a:ext cx="873650" cy="258500"/>
            </a:xfrm>
            <a:custGeom>
              <a:rect b="b" l="l" r="r" t="t"/>
              <a:pathLst>
                <a:path extrusionOk="0" h="10340" w="34946">
                  <a:moveTo>
                    <a:pt x="31346" y="0"/>
                  </a:moveTo>
                  <a:cubicBezTo>
                    <a:pt x="31346" y="0"/>
                    <a:pt x="16771" y="684"/>
                    <a:pt x="15005" y="1433"/>
                  </a:cubicBezTo>
                  <a:cubicBezTo>
                    <a:pt x="13844" y="1924"/>
                    <a:pt x="6164" y="4670"/>
                    <a:pt x="108" y="6949"/>
                  </a:cubicBezTo>
                  <a:cubicBezTo>
                    <a:pt x="0" y="8091"/>
                    <a:pt x="39" y="9224"/>
                    <a:pt x="234" y="10339"/>
                  </a:cubicBezTo>
                  <a:cubicBezTo>
                    <a:pt x="4492" y="9670"/>
                    <a:pt x="8927" y="8677"/>
                    <a:pt x="10071" y="8409"/>
                  </a:cubicBezTo>
                  <a:cubicBezTo>
                    <a:pt x="11959" y="7962"/>
                    <a:pt x="16628" y="6105"/>
                    <a:pt x="16628" y="6105"/>
                  </a:cubicBezTo>
                  <a:cubicBezTo>
                    <a:pt x="16628" y="6105"/>
                    <a:pt x="22311" y="6253"/>
                    <a:pt x="26923" y="6253"/>
                  </a:cubicBezTo>
                  <a:cubicBezTo>
                    <a:pt x="29252" y="6253"/>
                    <a:pt x="31308" y="6215"/>
                    <a:pt x="32221" y="6102"/>
                  </a:cubicBezTo>
                  <a:cubicBezTo>
                    <a:pt x="34946" y="5764"/>
                    <a:pt x="31346" y="0"/>
                    <a:pt x="3134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7" name="Google Shape;2037;p47"/>
            <p:cNvSpPr/>
            <p:nvPr/>
          </p:nvSpPr>
          <p:spPr>
            <a:xfrm rot="-5400000">
              <a:off x="6641533" y="3006913"/>
              <a:ext cx="110800" cy="86175"/>
            </a:xfrm>
            <a:custGeom>
              <a:rect b="b" l="l" r="r" t="t"/>
              <a:pathLst>
                <a:path extrusionOk="0" h="3447" w="4432">
                  <a:moveTo>
                    <a:pt x="4313" y="1"/>
                  </a:moveTo>
                  <a:cubicBezTo>
                    <a:pt x="2283" y="1"/>
                    <a:pt x="498" y="1396"/>
                    <a:pt x="13" y="3370"/>
                  </a:cubicBezTo>
                  <a:cubicBezTo>
                    <a:pt x="1" y="3416"/>
                    <a:pt x="40" y="3447"/>
                    <a:pt x="77" y="3447"/>
                  </a:cubicBezTo>
                  <a:cubicBezTo>
                    <a:pt x="101" y="3447"/>
                    <a:pt x="125" y="3433"/>
                    <a:pt x="131" y="3401"/>
                  </a:cubicBezTo>
                  <a:cubicBezTo>
                    <a:pt x="606" y="1483"/>
                    <a:pt x="2339" y="126"/>
                    <a:pt x="4313" y="126"/>
                  </a:cubicBezTo>
                  <a:cubicBezTo>
                    <a:pt x="4326" y="126"/>
                    <a:pt x="4338" y="126"/>
                    <a:pt x="4351" y="126"/>
                  </a:cubicBezTo>
                  <a:cubicBezTo>
                    <a:pt x="4431" y="126"/>
                    <a:pt x="4431" y="1"/>
                    <a:pt x="4351" y="1"/>
                  </a:cubicBezTo>
                  <a:cubicBezTo>
                    <a:pt x="4338" y="1"/>
                    <a:pt x="4326" y="1"/>
                    <a:pt x="431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8" name="Google Shape;2038;p47"/>
            <p:cNvSpPr/>
            <p:nvPr/>
          </p:nvSpPr>
          <p:spPr>
            <a:xfrm rot="-5400000">
              <a:off x="6393608" y="3366563"/>
              <a:ext cx="783675" cy="117800"/>
            </a:xfrm>
            <a:custGeom>
              <a:rect b="b" l="l" r="r" t="t"/>
              <a:pathLst>
                <a:path extrusionOk="0" h="4712" w="31347">
                  <a:moveTo>
                    <a:pt x="15554" y="1"/>
                  </a:moveTo>
                  <a:cubicBezTo>
                    <a:pt x="15544" y="1"/>
                    <a:pt x="15534" y="4"/>
                    <a:pt x="15524" y="9"/>
                  </a:cubicBezTo>
                  <a:cubicBezTo>
                    <a:pt x="15492" y="23"/>
                    <a:pt x="12234" y="1479"/>
                    <a:pt x="8963" y="2403"/>
                  </a:cubicBezTo>
                  <a:cubicBezTo>
                    <a:pt x="5803" y="3295"/>
                    <a:pt x="123" y="4536"/>
                    <a:pt x="67" y="4546"/>
                  </a:cubicBezTo>
                  <a:cubicBezTo>
                    <a:pt x="25" y="4557"/>
                    <a:pt x="1" y="4591"/>
                    <a:pt x="1" y="4629"/>
                  </a:cubicBezTo>
                  <a:lnTo>
                    <a:pt x="1" y="4647"/>
                  </a:lnTo>
                  <a:cubicBezTo>
                    <a:pt x="10" y="4686"/>
                    <a:pt x="45" y="4712"/>
                    <a:pt x="83" y="4712"/>
                  </a:cubicBezTo>
                  <a:cubicBezTo>
                    <a:pt x="89" y="4712"/>
                    <a:pt x="95" y="4711"/>
                    <a:pt x="102" y="4710"/>
                  </a:cubicBezTo>
                  <a:cubicBezTo>
                    <a:pt x="158" y="4699"/>
                    <a:pt x="5840" y="3458"/>
                    <a:pt x="9008" y="2566"/>
                  </a:cubicBezTo>
                  <a:cubicBezTo>
                    <a:pt x="12158" y="1675"/>
                    <a:pt x="15297" y="292"/>
                    <a:pt x="15573" y="169"/>
                  </a:cubicBezTo>
                  <a:cubicBezTo>
                    <a:pt x="21020" y="582"/>
                    <a:pt x="30294" y="591"/>
                    <a:pt x="31193" y="591"/>
                  </a:cubicBezTo>
                  <a:cubicBezTo>
                    <a:pt x="31234" y="591"/>
                    <a:pt x="31258" y="591"/>
                    <a:pt x="31262" y="591"/>
                  </a:cubicBezTo>
                  <a:cubicBezTo>
                    <a:pt x="31312" y="591"/>
                    <a:pt x="31346" y="552"/>
                    <a:pt x="31346" y="504"/>
                  </a:cubicBezTo>
                  <a:cubicBezTo>
                    <a:pt x="31346" y="459"/>
                    <a:pt x="31312" y="420"/>
                    <a:pt x="31262" y="420"/>
                  </a:cubicBezTo>
                  <a:cubicBezTo>
                    <a:pt x="31257" y="420"/>
                    <a:pt x="31218" y="420"/>
                    <a:pt x="31148" y="420"/>
                  </a:cubicBezTo>
                  <a:cubicBezTo>
                    <a:pt x="30022" y="420"/>
                    <a:pt x="20920" y="409"/>
                    <a:pt x="15566" y="2"/>
                  </a:cubicBezTo>
                  <a:cubicBezTo>
                    <a:pt x="15562" y="1"/>
                    <a:pt x="15558" y="1"/>
                    <a:pt x="1555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9" name="Google Shape;2039;p47"/>
            <p:cNvSpPr/>
            <p:nvPr/>
          </p:nvSpPr>
          <p:spPr>
            <a:xfrm rot="-5400000">
              <a:off x="6682770" y="3492750"/>
              <a:ext cx="13275" cy="54775"/>
            </a:xfrm>
            <a:custGeom>
              <a:rect b="b" l="l" r="r" t="t"/>
              <a:pathLst>
                <a:path extrusionOk="0" h="2191" w="531">
                  <a:moveTo>
                    <a:pt x="249" y="0"/>
                  </a:moveTo>
                  <a:cubicBezTo>
                    <a:pt x="220" y="0"/>
                    <a:pt x="191" y="16"/>
                    <a:pt x="182" y="54"/>
                  </a:cubicBezTo>
                  <a:cubicBezTo>
                    <a:pt x="0" y="761"/>
                    <a:pt x="70" y="1489"/>
                    <a:pt x="373" y="2151"/>
                  </a:cubicBezTo>
                  <a:cubicBezTo>
                    <a:pt x="385" y="2179"/>
                    <a:pt x="406" y="2191"/>
                    <a:pt x="428" y="2191"/>
                  </a:cubicBezTo>
                  <a:cubicBezTo>
                    <a:pt x="477" y="2191"/>
                    <a:pt x="531" y="2134"/>
                    <a:pt x="502" y="2074"/>
                  </a:cubicBezTo>
                  <a:cubicBezTo>
                    <a:pt x="219" y="1451"/>
                    <a:pt x="157" y="757"/>
                    <a:pt x="328" y="95"/>
                  </a:cubicBezTo>
                  <a:cubicBezTo>
                    <a:pt x="343" y="38"/>
                    <a:pt x="295" y="0"/>
                    <a:pt x="24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0" name="Google Shape;2040;p47"/>
            <p:cNvSpPr/>
            <p:nvPr/>
          </p:nvSpPr>
          <p:spPr>
            <a:xfrm rot="-5400000">
              <a:off x="6804095" y="3774675"/>
              <a:ext cx="10325" cy="87825"/>
            </a:xfrm>
            <a:custGeom>
              <a:rect b="b" l="l" r="r" t="t"/>
              <a:pathLst>
                <a:path extrusionOk="0" h="3513" w="413">
                  <a:moveTo>
                    <a:pt x="166" y="1"/>
                  </a:moveTo>
                  <a:cubicBezTo>
                    <a:pt x="133" y="1"/>
                    <a:pt x="98" y="22"/>
                    <a:pt x="95" y="63"/>
                  </a:cubicBezTo>
                  <a:cubicBezTo>
                    <a:pt x="1" y="1186"/>
                    <a:pt x="67" y="2356"/>
                    <a:pt x="276" y="3464"/>
                  </a:cubicBezTo>
                  <a:cubicBezTo>
                    <a:pt x="282" y="3498"/>
                    <a:pt x="306" y="3512"/>
                    <a:pt x="331" y="3512"/>
                  </a:cubicBezTo>
                  <a:cubicBezTo>
                    <a:pt x="370" y="3512"/>
                    <a:pt x="412" y="3480"/>
                    <a:pt x="402" y="3429"/>
                  </a:cubicBezTo>
                  <a:cubicBezTo>
                    <a:pt x="196" y="2335"/>
                    <a:pt x="133" y="1175"/>
                    <a:pt x="228" y="63"/>
                  </a:cubicBezTo>
                  <a:cubicBezTo>
                    <a:pt x="231" y="22"/>
                    <a:pt x="200" y="1"/>
                    <a:pt x="16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1" name="Google Shape;2041;p47"/>
            <p:cNvSpPr/>
            <p:nvPr/>
          </p:nvSpPr>
          <p:spPr>
            <a:xfrm rot="-5400000">
              <a:off x="6420883" y="3255788"/>
              <a:ext cx="395175" cy="36750"/>
            </a:xfrm>
            <a:custGeom>
              <a:rect b="b" l="l" r="r" t="t"/>
              <a:pathLst>
                <a:path extrusionOk="0" h="1470" w="15807">
                  <a:moveTo>
                    <a:pt x="15723" y="1"/>
                  </a:moveTo>
                  <a:cubicBezTo>
                    <a:pt x="15722" y="1"/>
                    <a:pt x="15720" y="1"/>
                    <a:pt x="15719" y="1"/>
                  </a:cubicBezTo>
                  <a:cubicBezTo>
                    <a:pt x="11628" y="220"/>
                    <a:pt x="7517" y="199"/>
                    <a:pt x="3451" y="739"/>
                  </a:cubicBezTo>
                  <a:cubicBezTo>
                    <a:pt x="2318" y="892"/>
                    <a:pt x="1193" y="1088"/>
                    <a:pt x="78" y="1342"/>
                  </a:cubicBezTo>
                  <a:cubicBezTo>
                    <a:pt x="1" y="1358"/>
                    <a:pt x="25" y="1470"/>
                    <a:pt x="95" y="1470"/>
                  </a:cubicBezTo>
                  <a:cubicBezTo>
                    <a:pt x="101" y="1470"/>
                    <a:pt x="107" y="1469"/>
                    <a:pt x="113" y="1468"/>
                  </a:cubicBezTo>
                  <a:cubicBezTo>
                    <a:pt x="4110" y="554"/>
                    <a:pt x="8221" y="426"/>
                    <a:pt x="12302" y="279"/>
                  </a:cubicBezTo>
                  <a:cubicBezTo>
                    <a:pt x="13441" y="238"/>
                    <a:pt x="14580" y="196"/>
                    <a:pt x="15719" y="133"/>
                  </a:cubicBezTo>
                  <a:cubicBezTo>
                    <a:pt x="15802" y="130"/>
                    <a:pt x="15806" y="1"/>
                    <a:pt x="1572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2" name="Google Shape;2042;p47"/>
            <p:cNvSpPr/>
            <p:nvPr/>
          </p:nvSpPr>
          <p:spPr>
            <a:xfrm rot="-5400000">
              <a:off x="6778408" y="3904763"/>
              <a:ext cx="142075" cy="74650"/>
            </a:xfrm>
            <a:custGeom>
              <a:rect b="b" l="l" r="r" t="t"/>
              <a:pathLst>
                <a:path extrusionOk="0" h="2986" w="5683">
                  <a:moveTo>
                    <a:pt x="4106" y="0"/>
                  </a:moveTo>
                  <a:cubicBezTo>
                    <a:pt x="3646" y="0"/>
                    <a:pt x="3210" y="185"/>
                    <a:pt x="3210" y="185"/>
                  </a:cubicBezTo>
                  <a:cubicBezTo>
                    <a:pt x="3210" y="185"/>
                    <a:pt x="2599" y="115"/>
                    <a:pt x="1947" y="115"/>
                  </a:cubicBezTo>
                  <a:cubicBezTo>
                    <a:pt x="1351" y="115"/>
                    <a:pt x="721" y="173"/>
                    <a:pt x="489" y="398"/>
                  </a:cubicBezTo>
                  <a:cubicBezTo>
                    <a:pt x="0" y="868"/>
                    <a:pt x="311" y="2179"/>
                    <a:pt x="408" y="2628"/>
                  </a:cubicBezTo>
                  <a:cubicBezTo>
                    <a:pt x="461" y="2869"/>
                    <a:pt x="730" y="2985"/>
                    <a:pt x="1075" y="2985"/>
                  </a:cubicBezTo>
                  <a:cubicBezTo>
                    <a:pt x="1374" y="2985"/>
                    <a:pt x="1730" y="2897"/>
                    <a:pt x="2049" y="2726"/>
                  </a:cubicBezTo>
                  <a:cubicBezTo>
                    <a:pt x="2736" y="2353"/>
                    <a:pt x="3022" y="2287"/>
                    <a:pt x="3604" y="2067"/>
                  </a:cubicBezTo>
                  <a:cubicBezTo>
                    <a:pt x="4183" y="1846"/>
                    <a:pt x="4703" y="1547"/>
                    <a:pt x="5037" y="1547"/>
                  </a:cubicBezTo>
                  <a:cubicBezTo>
                    <a:pt x="5039" y="1547"/>
                    <a:pt x="5041" y="1547"/>
                    <a:pt x="5043" y="1547"/>
                  </a:cubicBezTo>
                  <a:cubicBezTo>
                    <a:pt x="5077" y="1548"/>
                    <a:pt x="5117" y="1550"/>
                    <a:pt x="5159" y="1550"/>
                  </a:cubicBezTo>
                  <a:cubicBezTo>
                    <a:pt x="5385" y="1550"/>
                    <a:pt x="5683" y="1497"/>
                    <a:pt x="5638" y="924"/>
                  </a:cubicBezTo>
                  <a:cubicBezTo>
                    <a:pt x="5603" y="454"/>
                    <a:pt x="5444" y="95"/>
                    <a:pt x="5185" y="29"/>
                  </a:cubicBezTo>
                  <a:cubicBezTo>
                    <a:pt x="5185" y="29"/>
                    <a:pt x="4569" y="0"/>
                    <a:pt x="410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3" name="Google Shape;2043;p47"/>
            <p:cNvSpPr/>
            <p:nvPr/>
          </p:nvSpPr>
          <p:spPr>
            <a:xfrm rot="-5400000">
              <a:off x="6825158" y="3874863"/>
              <a:ext cx="15100" cy="21525"/>
            </a:xfrm>
            <a:custGeom>
              <a:rect b="b" l="l" r="r" t="t"/>
              <a:pathLst>
                <a:path extrusionOk="0" h="861" w="604">
                  <a:moveTo>
                    <a:pt x="265" y="0"/>
                  </a:moveTo>
                  <a:cubicBezTo>
                    <a:pt x="259" y="0"/>
                    <a:pt x="252" y="0"/>
                    <a:pt x="245" y="1"/>
                  </a:cubicBezTo>
                  <a:cubicBezTo>
                    <a:pt x="94" y="22"/>
                    <a:pt x="1" y="231"/>
                    <a:pt x="32" y="469"/>
                  </a:cubicBezTo>
                  <a:cubicBezTo>
                    <a:pt x="65" y="692"/>
                    <a:pt x="198" y="860"/>
                    <a:pt x="336" y="860"/>
                  </a:cubicBezTo>
                  <a:cubicBezTo>
                    <a:pt x="344" y="860"/>
                    <a:pt x="352" y="860"/>
                    <a:pt x="360" y="858"/>
                  </a:cubicBezTo>
                  <a:cubicBezTo>
                    <a:pt x="509" y="838"/>
                    <a:pt x="604" y="632"/>
                    <a:pt x="572" y="395"/>
                  </a:cubicBezTo>
                  <a:cubicBezTo>
                    <a:pt x="542" y="169"/>
                    <a:pt x="405" y="0"/>
                    <a:pt x="26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4" name="Google Shape;2044;p47"/>
            <p:cNvSpPr/>
            <p:nvPr/>
          </p:nvSpPr>
          <p:spPr>
            <a:xfrm rot="-5400000">
              <a:off x="6799783" y="3923738"/>
              <a:ext cx="100900" cy="79275"/>
            </a:xfrm>
            <a:custGeom>
              <a:rect b="b" l="l" r="r" t="t"/>
              <a:pathLst>
                <a:path extrusionOk="0" h="3171" w="4036">
                  <a:moveTo>
                    <a:pt x="3571" y="1"/>
                  </a:moveTo>
                  <a:cubicBezTo>
                    <a:pt x="3444" y="1"/>
                    <a:pt x="3306" y="17"/>
                    <a:pt x="3178" y="66"/>
                  </a:cubicBezTo>
                  <a:cubicBezTo>
                    <a:pt x="3070" y="106"/>
                    <a:pt x="2922" y="120"/>
                    <a:pt x="2750" y="120"/>
                  </a:cubicBezTo>
                  <a:cubicBezTo>
                    <a:pt x="2377" y="120"/>
                    <a:pt x="1889" y="55"/>
                    <a:pt x="1433" y="55"/>
                  </a:cubicBezTo>
                  <a:cubicBezTo>
                    <a:pt x="1355" y="55"/>
                    <a:pt x="1278" y="57"/>
                    <a:pt x="1203" y="61"/>
                  </a:cubicBezTo>
                  <a:cubicBezTo>
                    <a:pt x="485" y="100"/>
                    <a:pt x="221" y="201"/>
                    <a:pt x="119" y="898"/>
                  </a:cubicBezTo>
                  <a:cubicBezTo>
                    <a:pt x="18" y="1598"/>
                    <a:pt x="1" y="2689"/>
                    <a:pt x="485" y="3048"/>
                  </a:cubicBezTo>
                  <a:cubicBezTo>
                    <a:pt x="608" y="3139"/>
                    <a:pt x="743" y="3170"/>
                    <a:pt x="870" y="3170"/>
                  </a:cubicBezTo>
                  <a:cubicBezTo>
                    <a:pt x="1146" y="3170"/>
                    <a:pt x="1384" y="3023"/>
                    <a:pt x="1384" y="3023"/>
                  </a:cubicBezTo>
                  <a:lnTo>
                    <a:pt x="1384" y="3023"/>
                  </a:lnTo>
                  <a:cubicBezTo>
                    <a:pt x="1384" y="3023"/>
                    <a:pt x="1336" y="3041"/>
                    <a:pt x="1266" y="3041"/>
                  </a:cubicBezTo>
                  <a:cubicBezTo>
                    <a:pt x="1142" y="3041"/>
                    <a:pt x="947" y="2985"/>
                    <a:pt x="834" y="2671"/>
                  </a:cubicBezTo>
                  <a:cubicBezTo>
                    <a:pt x="726" y="2379"/>
                    <a:pt x="1133" y="2365"/>
                    <a:pt x="1095" y="1797"/>
                  </a:cubicBezTo>
                  <a:cubicBezTo>
                    <a:pt x="1074" y="1466"/>
                    <a:pt x="666" y="1473"/>
                    <a:pt x="684" y="881"/>
                  </a:cubicBezTo>
                  <a:cubicBezTo>
                    <a:pt x="692" y="572"/>
                    <a:pt x="968" y="392"/>
                    <a:pt x="1316" y="392"/>
                  </a:cubicBezTo>
                  <a:cubicBezTo>
                    <a:pt x="1412" y="392"/>
                    <a:pt x="1514" y="406"/>
                    <a:pt x="1617" y="434"/>
                  </a:cubicBezTo>
                  <a:cubicBezTo>
                    <a:pt x="1700" y="457"/>
                    <a:pt x="1802" y="467"/>
                    <a:pt x="1914" y="467"/>
                  </a:cubicBezTo>
                  <a:cubicBezTo>
                    <a:pt x="2456" y="467"/>
                    <a:pt x="3238" y="246"/>
                    <a:pt x="3238" y="246"/>
                  </a:cubicBezTo>
                  <a:lnTo>
                    <a:pt x="4036" y="66"/>
                  </a:lnTo>
                  <a:cubicBezTo>
                    <a:pt x="4036" y="66"/>
                    <a:pt x="3825" y="1"/>
                    <a:pt x="357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5" name="Google Shape;2045;p47"/>
            <p:cNvSpPr/>
            <p:nvPr/>
          </p:nvSpPr>
          <p:spPr>
            <a:xfrm rot="-5400000">
              <a:off x="6552745" y="3017375"/>
              <a:ext cx="94025" cy="4025"/>
            </a:xfrm>
            <a:custGeom>
              <a:rect b="b" l="l" r="r" t="t"/>
              <a:pathLst>
                <a:path extrusionOk="0" h="161" w="3761">
                  <a:moveTo>
                    <a:pt x="81" y="0"/>
                  </a:moveTo>
                  <a:cubicBezTo>
                    <a:pt x="39" y="0"/>
                    <a:pt x="0" y="39"/>
                    <a:pt x="0" y="81"/>
                  </a:cubicBezTo>
                  <a:cubicBezTo>
                    <a:pt x="0" y="126"/>
                    <a:pt x="39" y="161"/>
                    <a:pt x="81" y="161"/>
                  </a:cubicBezTo>
                  <a:lnTo>
                    <a:pt x="3680" y="161"/>
                  </a:lnTo>
                  <a:cubicBezTo>
                    <a:pt x="3725" y="161"/>
                    <a:pt x="3760" y="126"/>
                    <a:pt x="3760" y="81"/>
                  </a:cubicBezTo>
                  <a:cubicBezTo>
                    <a:pt x="3760" y="39"/>
                    <a:pt x="3725" y="0"/>
                    <a:pt x="368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6" name="Google Shape;2046;p47"/>
            <p:cNvSpPr/>
            <p:nvPr/>
          </p:nvSpPr>
          <p:spPr>
            <a:xfrm rot="-5400000">
              <a:off x="6560933" y="2983613"/>
              <a:ext cx="56200" cy="25575"/>
            </a:xfrm>
            <a:custGeom>
              <a:rect b="b" l="l" r="r" t="t"/>
              <a:pathLst>
                <a:path extrusionOk="0" h="1023" w="2248">
                  <a:moveTo>
                    <a:pt x="1155" y="1"/>
                  </a:moveTo>
                  <a:cubicBezTo>
                    <a:pt x="726" y="1"/>
                    <a:pt x="296" y="33"/>
                    <a:pt x="153" y="150"/>
                  </a:cubicBezTo>
                  <a:cubicBezTo>
                    <a:pt x="39" y="244"/>
                    <a:pt x="0" y="373"/>
                    <a:pt x="0" y="502"/>
                  </a:cubicBezTo>
                  <a:cubicBezTo>
                    <a:pt x="0" y="735"/>
                    <a:pt x="126" y="965"/>
                    <a:pt x="136" y="979"/>
                  </a:cubicBezTo>
                  <a:cubicBezTo>
                    <a:pt x="150" y="1007"/>
                    <a:pt x="176" y="1022"/>
                    <a:pt x="204" y="1022"/>
                  </a:cubicBezTo>
                  <a:cubicBezTo>
                    <a:pt x="217" y="1022"/>
                    <a:pt x="232" y="1018"/>
                    <a:pt x="244" y="1010"/>
                  </a:cubicBezTo>
                  <a:cubicBezTo>
                    <a:pt x="282" y="989"/>
                    <a:pt x="296" y="941"/>
                    <a:pt x="275" y="902"/>
                  </a:cubicBezTo>
                  <a:cubicBezTo>
                    <a:pt x="272" y="899"/>
                    <a:pt x="31" y="456"/>
                    <a:pt x="255" y="272"/>
                  </a:cubicBezTo>
                  <a:cubicBezTo>
                    <a:pt x="356" y="190"/>
                    <a:pt x="727" y="161"/>
                    <a:pt x="1146" y="161"/>
                  </a:cubicBezTo>
                  <a:cubicBezTo>
                    <a:pt x="1491" y="161"/>
                    <a:pt x="1869" y="180"/>
                    <a:pt x="2157" y="206"/>
                  </a:cubicBezTo>
                  <a:cubicBezTo>
                    <a:pt x="2159" y="206"/>
                    <a:pt x="2161" y="206"/>
                    <a:pt x="2163" y="206"/>
                  </a:cubicBezTo>
                  <a:cubicBezTo>
                    <a:pt x="2206" y="206"/>
                    <a:pt x="2241" y="172"/>
                    <a:pt x="2244" y="132"/>
                  </a:cubicBezTo>
                  <a:cubicBezTo>
                    <a:pt x="2247" y="87"/>
                    <a:pt x="2213" y="48"/>
                    <a:pt x="2171" y="45"/>
                  </a:cubicBezTo>
                  <a:cubicBezTo>
                    <a:pt x="2080" y="38"/>
                    <a:pt x="1619" y="1"/>
                    <a:pt x="115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7" name="Google Shape;2047;p47"/>
            <p:cNvSpPr/>
            <p:nvPr/>
          </p:nvSpPr>
          <p:spPr>
            <a:xfrm rot="-5400000">
              <a:off x="6265945" y="2796850"/>
              <a:ext cx="363275" cy="167275"/>
            </a:xfrm>
            <a:custGeom>
              <a:rect b="b" l="l" r="r" t="t"/>
              <a:pathLst>
                <a:path extrusionOk="0" h="6691" w="14531">
                  <a:moveTo>
                    <a:pt x="125" y="0"/>
                  </a:moveTo>
                  <a:lnTo>
                    <a:pt x="0" y="1349"/>
                  </a:lnTo>
                  <a:cubicBezTo>
                    <a:pt x="0" y="1349"/>
                    <a:pt x="6119" y="5036"/>
                    <a:pt x="8533" y="5722"/>
                  </a:cubicBezTo>
                  <a:cubicBezTo>
                    <a:pt x="9704" y="6052"/>
                    <a:pt x="14363" y="6691"/>
                    <a:pt x="14363" y="6691"/>
                  </a:cubicBezTo>
                  <a:lnTo>
                    <a:pt x="14530" y="4060"/>
                  </a:lnTo>
                  <a:cubicBezTo>
                    <a:pt x="14530" y="4060"/>
                    <a:pt x="11659" y="3606"/>
                    <a:pt x="8871" y="3011"/>
                  </a:cubicBezTo>
                  <a:lnTo>
                    <a:pt x="125" y="0"/>
                  </a:lnTo>
                  <a:close/>
                </a:path>
              </a:pathLst>
            </a:custGeom>
            <a:solidFill>
              <a:srgbClr val="C45C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8" name="Google Shape;2048;p47"/>
            <p:cNvSpPr/>
            <p:nvPr/>
          </p:nvSpPr>
          <p:spPr>
            <a:xfrm rot="-5400000">
              <a:off x="6315158" y="3137738"/>
              <a:ext cx="66500" cy="13525"/>
            </a:xfrm>
            <a:custGeom>
              <a:rect b="b" l="l" r="r" t="t"/>
              <a:pathLst>
                <a:path extrusionOk="0" h="541" w="2660">
                  <a:moveTo>
                    <a:pt x="1540" y="0"/>
                  </a:moveTo>
                  <a:cubicBezTo>
                    <a:pt x="1452" y="0"/>
                    <a:pt x="1375" y="6"/>
                    <a:pt x="1315" y="21"/>
                  </a:cubicBezTo>
                  <a:cubicBezTo>
                    <a:pt x="963" y="108"/>
                    <a:pt x="182" y="164"/>
                    <a:pt x="88" y="356"/>
                  </a:cubicBezTo>
                  <a:cubicBezTo>
                    <a:pt x="0" y="535"/>
                    <a:pt x="1626" y="540"/>
                    <a:pt x="1839" y="540"/>
                  </a:cubicBezTo>
                  <a:cubicBezTo>
                    <a:pt x="1854" y="540"/>
                    <a:pt x="1862" y="540"/>
                    <a:pt x="1862" y="540"/>
                  </a:cubicBezTo>
                  <a:lnTo>
                    <a:pt x="2660" y="150"/>
                  </a:lnTo>
                  <a:cubicBezTo>
                    <a:pt x="2660" y="150"/>
                    <a:pt x="1975" y="0"/>
                    <a:pt x="1540" y="0"/>
                  </a:cubicBezTo>
                  <a:close/>
                </a:path>
              </a:pathLst>
            </a:custGeom>
            <a:solidFill>
              <a:srgbClr val="8539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9" name="Google Shape;2049;p47"/>
            <p:cNvSpPr/>
            <p:nvPr/>
          </p:nvSpPr>
          <p:spPr>
            <a:xfrm rot="-5400000">
              <a:off x="6294958" y="3084638"/>
              <a:ext cx="157500" cy="58975"/>
            </a:xfrm>
            <a:custGeom>
              <a:rect b="b" l="l" r="r" t="t"/>
              <a:pathLst>
                <a:path extrusionOk="0" h="2359" w="6300">
                  <a:moveTo>
                    <a:pt x="3119" y="0"/>
                  </a:moveTo>
                  <a:cubicBezTo>
                    <a:pt x="3073" y="0"/>
                    <a:pt x="3029" y="3"/>
                    <a:pt x="2990" y="9"/>
                  </a:cubicBezTo>
                  <a:cubicBezTo>
                    <a:pt x="2136" y="145"/>
                    <a:pt x="1811" y="156"/>
                    <a:pt x="1341" y="246"/>
                  </a:cubicBezTo>
                  <a:cubicBezTo>
                    <a:pt x="871" y="333"/>
                    <a:pt x="0" y="354"/>
                    <a:pt x="264" y="580"/>
                  </a:cubicBezTo>
                  <a:cubicBezTo>
                    <a:pt x="526" y="807"/>
                    <a:pt x="1822" y="825"/>
                    <a:pt x="2418" y="950"/>
                  </a:cubicBezTo>
                  <a:cubicBezTo>
                    <a:pt x="3014" y="1079"/>
                    <a:pt x="3442" y="1270"/>
                    <a:pt x="3477" y="1413"/>
                  </a:cubicBezTo>
                  <a:cubicBezTo>
                    <a:pt x="3516" y="1560"/>
                    <a:pt x="3118" y="1713"/>
                    <a:pt x="2836" y="1740"/>
                  </a:cubicBezTo>
                  <a:cubicBezTo>
                    <a:pt x="2554" y="1765"/>
                    <a:pt x="1787" y="1688"/>
                    <a:pt x="2174" y="2075"/>
                  </a:cubicBezTo>
                  <a:cubicBezTo>
                    <a:pt x="2389" y="2290"/>
                    <a:pt x="2825" y="2320"/>
                    <a:pt x="3275" y="2320"/>
                  </a:cubicBezTo>
                  <a:cubicBezTo>
                    <a:pt x="3447" y="2320"/>
                    <a:pt x="3622" y="2316"/>
                    <a:pt x="3787" y="2316"/>
                  </a:cubicBezTo>
                  <a:cubicBezTo>
                    <a:pt x="3960" y="2316"/>
                    <a:pt x="4122" y="2320"/>
                    <a:pt x="4262" y="2340"/>
                  </a:cubicBezTo>
                  <a:cubicBezTo>
                    <a:pt x="4356" y="2353"/>
                    <a:pt x="4454" y="2359"/>
                    <a:pt x="4554" y="2359"/>
                  </a:cubicBezTo>
                  <a:cubicBezTo>
                    <a:pt x="5111" y="2359"/>
                    <a:pt x="5700" y="2184"/>
                    <a:pt x="5700" y="2184"/>
                  </a:cubicBezTo>
                  <a:cubicBezTo>
                    <a:pt x="6300" y="1322"/>
                    <a:pt x="5836" y="1002"/>
                    <a:pt x="5836" y="1002"/>
                  </a:cubicBezTo>
                  <a:cubicBezTo>
                    <a:pt x="5167" y="649"/>
                    <a:pt x="3807" y="0"/>
                    <a:pt x="3119" y="0"/>
                  </a:cubicBezTo>
                  <a:close/>
                </a:path>
              </a:pathLst>
            </a:custGeom>
            <a:solidFill>
              <a:srgbClr val="C45C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0" name="Google Shape;2050;p47"/>
            <p:cNvSpPr/>
            <p:nvPr/>
          </p:nvSpPr>
          <p:spPr>
            <a:xfrm rot="-5400000">
              <a:off x="6447683" y="2831463"/>
              <a:ext cx="10675" cy="24900"/>
            </a:xfrm>
            <a:custGeom>
              <a:rect b="b" l="l" r="r" t="t"/>
              <a:pathLst>
                <a:path extrusionOk="0" h="996" w="427">
                  <a:moveTo>
                    <a:pt x="338" y="0"/>
                  </a:moveTo>
                  <a:cubicBezTo>
                    <a:pt x="314" y="0"/>
                    <a:pt x="290" y="13"/>
                    <a:pt x="280" y="44"/>
                  </a:cubicBezTo>
                  <a:cubicBezTo>
                    <a:pt x="192" y="329"/>
                    <a:pt x="105" y="615"/>
                    <a:pt x="18" y="901"/>
                  </a:cubicBezTo>
                  <a:cubicBezTo>
                    <a:pt x="1" y="956"/>
                    <a:pt x="46" y="995"/>
                    <a:pt x="88" y="995"/>
                  </a:cubicBezTo>
                  <a:cubicBezTo>
                    <a:pt x="113" y="995"/>
                    <a:pt x="137" y="982"/>
                    <a:pt x="147" y="950"/>
                  </a:cubicBezTo>
                  <a:cubicBezTo>
                    <a:pt x="234" y="664"/>
                    <a:pt x="322" y="378"/>
                    <a:pt x="409" y="92"/>
                  </a:cubicBezTo>
                  <a:cubicBezTo>
                    <a:pt x="426" y="39"/>
                    <a:pt x="381" y="0"/>
                    <a:pt x="338" y="0"/>
                  </a:cubicBezTo>
                  <a:close/>
                </a:path>
              </a:pathLst>
            </a:custGeom>
            <a:solidFill>
              <a:srgbClr val="8539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1" name="Google Shape;2051;p47"/>
            <p:cNvSpPr/>
            <p:nvPr/>
          </p:nvSpPr>
          <p:spPr>
            <a:xfrm rot="-5400000">
              <a:off x="6399395" y="2627425"/>
              <a:ext cx="169725" cy="78425"/>
            </a:xfrm>
            <a:custGeom>
              <a:rect b="b" l="l" r="r" t="t"/>
              <a:pathLst>
                <a:path extrusionOk="0" h="3137" w="6789">
                  <a:moveTo>
                    <a:pt x="854" y="0"/>
                  </a:moveTo>
                  <a:lnTo>
                    <a:pt x="0" y="3136"/>
                  </a:lnTo>
                  <a:lnTo>
                    <a:pt x="6788" y="2422"/>
                  </a:lnTo>
                  <a:cubicBezTo>
                    <a:pt x="6788" y="2422"/>
                    <a:pt x="3966" y="746"/>
                    <a:pt x="85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2" name="Google Shape;2052;p47"/>
            <p:cNvSpPr/>
            <p:nvPr/>
          </p:nvSpPr>
          <p:spPr>
            <a:xfrm rot="-5400000">
              <a:off x="6464208" y="2700938"/>
              <a:ext cx="17900" cy="48275"/>
            </a:xfrm>
            <a:custGeom>
              <a:rect b="b" l="l" r="r" t="t"/>
              <a:pathLst>
                <a:path extrusionOk="0" h="1931" w="716">
                  <a:moveTo>
                    <a:pt x="638" y="1"/>
                  </a:moveTo>
                  <a:cubicBezTo>
                    <a:pt x="613" y="1"/>
                    <a:pt x="588" y="14"/>
                    <a:pt x="576" y="44"/>
                  </a:cubicBezTo>
                  <a:cubicBezTo>
                    <a:pt x="364" y="639"/>
                    <a:pt x="190" y="1245"/>
                    <a:pt x="15" y="1852"/>
                  </a:cubicBezTo>
                  <a:cubicBezTo>
                    <a:pt x="1" y="1900"/>
                    <a:pt x="39" y="1931"/>
                    <a:pt x="77" y="1931"/>
                  </a:cubicBezTo>
                  <a:cubicBezTo>
                    <a:pt x="101" y="1931"/>
                    <a:pt x="126" y="1917"/>
                    <a:pt x="134" y="1887"/>
                  </a:cubicBezTo>
                  <a:cubicBezTo>
                    <a:pt x="308" y="1281"/>
                    <a:pt x="486" y="671"/>
                    <a:pt x="699" y="78"/>
                  </a:cubicBezTo>
                  <a:cubicBezTo>
                    <a:pt x="715" y="32"/>
                    <a:pt x="677" y="1"/>
                    <a:pt x="63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3" name="Google Shape;2053;p47"/>
            <p:cNvSpPr/>
            <p:nvPr/>
          </p:nvSpPr>
          <p:spPr>
            <a:xfrm rot="-5400000">
              <a:off x="6388558" y="2624863"/>
              <a:ext cx="471625" cy="284800"/>
            </a:xfrm>
            <a:custGeom>
              <a:rect b="b" l="l" r="r" t="t"/>
              <a:pathLst>
                <a:path extrusionOk="0" h="11392" w="18865">
                  <a:moveTo>
                    <a:pt x="2990" y="1"/>
                  </a:moveTo>
                  <a:cubicBezTo>
                    <a:pt x="0" y="1510"/>
                    <a:pt x="617" y="9855"/>
                    <a:pt x="2990" y="11392"/>
                  </a:cubicBezTo>
                  <a:cubicBezTo>
                    <a:pt x="2990" y="11392"/>
                    <a:pt x="7032" y="9900"/>
                    <a:pt x="9607" y="9350"/>
                  </a:cubicBezTo>
                  <a:cubicBezTo>
                    <a:pt x="10851" y="9086"/>
                    <a:pt x="11927" y="8974"/>
                    <a:pt x="12768" y="8974"/>
                  </a:cubicBezTo>
                  <a:cubicBezTo>
                    <a:pt x="13275" y="8974"/>
                    <a:pt x="13696" y="9015"/>
                    <a:pt x="14018" y="9088"/>
                  </a:cubicBezTo>
                  <a:cubicBezTo>
                    <a:pt x="14596" y="9221"/>
                    <a:pt x="15134" y="9288"/>
                    <a:pt x="15613" y="9288"/>
                  </a:cubicBezTo>
                  <a:cubicBezTo>
                    <a:pt x="16761" y="9288"/>
                    <a:pt x="17575" y="8905"/>
                    <a:pt x="17816" y="8134"/>
                  </a:cubicBezTo>
                  <a:cubicBezTo>
                    <a:pt x="17962" y="7656"/>
                    <a:pt x="18182" y="6942"/>
                    <a:pt x="18381" y="6291"/>
                  </a:cubicBezTo>
                  <a:cubicBezTo>
                    <a:pt x="18638" y="5443"/>
                    <a:pt x="18865" y="4697"/>
                    <a:pt x="18865" y="4697"/>
                  </a:cubicBezTo>
                  <a:cubicBezTo>
                    <a:pt x="18865" y="4697"/>
                    <a:pt x="18604" y="3896"/>
                    <a:pt x="18276" y="3071"/>
                  </a:cubicBezTo>
                  <a:cubicBezTo>
                    <a:pt x="18008" y="2394"/>
                    <a:pt x="17697" y="1701"/>
                    <a:pt x="17451" y="1436"/>
                  </a:cubicBezTo>
                  <a:cubicBezTo>
                    <a:pt x="17150" y="1114"/>
                    <a:pt x="16524" y="594"/>
                    <a:pt x="15643" y="594"/>
                  </a:cubicBezTo>
                  <a:cubicBezTo>
                    <a:pt x="15408" y="594"/>
                    <a:pt x="15155" y="631"/>
                    <a:pt x="14886" y="719"/>
                  </a:cubicBezTo>
                  <a:cubicBezTo>
                    <a:pt x="14749" y="763"/>
                    <a:pt x="14625" y="782"/>
                    <a:pt x="14511" y="782"/>
                  </a:cubicBezTo>
                  <a:cubicBezTo>
                    <a:pt x="13793" y="782"/>
                    <a:pt x="13451" y="26"/>
                    <a:pt x="12602" y="26"/>
                  </a:cubicBezTo>
                  <a:cubicBezTo>
                    <a:pt x="12321" y="26"/>
                    <a:pt x="11985" y="109"/>
                    <a:pt x="11562" y="328"/>
                  </a:cubicBezTo>
                  <a:cubicBezTo>
                    <a:pt x="10565" y="841"/>
                    <a:pt x="9788" y="938"/>
                    <a:pt x="9788" y="938"/>
                  </a:cubicBezTo>
                  <a:lnTo>
                    <a:pt x="2990"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4" name="Google Shape;2054;p47"/>
            <p:cNvSpPr/>
            <p:nvPr/>
          </p:nvSpPr>
          <p:spPr>
            <a:xfrm rot="-5400000">
              <a:off x="6563970" y="2798375"/>
              <a:ext cx="60425" cy="132275"/>
            </a:xfrm>
            <a:custGeom>
              <a:rect b="b" l="l" r="r" t="t"/>
              <a:pathLst>
                <a:path extrusionOk="0" h="5291" w="2417">
                  <a:moveTo>
                    <a:pt x="98" y="0"/>
                  </a:moveTo>
                  <a:cubicBezTo>
                    <a:pt x="66" y="0"/>
                    <a:pt x="34" y="20"/>
                    <a:pt x="33" y="60"/>
                  </a:cubicBezTo>
                  <a:cubicBezTo>
                    <a:pt x="1" y="2022"/>
                    <a:pt x="834" y="3949"/>
                    <a:pt x="2280" y="5273"/>
                  </a:cubicBezTo>
                  <a:cubicBezTo>
                    <a:pt x="2293" y="5285"/>
                    <a:pt x="2307" y="5290"/>
                    <a:pt x="2322" y="5290"/>
                  </a:cubicBezTo>
                  <a:cubicBezTo>
                    <a:pt x="2372" y="5290"/>
                    <a:pt x="2416" y="5226"/>
                    <a:pt x="2371" y="5186"/>
                  </a:cubicBezTo>
                  <a:cubicBezTo>
                    <a:pt x="945" y="3883"/>
                    <a:pt x="130" y="1991"/>
                    <a:pt x="158" y="60"/>
                  </a:cubicBezTo>
                  <a:cubicBezTo>
                    <a:pt x="160" y="20"/>
                    <a:pt x="129" y="0"/>
                    <a:pt x="9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5" name="Google Shape;2055;p47"/>
            <p:cNvSpPr/>
            <p:nvPr/>
          </p:nvSpPr>
          <p:spPr>
            <a:xfrm rot="-5400000">
              <a:off x="6603133" y="2789663"/>
              <a:ext cx="223825" cy="62700"/>
            </a:xfrm>
            <a:custGeom>
              <a:rect b="b" l="l" r="r" t="t"/>
              <a:pathLst>
                <a:path extrusionOk="0" h="2508" w="8953">
                  <a:moveTo>
                    <a:pt x="8858" y="0"/>
                  </a:moveTo>
                  <a:cubicBezTo>
                    <a:pt x="8853" y="0"/>
                    <a:pt x="8848" y="1"/>
                    <a:pt x="8843" y="2"/>
                  </a:cubicBezTo>
                  <a:cubicBezTo>
                    <a:pt x="6480" y="538"/>
                    <a:pt x="4118" y="1089"/>
                    <a:pt x="1801" y="1797"/>
                  </a:cubicBezTo>
                  <a:cubicBezTo>
                    <a:pt x="1215" y="1974"/>
                    <a:pt x="637" y="2162"/>
                    <a:pt x="69" y="2382"/>
                  </a:cubicBezTo>
                  <a:cubicBezTo>
                    <a:pt x="0" y="2407"/>
                    <a:pt x="18" y="2507"/>
                    <a:pt x="78" y="2507"/>
                  </a:cubicBezTo>
                  <a:cubicBezTo>
                    <a:pt x="85" y="2507"/>
                    <a:pt x="93" y="2506"/>
                    <a:pt x="100" y="2503"/>
                  </a:cubicBezTo>
                  <a:cubicBezTo>
                    <a:pt x="2355" y="1636"/>
                    <a:pt x="4745" y="1089"/>
                    <a:pt x="7093" y="538"/>
                  </a:cubicBezTo>
                  <a:cubicBezTo>
                    <a:pt x="7686" y="396"/>
                    <a:pt x="8282" y="259"/>
                    <a:pt x="8878" y="124"/>
                  </a:cubicBezTo>
                  <a:cubicBezTo>
                    <a:pt x="8953" y="108"/>
                    <a:pt x="8927" y="0"/>
                    <a:pt x="885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6" name="Google Shape;2056;p47"/>
            <p:cNvSpPr/>
            <p:nvPr/>
          </p:nvSpPr>
          <p:spPr>
            <a:xfrm rot="-5400000">
              <a:off x="6432258" y="2673363"/>
              <a:ext cx="118900" cy="25475"/>
            </a:xfrm>
            <a:custGeom>
              <a:rect b="b" l="l" r="r" t="t"/>
              <a:pathLst>
                <a:path extrusionOk="0" h="1019" w="4756">
                  <a:moveTo>
                    <a:pt x="2088" y="0"/>
                  </a:moveTo>
                  <a:cubicBezTo>
                    <a:pt x="1861" y="0"/>
                    <a:pt x="1636" y="65"/>
                    <a:pt x="1428" y="149"/>
                  </a:cubicBezTo>
                  <a:cubicBezTo>
                    <a:pt x="944" y="337"/>
                    <a:pt x="494" y="615"/>
                    <a:pt x="58" y="895"/>
                  </a:cubicBezTo>
                  <a:cubicBezTo>
                    <a:pt x="0" y="929"/>
                    <a:pt x="35" y="1013"/>
                    <a:pt x="88" y="1013"/>
                  </a:cubicBezTo>
                  <a:cubicBezTo>
                    <a:pt x="98" y="1013"/>
                    <a:pt x="110" y="1010"/>
                    <a:pt x="121" y="1002"/>
                  </a:cubicBezTo>
                  <a:cubicBezTo>
                    <a:pt x="571" y="716"/>
                    <a:pt x="1034" y="420"/>
                    <a:pt x="1539" y="239"/>
                  </a:cubicBezTo>
                  <a:cubicBezTo>
                    <a:pt x="1717" y="175"/>
                    <a:pt x="1902" y="126"/>
                    <a:pt x="2089" y="126"/>
                  </a:cubicBezTo>
                  <a:cubicBezTo>
                    <a:pt x="2174" y="126"/>
                    <a:pt x="2259" y="136"/>
                    <a:pt x="2345" y="159"/>
                  </a:cubicBezTo>
                  <a:cubicBezTo>
                    <a:pt x="2976" y="326"/>
                    <a:pt x="3557" y="1019"/>
                    <a:pt x="4221" y="1019"/>
                  </a:cubicBezTo>
                  <a:cubicBezTo>
                    <a:pt x="4373" y="1019"/>
                    <a:pt x="4530" y="982"/>
                    <a:pt x="4693" y="895"/>
                  </a:cubicBezTo>
                  <a:cubicBezTo>
                    <a:pt x="4755" y="862"/>
                    <a:pt x="4719" y="778"/>
                    <a:pt x="4661" y="778"/>
                  </a:cubicBezTo>
                  <a:cubicBezTo>
                    <a:pt x="4651" y="778"/>
                    <a:pt x="4641" y="781"/>
                    <a:pt x="4630" y="787"/>
                  </a:cubicBezTo>
                  <a:cubicBezTo>
                    <a:pt x="4484" y="865"/>
                    <a:pt x="4343" y="898"/>
                    <a:pt x="4205" y="898"/>
                  </a:cubicBezTo>
                  <a:cubicBezTo>
                    <a:pt x="3522" y="898"/>
                    <a:pt x="2913" y="96"/>
                    <a:pt x="2229" y="9"/>
                  </a:cubicBezTo>
                  <a:cubicBezTo>
                    <a:pt x="2182" y="3"/>
                    <a:pt x="2135" y="0"/>
                    <a:pt x="208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7" name="Google Shape;2057;p47"/>
            <p:cNvSpPr/>
            <p:nvPr/>
          </p:nvSpPr>
          <p:spPr>
            <a:xfrm rot="-5400000">
              <a:off x="6516833" y="2642938"/>
              <a:ext cx="21875" cy="44350"/>
            </a:xfrm>
            <a:custGeom>
              <a:rect b="b" l="l" r="r" t="t"/>
              <a:pathLst>
                <a:path extrusionOk="0" h="1774" w="875">
                  <a:moveTo>
                    <a:pt x="0" y="0"/>
                  </a:moveTo>
                  <a:lnTo>
                    <a:pt x="0" y="1683"/>
                  </a:lnTo>
                  <a:lnTo>
                    <a:pt x="874" y="1774"/>
                  </a:lnTo>
                  <a:lnTo>
                    <a:pt x="874" y="87"/>
                  </a:lnTo>
                  <a:lnTo>
                    <a:pt x="0"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8" name="Google Shape;2058;p47"/>
            <p:cNvSpPr/>
            <p:nvPr/>
          </p:nvSpPr>
          <p:spPr>
            <a:xfrm rot="-5400000">
              <a:off x="6564795" y="2522000"/>
              <a:ext cx="65000" cy="83900"/>
            </a:xfrm>
            <a:custGeom>
              <a:rect b="b" l="l" r="r" t="t"/>
              <a:pathLst>
                <a:path extrusionOk="0" h="3356" w="2600">
                  <a:moveTo>
                    <a:pt x="1044" y="1"/>
                  </a:moveTo>
                  <a:cubicBezTo>
                    <a:pt x="784" y="1"/>
                    <a:pt x="448" y="24"/>
                    <a:pt x="1" y="87"/>
                  </a:cubicBezTo>
                  <a:cubicBezTo>
                    <a:pt x="1" y="87"/>
                    <a:pt x="645" y="2118"/>
                    <a:pt x="2116" y="3356"/>
                  </a:cubicBezTo>
                  <a:cubicBezTo>
                    <a:pt x="2373" y="2508"/>
                    <a:pt x="2600" y="1762"/>
                    <a:pt x="2600" y="1762"/>
                  </a:cubicBezTo>
                  <a:cubicBezTo>
                    <a:pt x="2600" y="1762"/>
                    <a:pt x="2339" y="961"/>
                    <a:pt x="2011" y="136"/>
                  </a:cubicBezTo>
                  <a:cubicBezTo>
                    <a:pt x="1803" y="100"/>
                    <a:pt x="1589" y="1"/>
                    <a:pt x="1044" y="1"/>
                  </a:cubicBezTo>
                  <a:close/>
                </a:path>
              </a:pathLst>
            </a:custGeom>
            <a:solidFill>
              <a:srgbClr val="C45C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9" name="Google Shape;2059;p47"/>
            <p:cNvSpPr/>
            <p:nvPr/>
          </p:nvSpPr>
          <p:spPr>
            <a:xfrm rot="-5400000">
              <a:off x="6590258" y="2803663"/>
              <a:ext cx="65425" cy="275200"/>
            </a:xfrm>
            <a:custGeom>
              <a:rect b="b" l="l" r="r" t="t"/>
              <a:pathLst>
                <a:path extrusionOk="0" h="11008" w="2617">
                  <a:moveTo>
                    <a:pt x="2520" y="1"/>
                  </a:moveTo>
                  <a:cubicBezTo>
                    <a:pt x="2505" y="1"/>
                    <a:pt x="2491" y="6"/>
                    <a:pt x="2478" y="18"/>
                  </a:cubicBezTo>
                  <a:cubicBezTo>
                    <a:pt x="181" y="2189"/>
                    <a:pt x="105" y="5837"/>
                    <a:pt x="1157" y="8617"/>
                  </a:cubicBezTo>
                  <a:cubicBezTo>
                    <a:pt x="1474" y="9458"/>
                    <a:pt x="1896" y="10256"/>
                    <a:pt x="2422" y="10980"/>
                  </a:cubicBezTo>
                  <a:cubicBezTo>
                    <a:pt x="2437" y="10999"/>
                    <a:pt x="2457" y="11007"/>
                    <a:pt x="2477" y="11007"/>
                  </a:cubicBezTo>
                  <a:cubicBezTo>
                    <a:pt x="2525" y="11007"/>
                    <a:pt x="2571" y="10959"/>
                    <a:pt x="2537" y="10910"/>
                  </a:cubicBezTo>
                  <a:cubicBezTo>
                    <a:pt x="728" y="8429"/>
                    <a:pt x="1" y="4931"/>
                    <a:pt x="1244" y="2046"/>
                  </a:cubicBezTo>
                  <a:cubicBezTo>
                    <a:pt x="1558" y="1321"/>
                    <a:pt x="1997" y="656"/>
                    <a:pt x="2568" y="113"/>
                  </a:cubicBezTo>
                  <a:cubicBezTo>
                    <a:pt x="2617" y="66"/>
                    <a:pt x="2571" y="1"/>
                    <a:pt x="252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0" name="Google Shape;2060;p47"/>
            <p:cNvSpPr/>
            <p:nvPr/>
          </p:nvSpPr>
          <p:spPr>
            <a:xfrm rot="-5400000">
              <a:off x="6556145" y="2568250"/>
              <a:ext cx="32200" cy="87800"/>
            </a:xfrm>
            <a:custGeom>
              <a:rect b="b" l="l" r="r" t="t"/>
              <a:pathLst>
                <a:path extrusionOk="0" h="3512" w="1288">
                  <a:moveTo>
                    <a:pt x="674" y="0"/>
                  </a:moveTo>
                  <a:cubicBezTo>
                    <a:pt x="460" y="0"/>
                    <a:pt x="269" y="137"/>
                    <a:pt x="165" y="330"/>
                  </a:cubicBezTo>
                  <a:cubicBezTo>
                    <a:pt x="1" y="634"/>
                    <a:pt x="95" y="1007"/>
                    <a:pt x="182" y="1316"/>
                  </a:cubicBezTo>
                  <a:cubicBezTo>
                    <a:pt x="405" y="2086"/>
                    <a:pt x="768" y="2805"/>
                    <a:pt x="1175" y="3487"/>
                  </a:cubicBezTo>
                  <a:cubicBezTo>
                    <a:pt x="1186" y="3505"/>
                    <a:pt x="1202" y="3512"/>
                    <a:pt x="1218" y="3512"/>
                  </a:cubicBezTo>
                  <a:cubicBezTo>
                    <a:pt x="1253" y="3512"/>
                    <a:pt x="1287" y="3476"/>
                    <a:pt x="1266" y="3435"/>
                  </a:cubicBezTo>
                  <a:cubicBezTo>
                    <a:pt x="935" y="2881"/>
                    <a:pt x="635" y="2310"/>
                    <a:pt x="416" y="1700"/>
                  </a:cubicBezTo>
                  <a:cubicBezTo>
                    <a:pt x="311" y="1407"/>
                    <a:pt x="189" y="1083"/>
                    <a:pt x="179" y="766"/>
                  </a:cubicBezTo>
                  <a:cubicBezTo>
                    <a:pt x="169" y="476"/>
                    <a:pt x="337" y="102"/>
                    <a:pt x="656" y="102"/>
                  </a:cubicBezTo>
                  <a:cubicBezTo>
                    <a:pt x="689" y="102"/>
                    <a:pt x="724" y="106"/>
                    <a:pt x="760" y="115"/>
                  </a:cubicBezTo>
                  <a:cubicBezTo>
                    <a:pt x="764" y="116"/>
                    <a:pt x="768" y="116"/>
                    <a:pt x="772" y="116"/>
                  </a:cubicBezTo>
                  <a:cubicBezTo>
                    <a:pt x="826" y="116"/>
                    <a:pt x="847" y="30"/>
                    <a:pt x="789" y="13"/>
                  </a:cubicBezTo>
                  <a:cubicBezTo>
                    <a:pt x="750" y="5"/>
                    <a:pt x="712" y="0"/>
                    <a:pt x="674"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1" name="Google Shape;2061;p47"/>
            <p:cNvSpPr/>
            <p:nvPr/>
          </p:nvSpPr>
          <p:spPr>
            <a:xfrm rot="-5400000">
              <a:off x="6574745" y="2682700"/>
              <a:ext cx="20900" cy="130300"/>
            </a:xfrm>
            <a:custGeom>
              <a:rect b="b" l="l" r="r" t="t"/>
              <a:pathLst>
                <a:path extrusionOk="0" h="5212" w="836">
                  <a:moveTo>
                    <a:pt x="189" y="1"/>
                  </a:moveTo>
                  <a:cubicBezTo>
                    <a:pt x="158" y="1"/>
                    <a:pt x="125" y="27"/>
                    <a:pt x="133" y="67"/>
                  </a:cubicBezTo>
                  <a:cubicBezTo>
                    <a:pt x="505" y="1749"/>
                    <a:pt x="0" y="3568"/>
                    <a:pt x="729" y="5186"/>
                  </a:cubicBezTo>
                  <a:cubicBezTo>
                    <a:pt x="737" y="5204"/>
                    <a:pt x="752" y="5211"/>
                    <a:pt x="767" y="5211"/>
                  </a:cubicBezTo>
                  <a:cubicBezTo>
                    <a:pt x="800" y="5211"/>
                    <a:pt x="835" y="5174"/>
                    <a:pt x="816" y="5133"/>
                  </a:cubicBezTo>
                  <a:cubicBezTo>
                    <a:pt x="95" y="3530"/>
                    <a:pt x="603" y="1711"/>
                    <a:pt x="234" y="38"/>
                  </a:cubicBezTo>
                  <a:cubicBezTo>
                    <a:pt x="228" y="12"/>
                    <a:pt x="209" y="1"/>
                    <a:pt x="18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2" name="Google Shape;2062;p47"/>
            <p:cNvSpPr/>
            <p:nvPr/>
          </p:nvSpPr>
          <p:spPr>
            <a:xfrm rot="-5400000">
              <a:off x="6481745" y="2350500"/>
              <a:ext cx="228425" cy="203725"/>
            </a:xfrm>
            <a:custGeom>
              <a:rect b="b" l="l" r="r" t="t"/>
              <a:pathLst>
                <a:path extrusionOk="0" h="8149" w="9137">
                  <a:moveTo>
                    <a:pt x="2907" y="1"/>
                  </a:moveTo>
                  <a:cubicBezTo>
                    <a:pt x="2698" y="1"/>
                    <a:pt x="2477" y="36"/>
                    <a:pt x="2244" y="119"/>
                  </a:cubicBezTo>
                  <a:cubicBezTo>
                    <a:pt x="335" y="798"/>
                    <a:pt x="1105" y="2864"/>
                    <a:pt x="2001" y="3697"/>
                  </a:cubicBezTo>
                  <a:cubicBezTo>
                    <a:pt x="2001" y="3697"/>
                    <a:pt x="1" y="5320"/>
                    <a:pt x="1287" y="7154"/>
                  </a:cubicBezTo>
                  <a:cubicBezTo>
                    <a:pt x="1795" y="7880"/>
                    <a:pt x="2444" y="8148"/>
                    <a:pt x="3054" y="8148"/>
                  </a:cubicBezTo>
                  <a:cubicBezTo>
                    <a:pt x="3891" y="8148"/>
                    <a:pt x="4655" y="7644"/>
                    <a:pt x="4886" y="7123"/>
                  </a:cubicBezTo>
                  <a:cubicBezTo>
                    <a:pt x="4886" y="7123"/>
                    <a:pt x="5182" y="7167"/>
                    <a:pt x="5605" y="7167"/>
                  </a:cubicBezTo>
                  <a:cubicBezTo>
                    <a:pt x="6387" y="7167"/>
                    <a:pt x="7603" y="7017"/>
                    <a:pt x="8207" y="6168"/>
                  </a:cubicBezTo>
                  <a:cubicBezTo>
                    <a:pt x="9137" y="4857"/>
                    <a:pt x="8325" y="3220"/>
                    <a:pt x="8325" y="3220"/>
                  </a:cubicBezTo>
                  <a:cubicBezTo>
                    <a:pt x="8325" y="3220"/>
                    <a:pt x="8663" y="1700"/>
                    <a:pt x="7503" y="1129"/>
                  </a:cubicBezTo>
                  <a:cubicBezTo>
                    <a:pt x="7055" y="908"/>
                    <a:pt x="6623" y="833"/>
                    <a:pt x="6244" y="833"/>
                  </a:cubicBezTo>
                  <a:cubicBezTo>
                    <a:pt x="5451" y="833"/>
                    <a:pt x="4886" y="1160"/>
                    <a:pt x="4886" y="1160"/>
                  </a:cubicBezTo>
                  <a:cubicBezTo>
                    <a:pt x="4886" y="1160"/>
                    <a:pt x="4105" y="1"/>
                    <a:pt x="29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3" name="Google Shape;2063;p47"/>
            <p:cNvSpPr/>
            <p:nvPr/>
          </p:nvSpPr>
          <p:spPr>
            <a:xfrm rot="-5400000">
              <a:off x="6519508" y="2472813"/>
              <a:ext cx="32700" cy="23975"/>
            </a:xfrm>
            <a:custGeom>
              <a:rect b="b" l="l" r="r" t="t"/>
              <a:pathLst>
                <a:path extrusionOk="0" h="959" w="1308">
                  <a:moveTo>
                    <a:pt x="635" y="1"/>
                  </a:moveTo>
                  <a:cubicBezTo>
                    <a:pt x="313" y="1"/>
                    <a:pt x="48" y="180"/>
                    <a:pt x="25" y="422"/>
                  </a:cubicBezTo>
                  <a:cubicBezTo>
                    <a:pt x="0" y="684"/>
                    <a:pt x="272" y="921"/>
                    <a:pt x="624" y="956"/>
                  </a:cubicBezTo>
                  <a:cubicBezTo>
                    <a:pt x="647" y="958"/>
                    <a:pt x="671" y="958"/>
                    <a:pt x="693" y="958"/>
                  </a:cubicBezTo>
                  <a:cubicBezTo>
                    <a:pt x="893" y="958"/>
                    <a:pt x="1073" y="894"/>
                    <a:pt x="1185" y="784"/>
                  </a:cubicBezTo>
                  <a:cubicBezTo>
                    <a:pt x="1179" y="778"/>
                    <a:pt x="1174" y="774"/>
                    <a:pt x="1168" y="771"/>
                  </a:cubicBezTo>
                  <a:cubicBezTo>
                    <a:pt x="1147" y="753"/>
                    <a:pt x="1129" y="739"/>
                    <a:pt x="1112" y="722"/>
                  </a:cubicBezTo>
                  <a:cubicBezTo>
                    <a:pt x="1020" y="808"/>
                    <a:pt x="872" y="861"/>
                    <a:pt x="706" y="861"/>
                  </a:cubicBezTo>
                  <a:cubicBezTo>
                    <a:pt x="683" y="861"/>
                    <a:pt x="659" y="860"/>
                    <a:pt x="635" y="858"/>
                  </a:cubicBezTo>
                  <a:cubicBezTo>
                    <a:pt x="332" y="830"/>
                    <a:pt x="102" y="638"/>
                    <a:pt x="122" y="429"/>
                  </a:cubicBezTo>
                  <a:cubicBezTo>
                    <a:pt x="139" y="237"/>
                    <a:pt x="359" y="99"/>
                    <a:pt x="627" y="99"/>
                  </a:cubicBezTo>
                  <a:cubicBezTo>
                    <a:pt x="651" y="99"/>
                    <a:pt x="676" y="100"/>
                    <a:pt x="701" y="102"/>
                  </a:cubicBezTo>
                  <a:cubicBezTo>
                    <a:pt x="934" y="123"/>
                    <a:pt x="1123" y="241"/>
                    <a:pt x="1189" y="391"/>
                  </a:cubicBezTo>
                  <a:cubicBezTo>
                    <a:pt x="1222" y="442"/>
                    <a:pt x="1255" y="453"/>
                    <a:pt x="1278" y="453"/>
                  </a:cubicBezTo>
                  <a:cubicBezTo>
                    <a:pt x="1296" y="453"/>
                    <a:pt x="1307" y="447"/>
                    <a:pt x="1307" y="447"/>
                  </a:cubicBezTo>
                  <a:cubicBezTo>
                    <a:pt x="1269" y="224"/>
                    <a:pt x="1021" y="32"/>
                    <a:pt x="711" y="4"/>
                  </a:cubicBezTo>
                  <a:cubicBezTo>
                    <a:pt x="685" y="2"/>
                    <a:pt x="660" y="1"/>
                    <a:pt x="63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4" name="Google Shape;2064;p47"/>
            <p:cNvSpPr/>
            <p:nvPr/>
          </p:nvSpPr>
          <p:spPr>
            <a:xfrm rot="-5400000">
              <a:off x="6527520" y="2492425"/>
              <a:ext cx="132700" cy="72750"/>
            </a:xfrm>
            <a:custGeom>
              <a:rect b="b" l="l" r="r" t="t"/>
              <a:pathLst>
                <a:path extrusionOk="0" h="2910" w="5308">
                  <a:moveTo>
                    <a:pt x="1691" y="1"/>
                  </a:moveTo>
                  <a:lnTo>
                    <a:pt x="1691" y="1"/>
                  </a:lnTo>
                  <a:cubicBezTo>
                    <a:pt x="1" y="436"/>
                    <a:pt x="1182" y="2503"/>
                    <a:pt x="2095" y="2910"/>
                  </a:cubicBezTo>
                  <a:lnTo>
                    <a:pt x="5307" y="2513"/>
                  </a:lnTo>
                  <a:lnTo>
                    <a:pt x="4172" y="475"/>
                  </a:lnTo>
                  <a:lnTo>
                    <a:pt x="3506" y="346"/>
                  </a:lnTo>
                  <a:lnTo>
                    <a:pt x="2559" y="164"/>
                  </a:lnTo>
                  <a:lnTo>
                    <a:pt x="1691" y="1"/>
                  </a:lnTo>
                  <a:close/>
                </a:path>
              </a:pathLst>
            </a:custGeom>
            <a:solidFill>
              <a:srgbClr val="C45C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5" name="Google Shape;2065;p47"/>
            <p:cNvSpPr/>
            <p:nvPr/>
          </p:nvSpPr>
          <p:spPr>
            <a:xfrm rot="-5400000">
              <a:off x="6563908" y="2487238"/>
              <a:ext cx="42700" cy="47325"/>
            </a:xfrm>
            <a:custGeom>
              <a:rect b="b" l="l" r="r" t="t"/>
              <a:pathLst>
                <a:path extrusionOk="0" h="1893" w="1708">
                  <a:moveTo>
                    <a:pt x="43" y="0"/>
                  </a:moveTo>
                  <a:lnTo>
                    <a:pt x="43" y="0"/>
                  </a:lnTo>
                  <a:cubicBezTo>
                    <a:pt x="1" y="272"/>
                    <a:pt x="74" y="1015"/>
                    <a:pt x="1708" y="1893"/>
                  </a:cubicBezTo>
                  <a:lnTo>
                    <a:pt x="990" y="182"/>
                  </a:lnTo>
                  <a:lnTo>
                    <a:pt x="43" y="0"/>
                  </a:lnTo>
                  <a:close/>
                </a:path>
              </a:pathLst>
            </a:custGeom>
            <a:solidFill>
              <a:srgbClr val="2729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6" name="Google Shape;2066;p47"/>
            <p:cNvSpPr/>
            <p:nvPr/>
          </p:nvSpPr>
          <p:spPr>
            <a:xfrm rot="-5400000">
              <a:off x="6516720" y="2386600"/>
              <a:ext cx="137900" cy="115700"/>
            </a:xfrm>
            <a:custGeom>
              <a:rect b="b" l="l" r="r" t="t"/>
              <a:pathLst>
                <a:path extrusionOk="0" h="4628" w="5516">
                  <a:moveTo>
                    <a:pt x="4175" y="1"/>
                  </a:moveTo>
                  <a:cubicBezTo>
                    <a:pt x="3870" y="1"/>
                    <a:pt x="3490" y="62"/>
                    <a:pt x="3001" y="62"/>
                  </a:cubicBezTo>
                  <a:cubicBezTo>
                    <a:pt x="2830" y="62"/>
                    <a:pt x="2645" y="55"/>
                    <a:pt x="2446" y="34"/>
                  </a:cubicBezTo>
                  <a:cubicBezTo>
                    <a:pt x="2231" y="13"/>
                    <a:pt x="2034" y="2"/>
                    <a:pt x="1853" y="2"/>
                  </a:cubicBezTo>
                  <a:cubicBezTo>
                    <a:pt x="439" y="2"/>
                    <a:pt x="0" y="649"/>
                    <a:pt x="90" y="1881"/>
                  </a:cubicBezTo>
                  <a:cubicBezTo>
                    <a:pt x="117" y="2268"/>
                    <a:pt x="403" y="3017"/>
                    <a:pt x="975" y="3460"/>
                  </a:cubicBezTo>
                  <a:cubicBezTo>
                    <a:pt x="1613" y="3955"/>
                    <a:pt x="1832" y="4146"/>
                    <a:pt x="2494" y="4344"/>
                  </a:cubicBezTo>
                  <a:cubicBezTo>
                    <a:pt x="2850" y="4451"/>
                    <a:pt x="3366" y="4628"/>
                    <a:pt x="3870" y="4628"/>
                  </a:cubicBezTo>
                  <a:cubicBezTo>
                    <a:pt x="4708" y="4628"/>
                    <a:pt x="5516" y="4139"/>
                    <a:pt x="5511" y="2027"/>
                  </a:cubicBezTo>
                  <a:cubicBezTo>
                    <a:pt x="5511" y="1348"/>
                    <a:pt x="5257" y="686"/>
                    <a:pt x="4787" y="195"/>
                  </a:cubicBezTo>
                  <a:cubicBezTo>
                    <a:pt x="4766" y="177"/>
                    <a:pt x="4745" y="156"/>
                    <a:pt x="4724" y="136"/>
                  </a:cubicBezTo>
                  <a:cubicBezTo>
                    <a:pt x="4570" y="31"/>
                    <a:pt x="4391" y="1"/>
                    <a:pt x="4175" y="1"/>
                  </a:cubicBezTo>
                  <a:close/>
                </a:path>
              </a:pathLst>
            </a:custGeom>
            <a:solidFill>
              <a:srgbClr val="C45C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7" name="Google Shape;2067;p47"/>
            <p:cNvSpPr/>
            <p:nvPr/>
          </p:nvSpPr>
          <p:spPr>
            <a:xfrm rot="-5400000">
              <a:off x="6540458" y="2331263"/>
              <a:ext cx="94800" cy="131225"/>
            </a:xfrm>
            <a:custGeom>
              <a:rect b="b" l="l" r="r" t="t"/>
              <a:pathLst>
                <a:path extrusionOk="0" h="5249" w="3792">
                  <a:moveTo>
                    <a:pt x="1772" y="1"/>
                  </a:moveTo>
                  <a:cubicBezTo>
                    <a:pt x="1468" y="1"/>
                    <a:pt x="1145" y="77"/>
                    <a:pt x="1116" y="397"/>
                  </a:cubicBezTo>
                  <a:cubicBezTo>
                    <a:pt x="1060" y="1010"/>
                    <a:pt x="1175" y="2355"/>
                    <a:pt x="1175" y="2355"/>
                  </a:cubicBezTo>
                  <a:lnTo>
                    <a:pt x="1764" y="2602"/>
                  </a:lnTo>
                  <a:lnTo>
                    <a:pt x="1220" y="2623"/>
                  </a:lnTo>
                  <a:cubicBezTo>
                    <a:pt x="1220" y="2623"/>
                    <a:pt x="1130" y="3132"/>
                    <a:pt x="1095" y="3428"/>
                  </a:cubicBezTo>
                  <a:cubicBezTo>
                    <a:pt x="1095" y="3428"/>
                    <a:pt x="830" y="3350"/>
                    <a:pt x="570" y="3350"/>
                  </a:cubicBezTo>
                  <a:cubicBezTo>
                    <a:pt x="340" y="3350"/>
                    <a:pt x="114" y="3412"/>
                    <a:pt x="78" y="3644"/>
                  </a:cubicBezTo>
                  <a:cubicBezTo>
                    <a:pt x="1" y="4139"/>
                    <a:pt x="144" y="4850"/>
                    <a:pt x="144" y="4850"/>
                  </a:cubicBezTo>
                  <a:cubicBezTo>
                    <a:pt x="144" y="4850"/>
                    <a:pt x="701" y="5248"/>
                    <a:pt x="1302" y="5248"/>
                  </a:cubicBezTo>
                  <a:cubicBezTo>
                    <a:pt x="1603" y="5248"/>
                    <a:pt x="1914" y="5149"/>
                    <a:pt x="2172" y="4850"/>
                  </a:cubicBezTo>
                  <a:cubicBezTo>
                    <a:pt x="2949" y="3958"/>
                    <a:pt x="3792" y="1191"/>
                    <a:pt x="2315" y="66"/>
                  </a:cubicBezTo>
                  <a:cubicBezTo>
                    <a:pt x="2315" y="66"/>
                    <a:pt x="2052" y="1"/>
                    <a:pt x="177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8" name="Google Shape;2068;p47"/>
            <p:cNvSpPr/>
            <p:nvPr/>
          </p:nvSpPr>
          <p:spPr>
            <a:xfrm rot="-5400000">
              <a:off x="6544295" y="2445200"/>
              <a:ext cx="19275" cy="9225"/>
            </a:xfrm>
            <a:custGeom>
              <a:rect b="b" l="l" r="r" t="t"/>
              <a:pathLst>
                <a:path extrusionOk="0" h="369" w="771">
                  <a:moveTo>
                    <a:pt x="198" y="0"/>
                  </a:moveTo>
                  <a:cubicBezTo>
                    <a:pt x="83" y="0"/>
                    <a:pt x="46" y="201"/>
                    <a:pt x="16" y="282"/>
                  </a:cubicBezTo>
                  <a:cubicBezTo>
                    <a:pt x="0" y="321"/>
                    <a:pt x="34" y="351"/>
                    <a:pt x="66" y="351"/>
                  </a:cubicBezTo>
                  <a:cubicBezTo>
                    <a:pt x="84" y="351"/>
                    <a:pt x="101" y="342"/>
                    <a:pt x="109" y="321"/>
                  </a:cubicBezTo>
                  <a:cubicBezTo>
                    <a:pt x="130" y="268"/>
                    <a:pt x="148" y="189"/>
                    <a:pt x="180" y="143"/>
                  </a:cubicBezTo>
                  <a:cubicBezTo>
                    <a:pt x="193" y="125"/>
                    <a:pt x="207" y="118"/>
                    <a:pt x="222" y="118"/>
                  </a:cubicBezTo>
                  <a:cubicBezTo>
                    <a:pt x="253" y="118"/>
                    <a:pt x="288" y="149"/>
                    <a:pt x="326" y="168"/>
                  </a:cubicBezTo>
                  <a:cubicBezTo>
                    <a:pt x="444" y="234"/>
                    <a:pt x="563" y="297"/>
                    <a:pt x="685" y="363"/>
                  </a:cubicBezTo>
                  <a:cubicBezTo>
                    <a:pt x="692" y="367"/>
                    <a:pt x="700" y="369"/>
                    <a:pt x="707" y="369"/>
                  </a:cubicBezTo>
                  <a:cubicBezTo>
                    <a:pt x="749" y="369"/>
                    <a:pt x="771" y="296"/>
                    <a:pt x="723" y="268"/>
                  </a:cubicBezTo>
                  <a:cubicBezTo>
                    <a:pt x="622" y="213"/>
                    <a:pt x="524" y="160"/>
                    <a:pt x="426" y="105"/>
                  </a:cubicBezTo>
                  <a:cubicBezTo>
                    <a:pt x="364" y="73"/>
                    <a:pt x="280" y="4"/>
                    <a:pt x="207" y="1"/>
                  </a:cubicBezTo>
                  <a:cubicBezTo>
                    <a:pt x="204" y="0"/>
                    <a:pt x="201" y="0"/>
                    <a:pt x="198" y="0"/>
                  </a:cubicBezTo>
                  <a:close/>
                </a:path>
              </a:pathLst>
            </a:custGeom>
            <a:solidFill>
              <a:srgbClr val="2729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9" name="Google Shape;2069;p47"/>
            <p:cNvSpPr/>
            <p:nvPr/>
          </p:nvSpPr>
          <p:spPr>
            <a:xfrm rot="-5400000">
              <a:off x="6571145" y="2439650"/>
              <a:ext cx="8300" cy="6150"/>
            </a:xfrm>
            <a:custGeom>
              <a:rect b="b" l="l" r="r" t="t"/>
              <a:pathLst>
                <a:path extrusionOk="0" h="246" w="332">
                  <a:moveTo>
                    <a:pt x="166" y="0"/>
                  </a:moveTo>
                  <a:cubicBezTo>
                    <a:pt x="79" y="0"/>
                    <a:pt x="7" y="49"/>
                    <a:pt x="4" y="116"/>
                  </a:cubicBezTo>
                  <a:cubicBezTo>
                    <a:pt x="0" y="182"/>
                    <a:pt x="70" y="241"/>
                    <a:pt x="161" y="244"/>
                  </a:cubicBezTo>
                  <a:cubicBezTo>
                    <a:pt x="166" y="245"/>
                    <a:pt x="171" y="245"/>
                    <a:pt x="176" y="245"/>
                  </a:cubicBezTo>
                  <a:cubicBezTo>
                    <a:pt x="257" y="245"/>
                    <a:pt x="325" y="195"/>
                    <a:pt x="328" y="133"/>
                  </a:cubicBezTo>
                  <a:cubicBezTo>
                    <a:pt x="331" y="67"/>
                    <a:pt x="265" y="8"/>
                    <a:pt x="174" y="0"/>
                  </a:cubicBezTo>
                  <a:cubicBezTo>
                    <a:pt x="171" y="0"/>
                    <a:pt x="168" y="0"/>
                    <a:pt x="166" y="0"/>
                  </a:cubicBezTo>
                  <a:close/>
                </a:path>
              </a:pathLst>
            </a:custGeom>
            <a:solidFill>
              <a:srgbClr val="2729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0" name="Google Shape;2070;p47"/>
            <p:cNvSpPr/>
            <p:nvPr/>
          </p:nvSpPr>
          <p:spPr>
            <a:xfrm rot="-5400000">
              <a:off x="6543758" y="2439263"/>
              <a:ext cx="8375" cy="6150"/>
            </a:xfrm>
            <a:custGeom>
              <a:rect b="b" l="l" r="r" t="t"/>
              <a:pathLst>
                <a:path extrusionOk="0" h="246" w="335">
                  <a:moveTo>
                    <a:pt x="166" y="0"/>
                  </a:moveTo>
                  <a:cubicBezTo>
                    <a:pt x="79" y="0"/>
                    <a:pt x="10" y="48"/>
                    <a:pt x="4" y="116"/>
                  </a:cubicBezTo>
                  <a:cubicBezTo>
                    <a:pt x="1" y="182"/>
                    <a:pt x="70" y="241"/>
                    <a:pt x="160" y="245"/>
                  </a:cubicBezTo>
                  <a:cubicBezTo>
                    <a:pt x="166" y="245"/>
                    <a:pt x="171" y="245"/>
                    <a:pt x="176" y="245"/>
                  </a:cubicBezTo>
                  <a:cubicBezTo>
                    <a:pt x="260" y="245"/>
                    <a:pt x="325" y="196"/>
                    <a:pt x="332" y="133"/>
                  </a:cubicBezTo>
                  <a:cubicBezTo>
                    <a:pt x="335" y="67"/>
                    <a:pt x="265" y="7"/>
                    <a:pt x="174" y="0"/>
                  </a:cubicBezTo>
                  <a:cubicBezTo>
                    <a:pt x="172" y="0"/>
                    <a:pt x="169" y="0"/>
                    <a:pt x="166" y="0"/>
                  </a:cubicBezTo>
                  <a:close/>
                </a:path>
              </a:pathLst>
            </a:custGeom>
            <a:solidFill>
              <a:srgbClr val="2729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1" name="Google Shape;2071;p47"/>
            <p:cNvSpPr/>
            <p:nvPr/>
          </p:nvSpPr>
          <p:spPr>
            <a:xfrm rot="-5400000">
              <a:off x="6550445" y="2460450"/>
              <a:ext cx="17875" cy="30425"/>
            </a:xfrm>
            <a:custGeom>
              <a:rect b="b" l="l" r="r" t="t"/>
              <a:pathLst>
                <a:path extrusionOk="0" h="1217" w="715">
                  <a:moveTo>
                    <a:pt x="659" y="1"/>
                  </a:moveTo>
                  <a:cubicBezTo>
                    <a:pt x="659" y="1"/>
                    <a:pt x="70" y="32"/>
                    <a:pt x="39" y="527"/>
                  </a:cubicBezTo>
                  <a:cubicBezTo>
                    <a:pt x="1" y="1109"/>
                    <a:pt x="715" y="1217"/>
                    <a:pt x="715" y="1217"/>
                  </a:cubicBezTo>
                  <a:cubicBezTo>
                    <a:pt x="558" y="432"/>
                    <a:pt x="659" y="1"/>
                    <a:pt x="65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2" name="Google Shape;2072;p47"/>
            <p:cNvSpPr/>
            <p:nvPr/>
          </p:nvSpPr>
          <p:spPr>
            <a:xfrm rot="-5400000">
              <a:off x="6555083" y="2484088"/>
              <a:ext cx="5725" cy="11500"/>
            </a:xfrm>
            <a:custGeom>
              <a:rect b="b" l="l" r="r" t="t"/>
              <a:pathLst>
                <a:path extrusionOk="0" h="460" w="229">
                  <a:moveTo>
                    <a:pt x="113" y="1"/>
                  </a:moveTo>
                  <a:cubicBezTo>
                    <a:pt x="90" y="1"/>
                    <a:pt x="67" y="12"/>
                    <a:pt x="56" y="39"/>
                  </a:cubicBezTo>
                  <a:cubicBezTo>
                    <a:pt x="4" y="178"/>
                    <a:pt x="0" y="325"/>
                    <a:pt x="101" y="439"/>
                  </a:cubicBezTo>
                  <a:cubicBezTo>
                    <a:pt x="113" y="454"/>
                    <a:pt x="128" y="460"/>
                    <a:pt x="142" y="460"/>
                  </a:cubicBezTo>
                  <a:cubicBezTo>
                    <a:pt x="186" y="460"/>
                    <a:pt x="228" y="401"/>
                    <a:pt x="188" y="359"/>
                  </a:cubicBezTo>
                  <a:cubicBezTo>
                    <a:pt x="116" y="275"/>
                    <a:pt x="137" y="171"/>
                    <a:pt x="172" y="77"/>
                  </a:cubicBezTo>
                  <a:cubicBezTo>
                    <a:pt x="189" y="31"/>
                    <a:pt x="151" y="1"/>
                    <a:pt x="113" y="1"/>
                  </a:cubicBezTo>
                  <a:close/>
                </a:path>
              </a:pathLst>
            </a:custGeom>
            <a:solidFill>
              <a:srgbClr val="8539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3" name="Google Shape;2073;p47"/>
            <p:cNvSpPr/>
            <p:nvPr/>
          </p:nvSpPr>
          <p:spPr>
            <a:xfrm rot="-5400000">
              <a:off x="6579495" y="2446200"/>
              <a:ext cx="9525" cy="17425"/>
            </a:xfrm>
            <a:custGeom>
              <a:rect b="b" l="l" r="r" t="t"/>
              <a:pathLst>
                <a:path extrusionOk="0" h="697" w="381">
                  <a:moveTo>
                    <a:pt x="199" y="0"/>
                  </a:moveTo>
                  <a:cubicBezTo>
                    <a:pt x="99" y="0"/>
                    <a:pt x="14" y="152"/>
                    <a:pt x="7" y="341"/>
                  </a:cubicBezTo>
                  <a:cubicBezTo>
                    <a:pt x="0" y="536"/>
                    <a:pt x="77" y="694"/>
                    <a:pt x="178" y="697"/>
                  </a:cubicBezTo>
                  <a:cubicBezTo>
                    <a:pt x="179" y="697"/>
                    <a:pt x="180" y="697"/>
                    <a:pt x="181" y="697"/>
                  </a:cubicBezTo>
                  <a:cubicBezTo>
                    <a:pt x="281" y="697"/>
                    <a:pt x="366" y="545"/>
                    <a:pt x="373" y="356"/>
                  </a:cubicBezTo>
                  <a:cubicBezTo>
                    <a:pt x="380" y="164"/>
                    <a:pt x="303" y="4"/>
                    <a:pt x="202" y="0"/>
                  </a:cubicBezTo>
                  <a:cubicBezTo>
                    <a:pt x="201" y="0"/>
                    <a:pt x="200" y="0"/>
                    <a:pt x="199" y="0"/>
                  </a:cubicBezTo>
                  <a:close/>
                </a:path>
              </a:pathLst>
            </a:custGeom>
            <a:solidFill>
              <a:srgbClr val="8539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4" name="Google Shape;2074;p47"/>
            <p:cNvSpPr/>
            <p:nvPr/>
          </p:nvSpPr>
          <p:spPr>
            <a:xfrm rot="-5400000">
              <a:off x="6530845" y="2448325"/>
              <a:ext cx="9350" cy="14750"/>
            </a:xfrm>
            <a:custGeom>
              <a:rect b="b" l="l" r="r" t="t"/>
              <a:pathLst>
                <a:path extrusionOk="0" h="590" w="374">
                  <a:moveTo>
                    <a:pt x="63" y="0"/>
                  </a:moveTo>
                  <a:cubicBezTo>
                    <a:pt x="28" y="60"/>
                    <a:pt x="8" y="143"/>
                    <a:pt x="8" y="234"/>
                  </a:cubicBezTo>
                  <a:cubicBezTo>
                    <a:pt x="0" y="425"/>
                    <a:pt x="74" y="586"/>
                    <a:pt x="175" y="589"/>
                  </a:cubicBezTo>
                  <a:cubicBezTo>
                    <a:pt x="176" y="589"/>
                    <a:pt x="177" y="589"/>
                    <a:pt x="178" y="589"/>
                  </a:cubicBezTo>
                  <a:cubicBezTo>
                    <a:pt x="277" y="589"/>
                    <a:pt x="363" y="437"/>
                    <a:pt x="370" y="248"/>
                  </a:cubicBezTo>
                  <a:cubicBezTo>
                    <a:pt x="373" y="161"/>
                    <a:pt x="359" y="84"/>
                    <a:pt x="335" y="21"/>
                  </a:cubicBezTo>
                  <a:lnTo>
                    <a:pt x="325" y="21"/>
                  </a:lnTo>
                  <a:cubicBezTo>
                    <a:pt x="233" y="11"/>
                    <a:pt x="146" y="4"/>
                    <a:pt x="63" y="0"/>
                  </a:cubicBezTo>
                  <a:close/>
                </a:path>
              </a:pathLst>
            </a:custGeom>
            <a:solidFill>
              <a:srgbClr val="8539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5" name="Google Shape;2075;p47"/>
            <p:cNvSpPr/>
            <p:nvPr/>
          </p:nvSpPr>
          <p:spPr>
            <a:xfrm rot="-5400000">
              <a:off x="6570395" y="2418875"/>
              <a:ext cx="14900" cy="18950"/>
            </a:xfrm>
            <a:custGeom>
              <a:rect b="b" l="l" r="r" t="t"/>
              <a:pathLst>
                <a:path extrusionOk="0" h="758" w="596">
                  <a:moveTo>
                    <a:pt x="380" y="1"/>
                  </a:moveTo>
                  <a:cubicBezTo>
                    <a:pt x="308" y="1"/>
                    <a:pt x="237" y="54"/>
                    <a:pt x="268" y="141"/>
                  </a:cubicBezTo>
                  <a:cubicBezTo>
                    <a:pt x="313" y="280"/>
                    <a:pt x="286" y="461"/>
                    <a:pt x="128" y="517"/>
                  </a:cubicBezTo>
                  <a:cubicBezTo>
                    <a:pt x="0" y="561"/>
                    <a:pt x="30" y="758"/>
                    <a:pt x="144" y="758"/>
                  </a:cubicBezTo>
                  <a:cubicBezTo>
                    <a:pt x="157" y="758"/>
                    <a:pt x="170" y="756"/>
                    <a:pt x="184" y="751"/>
                  </a:cubicBezTo>
                  <a:cubicBezTo>
                    <a:pt x="460" y="656"/>
                    <a:pt x="596" y="360"/>
                    <a:pt x="501" y="85"/>
                  </a:cubicBezTo>
                  <a:cubicBezTo>
                    <a:pt x="482" y="26"/>
                    <a:pt x="430" y="1"/>
                    <a:pt x="380" y="1"/>
                  </a:cubicBezTo>
                  <a:close/>
                </a:path>
              </a:pathLst>
            </a:custGeom>
            <a:solidFill>
              <a:srgbClr val="2729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6" name="Google Shape;2076;p47"/>
            <p:cNvSpPr/>
            <p:nvPr/>
          </p:nvSpPr>
          <p:spPr>
            <a:xfrm rot="-5400000">
              <a:off x="6533633" y="2417588"/>
              <a:ext cx="15500" cy="18475"/>
            </a:xfrm>
            <a:custGeom>
              <a:rect b="b" l="l" r="r" t="t"/>
              <a:pathLst>
                <a:path extrusionOk="0" h="739" w="620">
                  <a:moveTo>
                    <a:pt x="186" y="0"/>
                  </a:moveTo>
                  <a:cubicBezTo>
                    <a:pt x="89" y="0"/>
                    <a:pt x="0" y="118"/>
                    <a:pt x="90" y="199"/>
                  </a:cubicBezTo>
                  <a:cubicBezTo>
                    <a:pt x="202" y="294"/>
                    <a:pt x="362" y="416"/>
                    <a:pt x="317" y="583"/>
                  </a:cubicBezTo>
                  <a:cubicBezTo>
                    <a:pt x="289" y="675"/>
                    <a:pt x="365" y="738"/>
                    <a:pt x="439" y="738"/>
                  </a:cubicBezTo>
                  <a:cubicBezTo>
                    <a:pt x="485" y="738"/>
                    <a:pt x="530" y="713"/>
                    <a:pt x="547" y="656"/>
                  </a:cubicBezTo>
                  <a:cubicBezTo>
                    <a:pt x="620" y="391"/>
                    <a:pt x="456" y="196"/>
                    <a:pt x="268" y="32"/>
                  </a:cubicBezTo>
                  <a:cubicBezTo>
                    <a:pt x="242" y="10"/>
                    <a:pt x="214" y="0"/>
                    <a:pt x="186" y="0"/>
                  </a:cubicBezTo>
                  <a:close/>
                </a:path>
              </a:pathLst>
            </a:custGeom>
            <a:solidFill>
              <a:srgbClr val="2729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7" name="Google Shape;2077;p47"/>
            <p:cNvSpPr/>
            <p:nvPr/>
          </p:nvSpPr>
          <p:spPr>
            <a:xfrm rot="-5400000">
              <a:off x="6596133" y="2433763"/>
              <a:ext cx="49475" cy="37700"/>
            </a:xfrm>
            <a:custGeom>
              <a:rect b="b" l="l" r="r" t="t"/>
              <a:pathLst>
                <a:path extrusionOk="0" h="1508" w="1979">
                  <a:moveTo>
                    <a:pt x="792" y="1"/>
                  </a:moveTo>
                  <a:cubicBezTo>
                    <a:pt x="716" y="1"/>
                    <a:pt x="639" y="12"/>
                    <a:pt x="564" y="35"/>
                  </a:cubicBezTo>
                  <a:cubicBezTo>
                    <a:pt x="362" y="94"/>
                    <a:pt x="167" y="234"/>
                    <a:pt x="111" y="530"/>
                  </a:cubicBezTo>
                  <a:cubicBezTo>
                    <a:pt x="0" y="1122"/>
                    <a:pt x="557" y="1422"/>
                    <a:pt x="986" y="1484"/>
                  </a:cubicBezTo>
                  <a:cubicBezTo>
                    <a:pt x="1081" y="1498"/>
                    <a:pt x="1176" y="1507"/>
                    <a:pt x="1268" y="1507"/>
                  </a:cubicBezTo>
                  <a:cubicBezTo>
                    <a:pt x="1587" y="1507"/>
                    <a:pt x="1858" y="1400"/>
                    <a:pt x="1923" y="1032"/>
                  </a:cubicBezTo>
                  <a:cubicBezTo>
                    <a:pt x="1979" y="707"/>
                    <a:pt x="1560" y="355"/>
                    <a:pt x="1289" y="164"/>
                  </a:cubicBezTo>
                  <a:cubicBezTo>
                    <a:pt x="1141" y="60"/>
                    <a:pt x="967" y="1"/>
                    <a:pt x="792" y="1"/>
                  </a:cubicBezTo>
                  <a:close/>
                </a:path>
              </a:pathLst>
            </a:custGeom>
            <a:solidFill>
              <a:srgbClr val="C45C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8" name="Google Shape;2078;p47"/>
            <p:cNvSpPr/>
            <p:nvPr/>
          </p:nvSpPr>
          <p:spPr>
            <a:xfrm rot="-5400000">
              <a:off x="6608995" y="2469325"/>
              <a:ext cx="32675" cy="23975"/>
            </a:xfrm>
            <a:custGeom>
              <a:rect b="b" l="l" r="r" t="t"/>
              <a:pathLst>
                <a:path extrusionOk="0" h="959" w="1307">
                  <a:moveTo>
                    <a:pt x="635" y="0"/>
                  </a:moveTo>
                  <a:cubicBezTo>
                    <a:pt x="312" y="0"/>
                    <a:pt x="47" y="180"/>
                    <a:pt x="24" y="422"/>
                  </a:cubicBezTo>
                  <a:cubicBezTo>
                    <a:pt x="0" y="683"/>
                    <a:pt x="268" y="923"/>
                    <a:pt x="624" y="955"/>
                  </a:cubicBezTo>
                  <a:cubicBezTo>
                    <a:pt x="649" y="958"/>
                    <a:pt x="674" y="959"/>
                    <a:pt x="698" y="959"/>
                  </a:cubicBezTo>
                  <a:cubicBezTo>
                    <a:pt x="896" y="959"/>
                    <a:pt x="1077" y="886"/>
                    <a:pt x="1188" y="777"/>
                  </a:cubicBezTo>
                  <a:cubicBezTo>
                    <a:pt x="1181" y="774"/>
                    <a:pt x="1174" y="767"/>
                    <a:pt x="1167" y="764"/>
                  </a:cubicBezTo>
                  <a:cubicBezTo>
                    <a:pt x="1150" y="746"/>
                    <a:pt x="1136" y="732"/>
                    <a:pt x="1118" y="714"/>
                  </a:cubicBezTo>
                  <a:cubicBezTo>
                    <a:pt x="1022" y="801"/>
                    <a:pt x="869" y="860"/>
                    <a:pt x="700" y="860"/>
                  </a:cubicBezTo>
                  <a:cubicBezTo>
                    <a:pt x="678" y="860"/>
                    <a:pt x="656" y="859"/>
                    <a:pt x="634" y="857"/>
                  </a:cubicBezTo>
                  <a:cubicBezTo>
                    <a:pt x="331" y="830"/>
                    <a:pt x="101" y="638"/>
                    <a:pt x="122" y="429"/>
                  </a:cubicBezTo>
                  <a:cubicBezTo>
                    <a:pt x="138" y="240"/>
                    <a:pt x="360" y="98"/>
                    <a:pt x="629" y="98"/>
                  </a:cubicBezTo>
                  <a:cubicBezTo>
                    <a:pt x="652" y="98"/>
                    <a:pt x="676" y="99"/>
                    <a:pt x="700" y="101"/>
                  </a:cubicBezTo>
                  <a:cubicBezTo>
                    <a:pt x="934" y="122"/>
                    <a:pt x="1122" y="241"/>
                    <a:pt x="1188" y="391"/>
                  </a:cubicBezTo>
                  <a:cubicBezTo>
                    <a:pt x="1222" y="442"/>
                    <a:pt x="1255" y="453"/>
                    <a:pt x="1277" y="453"/>
                  </a:cubicBezTo>
                  <a:cubicBezTo>
                    <a:pt x="1295" y="453"/>
                    <a:pt x="1306" y="446"/>
                    <a:pt x="1306" y="446"/>
                  </a:cubicBezTo>
                  <a:cubicBezTo>
                    <a:pt x="1269" y="223"/>
                    <a:pt x="1021" y="32"/>
                    <a:pt x="711" y="4"/>
                  </a:cubicBezTo>
                  <a:cubicBezTo>
                    <a:pt x="685" y="1"/>
                    <a:pt x="660" y="0"/>
                    <a:pt x="63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9" name="Google Shape;2079;p47"/>
            <p:cNvSpPr/>
            <p:nvPr/>
          </p:nvSpPr>
          <p:spPr>
            <a:xfrm rot="-5400000">
              <a:off x="6610458" y="2442063"/>
              <a:ext cx="26800" cy="16525"/>
            </a:xfrm>
            <a:custGeom>
              <a:rect b="b" l="l" r="r" t="t"/>
              <a:pathLst>
                <a:path extrusionOk="0" h="661" w="1072">
                  <a:moveTo>
                    <a:pt x="290" y="0"/>
                  </a:moveTo>
                  <a:cubicBezTo>
                    <a:pt x="216" y="0"/>
                    <a:pt x="141" y="6"/>
                    <a:pt x="68" y="15"/>
                  </a:cubicBezTo>
                  <a:cubicBezTo>
                    <a:pt x="1" y="21"/>
                    <a:pt x="8" y="123"/>
                    <a:pt x="72" y="123"/>
                  </a:cubicBezTo>
                  <a:cubicBezTo>
                    <a:pt x="74" y="123"/>
                    <a:pt x="77" y="123"/>
                    <a:pt x="79" y="123"/>
                  </a:cubicBezTo>
                  <a:cubicBezTo>
                    <a:pt x="153" y="113"/>
                    <a:pt x="228" y="105"/>
                    <a:pt x="303" y="105"/>
                  </a:cubicBezTo>
                  <a:cubicBezTo>
                    <a:pt x="407" y="105"/>
                    <a:pt x="511" y="119"/>
                    <a:pt x="608" y="158"/>
                  </a:cubicBezTo>
                  <a:cubicBezTo>
                    <a:pt x="758" y="217"/>
                    <a:pt x="978" y="391"/>
                    <a:pt x="911" y="583"/>
                  </a:cubicBezTo>
                  <a:cubicBezTo>
                    <a:pt x="897" y="626"/>
                    <a:pt x="934" y="660"/>
                    <a:pt x="968" y="660"/>
                  </a:cubicBezTo>
                  <a:cubicBezTo>
                    <a:pt x="985" y="660"/>
                    <a:pt x="1002" y="651"/>
                    <a:pt x="1009" y="628"/>
                  </a:cubicBezTo>
                  <a:cubicBezTo>
                    <a:pt x="1072" y="440"/>
                    <a:pt x="964" y="262"/>
                    <a:pt x="814" y="151"/>
                  </a:cubicBezTo>
                  <a:cubicBezTo>
                    <a:pt x="659" y="36"/>
                    <a:pt x="476" y="0"/>
                    <a:pt x="290" y="0"/>
                  </a:cubicBezTo>
                  <a:close/>
                </a:path>
              </a:pathLst>
            </a:custGeom>
            <a:solidFill>
              <a:srgbClr val="2729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0" name="Google Shape;2080;p47"/>
            <p:cNvSpPr/>
            <p:nvPr/>
          </p:nvSpPr>
          <p:spPr>
            <a:xfrm rot="-5400000">
              <a:off x="6565545" y="2791150"/>
              <a:ext cx="374350" cy="122150"/>
            </a:xfrm>
            <a:custGeom>
              <a:rect b="b" l="l" r="r" t="t"/>
              <a:pathLst>
                <a:path extrusionOk="0" h="4886" w="14974">
                  <a:moveTo>
                    <a:pt x="12750" y="1"/>
                  </a:moveTo>
                  <a:lnTo>
                    <a:pt x="8359" y="2318"/>
                  </a:lnTo>
                  <a:lnTo>
                    <a:pt x="711" y="503"/>
                  </a:lnTo>
                  <a:lnTo>
                    <a:pt x="0" y="1948"/>
                  </a:lnTo>
                  <a:cubicBezTo>
                    <a:pt x="0" y="1948"/>
                    <a:pt x="6122" y="4885"/>
                    <a:pt x="8466" y="4885"/>
                  </a:cubicBezTo>
                  <a:cubicBezTo>
                    <a:pt x="8623" y="4885"/>
                    <a:pt x="8762" y="4872"/>
                    <a:pt x="8882" y="4844"/>
                  </a:cubicBezTo>
                  <a:cubicBezTo>
                    <a:pt x="10802" y="4401"/>
                    <a:pt x="14973" y="2444"/>
                    <a:pt x="14973" y="2444"/>
                  </a:cubicBezTo>
                  <a:lnTo>
                    <a:pt x="12750" y="1"/>
                  </a:lnTo>
                  <a:close/>
                </a:path>
              </a:pathLst>
            </a:custGeom>
            <a:solidFill>
              <a:srgbClr val="C45C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1" name="Google Shape;2081;p47"/>
            <p:cNvSpPr/>
            <p:nvPr/>
          </p:nvSpPr>
          <p:spPr>
            <a:xfrm rot="-5400000">
              <a:off x="6760058" y="2816938"/>
              <a:ext cx="5850" cy="26675"/>
            </a:xfrm>
            <a:custGeom>
              <a:rect b="b" l="l" r="r" t="t"/>
              <a:pathLst>
                <a:path extrusionOk="0" h="1067" w="234">
                  <a:moveTo>
                    <a:pt x="131" y="1"/>
                  </a:moveTo>
                  <a:cubicBezTo>
                    <a:pt x="99" y="1"/>
                    <a:pt x="69" y="21"/>
                    <a:pt x="73" y="61"/>
                  </a:cubicBezTo>
                  <a:cubicBezTo>
                    <a:pt x="108" y="374"/>
                    <a:pt x="87" y="681"/>
                    <a:pt x="10" y="987"/>
                  </a:cubicBezTo>
                  <a:cubicBezTo>
                    <a:pt x="0" y="1036"/>
                    <a:pt x="40" y="1066"/>
                    <a:pt x="77" y="1066"/>
                  </a:cubicBezTo>
                  <a:cubicBezTo>
                    <a:pt x="102" y="1066"/>
                    <a:pt x="125" y="1053"/>
                    <a:pt x="132" y="1023"/>
                  </a:cubicBezTo>
                  <a:cubicBezTo>
                    <a:pt x="209" y="706"/>
                    <a:pt x="233" y="384"/>
                    <a:pt x="198" y="61"/>
                  </a:cubicBezTo>
                  <a:cubicBezTo>
                    <a:pt x="195" y="21"/>
                    <a:pt x="162" y="1"/>
                    <a:pt x="131" y="1"/>
                  </a:cubicBezTo>
                  <a:close/>
                </a:path>
              </a:pathLst>
            </a:custGeom>
            <a:solidFill>
              <a:srgbClr val="8539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2" name="Google Shape;2082;p47"/>
            <p:cNvSpPr/>
            <p:nvPr/>
          </p:nvSpPr>
          <p:spPr>
            <a:xfrm rot="-5400000">
              <a:off x="6660733" y="3014038"/>
              <a:ext cx="72050" cy="87225"/>
            </a:xfrm>
            <a:custGeom>
              <a:rect b="b" l="l" r="r" t="t"/>
              <a:pathLst>
                <a:path extrusionOk="0" h="3489" w="2882">
                  <a:moveTo>
                    <a:pt x="1826" y="1"/>
                  </a:moveTo>
                  <a:cubicBezTo>
                    <a:pt x="1576" y="1"/>
                    <a:pt x="1924" y="970"/>
                    <a:pt x="1924" y="970"/>
                  </a:cubicBezTo>
                  <a:lnTo>
                    <a:pt x="1447" y="875"/>
                  </a:lnTo>
                  <a:cubicBezTo>
                    <a:pt x="1276" y="1036"/>
                    <a:pt x="635" y="1380"/>
                    <a:pt x="1" y="2530"/>
                  </a:cubicBezTo>
                  <a:lnTo>
                    <a:pt x="2171" y="3488"/>
                  </a:lnTo>
                  <a:lnTo>
                    <a:pt x="2882" y="2043"/>
                  </a:lnTo>
                  <a:cubicBezTo>
                    <a:pt x="2882" y="2043"/>
                    <a:pt x="2245" y="168"/>
                    <a:pt x="1886" y="15"/>
                  </a:cubicBezTo>
                  <a:cubicBezTo>
                    <a:pt x="1863" y="5"/>
                    <a:pt x="1843" y="1"/>
                    <a:pt x="1826" y="1"/>
                  </a:cubicBezTo>
                  <a:close/>
                </a:path>
              </a:pathLst>
            </a:custGeom>
            <a:solidFill>
              <a:srgbClr val="C45C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3" name="Google Shape;2083;p47"/>
            <p:cNvSpPr/>
            <p:nvPr/>
          </p:nvSpPr>
          <p:spPr>
            <a:xfrm rot="-5400000">
              <a:off x="6617195" y="2593650"/>
              <a:ext cx="194225" cy="111225"/>
            </a:xfrm>
            <a:custGeom>
              <a:rect b="b" l="l" r="r" t="t"/>
              <a:pathLst>
                <a:path extrusionOk="0" h="4449" w="7769">
                  <a:moveTo>
                    <a:pt x="5450" y="0"/>
                  </a:moveTo>
                  <a:cubicBezTo>
                    <a:pt x="5100" y="0"/>
                    <a:pt x="4737" y="28"/>
                    <a:pt x="4381" y="100"/>
                  </a:cubicBezTo>
                  <a:cubicBezTo>
                    <a:pt x="2883" y="396"/>
                    <a:pt x="1" y="1298"/>
                    <a:pt x="1" y="1298"/>
                  </a:cubicBezTo>
                  <a:cubicBezTo>
                    <a:pt x="663" y="2493"/>
                    <a:pt x="1517" y="3678"/>
                    <a:pt x="2471" y="4448"/>
                  </a:cubicBezTo>
                  <a:cubicBezTo>
                    <a:pt x="2471" y="4448"/>
                    <a:pt x="4496" y="3535"/>
                    <a:pt x="5998" y="2800"/>
                  </a:cubicBezTo>
                  <a:cubicBezTo>
                    <a:pt x="7503" y="2057"/>
                    <a:pt x="7768" y="350"/>
                    <a:pt x="7768" y="350"/>
                  </a:cubicBezTo>
                  <a:cubicBezTo>
                    <a:pt x="7768" y="350"/>
                    <a:pt x="6691" y="0"/>
                    <a:pt x="545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4" name="Google Shape;2084;p47"/>
            <p:cNvSpPr/>
            <p:nvPr/>
          </p:nvSpPr>
          <p:spPr>
            <a:xfrm rot="-5400000">
              <a:off x="6694158" y="2663438"/>
              <a:ext cx="63350" cy="78125"/>
            </a:xfrm>
            <a:custGeom>
              <a:rect b="b" l="l" r="r" t="t"/>
              <a:pathLst>
                <a:path extrusionOk="0" h="3125" w="2534">
                  <a:moveTo>
                    <a:pt x="88" y="1"/>
                  </a:moveTo>
                  <a:cubicBezTo>
                    <a:pt x="44" y="1"/>
                    <a:pt x="1" y="45"/>
                    <a:pt x="32" y="91"/>
                  </a:cubicBezTo>
                  <a:cubicBezTo>
                    <a:pt x="722" y="1172"/>
                    <a:pt x="1489" y="2206"/>
                    <a:pt x="2401" y="3105"/>
                  </a:cubicBezTo>
                  <a:cubicBezTo>
                    <a:pt x="2414" y="3119"/>
                    <a:pt x="2429" y="3125"/>
                    <a:pt x="2443" y="3125"/>
                  </a:cubicBezTo>
                  <a:cubicBezTo>
                    <a:pt x="2491" y="3125"/>
                    <a:pt x="2534" y="3061"/>
                    <a:pt x="2488" y="3018"/>
                  </a:cubicBezTo>
                  <a:cubicBezTo>
                    <a:pt x="1586" y="2123"/>
                    <a:pt x="823" y="1098"/>
                    <a:pt x="140" y="29"/>
                  </a:cubicBezTo>
                  <a:cubicBezTo>
                    <a:pt x="127" y="9"/>
                    <a:pt x="107" y="1"/>
                    <a:pt x="8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5" name="Google Shape;2085;p47"/>
            <p:cNvSpPr/>
            <p:nvPr/>
          </p:nvSpPr>
          <p:spPr>
            <a:xfrm rot="-5400000">
              <a:off x="6618008" y="2669563"/>
              <a:ext cx="109925" cy="37400"/>
            </a:xfrm>
            <a:custGeom>
              <a:rect b="b" l="l" r="r" t="t"/>
              <a:pathLst>
                <a:path extrusionOk="0" h="1496" w="4397">
                  <a:moveTo>
                    <a:pt x="4312" y="1"/>
                  </a:moveTo>
                  <a:cubicBezTo>
                    <a:pt x="4305" y="1"/>
                    <a:pt x="4298" y="2"/>
                    <a:pt x="4289" y="5"/>
                  </a:cubicBezTo>
                  <a:cubicBezTo>
                    <a:pt x="2896" y="492"/>
                    <a:pt x="1491" y="949"/>
                    <a:pt x="74" y="1364"/>
                  </a:cubicBezTo>
                  <a:cubicBezTo>
                    <a:pt x="0" y="1386"/>
                    <a:pt x="23" y="1496"/>
                    <a:pt x="89" y="1496"/>
                  </a:cubicBezTo>
                  <a:cubicBezTo>
                    <a:pt x="95" y="1496"/>
                    <a:pt x="101" y="1495"/>
                    <a:pt x="108" y="1492"/>
                  </a:cubicBezTo>
                  <a:cubicBezTo>
                    <a:pt x="1526" y="1074"/>
                    <a:pt x="2931" y="621"/>
                    <a:pt x="4325" y="130"/>
                  </a:cubicBezTo>
                  <a:cubicBezTo>
                    <a:pt x="4397" y="105"/>
                    <a:pt x="4376" y="1"/>
                    <a:pt x="431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86" name="Google Shape;2086;p47"/>
          <p:cNvGrpSpPr/>
          <p:nvPr/>
        </p:nvGrpSpPr>
        <p:grpSpPr>
          <a:xfrm flipH="1">
            <a:off x="7957137" y="1674197"/>
            <a:ext cx="941532" cy="2339837"/>
            <a:chOff x="7545355" y="2358475"/>
            <a:chExt cx="666100" cy="1655350"/>
          </a:xfrm>
        </p:grpSpPr>
        <p:sp>
          <p:nvSpPr>
            <p:cNvPr id="2087" name="Google Shape;2087;p47"/>
            <p:cNvSpPr/>
            <p:nvPr/>
          </p:nvSpPr>
          <p:spPr>
            <a:xfrm>
              <a:off x="7997730" y="3794200"/>
              <a:ext cx="82775" cy="156550"/>
            </a:xfrm>
            <a:custGeom>
              <a:rect b="b" l="l" r="r" t="t"/>
              <a:pathLst>
                <a:path extrusionOk="0" h="6262" w="3311">
                  <a:moveTo>
                    <a:pt x="3015" y="0"/>
                  </a:moveTo>
                  <a:lnTo>
                    <a:pt x="1" y="1014"/>
                  </a:lnTo>
                  <a:lnTo>
                    <a:pt x="1276" y="6261"/>
                  </a:lnTo>
                  <a:lnTo>
                    <a:pt x="3311" y="6143"/>
                  </a:lnTo>
                  <a:lnTo>
                    <a:pt x="3015" y="0"/>
                  </a:lnTo>
                  <a:close/>
                </a:path>
              </a:pathLst>
            </a:custGeom>
            <a:solidFill>
              <a:srgbClr val="FDA1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8" name="Google Shape;2088;p47"/>
            <p:cNvSpPr/>
            <p:nvPr/>
          </p:nvSpPr>
          <p:spPr>
            <a:xfrm>
              <a:off x="8021130" y="3914575"/>
              <a:ext cx="190325" cy="99250"/>
            </a:xfrm>
            <a:custGeom>
              <a:rect b="b" l="l" r="r" t="t"/>
              <a:pathLst>
                <a:path extrusionOk="0" h="3970" w="7613">
                  <a:moveTo>
                    <a:pt x="2272" y="0"/>
                  </a:moveTo>
                  <a:cubicBezTo>
                    <a:pt x="1906" y="0"/>
                    <a:pt x="1769" y="1140"/>
                    <a:pt x="1769" y="1140"/>
                  </a:cubicBezTo>
                  <a:lnTo>
                    <a:pt x="681" y="1007"/>
                  </a:lnTo>
                  <a:cubicBezTo>
                    <a:pt x="681" y="1007"/>
                    <a:pt x="319" y="721"/>
                    <a:pt x="127" y="721"/>
                  </a:cubicBezTo>
                  <a:cubicBezTo>
                    <a:pt x="50" y="721"/>
                    <a:pt x="0" y="767"/>
                    <a:pt x="12" y="896"/>
                  </a:cubicBezTo>
                  <a:cubicBezTo>
                    <a:pt x="58" y="1345"/>
                    <a:pt x="344" y="3969"/>
                    <a:pt x="344" y="3969"/>
                  </a:cubicBezTo>
                  <a:lnTo>
                    <a:pt x="7612" y="3969"/>
                  </a:lnTo>
                  <a:cubicBezTo>
                    <a:pt x="7386" y="2805"/>
                    <a:pt x="6863" y="2471"/>
                    <a:pt x="6263" y="2432"/>
                  </a:cubicBezTo>
                  <a:cubicBezTo>
                    <a:pt x="5664" y="2394"/>
                    <a:pt x="3444" y="1683"/>
                    <a:pt x="3444" y="1683"/>
                  </a:cubicBezTo>
                  <a:cubicBezTo>
                    <a:pt x="3444" y="1683"/>
                    <a:pt x="2741" y="147"/>
                    <a:pt x="2333" y="11"/>
                  </a:cubicBezTo>
                  <a:cubicBezTo>
                    <a:pt x="2312" y="4"/>
                    <a:pt x="2292" y="0"/>
                    <a:pt x="227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9" name="Google Shape;2089;p47"/>
            <p:cNvSpPr/>
            <p:nvPr/>
          </p:nvSpPr>
          <p:spPr>
            <a:xfrm>
              <a:off x="8023455" y="3959025"/>
              <a:ext cx="26650" cy="43625"/>
            </a:xfrm>
            <a:custGeom>
              <a:rect b="b" l="l" r="r" t="t"/>
              <a:pathLst>
                <a:path extrusionOk="0" h="1745" w="1066">
                  <a:moveTo>
                    <a:pt x="96" y="0"/>
                  </a:moveTo>
                  <a:cubicBezTo>
                    <a:pt x="39" y="0"/>
                    <a:pt x="0" y="86"/>
                    <a:pt x="62" y="122"/>
                  </a:cubicBezTo>
                  <a:cubicBezTo>
                    <a:pt x="606" y="432"/>
                    <a:pt x="923" y="1042"/>
                    <a:pt x="651" y="1645"/>
                  </a:cubicBezTo>
                  <a:cubicBezTo>
                    <a:pt x="627" y="1697"/>
                    <a:pt x="672" y="1744"/>
                    <a:pt x="714" y="1744"/>
                  </a:cubicBezTo>
                  <a:cubicBezTo>
                    <a:pt x="733" y="1744"/>
                    <a:pt x="752" y="1734"/>
                    <a:pt x="762" y="1711"/>
                  </a:cubicBezTo>
                  <a:cubicBezTo>
                    <a:pt x="1066" y="1042"/>
                    <a:pt x="741" y="355"/>
                    <a:pt x="129" y="10"/>
                  </a:cubicBezTo>
                  <a:cubicBezTo>
                    <a:pt x="117" y="3"/>
                    <a:pt x="106" y="0"/>
                    <a:pt x="9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0" name="Google Shape;2090;p47"/>
            <p:cNvSpPr/>
            <p:nvPr/>
          </p:nvSpPr>
          <p:spPr>
            <a:xfrm>
              <a:off x="8028055" y="4000300"/>
              <a:ext cx="180075" cy="5075"/>
            </a:xfrm>
            <a:custGeom>
              <a:rect b="b" l="l" r="r" t="t"/>
              <a:pathLst>
                <a:path extrusionOk="0" h="203" w="7203">
                  <a:moveTo>
                    <a:pt x="81" y="0"/>
                  </a:moveTo>
                  <a:cubicBezTo>
                    <a:pt x="1" y="0"/>
                    <a:pt x="2" y="129"/>
                    <a:pt x="84" y="129"/>
                  </a:cubicBezTo>
                  <a:cubicBezTo>
                    <a:pt x="1990" y="150"/>
                    <a:pt x="3899" y="171"/>
                    <a:pt x="5805" y="188"/>
                  </a:cubicBezTo>
                  <a:cubicBezTo>
                    <a:pt x="6244" y="195"/>
                    <a:pt x="6680" y="198"/>
                    <a:pt x="7119" y="203"/>
                  </a:cubicBezTo>
                  <a:cubicBezTo>
                    <a:pt x="7120" y="203"/>
                    <a:pt x="7121" y="203"/>
                    <a:pt x="7122" y="203"/>
                  </a:cubicBezTo>
                  <a:cubicBezTo>
                    <a:pt x="7202" y="203"/>
                    <a:pt x="7201" y="73"/>
                    <a:pt x="7119" y="73"/>
                  </a:cubicBezTo>
                  <a:cubicBezTo>
                    <a:pt x="5213" y="52"/>
                    <a:pt x="3304" y="31"/>
                    <a:pt x="1398" y="10"/>
                  </a:cubicBezTo>
                  <a:cubicBezTo>
                    <a:pt x="959" y="7"/>
                    <a:pt x="520" y="4"/>
                    <a:pt x="84" y="0"/>
                  </a:cubicBezTo>
                  <a:cubicBezTo>
                    <a:pt x="83" y="0"/>
                    <a:pt x="82" y="0"/>
                    <a:pt x="8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1" name="Google Shape;2091;p47"/>
            <p:cNvSpPr/>
            <p:nvPr/>
          </p:nvSpPr>
          <p:spPr>
            <a:xfrm>
              <a:off x="7802955" y="3038250"/>
              <a:ext cx="303000" cy="824850"/>
            </a:xfrm>
            <a:custGeom>
              <a:rect b="b" l="l" r="r" t="t"/>
              <a:pathLst>
                <a:path extrusionOk="0" h="32994" w="12120">
                  <a:moveTo>
                    <a:pt x="7694" y="0"/>
                  </a:moveTo>
                  <a:lnTo>
                    <a:pt x="1" y="1673"/>
                  </a:lnTo>
                  <a:cubicBezTo>
                    <a:pt x="1" y="1673"/>
                    <a:pt x="4293" y="14726"/>
                    <a:pt x="4952" y="16903"/>
                  </a:cubicBezTo>
                  <a:cubicBezTo>
                    <a:pt x="5523" y="18788"/>
                    <a:pt x="6816" y="32994"/>
                    <a:pt x="6816" y="32994"/>
                  </a:cubicBezTo>
                  <a:lnTo>
                    <a:pt x="12120" y="32465"/>
                  </a:lnTo>
                  <a:cubicBezTo>
                    <a:pt x="12120" y="32465"/>
                    <a:pt x="12004" y="18206"/>
                    <a:pt x="11057" y="14771"/>
                  </a:cubicBezTo>
                  <a:cubicBezTo>
                    <a:pt x="10109" y="11339"/>
                    <a:pt x="7694" y="0"/>
                    <a:pt x="769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2" name="Google Shape;2092;p47"/>
            <p:cNvSpPr/>
            <p:nvPr/>
          </p:nvSpPr>
          <p:spPr>
            <a:xfrm>
              <a:off x="7884755" y="3287250"/>
              <a:ext cx="115275" cy="552450"/>
            </a:xfrm>
            <a:custGeom>
              <a:rect b="b" l="l" r="r" t="t"/>
              <a:pathLst>
                <a:path extrusionOk="0" h="22098" w="4611">
                  <a:moveTo>
                    <a:pt x="98" y="1"/>
                  </a:moveTo>
                  <a:cubicBezTo>
                    <a:pt x="87" y="1"/>
                    <a:pt x="75" y="4"/>
                    <a:pt x="64" y="9"/>
                  </a:cubicBezTo>
                  <a:cubicBezTo>
                    <a:pt x="22" y="27"/>
                    <a:pt x="1" y="75"/>
                    <a:pt x="22" y="117"/>
                  </a:cubicBezTo>
                  <a:cubicBezTo>
                    <a:pt x="46" y="176"/>
                    <a:pt x="2516" y="5947"/>
                    <a:pt x="2704" y="7013"/>
                  </a:cubicBezTo>
                  <a:cubicBezTo>
                    <a:pt x="2896" y="8090"/>
                    <a:pt x="4422" y="21881"/>
                    <a:pt x="4440" y="22020"/>
                  </a:cubicBezTo>
                  <a:cubicBezTo>
                    <a:pt x="4443" y="22062"/>
                    <a:pt x="4478" y="22097"/>
                    <a:pt x="4520" y="22097"/>
                  </a:cubicBezTo>
                  <a:cubicBezTo>
                    <a:pt x="4523" y="22097"/>
                    <a:pt x="4527" y="22093"/>
                    <a:pt x="4530" y="22093"/>
                  </a:cubicBezTo>
                  <a:cubicBezTo>
                    <a:pt x="4575" y="22090"/>
                    <a:pt x="4610" y="22048"/>
                    <a:pt x="4604" y="22003"/>
                  </a:cubicBezTo>
                  <a:cubicBezTo>
                    <a:pt x="4589" y="21863"/>
                    <a:pt x="3060" y="8065"/>
                    <a:pt x="2872" y="6985"/>
                  </a:cubicBezTo>
                  <a:cubicBezTo>
                    <a:pt x="2680" y="5898"/>
                    <a:pt x="276" y="292"/>
                    <a:pt x="175" y="51"/>
                  </a:cubicBezTo>
                  <a:cubicBezTo>
                    <a:pt x="162" y="20"/>
                    <a:pt x="131" y="1"/>
                    <a:pt x="9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3" name="Google Shape;2093;p47"/>
            <p:cNvSpPr/>
            <p:nvPr/>
          </p:nvSpPr>
          <p:spPr>
            <a:xfrm>
              <a:off x="7966380" y="3817975"/>
              <a:ext cx="144875" cy="56475"/>
            </a:xfrm>
            <a:custGeom>
              <a:rect b="b" l="l" r="r" t="t"/>
              <a:pathLst>
                <a:path extrusionOk="0" h="2259" w="5795">
                  <a:moveTo>
                    <a:pt x="5795" y="0"/>
                  </a:moveTo>
                  <a:lnTo>
                    <a:pt x="1" y="457"/>
                  </a:lnTo>
                  <a:lnTo>
                    <a:pt x="1" y="2258"/>
                  </a:lnTo>
                  <a:lnTo>
                    <a:pt x="5795" y="1868"/>
                  </a:lnTo>
                  <a:lnTo>
                    <a:pt x="5795"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4" name="Google Shape;2094;p47"/>
            <p:cNvSpPr/>
            <p:nvPr/>
          </p:nvSpPr>
          <p:spPr>
            <a:xfrm>
              <a:off x="7586805" y="3163850"/>
              <a:ext cx="139875" cy="50375"/>
            </a:xfrm>
            <a:custGeom>
              <a:rect b="b" l="l" r="r" t="t"/>
              <a:pathLst>
                <a:path extrusionOk="0" h="2015" w="5595">
                  <a:moveTo>
                    <a:pt x="2540" y="1"/>
                  </a:moveTo>
                  <a:cubicBezTo>
                    <a:pt x="1246" y="1"/>
                    <a:pt x="1" y="679"/>
                    <a:pt x="1155" y="1771"/>
                  </a:cubicBezTo>
                  <a:cubicBezTo>
                    <a:pt x="1155" y="1771"/>
                    <a:pt x="1822" y="2015"/>
                    <a:pt x="2851" y="2015"/>
                  </a:cubicBezTo>
                  <a:cubicBezTo>
                    <a:pt x="3185" y="2015"/>
                    <a:pt x="3559" y="1989"/>
                    <a:pt x="3960" y="1920"/>
                  </a:cubicBezTo>
                  <a:cubicBezTo>
                    <a:pt x="5594" y="1639"/>
                    <a:pt x="4142" y="91"/>
                    <a:pt x="2772" y="8"/>
                  </a:cubicBezTo>
                  <a:cubicBezTo>
                    <a:pt x="2695" y="3"/>
                    <a:pt x="2617" y="1"/>
                    <a:pt x="254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5" name="Google Shape;2095;p47"/>
            <p:cNvSpPr/>
            <p:nvPr/>
          </p:nvSpPr>
          <p:spPr>
            <a:xfrm>
              <a:off x="7663480" y="3822225"/>
              <a:ext cx="90450" cy="133150"/>
            </a:xfrm>
            <a:custGeom>
              <a:rect b="b" l="l" r="r" t="t"/>
              <a:pathLst>
                <a:path extrusionOk="0" h="5326" w="3618">
                  <a:moveTo>
                    <a:pt x="447" y="1"/>
                  </a:moveTo>
                  <a:lnTo>
                    <a:pt x="1" y="5158"/>
                  </a:lnTo>
                  <a:lnTo>
                    <a:pt x="2116" y="5325"/>
                  </a:lnTo>
                  <a:lnTo>
                    <a:pt x="3618" y="506"/>
                  </a:lnTo>
                  <a:lnTo>
                    <a:pt x="447" y="1"/>
                  </a:lnTo>
                  <a:close/>
                </a:path>
              </a:pathLst>
            </a:custGeom>
            <a:solidFill>
              <a:srgbClr val="FDA1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6" name="Google Shape;2096;p47"/>
            <p:cNvSpPr/>
            <p:nvPr/>
          </p:nvSpPr>
          <p:spPr>
            <a:xfrm>
              <a:off x="7648930" y="3920700"/>
              <a:ext cx="126525" cy="93125"/>
            </a:xfrm>
            <a:custGeom>
              <a:rect b="b" l="l" r="r" t="t"/>
              <a:pathLst>
                <a:path extrusionOk="0" h="3725" w="5061">
                  <a:moveTo>
                    <a:pt x="2107" y="1"/>
                  </a:moveTo>
                  <a:cubicBezTo>
                    <a:pt x="1442" y="1"/>
                    <a:pt x="998" y="1303"/>
                    <a:pt x="998" y="1303"/>
                  </a:cubicBezTo>
                  <a:cubicBezTo>
                    <a:pt x="998" y="1303"/>
                    <a:pt x="659" y="708"/>
                    <a:pt x="406" y="708"/>
                  </a:cubicBezTo>
                  <a:cubicBezTo>
                    <a:pt x="332" y="708"/>
                    <a:pt x="266" y="759"/>
                    <a:pt x="217" y="888"/>
                  </a:cubicBezTo>
                  <a:cubicBezTo>
                    <a:pt x="1" y="1467"/>
                    <a:pt x="134" y="3724"/>
                    <a:pt x="134" y="3724"/>
                  </a:cubicBezTo>
                  <a:lnTo>
                    <a:pt x="4785" y="3724"/>
                  </a:lnTo>
                  <a:cubicBezTo>
                    <a:pt x="5060" y="2871"/>
                    <a:pt x="4632" y="2289"/>
                    <a:pt x="4088" y="2212"/>
                  </a:cubicBezTo>
                  <a:cubicBezTo>
                    <a:pt x="3858" y="2181"/>
                    <a:pt x="3583" y="1940"/>
                    <a:pt x="3381" y="1731"/>
                  </a:cubicBezTo>
                  <a:cubicBezTo>
                    <a:pt x="3381" y="1703"/>
                    <a:pt x="3315" y="557"/>
                    <a:pt x="3137" y="494"/>
                  </a:cubicBezTo>
                  <a:cubicBezTo>
                    <a:pt x="3126" y="490"/>
                    <a:pt x="3115" y="488"/>
                    <a:pt x="3104" y="488"/>
                  </a:cubicBezTo>
                  <a:cubicBezTo>
                    <a:pt x="3026" y="488"/>
                    <a:pt x="2956" y="589"/>
                    <a:pt x="2907" y="693"/>
                  </a:cubicBezTo>
                  <a:cubicBezTo>
                    <a:pt x="2778" y="397"/>
                    <a:pt x="2569" y="100"/>
                    <a:pt x="2234" y="16"/>
                  </a:cubicBezTo>
                  <a:cubicBezTo>
                    <a:pt x="2191" y="6"/>
                    <a:pt x="2149" y="1"/>
                    <a:pt x="210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7" name="Google Shape;2097;p47"/>
            <p:cNvSpPr/>
            <p:nvPr/>
          </p:nvSpPr>
          <p:spPr>
            <a:xfrm>
              <a:off x="7649905" y="3956475"/>
              <a:ext cx="17975" cy="43575"/>
            </a:xfrm>
            <a:custGeom>
              <a:rect b="b" l="l" r="r" t="t"/>
              <a:pathLst>
                <a:path extrusionOk="0" h="1743" w="719">
                  <a:moveTo>
                    <a:pt x="93" y="0"/>
                  </a:moveTo>
                  <a:cubicBezTo>
                    <a:pt x="44" y="0"/>
                    <a:pt x="0" y="65"/>
                    <a:pt x="42" y="116"/>
                  </a:cubicBezTo>
                  <a:cubicBezTo>
                    <a:pt x="415" y="551"/>
                    <a:pt x="582" y="1108"/>
                    <a:pt x="526" y="1680"/>
                  </a:cubicBezTo>
                  <a:cubicBezTo>
                    <a:pt x="521" y="1721"/>
                    <a:pt x="552" y="1742"/>
                    <a:pt x="585" y="1742"/>
                  </a:cubicBezTo>
                  <a:cubicBezTo>
                    <a:pt x="617" y="1742"/>
                    <a:pt x="652" y="1721"/>
                    <a:pt x="656" y="1680"/>
                  </a:cubicBezTo>
                  <a:cubicBezTo>
                    <a:pt x="719" y="1073"/>
                    <a:pt x="526" y="485"/>
                    <a:pt x="137" y="21"/>
                  </a:cubicBezTo>
                  <a:cubicBezTo>
                    <a:pt x="123" y="6"/>
                    <a:pt x="108" y="0"/>
                    <a:pt x="9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8" name="Google Shape;2098;p47"/>
            <p:cNvSpPr/>
            <p:nvPr/>
          </p:nvSpPr>
          <p:spPr>
            <a:xfrm>
              <a:off x="7650505" y="3997675"/>
              <a:ext cx="117375" cy="4575"/>
            </a:xfrm>
            <a:custGeom>
              <a:rect b="b" l="l" r="r" t="t"/>
              <a:pathLst>
                <a:path extrusionOk="0" h="183" w="4695">
                  <a:moveTo>
                    <a:pt x="84" y="1"/>
                  </a:moveTo>
                  <a:cubicBezTo>
                    <a:pt x="1" y="1"/>
                    <a:pt x="1" y="133"/>
                    <a:pt x="84" y="133"/>
                  </a:cubicBezTo>
                  <a:cubicBezTo>
                    <a:pt x="1594" y="150"/>
                    <a:pt x="3102" y="165"/>
                    <a:pt x="4607" y="182"/>
                  </a:cubicBezTo>
                  <a:cubicBezTo>
                    <a:pt x="4691" y="182"/>
                    <a:pt x="4694" y="49"/>
                    <a:pt x="4607" y="49"/>
                  </a:cubicBezTo>
                  <a:cubicBezTo>
                    <a:pt x="3102" y="32"/>
                    <a:pt x="1594" y="18"/>
                    <a:pt x="8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9" name="Google Shape;2099;p47"/>
            <p:cNvSpPr/>
            <p:nvPr/>
          </p:nvSpPr>
          <p:spPr>
            <a:xfrm>
              <a:off x="7635880" y="3035375"/>
              <a:ext cx="277225" cy="829300"/>
            </a:xfrm>
            <a:custGeom>
              <a:rect b="b" l="l" r="r" t="t"/>
              <a:pathLst>
                <a:path extrusionOk="0" h="33172" w="11089">
                  <a:moveTo>
                    <a:pt x="8527" y="0"/>
                  </a:moveTo>
                  <a:lnTo>
                    <a:pt x="0" y="1805"/>
                  </a:lnTo>
                  <a:cubicBezTo>
                    <a:pt x="0" y="1805"/>
                    <a:pt x="3705" y="14464"/>
                    <a:pt x="4004" y="16747"/>
                  </a:cubicBezTo>
                  <a:cubicBezTo>
                    <a:pt x="4115" y="17593"/>
                    <a:pt x="248" y="32151"/>
                    <a:pt x="248" y="32151"/>
                  </a:cubicBezTo>
                  <a:lnTo>
                    <a:pt x="5540" y="33172"/>
                  </a:lnTo>
                  <a:cubicBezTo>
                    <a:pt x="5540" y="33172"/>
                    <a:pt x="10903" y="18363"/>
                    <a:pt x="10994" y="16067"/>
                  </a:cubicBezTo>
                  <a:cubicBezTo>
                    <a:pt x="11088" y="13770"/>
                    <a:pt x="8527" y="0"/>
                    <a:pt x="852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0" name="Google Shape;2100;p47"/>
            <p:cNvSpPr/>
            <p:nvPr/>
          </p:nvSpPr>
          <p:spPr>
            <a:xfrm>
              <a:off x="7661230" y="3157350"/>
              <a:ext cx="100625" cy="673550"/>
            </a:xfrm>
            <a:custGeom>
              <a:rect b="b" l="l" r="r" t="t"/>
              <a:pathLst>
                <a:path extrusionOk="0" h="26942" w="4025">
                  <a:moveTo>
                    <a:pt x="1105" y="0"/>
                  </a:moveTo>
                  <a:cubicBezTo>
                    <a:pt x="1098" y="0"/>
                    <a:pt x="1091" y="1"/>
                    <a:pt x="1084" y="3"/>
                  </a:cubicBezTo>
                  <a:cubicBezTo>
                    <a:pt x="1043" y="17"/>
                    <a:pt x="1014" y="62"/>
                    <a:pt x="1028" y="107"/>
                  </a:cubicBezTo>
                  <a:cubicBezTo>
                    <a:pt x="1056" y="212"/>
                    <a:pt x="3857" y="10599"/>
                    <a:pt x="3857" y="11868"/>
                  </a:cubicBezTo>
                  <a:cubicBezTo>
                    <a:pt x="3854" y="13132"/>
                    <a:pt x="49" y="26697"/>
                    <a:pt x="11" y="26833"/>
                  </a:cubicBezTo>
                  <a:cubicBezTo>
                    <a:pt x="1" y="26878"/>
                    <a:pt x="25" y="26924"/>
                    <a:pt x="70" y="26938"/>
                  </a:cubicBezTo>
                  <a:cubicBezTo>
                    <a:pt x="77" y="26941"/>
                    <a:pt x="84" y="26941"/>
                    <a:pt x="91" y="26941"/>
                  </a:cubicBezTo>
                  <a:cubicBezTo>
                    <a:pt x="129" y="26941"/>
                    <a:pt x="164" y="26917"/>
                    <a:pt x="174" y="26878"/>
                  </a:cubicBezTo>
                  <a:cubicBezTo>
                    <a:pt x="332" y="26321"/>
                    <a:pt x="4025" y="13156"/>
                    <a:pt x="4025" y="11868"/>
                  </a:cubicBezTo>
                  <a:cubicBezTo>
                    <a:pt x="4025" y="10578"/>
                    <a:pt x="1303" y="491"/>
                    <a:pt x="1189" y="62"/>
                  </a:cubicBezTo>
                  <a:cubicBezTo>
                    <a:pt x="1180" y="24"/>
                    <a:pt x="1143" y="0"/>
                    <a:pt x="110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1" name="Google Shape;2101;p47"/>
            <p:cNvSpPr/>
            <p:nvPr/>
          </p:nvSpPr>
          <p:spPr>
            <a:xfrm>
              <a:off x="7861755" y="3134975"/>
              <a:ext cx="50750" cy="267025"/>
            </a:xfrm>
            <a:custGeom>
              <a:rect b="b" l="l" r="r" t="t"/>
              <a:pathLst>
                <a:path extrusionOk="0" h="10681" w="2030">
                  <a:moveTo>
                    <a:pt x="78" y="0"/>
                  </a:moveTo>
                  <a:cubicBezTo>
                    <a:pt x="40" y="0"/>
                    <a:pt x="0" y="31"/>
                    <a:pt x="11" y="79"/>
                  </a:cubicBezTo>
                  <a:cubicBezTo>
                    <a:pt x="579" y="2790"/>
                    <a:pt x="1101" y="5515"/>
                    <a:pt x="1540" y="8250"/>
                  </a:cubicBezTo>
                  <a:cubicBezTo>
                    <a:pt x="1669" y="9045"/>
                    <a:pt x="1788" y="9839"/>
                    <a:pt x="1903" y="10637"/>
                  </a:cubicBezTo>
                  <a:cubicBezTo>
                    <a:pt x="1907" y="10667"/>
                    <a:pt x="1929" y="10681"/>
                    <a:pt x="1953" y="10681"/>
                  </a:cubicBezTo>
                  <a:cubicBezTo>
                    <a:pt x="1989" y="10681"/>
                    <a:pt x="2030" y="10650"/>
                    <a:pt x="2021" y="10602"/>
                  </a:cubicBezTo>
                  <a:cubicBezTo>
                    <a:pt x="1635" y="7839"/>
                    <a:pt x="1147" y="5090"/>
                    <a:pt x="603" y="2355"/>
                  </a:cubicBezTo>
                  <a:cubicBezTo>
                    <a:pt x="450" y="1584"/>
                    <a:pt x="294" y="814"/>
                    <a:pt x="133" y="44"/>
                  </a:cubicBezTo>
                  <a:cubicBezTo>
                    <a:pt x="126" y="14"/>
                    <a:pt x="103" y="0"/>
                    <a:pt x="7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2" name="Google Shape;2102;p47"/>
            <p:cNvSpPr/>
            <p:nvPr/>
          </p:nvSpPr>
          <p:spPr>
            <a:xfrm>
              <a:off x="7872005" y="3089075"/>
              <a:ext cx="22600" cy="77900"/>
            </a:xfrm>
            <a:custGeom>
              <a:rect b="b" l="l" r="r" t="t"/>
              <a:pathLst>
                <a:path extrusionOk="0" h="3116" w="904">
                  <a:moveTo>
                    <a:pt x="473" y="0"/>
                  </a:moveTo>
                  <a:cubicBezTo>
                    <a:pt x="430" y="0"/>
                    <a:pt x="382" y="50"/>
                    <a:pt x="406" y="103"/>
                  </a:cubicBezTo>
                  <a:cubicBezTo>
                    <a:pt x="640" y="598"/>
                    <a:pt x="733" y="1180"/>
                    <a:pt x="762" y="1727"/>
                  </a:cubicBezTo>
                  <a:cubicBezTo>
                    <a:pt x="786" y="2222"/>
                    <a:pt x="640" y="2863"/>
                    <a:pt x="78" y="2988"/>
                  </a:cubicBezTo>
                  <a:cubicBezTo>
                    <a:pt x="0" y="3004"/>
                    <a:pt x="26" y="3115"/>
                    <a:pt x="98" y="3115"/>
                  </a:cubicBezTo>
                  <a:cubicBezTo>
                    <a:pt x="103" y="3115"/>
                    <a:pt x="108" y="3115"/>
                    <a:pt x="114" y="3113"/>
                  </a:cubicBezTo>
                  <a:cubicBezTo>
                    <a:pt x="661" y="2992"/>
                    <a:pt x="894" y="2403"/>
                    <a:pt x="897" y="1891"/>
                  </a:cubicBezTo>
                  <a:cubicBezTo>
                    <a:pt x="904" y="1278"/>
                    <a:pt x="783" y="595"/>
                    <a:pt x="521" y="33"/>
                  </a:cubicBezTo>
                  <a:cubicBezTo>
                    <a:pt x="510" y="10"/>
                    <a:pt x="492" y="0"/>
                    <a:pt x="47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3" name="Google Shape;2103;p47"/>
            <p:cNvSpPr/>
            <p:nvPr/>
          </p:nvSpPr>
          <p:spPr>
            <a:xfrm>
              <a:off x="7630905" y="3812375"/>
              <a:ext cx="164150" cy="62075"/>
            </a:xfrm>
            <a:custGeom>
              <a:rect b="b" l="l" r="r" t="t"/>
              <a:pathLst>
                <a:path extrusionOk="0" h="2483" w="6566">
                  <a:moveTo>
                    <a:pt x="366" y="1"/>
                  </a:moveTo>
                  <a:lnTo>
                    <a:pt x="1" y="1427"/>
                  </a:lnTo>
                  <a:lnTo>
                    <a:pt x="6154" y="2482"/>
                  </a:lnTo>
                  <a:lnTo>
                    <a:pt x="6566" y="1036"/>
                  </a:lnTo>
                  <a:lnTo>
                    <a:pt x="366"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4" name="Google Shape;2104;p47"/>
            <p:cNvSpPr/>
            <p:nvPr/>
          </p:nvSpPr>
          <p:spPr>
            <a:xfrm>
              <a:off x="7602080" y="2561225"/>
              <a:ext cx="370150" cy="457975"/>
            </a:xfrm>
            <a:custGeom>
              <a:rect b="b" l="l" r="r" t="t"/>
              <a:pathLst>
                <a:path extrusionOk="0" h="18319" w="14806">
                  <a:moveTo>
                    <a:pt x="7008" y="1"/>
                  </a:moveTo>
                  <a:cubicBezTo>
                    <a:pt x="7008" y="1"/>
                    <a:pt x="5025" y="791"/>
                    <a:pt x="3433" y="1847"/>
                  </a:cubicBezTo>
                  <a:cubicBezTo>
                    <a:pt x="3394" y="1872"/>
                    <a:pt x="3359" y="1896"/>
                    <a:pt x="3322" y="1920"/>
                  </a:cubicBezTo>
                  <a:cubicBezTo>
                    <a:pt x="2433" y="2523"/>
                    <a:pt x="1691" y="3206"/>
                    <a:pt x="1519" y="3869"/>
                  </a:cubicBezTo>
                  <a:cubicBezTo>
                    <a:pt x="1474" y="4053"/>
                    <a:pt x="1429" y="4237"/>
                    <a:pt x="1387" y="4426"/>
                  </a:cubicBezTo>
                  <a:cubicBezTo>
                    <a:pt x="1373" y="4471"/>
                    <a:pt x="1363" y="4520"/>
                    <a:pt x="1352" y="4569"/>
                  </a:cubicBezTo>
                  <a:cubicBezTo>
                    <a:pt x="1279" y="4900"/>
                    <a:pt x="1210" y="5234"/>
                    <a:pt x="1147" y="5572"/>
                  </a:cubicBezTo>
                  <a:cubicBezTo>
                    <a:pt x="1140" y="5617"/>
                    <a:pt x="1130" y="5667"/>
                    <a:pt x="1122" y="5712"/>
                  </a:cubicBezTo>
                  <a:cubicBezTo>
                    <a:pt x="1" y="11883"/>
                    <a:pt x="861" y="18318"/>
                    <a:pt x="861" y="18318"/>
                  </a:cubicBezTo>
                  <a:lnTo>
                    <a:pt x="1928" y="18193"/>
                  </a:lnTo>
                  <a:lnTo>
                    <a:pt x="2140" y="18169"/>
                  </a:lnTo>
                  <a:lnTo>
                    <a:pt x="13761" y="16813"/>
                  </a:lnTo>
                  <a:cubicBezTo>
                    <a:pt x="13761" y="16813"/>
                    <a:pt x="14806" y="4283"/>
                    <a:pt x="14430" y="3227"/>
                  </a:cubicBezTo>
                  <a:cubicBezTo>
                    <a:pt x="14074" y="2227"/>
                    <a:pt x="7008" y="1"/>
                    <a:pt x="700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5" name="Google Shape;2105;p47"/>
            <p:cNvSpPr/>
            <p:nvPr/>
          </p:nvSpPr>
          <p:spPr>
            <a:xfrm>
              <a:off x="7763230" y="2501225"/>
              <a:ext cx="81650" cy="116750"/>
            </a:xfrm>
            <a:custGeom>
              <a:rect b="b" l="l" r="r" t="t"/>
              <a:pathLst>
                <a:path extrusionOk="0" h="4670" w="3266">
                  <a:moveTo>
                    <a:pt x="767" y="0"/>
                  </a:moveTo>
                  <a:cubicBezTo>
                    <a:pt x="471" y="1178"/>
                    <a:pt x="496" y="1874"/>
                    <a:pt x="1" y="3342"/>
                  </a:cubicBezTo>
                  <a:cubicBezTo>
                    <a:pt x="1" y="3342"/>
                    <a:pt x="568" y="4669"/>
                    <a:pt x="1970" y="4669"/>
                  </a:cubicBezTo>
                  <a:cubicBezTo>
                    <a:pt x="2285" y="4669"/>
                    <a:pt x="2641" y="4602"/>
                    <a:pt x="3043" y="4439"/>
                  </a:cubicBezTo>
                  <a:lnTo>
                    <a:pt x="3147" y="2975"/>
                  </a:lnTo>
                  <a:lnTo>
                    <a:pt x="3217" y="2007"/>
                  </a:lnTo>
                  <a:lnTo>
                    <a:pt x="3265" y="1331"/>
                  </a:lnTo>
                  <a:lnTo>
                    <a:pt x="767" y="0"/>
                  </a:lnTo>
                  <a:close/>
                </a:path>
              </a:pathLst>
            </a:custGeom>
            <a:solidFill>
              <a:srgbClr val="FDA1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6" name="Google Shape;2106;p47"/>
            <p:cNvSpPr/>
            <p:nvPr/>
          </p:nvSpPr>
          <p:spPr>
            <a:xfrm>
              <a:off x="7793030" y="2529450"/>
              <a:ext cx="50625" cy="55350"/>
            </a:xfrm>
            <a:custGeom>
              <a:rect b="b" l="l" r="r" t="t"/>
              <a:pathLst>
                <a:path extrusionOk="0" h="2214" w="2025">
                  <a:moveTo>
                    <a:pt x="0" y="0"/>
                  </a:moveTo>
                  <a:lnTo>
                    <a:pt x="0" y="0"/>
                  </a:lnTo>
                  <a:cubicBezTo>
                    <a:pt x="618" y="1691"/>
                    <a:pt x="1529" y="2213"/>
                    <a:pt x="1909" y="2213"/>
                  </a:cubicBezTo>
                  <a:cubicBezTo>
                    <a:pt x="1915" y="2213"/>
                    <a:pt x="1921" y="2213"/>
                    <a:pt x="1927" y="2213"/>
                  </a:cubicBezTo>
                  <a:lnTo>
                    <a:pt x="2025" y="878"/>
                  </a:lnTo>
                  <a:lnTo>
                    <a:pt x="0" y="0"/>
                  </a:lnTo>
                  <a:close/>
                </a:path>
              </a:pathLst>
            </a:custGeom>
            <a:solidFill>
              <a:srgbClr val="2729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7" name="Google Shape;2107;p47"/>
            <p:cNvSpPr/>
            <p:nvPr/>
          </p:nvSpPr>
          <p:spPr>
            <a:xfrm>
              <a:off x="7735605" y="2358475"/>
              <a:ext cx="197350" cy="176975"/>
            </a:xfrm>
            <a:custGeom>
              <a:rect b="b" l="l" r="r" t="t"/>
              <a:pathLst>
                <a:path extrusionOk="0" h="7079" w="7894">
                  <a:moveTo>
                    <a:pt x="6579" y="1"/>
                  </a:moveTo>
                  <a:cubicBezTo>
                    <a:pt x="6138" y="1"/>
                    <a:pt x="5793" y="546"/>
                    <a:pt x="5263" y="546"/>
                  </a:cubicBezTo>
                  <a:cubicBezTo>
                    <a:pt x="5180" y="546"/>
                    <a:pt x="5064" y="545"/>
                    <a:pt x="4923" y="545"/>
                  </a:cubicBezTo>
                  <a:cubicBezTo>
                    <a:pt x="3797" y="545"/>
                    <a:pt x="1047" y="633"/>
                    <a:pt x="555" y="2215"/>
                  </a:cubicBezTo>
                  <a:cubicBezTo>
                    <a:pt x="1" y="3999"/>
                    <a:pt x="1287" y="5406"/>
                    <a:pt x="1750" y="6058"/>
                  </a:cubicBezTo>
                  <a:cubicBezTo>
                    <a:pt x="1996" y="6402"/>
                    <a:pt x="2695" y="7078"/>
                    <a:pt x="2880" y="7078"/>
                  </a:cubicBezTo>
                  <a:cubicBezTo>
                    <a:pt x="2886" y="7078"/>
                    <a:pt x="2892" y="7077"/>
                    <a:pt x="2897" y="7076"/>
                  </a:cubicBezTo>
                  <a:cubicBezTo>
                    <a:pt x="3484" y="6879"/>
                    <a:pt x="3648" y="3753"/>
                    <a:pt x="5140" y="3753"/>
                  </a:cubicBezTo>
                  <a:cubicBezTo>
                    <a:pt x="5340" y="3753"/>
                    <a:pt x="5564" y="3810"/>
                    <a:pt x="5816" y="3936"/>
                  </a:cubicBezTo>
                  <a:cubicBezTo>
                    <a:pt x="5816" y="3936"/>
                    <a:pt x="7820" y="3399"/>
                    <a:pt x="7635" y="2783"/>
                  </a:cubicBezTo>
                  <a:cubicBezTo>
                    <a:pt x="7451" y="2169"/>
                    <a:pt x="6594" y="2598"/>
                    <a:pt x="6531" y="2291"/>
                  </a:cubicBezTo>
                  <a:cubicBezTo>
                    <a:pt x="6469" y="1985"/>
                    <a:pt x="7894" y="1090"/>
                    <a:pt x="7151" y="309"/>
                  </a:cubicBezTo>
                  <a:cubicBezTo>
                    <a:pt x="6935" y="82"/>
                    <a:pt x="6750" y="1"/>
                    <a:pt x="657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8" name="Google Shape;2108;p47"/>
            <p:cNvSpPr/>
            <p:nvPr/>
          </p:nvSpPr>
          <p:spPr>
            <a:xfrm>
              <a:off x="7772805" y="2405450"/>
              <a:ext cx="115900" cy="147625"/>
            </a:xfrm>
            <a:custGeom>
              <a:rect b="b" l="l" r="r" t="t"/>
              <a:pathLst>
                <a:path extrusionOk="0" h="5905" w="4636">
                  <a:moveTo>
                    <a:pt x="2349" y="0"/>
                  </a:moveTo>
                  <a:cubicBezTo>
                    <a:pt x="2314" y="0"/>
                    <a:pt x="2279" y="1"/>
                    <a:pt x="2245" y="2"/>
                  </a:cubicBezTo>
                  <a:cubicBezTo>
                    <a:pt x="2221" y="2"/>
                    <a:pt x="2192" y="5"/>
                    <a:pt x="2168" y="5"/>
                  </a:cubicBezTo>
                  <a:cubicBezTo>
                    <a:pt x="2158" y="5"/>
                    <a:pt x="2147" y="5"/>
                    <a:pt x="2137" y="9"/>
                  </a:cubicBezTo>
                  <a:cubicBezTo>
                    <a:pt x="2109" y="9"/>
                    <a:pt x="2081" y="9"/>
                    <a:pt x="2049" y="12"/>
                  </a:cubicBezTo>
                  <a:cubicBezTo>
                    <a:pt x="2033" y="12"/>
                    <a:pt x="2012" y="15"/>
                    <a:pt x="1991" y="15"/>
                  </a:cubicBezTo>
                  <a:cubicBezTo>
                    <a:pt x="1945" y="19"/>
                    <a:pt x="1900" y="26"/>
                    <a:pt x="1858" y="29"/>
                  </a:cubicBezTo>
                  <a:cubicBezTo>
                    <a:pt x="468" y="197"/>
                    <a:pt x="105" y="1036"/>
                    <a:pt x="42" y="1869"/>
                  </a:cubicBezTo>
                  <a:cubicBezTo>
                    <a:pt x="1" y="2434"/>
                    <a:pt x="95" y="2998"/>
                    <a:pt x="95" y="3343"/>
                  </a:cubicBezTo>
                  <a:cubicBezTo>
                    <a:pt x="95" y="3451"/>
                    <a:pt x="102" y="3548"/>
                    <a:pt x="113" y="3643"/>
                  </a:cubicBezTo>
                  <a:cubicBezTo>
                    <a:pt x="140" y="3859"/>
                    <a:pt x="200" y="4050"/>
                    <a:pt x="290" y="4246"/>
                  </a:cubicBezTo>
                  <a:cubicBezTo>
                    <a:pt x="415" y="4500"/>
                    <a:pt x="600" y="4768"/>
                    <a:pt x="854" y="5120"/>
                  </a:cubicBezTo>
                  <a:cubicBezTo>
                    <a:pt x="1255" y="5674"/>
                    <a:pt x="1928" y="5890"/>
                    <a:pt x="2580" y="5904"/>
                  </a:cubicBezTo>
                  <a:cubicBezTo>
                    <a:pt x="2605" y="5905"/>
                    <a:pt x="2630" y="5905"/>
                    <a:pt x="2654" y="5905"/>
                  </a:cubicBezTo>
                  <a:cubicBezTo>
                    <a:pt x="4323" y="5905"/>
                    <a:pt x="4491" y="4732"/>
                    <a:pt x="4381" y="2971"/>
                  </a:cubicBezTo>
                  <a:cubicBezTo>
                    <a:pt x="4312" y="1858"/>
                    <a:pt x="4635" y="1249"/>
                    <a:pt x="4363" y="813"/>
                  </a:cubicBezTo>
                  <a:cubicBezTo>
                    <a:pt x="4346" y="792"/>
                    <a:pt x="4325" y="771"/>
                    <a:pt x="4307" y="754"/>
                  </a:cubicBezTo>
                  <a:cubicBezTo>
                    <a:pt x="3862" y="290"/>
                    <a:pt x="3245" y="29"/>
                    <a:pt x="2601" y="5"/>
                  </a:cubicBezTo>
                  <a:cubicBezTo>
                    <a:pt x="2515" y="3"/>
                    <a:pt x="2431" y="0"/>
                    <a:pt x="2349" y="0"/>
                  </a:cubicBezTo>
                  <a:close/>
                </a:path>
              </a:pathLst>
            </a:custGeom>
            <a:solidFill>
              <a:srgbClr val="FDA1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9" name="Google Shape;2109;p47"/>
            <p:cNvSpPr/>
            <p:nvPr/>
          </p:nvSpPr>
          <p:spPr>
            <a:xfrm>
              <a:off x="7825880" y="2450675"/>
              <a:ext cx="21000" cy="11375"/>
            </a:xfrm>
            <a:custGeom>
              <a:rect b="b" l="l" r="r" t="t"/>
              <a:pathLst>
                <a:path extrusionOk="0" h="455" w="840">
                  <a:moveTo>
                    <a:pt x="475" y="0"/>
                  </a:moveTo>
                  <a:cubicBezTo>
                    <a:pt x="469" y="0"/>
                    <a:pt x="463" y="0"/>
                    <a:pt x="457" y="1"/>
                  </a:cubicBezTo>
                  <a:cubicBezTo>
                    <a:pt x="161" y="22"/>
                    <a:pt x="0" y="454"/>
                    <a:pt x="0" y="454"/>
                  </a:cubicBezTo>
                  <a:lnTo>
                    <a:pt x="840" y="395"/>
                  </a:lnTo>
                  <a:cubicBezTo>
                    <a:pt x="840" y="395"/>
                    <a:pt x="760" y="0"/>
                    <a:pt x="475" y="0"/>
                  </a:cubicBezTo>
                  <a:close/>
                </a:path>
              </a:pathLst>
            </a:custGeom>
            <a:solidFill>
              <a:srgbClr val="5F3F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0" name="Google Shape;2110;p47"/>
            <p:cNvSpPr/>
            <p:nvPr/>
          </p:nvSpPr>
          <p:spPr>
            <a:xfrm>
              <a:off x="7859755" y="2450600"/>
              <a:ext cx="20750" cy="12225"/>
            </a:xfrm>
            <a:custGeom>
              <a:rect b="b" l="l" r="r" t="t"/>
              <a:pathLst>
                <a:path extrusionOk="0" h="489" w="830">
                  <a:moveTo>
                    <a:pt x="366" y="0"/>
                  </a:moveTo>
                  <a:cubicBezTo>
                    <a:pt x="103" y="0"/>
                    <a:pt x="1" y="363"/>
                    <a:pt x="1" y="363"/>
                  </a:cubicBezTo>
                  <a:lnTo>
                    <a:pt x="829" y="488"/>
                  </a:lnTo>
                  <a:cubicBezTo>
                    <a:pt x="829" y="488"/>
                    <a:pt x="704" y="46"/>
                    <a:pt x="411" y="4"/>
                  </a:cubicBezTo>
                  <a:cubicBezTo>
                    <a:pt x="396" y="1"/>
                    <a:pt x="380" y="0"/>
                    <a:pt x="366" y="0"/>
                  </a:cubicBezTo>
                  <a:close/>
                </a:path>
              </a:pathLst>
            </a:custGeom>
            <a:solidFill>
              <a:srgbClr val="5F3F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1" name="Google Shape;2111;p47"/>
            <p:cNvSpPr/>
            <p:nvPr/>
          </p:nvSpPr>
          <p:spPr>
            <a:xfrm>
              <a:off x="7820805" y="2481525"/>
              <a:ext cx="16500" cy="8650"/>
            </a:xfrm>
            <a:custGeom>
              <a:rect b="b" l="l" r="r" t="t"/>
              <a:pathLst>
                <a:path extrusionOk="0" h="346" w="660">
                  <a:moveTo>
                    <a:pt x="329" y="0"/>
                  </a:moveTo>
                  <a:cubicBezTo>
                    <a:pt x="147" y="0"/>
                    <a:pt x="1" y="77"/>
                    <a:pt x="1" y="171"/>
                  </a:cubicBezTo>
                  <a:cubicBezTo>
                    <a:pt x="1" y="269"/>
                    <a:pt x="147" y="346"/>
                    <a:pt x="329" y="346"/>
                  </a:cubicBezTo>
                  <a:cubicBezTo>
                    <a:pt x="513" y="346"/>
                    <a:pt x="660" y="269"/>
                    <a:pt x="660" y="171"/>
                  </a:cubicBezTo>
                  <a:cubicBezTo>
                    <a:pt x="660" y="77"/>
                    <a:pt x="513" y="0"/>
                    <a:pt x="329" y="0"/>
                  </a:cubicBezTo>
                  <a:close/>
                </a:path>
              </a:pathLst>
            </a:custGeom>
            <a:solidFill>
              <a:srgbClr val="CA68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2" name="Google Shape;2112;p47"/>
            <p:cNvSpPr/>
            <p:nvPr/>
          </p:nvSpPr>
          <p:spPr>
            <a:xfrm>
              <a:off x="7868130" y="2483975"/>
              <a:ext cx="14725" cy="8625"/>
            </a:xfrm>
            <a:custGeom>
              <a:rect b="b" l="l" r="r" t="t"/>
              <a:pathLst>
                <a:path extrusionOk="0" h="345" w="589">
                  <a:moveTo>
                    <a:pt x="331" y="0"/>
                  </a:moveTo>
                  <a:cubicBezTo>
                    <a:pt x="147" y="0"/>
                    <a:pt x="0" y="76"/>
                    <a:pt x="0" y="171"/>
                  </a:cubicBezTo>
                  <a:cubicBezTo>
                    <a:pt x="0" y="269"/>
                    <a:pt x="147" y="345"/>
                    <a:pt x="331" y="345"/>
                  </a:cubicBezTo>
                  <a:cubicBezTo>
                    <a:pt x="436" y="345"/>
                    <a:pt x="530" y="317"/>
                    <a:pt x="589" y="279"/>
                  </a:cubicBezTo>
                  <a:lnTo>
                    <a:pt x="582" y="60"/>
                  </a:lnTo>
                  <a:cubicBezTo>
                    <a:pt x="519" y="24"/>
                    <a:pt x="428" y="0"/>
                    <a:pt x="331" y="0"/>
                  </a:cubicBezTo>
                  <a:close/>
                </a:path>
              </a:pathLst>
            </a:custGeom>
            <a:solidFill>
              <a:srgbClr val="CA68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3" name="Google Shape;2113;p47"/>
            <p:cNvSpPr/>
            <p:nvPr/>
          </p:nvSpPr>
          <p:spPr>
            <a:xfrm>
              <a:off x="7835530" y="2467050"/>
              <a:ext cx="6200" cy="8225"/>
            </a:xfrm>
            <a:custGeom>
              <a:rect b="b" l="l" r="r" t="t"/>
              <a:pathLst>
                <a:path extrusionOk="0" h="329" w="248">
                  <a:moveTo>
                    <a:pt x="126" y="1"/>
                  </a:moveTo>
                  <a:cubicBezTo>
                    <a:pt x="56" y="1"/>
                    <a:pt x="0" y="74"/>
                    <a:pt x="0" y="165"/>
                  </a:cubicBezTo>
                  <a:cubicBezTo>
                    <a:pt x="0" y="256"/>
                    <a:pt x="56" y="328"/>
                    <a:pt x="126" y="328"/>
                  </a:cubicBezTo>
                  <a:cubicBezTo>
                    <a:pt x="193" y="328"/>
                    <a:pt x="248" y="256"/>
                    <a:pt x="248" y="165"/>
                  </a:cubicBezTo>
                  <a:cubicBezTo>
                    <a:pt x="248" y="74"/>
                    <a:pt x="193" y="1"/>
                    <a:pt x="126" y="1"/>
                  </a:cubicBezTo>
                  <a:close/>
                </a:path>
              </a:pathLst>
            </a:custGeom>
            <a:solidFill>
              <a:srgbClr val="2729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4" name="Google Shape;2114;p47"/>
            <p:cNvSpPr/>
            <p:nvPr/>
          </p:nvSpPr>
          <p:spPr>
            <a:xfrm>
              <a:off x="7863930" y="2467400"/>
              <a:ext cx="6225" cy="8225"/>
            </a:xfrm>
            <a:custGeom>
              <a:rect b="b" l="l" r="r" t="t"/>
              <a:pathLst>
                <a:path extrusionOk="0" h="329" w="249">
                  <a:moveTo>
                    <a:pt x="123" y="1"/>
                  </a:moveTo>
                  <a:cubicBezTo>
                    <a:pt x="56" y="1"/>
                    <a:pt x="1" y="74"/>
                    <a:pt x="1" y="165"/>
                  </a:cubicBezTo>
                  <a:cubicBezTo>
                    <a:pt x="1" y="255"/>
                    <a:pt x="56" y="329"/>
                    <a:pt x="123" y="329"/>
                  </a:cubicBezTo>
                  <a:cubicBezTo>
                    <a:pt x="192" y="329"/>
                    <a:pt x="248" y="255"/>
                    <a:pt x="248" y="165"/>
                  </a:cubicBezTo>
                  <a:cubicBezTo>
                    <a:pt x="248" y="74"/>
                    <a:pt x="192" y="1"/>
                    <a:pt x="123" y="1"/>
                  </a:cubicBezTo>
                  <a:close/>
                </a:path>
              </a:pathLst>
            </a:custGeom>
            <a:solidFill>
              <a:srgbClr val="2729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5" name="Google Shape;2115;p47"/>
            <p:cNvSpPr/>
            <p:nvPr/>
          </p:nvSpPr>
          <p:spPr>
            <a:xfrm>
              <a:off x="7852255" y="2473075"/>
              <a:ext cx="10575" cy="17100"/>
            </a:xfrm>
            <a:custGeom>
              <a:rect b="b" l="l" r="r" t="t"/>
              <a:pathLst>
                <a:path extrusionOk="0" h="684" w="423">
                  <a:moveTo>
                    <a:pt x="170" y="0"/>
                  </a:moveTo>
                  <a:cubicBezTo>
                    <a:pt x="168" y="0"/>
                    <a:pt x="166" y="0"/>
                    <a:pt x="164" y="0"/>
                  </a:cubicBezTo>
                  <a:cubicBezTo>
                    <a:pt x="140" y="0"/>
                    <a:pt x="123" y="21"/>
                    <a:pt x="123" y="46"/>
                  </a:cubicBezTo>
                  <a:cubicBezTo>
                    <a:pt x="126" y="60"/>
                    <a:pt x="147" y="370"/>
                    <a:pt x="307" y="547"/>
                  </a:cubicBezTo>
                  <a:cubicBezTo>
                    <a:pt x="264" y="569"/>
                    <a:pt x="188" y="594"/>
                    <a:pt x="86" y="594"/>
                  </a:cubicBezTo>
                  <a:cubicBezTo>
                    <a:pt x="73" y="594"/>
                    <a:pt x="60" y="593"/>
                    <a:pt x="46" y="593"/>
                  </a:cubicBezTo>
                  <a:cubicBezTo>
                    <a:pt x="26" y="593"/>
                    <a:pt x="5" y="610"/>
                    <a:pt x="0" y="634"/>
                  </a:cubicBezTo>
                  <a:cubicBezTo>
                    <a:pt x="0" y="659"/>
                    <a:pt x="18" y="679"/>
                    <a:pt x="42" y="684"/>
                  </a:cubicBezTo>
                  <a:lnTo>
                    <a:pt x="81" y="684"/>
                  </a:lnTo>
                  <a:cubicBezTo>
                    <a:pt x="283" y="684"/>
                    <a:pt x="402" y="593"/>
                    <a:pt x="405" y="589"/>
                  </a:cubicBezTo>
                  <a:cubicBezTo>
                    <a:pt x="415" y="582"/>
                    <a:pt x="423" y="568"/>
                    <a:pt x="423" y="554"/>
                  </a:cubicBezTo>
                  <a:cubicBezTo>
                    <a:pt x="423" y="544"/>
                    <a:pt x="415" y="530"/>
                    <a:pt x="405" y="523"/>
                  </a:cubicBezTo>
                  <a:cubicBezTo>
                    <a:pt x="238" y="380"/>
                    <a:pt x="210" y="42"/>
                    <a:pt x="210" y="39"/>
                  </a:cubicBezTo>
                  <a:cubicBezTo>
                    <a:pt x="210" y="17"/>
                    <a:pt x="192" y="0"/>
                    <a:pt x="170" y="0"/>
                  </a:cubicBezTo>
                  <a:close/>
                </a:path>
              </a:pathLst>
            </a:custGeom>
            <a:solidFill>
              <a:srgbClr val="2729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6" name="Google Shape;2116;p47"/>
            <p:cNvSpPr/>
            <p:nvPr/>
          </p:nvSpPr>
          <p:spPr>
            <a:xfrm>
              <a:off x="7839530" y="2495900"/>
              <a:ext cx="30175" cy="21450"/>
            </a:xfrm>
            <a:custGeom>
              <a:rect b="b" l="l" r="r" t="t"/>
              <a:pathLst>
                <a:path extrusionOk="0" h="858" w="1207">
                  <a:moveTo>
                    <a:pt x="1" y="1"/>
                  </a:moveTo>
                  <a:cubicBezTo>
                    <a:pt x="1" y="1"/>
                    <a:pt x="53" y="858"/>
                    <a:pt x="632" y="858"/>
                  </a:cubicBezTo>
                  <a:cubicBezTo>
                    <a:pt x="633" y="858"/>
                    <a:pt x="634" y="858"/>
                    <a:pt x="635" y="858"/>
                  </a:cubicBezTo>
                  <a:cubicBezTo>
                    <a:pt x="1130" y="854"/>
                    <a:pt x="1207" y="126"/>
                    <a:pt x="1207" y="126"/>
                  </a:cubicBezTo>
                  <a:cubicBezTo>
                    <a:pt x="1207" y="126"/>
                    <a:pt x="799" y="84"/>
                    <a:pt x="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7" name="Google Shape;2117;p47"/>
            <p:cNvSpPr/>
            <p:nvPr/>
          </p:nvSpPr>
          <p:spPr>
            <a:xfrm>
              <a:off x="7847355" y="2521000"/>
              <a:ext cx="12000" cy="4500"/>
            </a:xfrm>
            <a:custGeom>
              <a:rect b="b" l="l" r="r" t="t"/>
              <a:pathLst>
                <a:path extrusionOk="0" h="180" w="480">
                  <a:moveTo>
                    <a:pt x="84" y="0"/>
                  </a:moveTo>
                  <a:cubicBezTo>
                    <a:pt x="38" y="0"/>
                    <a:pt x="0" y="57"/>
                    <a:pt x="43" y="97"/>
                  </a:cubicBezTo>
                  <a:cubicBezTo>
                    <a:pt x="107" y="156"/>
                    <a:pt x="183" y="180"/>
                    <a:pt x="262" y="180"/>
                  </a:cubicBezTo>
                  <a:cubicBezTo>
                    <a:pt x="314" y="180"/>
                    <a:pt x="367" y="170"/>
                    <a:pt x="420" y="153"/>
                  </a:cubicBezTo>
                  <a:cubicBezTo>
                    <a:pt x="480" y="131"/>
                    <a:pt x="462" y="39"/>
                    <a:pt x="406" y="39"/>
                  </a:cubicBezTo>
                  <a:cubicBezTo>
                    <a:pt x="401" y="39"/>
                    <a:pt x="395" y="40"/>
                    <a:pt x="389" y="42"/>
                  </a:cubicBezTo>
                  <a:cubicBezTo>
                    <a:pt x="346" y="57"/>
                    <a:pt x="300" y="67"/>
                    <a:pt x="257" y="67"/>
                  </a:cubicBezTo>
                  <a:cubicBezTo>
                    <a:pt x="208" y="67"/>
                    <a:pt x="162" y="54"/>
                    <a:pt x="124" y="17"/>
                  </a:cubicBezTo>
                  <a:cubicBezTo>
                    <a:pt x="111" y="5"/>
                    <a:pt x="97" y="0"/>
                    <a:pt x="84" y="0"/>
                  </a:cubicBezTo>
                  <a:close/>
                </a:path>
              </a:pathLst>
            </a:custGeom>
            <a:solidFill>
              <a:srgbClr val="CA68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8" name="Google Shape;2118;p47"/>
            <p:cNvSpPr/>
            <p:nvPr/>
          </p:nvSpPr>
          <p:spPr>
            <a:xfrm>
              <a:off x="7775605" y="2496500"/>
              <a:ext cx="15175" cy="15100"/>
            </a:xfrm>
            <a:custGeom>
              <a:rect b="b" l="l" r="r" t="t"/>
              <a:pathLst>
                <a:path extrusionOk="0" h="604" w="607">
                  <a:moveTo>
                    <a:pt x="1" y="1"/>
                  </a:moveTo>
                  <a:cubicBezTo>
                    <a:pt x="28" y="217"/>
                    <a:pt x="88" y="408"/>
                    <a:pt x="178" y="604"/>
                  </a:cubicBezTo>
                  <a:cubicBezTo>
                    <a:pt x="353" y="516"/>
                    <a:pt x="499" y="384"/>
                    <a:pt x="607" y="189"/>
                  </a:cubicBezTo>
                  <a:lnTo>
                    <a:pt x="607" y="189"/>
                  </a:lnTo>
                  <a:cubicBezTo>
                    <a:pt x="601" y="189"/>
                    <a:pt x="596" y="189"/>
                    <a:pt x="590" y="189"/>
                  </a:cubicBezTo>
                  <a:cubicBezTo>
                    <a:pt x="354" y="189"/>
                    <a:pt x="157" y="120"/>
                    <a:pt x="1" y="1"/>
                  </a:cubicBezTo>
                  <a:close/>
                </a:path>
              </a:pathLst>
            </a:custGeom>
            <a:solidFill>
              <a:srgbClr val="2729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9" name="Google Shape;2119;p47"/>
            <p:cNvSpPr/>
            <p:nvPr/>
          </p:nvSpPr>
          <p:spPr>
            <a:xfrm>
              <a:off x="7771258" y="2403625"/>
              <a:ext cx="110643" cy="77901"/>
            </a:xfrm>
            <a:custGeom>
              <a:rect b="b" l="l" r="r" t="t"/>
              <a:pathLst>
                <a:path extrusionOk="0" h="3043" w="4322">
                  <a:moveTo>
                    <a:pt x="2307" y="0"/>
                  </a:moveTo>
                  <a:cubicBezTo>
                    <a:pt x="2272" y="0"/>
                    <a:pt x="2237" y="1"/>
                    <a:pt x="2203" y="2"/>
                  </a:cubicBezTo>
                  <a:cubicBezTo>
                    <a:pt x="2179" y="2"/>
                    <a:pt x="2150" y="5"/>
                    <a:pt x="2126" y="5"/>
                  </a:cubicBezTo>
                  <a:cubicBezTo>
                    <a:pt x="2116" y="5"/>
                    <a:pt x="2105" y="5"/>
                    <a:pt x="2095" y="9"/>
                  </a:cubicBezTo>
                  <a:cubicBezTo>
                    <a:pt x="2067" y="9"/>
                    <a:pt x="2039" y="9"/>
                    <a:pt x="2007" y="12"/>
                  </a:cubicBezTo>
                  <a:cubicBezTo>
                    <a:pt x="1991" y="12"/>
                    <a:pt x="1970" y="15"/>
                    <a:pt x="1949" y="15"/>
                  </a:cubicBezTo>
                  <a:cubicBezTo>
                    <a:pt x="1903" y="19"/>
                    <a:pt x="1858" y="23"/>
                    <a:pt x="1816" y="29"/>
                  </a:cubicBezTo>
                  <a:cubicBezTo>
                    <a:pt x="426" y="197"/>
                    <a:pt x="63" y="1036"/>
                    <a:pt x="0" y="1869"/>
                  </a:cubicBezTo>
                  <a:cubicBezTo>
                    <a:pt x="63" y="1843"/>
                    <a:pt x="132" y="1829"/>
                    <a:pt x="209" y="1829"/>
                  </a:cubicBezTo>
                  <a:cubicBezTo>
                    <a:pt x="266" y="1829"/>
                    <a:pt x="327" y="1837"/>
                    <a:pt x="391" y="1855"/>
                  </a:cubicBezTo>
                  <a:cubicBezTo>
                    <a:pt x="1027" y="2028"/>
                    <a:pt x="1136" y="3042"/>
                    <a:pt x="1427" y="3042"/>
                  </a:cubicBezTo>
                  <a:cubicBezTo>
                    <a:pt x="1452" y="3042"/>
                    <a:pt x="1478" y="3035"/>
                    <a:pt x="1506" y="3019"/>
                  </a:cubicBezTo>
                  <a:cubicBezTo>
                    <a:pt x="1853" y="2819"/>
                    <a:pt x="1217" y="945"/>
                    <a:pt x="2076" y="945"/>
                  </a:cubicBezTo>
                  <a:cubicBezTo>
                    <a:pt x="2088" y="945"/>
                    <a:pt x="2100" y="945"/>
                    <a:pt x="2112" y="946"/>
                  </a:cubicBezTo>
                  <a:cubicBezTo>
                    <a:pt x="3022" y="994"/>
                    <a:pt x="2911" y="1168"/>
                    <a:pt x="3325" y="1197"/>
                  </a:cubicBezTo>
                  <a:cubicBezTo>
                    <a:pt x="3373" y="1200"/>
                    <a:pt x="3417" y="1202"/>
                    <a:pt x="3459" y="1202"/>
                  </a:cubicBezTo>
                  <a:cubicBezTo>
                    <a:pt x="4037" y="1202"/>
                    <a:pt x="4055" y="888"/>
                    <a:pt x="4321" y="813"/>
                  </a:cubicBezTo>
                  <a:cubicBezTo>
                    <a:pt x="4304" y="792"/>
                    <a:pt x="4283" y="771"/>
                    <a:pt x="4265" y="754"/>
                  </a:cubicBezTo>
                  <a:cubicBezTo>
                    <a:pt x="3820" y="290"/>
                    <a:pt x="3203" y="29"/>
                    <a:pt x="2559" y="5"/>
                  </a:cubicBezTo>
                  <a:cubicBezTo>
                    <a:pt x="2473" y="3"/>
                    <a:pt x="2389" y="0"/>
                    <a:pt x="230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0" name="Google Shape;2120;p47"/>
            <p:cNvSpPr/>
            <p:nvPr/>
          </p:nvSpPr>
          <p:spPr>
            <a:xfrm>
              <a:off x="7762280" y="2450675"/>
              <a:ext cx="44625" cy="52575"/>
            </a:xfrm>
            <a:custGeom>
              <a:rect b="b" l="l" r="r" t="t"/>
              <a:pathLst>
                <a:path extrusionOk="0" h="2103" w="1785">
                  <a:moveTo>
                    <a:pt x="658" y="1"/>
                  </a:moveTo>
                  <a:cubicBezTo>
                    <a:pt x="641" y="1"/>
                    <a:pt x="624" y="2"/>
                    <a:pt x="606" y="4"/>
                  </a:cubicBezTo>
                  <a:cubicBezTo>
                    <a:pt x="66" y="81"/>
                    <a:pt x="0" y="565"/>
                    <a:pt x="56" y="1057"/>
                  </a:cubicBezTo>
                  <a:cubicBezTo>
                    <a:pt x="104" y="1512"/>
                    <a:pt x="384" y="2103"/>
                    <a:pt x="966" y="2103"/>
                  </a:cubicBezTo>
                  <a:cubicBezTo>
                    <a:pt x="1011" y="2103"/>
                    <a:pt x="1059" y="2099"/>
                    <a:pt x="1108" y="2091"/>
                  </a:cubicBezTo>
                  <a:cubicBezTo>
                    <a:pt x="1446" y="2040"/>
                    <a:pt x="1613" y="1823"/>
                    <a:pt x="1690" y="1593"/>
                  </a:cubicBezTo>
                  <a:cubicBezTo>
                    <a:pt x="1785" y="1315"/>
                    <a:pt x="1732" y="1008"/>
                    <a:pt x="1572" y="764"/>
                  </a:cubicBezTo>
                  <a:cubicBezTo>
                    <a:pt x="1372" y="458"/>
                    <a:pt x="1012" y="1"/>
                    <a:pt x="658" y="1"/>
                  </a:cubicBezTo>
                  <a:close/>
                </a:path>
              </a:pathLst>
            </a:custGeom>
            <a:solidFill>
              <a:srgbClr val="FDA1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1" name="Google Shape;2121;p47"/>
            <p:cNvSpPr/>
            <p:nvPr/>
          </p:nvSpPr>
          <p:spPr>
            <a:xfrm>
              <a:off x="7772155" y="2460525"/>
              <a:ext cx="20300" cy="29500"/>
            </a:xfrm>
            <a:custGeom>
              <a:rect b="b" l="l" r="r" t="t"/>
              <a:pathLst>
                <a:path extrusionOk="0" h="1180" w="812">
                  <a:moveTo>
                    <a:pt x="194" y="1"/>
                  </a:moveTo>
                  <a:cubicBezTo>
                    <a:pt x="153" y="1"/>
                    <a:pt x="111" y="7"/>
                    <a:pt x="68" y="22"/>
                  </a:cubicBezTo>
                  <a:cubicBezTo>
                    <a:pt x="1" y="43"/>
                    <a:pt x="34" y="137"/>
                    <a:pt x="95" y="137"/>
                  </a:cubicBezTo>
                  <a:cubicBezTo>
                    <a:pt x="102" y="137"/>
                    <a:pt x="110" y="136"/>
                    <a:pt x="118" y="133"/>
                  </a:cubicBezTo>
                  <a:cubicBezTo>
                    <a:pt x="145" y="124"/>
                    <a:pt x="171" y="120"/>
                    <a:pt x="197" y="120"/>
                  </a:cubicBezTo>
                  <a:cubicBezTo>
                    <a:pt x="390" y="120"/>
                    <a:pt x="551" y="338"/>
                    <a:pt x="612" y="492"/>
                  </a:cubicBezTo>
                  <a:cubicBezTo>
                    <a:pt x="689" y="691"/>
                    <a:pt x="675" y="906"/>
                    <a:pt x="647" y="1112"/>
                  </a:cubicBezTo>
                  <a:cubicBezTo>
                    <a:pt x="642" y="1156"/>
                    <a:pt x="676" y="1180"/>
                    <a:pt x="711" y="1180"/>
                  </a:cubicBezTo>
                  <a:cubicBezTo>
                    <a:pt x="739" y="1180"/>
                    <a:pt x="768" y="1163"/>
                    <a:pt x="773" y="1126"/>
                  </a:cubicBezTo>
                  <a:cubicBezTo>
                    <a:pt x="811" y="826"/>
                    <a:pt x="808" y="506"/>
                    <a:pt x="623" y="252"/>
                  </a:cubicBezTo>
                  <a:cubicBezTo>
                    <a:pt x="519" y="112"/>
                    <a:pt x="364" y="1"/>
                    <a:pt x="194" y="1"/>
                  </a:cubicBezTo>
                  <a:close/>
                </a:path>
              </a:pathLst>
            </a:custGeom>
            <a:solidFill>
              <a:srgbClr val="2729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2" name="Google Shape;2122;p47"/>
            <p:cNvSpPr/>
            <p:nvPr/>
          </p:nvSpPr>
          <p:spPr>
            <a:xfrm>
              <a:off x="7603030" y="2783450"/>
              <a:ext cx="435750" cy="372900"/>
            </a:xfrm>
            <a:custGeom>
              <a:rect b="b" l="l" r="r" t="t"/>
              <a:pathLst>
                <a:path extrusionOk="0" h="14916" w="17430">
                  <a:moveTo>
                    <a:pt x="945" y="1"/>
                  </a:moveTo>
                  <a:cubicBezTo>
                    <a:pt x="945" y="1"/>
                    <a:pt x="1" y="14862"/>
                    <a:pt x="2159" y="14862"/>
                  </a:cubicBezTo>
                  <a:cubicBezTo>
                    <a:pt x="2163" y="14862"/>
                    <a:pt x="2167" y="14862"/>
                    <a:pt x="2171" y="14862"/>
                  </a:cubicBezTo>
                  <a:cubicBezTo>
                    <a:pt x="2255" y="14859"/>
                    <a:pt x="2356" y="14858"/>
                    <a:pt x="2473" y="14858"/>
                  </a:cubicBezTo>
                  <a:cubicBezTo>
                    <a:pt x="3310" y="14858"/>
                    <a:pt x="4960" y="14915"/>
                    <a:pt x="6851" y="14915"/>
                  </a:cubicBezTo>
                  <a:cubicBezTo>
                    <a:pt x="8340" y="14915"/>
                    <a:pt x="9978" y="14880"/>
                    <a:pt x="11486" y="14753"/>
                  </a:cubicBezTo>
                  <a:cubicBezTo>
                    <a:pt x="11527" y="14750"/>
                    <a:pt x="11569" y="14746"/>
                    <a:pt x="11611" y="14743"/>
                  </a:cubicBezTo>
                  <a:cubicBezTo>
                    <a:pt x="14841" y="14460"/>
                    <a:pt x="17430" y="13754"/>
                    <a:pt x="16587" y="12064"/>
                  </a:cubicBezTo>
                  <a:cubicBezTo>
                    <a:pt x="14771" y="8436"/>
                    <a:pt x="14165" y="1799"/>
                    <a:pt x="14165" y="1799"/>
                  </a:cubicBezTo>
                  <a:lnTo>
                    <a:pt x="945" y="1"/>
                  </a:lnTo>
                  <a:close/>
                </a:path>
              </a:pathLst>
            </a:custGeom>
            <a:solidFill>
              <a:srgbClr val="034A6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3" name="Google Shape;2123;p47"/>
            <p:cNvSpPr/>
            <p:nvPr/>
          </p:nvSpPr>
          <p:spPr>
            <a:xfrm>
              <a:off x="7783205" y="2925575"/>
              <a:ext cx="153450" cy="85050"/>
            </a:xfrm>
            <a:custGeom>
              <a:rect b="b" l="l" r="r" t="t"/>
              <a:pathLst>
                <a:path extrusionOk="0" h="3402" w="6138">
                  <a:moveTo>
                    <a:pt x="1900" y="1"/>
                  </a:moveTo>
                  <a:cubicBezTo>
                    <a:pt x="1277" y="1"/>
                    <a:pt x="650" y="124"/>
                    <a:pt x="70" y="337"/>
                  </a:cubicBezTo>
                  <a:cubicBezTo>
                    <a:pt x="0" y="361"/>
                    <a:pt x="22" y="463"/>
                    <a:pt x="82" y="463"/>
                  </a:cubicBezTo>
                  <a:cubicBezTo>
                    <a:pt x="89" y="463"/>
                    <a:pt x="96" y="461"/>
                    <a:pt x="104" y="459"/>
                  </a:cubicBezTo>
                  <a:cubicBezTo>
                    <a:pt x="674" y="251"/>
                    <a:pt x="1293" y="128"/>
                    <a:pt x="1907" y="128"/>
                  </a:cubicBezTo>
                  <a:cubicBezTo>
                    <a:pt x="2527" y="128"/>
                    <a:pt x="3143" y="253"/>
                    <a:pt x="3700" y="542"/>
                  </a:cubicBezTo>
                  <a:cubicBezTo>
                    <a:pt x="4829" y="1124"/>
                    <a:pt x="5443" y="2288"/>
                    <a:pt x="6003" y="3371"/>
                  </a:cubicBezTo>
                  <a:cubicBezTo>
                    <a:pt x="6015" y="3393"/>
                    <a:pt x="6033" y="3402"/>
                    <a:pt x="6052" y="3402"/>
                  </a:cubicBezTo>
                  <a:cubicBezTo>
                    <a:pt x="6094" y="3402"/>
                    <a:pt x="6138" y="3356"/>
                    <a:pt x="6112" y="3305"/>
                  </a:cubicBezTo>
                  <a:cubicBezTo>
                    <a:pt x="5533" y="2186"/>
                    <a:pt x="4888" y="985"/>
                    <a:pt x="3707" y="403"/>
                  </a:cubicBezTo>
                  <a:cubicBezTo>
                    <a:pt x="3143" y="124"/>
                    <a:pt x="2523" y="1"/>
                    <a:pt x="190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4" name="Google Shape;2124;p47"/>
            <p:cNvSpPr/>
            <p:nvPr/>
          </p:nvSpPr>
          <p:spPr>
            <a:xfrm>
              <a:off x="7759030" y="2996425"/>
              <a:ext cx="244925" cy="84375"/>
            </a:xfrm>
            <a:custGeom>
              <a:rect b="b" l="l" r="r" t="t"/>
              <a:pathLst>
                <a:path extrusionOk="0" h="3375" w="9797">
                  <a:moveTo>
                    <a:pt x="812" y="0"/>
                  </a:moveTo>
                  <a:cubicBezTo>
                    <a:pt x="566" y="0"/>
                    <a:pt x="320" y="28"/>
                    <a:pt x="75" y="88"/>
                  </a:cubicBezTo>
                  <a:cubicBezTo>
                    <a:pt x="0" y="104"/>
                    <a:pt x="25" y="211"/>
                    <a:pt x="91" y="211"/>
                  </a:cubicBezTo>
                  <a:cubicBezTo>
                    <a:pt x="96" y="211"/>
                    <a:pt x="101" y="211"/>
                    <a:pt x="106" y="210"/>
                  </a:cubicBezTo>
                  <a:cubicBezTo>
                    <a:pt x="349" y="150"/>
                    <a:pt x="590" y="122"/>
                    <a:pt x="826" y="122"/>
                  </a:cubicBezTo>
                  <a:cubicBezTo>
                    <a:pt x="2099" y="122"/>
                    <a:pt x="3272" y="911"/>
                    <a:pt x="4273" y="1649"/>
                  </a:cubicBezTo>
                  <a:cubicBezTo>
                    <a:pt x="5353" y="2447"/>
                    <a:pt x="6476" y="3294"/>
                    <a:pt x="7869" y="3370"/>
                  </a:cubicBezTo>
                  <a:cubicBezTo>
                    <a:pt x="7928" y="3373"/>
                    <a:pt x="7987" y="3374"/>
                    <a:pt x="8045" y="3374"/>
                  </a:cubicBezTo>
                  <a:cubicBezTo>
                    <a:pt x="8661" y="3374"/>
                    <a:pt x="9261" y="3204"/>
                    <a:pt x="9747" y="2816"/>
                  </a:cubicBezTo>
                  <a:cubicBezTo>
                    <a:pt x="9797" y="2778"/>
                    <a:pt x="9753" y="2713"/>
                    <a:pt x="9702" y="2713"/>
                  </a:cubicBezTo>
                  <a:cubicBezTo>
                    <a:pt x="9688" y="2713"/>
                    <a:pt x="9674" y="2718"/>
                    <a:pt x="9660" y="2729"/>
                  </a:cubicBezTo>
                  <a:cubicBezTo>
                    <a:pt x="9193" y="3101"/>
                    <a:pt x="8645" y="3250"/>
                    <a:pt x="8084" y="3250"/>
                  </a:cubicBezTo>
                  <a:cubicBezTo>
                    <a:pt x="7318" y="3250"/>
                    <a:pt x="6527" y="2972"/>
                    <a:pt x="5879" y="2600"/>
                  </a:cubicBezTo>
                  <a:cubicBezTo>
                    <a:pt x="4649" y="1896"/>
                    <a:pt x="3636" y="851"/>
                    <a:pt x="2308" y="314"/>
                  </a:cubicBezTo>
                  <a:cubicBezTo>
                    <a:pt x="1828" y="119"/>
                    <a:pt x="1322" y="0"/>
                    <a:pt x="81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5" name="Google Shape;2125;p47"/>
            <p:cNvSpPr/>
            <p:nvPr/>
          </p:nvSpPr>
          <p:spPr>
            <a:xfrm>
              <a:off x="7709155" y="2592600"/>
              <a:ext cx="190075" cy="52375"/>
            </a:xfrm>
            <a:custGeom>
              <a:rect b="b" l="l" r="r" t="t"/>
              <a:pathLst>
                <a:path extrusionOk="0" h="2095" w="7603">
                  <a:moveTo>
                    <a:pt x="118" y="0"/>
                  </a:moveTo>
                  <a:cubicBezTo>
                    <a:pt x="80" y="25"/>
                    <a:pt x="42" y="49"/>
                    <a:pt x="0" y="70"/>
                  </a:cubicBezTo>
                  <a:cubicBezTo>
                    <a:pt x="648" y="840"/>
                    <a:pt x="1474" y="1456"/>
                    <a:pt x="2435" y="1798"/>
                  </a:cubicBezTo>
                  <a:cubicBezTo>
                    <a:pt x="2984" y="1994"/>
                    <a:pt x="3563" y="2094"/>
                    <a:pt x="4138" y="2094"/>
                  </a:cubicBezTo>
                  <a:cubicBezTo>
                    <a:pt x="5198" y="2094"/>
                    <a:pt x="6246" y="1753"/>
                    <a:pt x="7073" y="1041"/>
                  </a:cubicBezTo>
                  <a:cubicBezTo>
                    <a:pt x="7268" y="874"/>
                    <a:pt x="7446" y="694"/>
                    <a:pt x="7603" y="495"/>
                  </a:cubicBezTo>
                  <a:cubicBezTo>
                    <a:pt x="7558" y="477"/>
                    <a:pt x="7512" y="456"/>
                    <a:pt x="7467" y="439"/>
                  </a:cubicBezTo>
                  <a:cubicBezTo>
                    <a:pt x="6903" y="1122"/>
                    <a:pt x="6115" y="1624"/>
                    <a:pt x="5240" y="1836"/>
                  </a:cubicBezTo>
                  <a:cubicBezTo>
                    <a:pt x="4886" y="1922"/>
                    <a:pt x="4526" y="1963"/>
                    <a:pt x="4168" y="1963"/>
                  </a:cubicBezTo>
                  <a:cubicBezTo>
                    <a:pt x="2870" y="1963"/>
                    <a:pt x="1592" y="1425"/>
                    <a:pt x="634" y="540"/>
                  </a:cubicBezTo>
                  <a:cubicBezTo>
                    <a:pt x="449" y="369"/>
                    <a:pt x="279" y="192"/>
                    <a:pt x="11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6" name="Google Shape;2126;p47"/>
            <p:cNvSpPr/>
            <p:nvPr/>
          </p:nvSpPr>
          <p:spPr>
            <a:xfrm>
              <a:off x="7912705" y="2613675"/>
              <a:ext cx="47600" cy="173275"/>
            </a:xfrm>
            <a:custGeom>
              <a:rect b="b" l="l" r="r" t="t"/>
              <a:pathLst>
                <a:path extrusionOk="0" h="6931" w="1904">
                  <a:moveTo>
                    <a:pt x="269" y="0"/>
                  </a:moveTo>
                  <a:cubicBezTo>
                    <a:pt x="196" y="307"/>
                    <a:pt x="144" y="617"/>
                    <a:pt x="109" y="930"/>
                  </a:cubicBezTo>
                  <a:cubicBezTo>
                    <a:pt x="1" y="1871"/>
                    <a:pt x="57" y="2829"/>
                    <a:pt x="279" y="3753"/>
                  </a:cubicBezTo>
                  <a:cubicBezTo>
                    <a:pt x="548" y="4854"/>
                    <a:pt x="1060" y="5885"/>
                    <a:pt x="1760" y="6767"/>
                  </a:cubicBezTo>
                  <a:cubicBezTo>
                    <a:pt x="1802" y="6823"/>
                    <a:pt x="1847" y="6879"/>
                    <a:pt x="1893" y="6930"/>
                  </a:cubicBezTo>
                  <a:cubicBezTo>
                    <a:pt x="1897" y="6864"/>
                    <a:pt x="1900" y="6795"/>
                    <a:pt x="1903" y="6729"/>
                  </a:cubicBezTo>
                  <a:cubicBezTo>
                    <a:pt x="1858" y="6673"/>
                    <a:pt x="1813" y="6617"/>
                    <a:pt x="1768" y="6558"/>
                  </a:cubicBezTo>
                  <a:cubicBezTo>
                    <a:pt x="1709" y="6478"/>
                    <a:pt x="1649" y="6398"/>
                    <a:pt x="1590" y="6314"/>
                  </a:cubicBezTo>
                  <a:cubicBezTo>
                    <a:pt x="590" y="4889"/>
                    <a:pt x="112" y="3157"/>
                    <a:pt x="203" y="1422"/>
                  </a:cubicBezTo>
                  <a:cubicBezTo>
                    <a:pt x="213" y="1237"/>
                    <a:pt x="228" y="1056"/>
                    <a:pt x="252" y="872"/>
                  </a:cubicBezTo>
                  <a:cubicBezTo>
                    <a:pt x="284" y="600"/>
                    <a:pt x="332" y="328"/>
                    <a:pt x="395" y="60"/>
                  </a:cubicBezTo>
                  <a:cubicBezTo>
                    <a:pt x="353" y="42"/>
                    <a:pt x="311" y="21"/>
                    <a:pt x="269" y="0"/>
                  </a:cubicBezTo>
                  <a:close/>
                </a:path>
              </a:pathLst>
            </a:custGeom>
            <a:solidFill>
              <a:srgbClr val="042B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7" name="Google Shape;2127;p47"/>
            <p:cNvSpPr/>
            <p:nvPr/>
          </p:nvSpPr>
          <p:spPr>
            <a:xfrm>
              <a:off x="7626980" y="2699300"/>
              <a:ext cx="122850" cy="351350"/>
            </a:xfrm>
            <a:custGeom>
              <a:rect b="b" l="l" r="r" t="t"/>
              <a:pathLst>
                <a:path extrusionOk="0" h="14054" w="4914">
                  <a:moveTo>
                    <a:pt x="681" y="1"/>
                  </a:moveTo>
                  <a:cubicBezTo>
                    <a:pt x="674" y="46"/>
                    <a:pt x="663" y="94"/>
                    <a:pt x="656" y="139"/>
                  </a:cubicBezTo>
                  <a:cubicBezTo>
                    <a:pt x="2012" y="788"/>
                    <a:pt x="3151" y="1896"/>
                    <a:pt x="3789" y="3262"/>
                  </a:cubicBezTo>
                  <a:cubicBezTo>
                    <a:pt x="3834" y="3363"/>
                    <a:pt x="3879" y="3464"/>
                    <a:pt x="3921" y="3568"/>
                  </a:cubicBezTo>
                  <a:cubicBezTo>
                    <a:pt x="3949" y="3642"/>
                    <a:pt x="3981" y="3719"/>
                    <a:pt x="4005" y="3791"/>
                  </a:cubicBezTo>
                  <a:cubicBezTo>
                    <a:pt x="4914" y="6332"/>
                    <a:pt x="4154" y="9179"/>
                    <a:pt x="2597" y="11300"/>
                  </a:cubicBezTo>
                  <a:cubicBezTo>
                    <a:pt x="2255" y="11768"/>
                    <a:pt x="1872" y="12207"/>
                    <a:pt x="1464" y="12621"/>
                  </a:cubicBezTo>
                  <a:cubicBezTo>
                    <a:pt x="1008" y="13077"/>
                    <a:pt x="517" y="13503"/>
                    <a:pt x="1" y="13893"/>
                  </a:cubicBezTo>
                  <a:cubicBezTo>
                    <a:pt x="8" y="13949"/>
                    <a:pt x="12" y="14000"/>
                    <a:pt x="18" y="14053"/>
                  </a:cubicBezTo>
                  <a:cubicBezTo>
                    <a:pt x="604" y="13611"/>
                    <a:pt x="1161" y="13122"/>
                    <a:pt x="1673" y="12596"/>
                  </a:cubicBezTo>
                  <a:cubicBezTo>
                    <a:pt x="2900" y="11329"/>
                    <a:pt x="3862" y="9816"/>
                    <a:pt x="4287" y="8077"/>
                  </a:cubicBezTo>
                  <a:cubicBezTo>
                    <a:pt x="4625" y="6712"/>
                    <a:pt x="4632" y="5241"/>
                    <a:pt x="4186" y="3896"/>
                  </a:cubicBezTo>
                  <a:cubicBezTo>
                    <a:pt x="4179" y="3868"/>
                    <a:pt x="4169" y="3840"/>
                    <a:pt x="4158" y="3812"/>
                  </a:cubicBezTo>
                  <a:cubicBezTo>
                    <a:pt x="4071" y="3555"/>
                    <a:pt x="3963" y="3304"/>
                    <a:pt x="3841" y="3063"/>
                  </a:cubicBezTo>
                  <a:cubicBezTo>
                    <a:pt x="3426" y="2227"/>
                    <a:pt x="2827" y="1488"/>
                    <a:pt x="2102" y="896"/>
                  </a:cubicBezTo>
                  <a:cubicBezTo>
                    <a:pt x="1667" y="541"/>
                    <a:pt x="1189" y="237"/>
                    <a:pt x="681" y="1"/>
                  </a:cubicBezTo>
                  <a:close/>
                </a:path>
              </a:pathLst>
            </a:custGeom>
            <a:solidFill>
              <a:srgbClr val="042B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8" name="Google Shape;2128;p47"/>
            <p:cNvSpPr/>
            <p:nvPr/>
          </p:nvSpPr>
          <p:spPr>
            <a:xfrm>
              <a:off x="7847030" y="2783550"/>
              <a:ext cx="157775" cy="242350"/>
            </a:xfrm>
            <a:custGeom>
              <a:rect b="b" l="l" r="r" t="t"/>
              <a:pathLst>
                <a:path extrusionOk="0" h="9694" w="6311">
                  <a:moveTo>
                    <a:pt x="2007" y="0"/>
                  </a:moveTo>
                  <a:cubicBezTo>
                    <a:pt x="1901" y="0"/>
                    <a:pt x="1795" y="8"/>
                    <a:pt x="1690" y="24"/>
                  </a:cubicBezTo>
                  <a:cubicBezTo>
                    <a:pt x="987" y="125"/>
                    <a:pt x="356" y="558"/>
                    <a:pt x="119" y="1212"/>
                  </a:cubicBezTo>
                  <a:cubicBezTo>
                    <a:pt x="42" y="1425"/>
                    <a:pt x="8" y="1662"/>
                    <a:pt x="25" y="1920"/>
                  </a:cubicBezTo>
                  <a:cubicBezTo>
                    <a:pt x="71" y="2610"/>
                    <a:pt x="423" y="3240"/>
                    <a:pt x="785" y="3808"/>
                  </a:cubicBezTo>
                  <a:cubicBezTo>
                    <a:pt x="1144" y="4369"/>
                    <a:pt x="1547" y="4895"/>
                    <a:pt x="1980" y="5397"/>
                  </a:cubicBezTo>
                  <a:cubicBezTo>
                    <a:pt x="2610" y="6136"/>
                    <a:pt x="3297" y="6815"/>
                    <a:pt x="3998" y="7484"/>
                  </a:cubicBezTo>
                  <a:cubicBezTo>
                    <a:pt x="4300" y="7770"/>
                    <a:pt x="4604" y="8056"/>
                    <a:pt x="4907" y="8342"/>
                  </a:cubicBezTo>
                  <a:cubicBezTo>
                    <a:pt x="5378" y="8784"/>
                    <a:pt x="5851" y="9234"/>
                    <a:pt x="6311" y="9694"/>
                  </a:cubicBezTo>
                  <a:cubicBezTo>
                    <a:pt x="6287" y="9596"/>
                    <a:pt x="6248" y="9495"/>
                    <a:pt x="6200" y="9394"/>
                  </a:cubicBezTo>
                  <a:cubicBezTo>
                    <a:pt x="5485" y="8686"/>
                    <a:pt x="4739" y="8007"/>
                    <a:pt x="4011" y="7310"/>
                  </a:cubicBezTo>
                  <a:cubicBezTo>
                    <a:pt x="3667" y="6976"/>
                    <a:pt x="3325" y="6641"/>
                    <a:pt x="2990" y="6299"/>
                  </a:cubicBezTo>
                  <a:cubicBezTo>
                    <a:pt x="2105" y="5387"/>
                    <a:pt x="1251" y="4400"/>
                    <a:pt x="632" y="3289"/>
                  </a:cubicBezTo>
                  <a:cubicBezTo>
                    <a:pt x="290" y="2679"/>
                    <a:pt x="0" y="1923"/>
                    <a:pt x="251" y="1230"/>
                  </a:cubicBezTo>
                  <a:cubicBezTo>
                    <a:pt x="255" y="1216"/>
                    <a:pt x="262" y="1202"/>
                    <a:pt x="265" y="1192"/>
                  </a:cubicBezTo>
                  <a:cubicBezTo>
                    <a:pt x="495" y="603"/>
                    <a:pt x="1098" y="237"/>
                    <a:pt x="1705" y="150"/>
                  </a:cubicBezTo>
                  <a:lnTo>
                    <a:pt x="1732" y="150"/>
                  </a:lnTo>
                  <a:cubicBezTo>
                    <a:pt x="1835" y="136"/>
                    <a:pt x="1936" y="130"/>
                    <a:pt x="2035" y="130"/>
                  </a:cubicBezTo>
                  <a:cubicBezTo>
                    <a:pt x="2753" y="130"/>
                    <a:pt x="3362" y="470"/>
                    <a:pt x="3886" y="951"/>
                  </a:cubicBezTo>
                  <a:cubicBezTo>
                    <a:pt x="4081" y="1132"/>
                    <a:pt x="4265" y="1331"/>
                    <a:pt x="4437" y="1536"/>
                  </a:cubicBezTo>
                  <a:cubicBezTo>
                    <a:pt x="4443" y="1470"/>
                    <a:pt x="4447" y="1401"/>
                    <a:pt x="4450" y="1335"/>
                  </a:cubicBezTo>
                  <a:cubicBezTo>
                    <a:pt x="4311" y="1174"/>
                    <a:pt x="4168" y="1021"/>
                    <a:pt x="4011" y="878"/>
                  </a:cubicBezTo>
                  <a:cubicBezTo>
                    <a:pt x="3554" y="457"/>
                    <a:pt x="3022" y="140"/>
                    <a:pt x="2377" y="31"/>
                  </a:cubicBezTo>
                  <a:cubicBezTo>
                    <a:pt x="2253" y="11"/>
                    <a:pt x="2130" y="0"/>
                    <a:pt x="200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9" name="Google Shape;2129;p47"/>
            <p:cNvSpPr/>
            <p:nvPr/>
          </p:nvSpPr>
          <p:spPr>
            <a:xfrm>
              <a:off x="7742505" y="2703675"/>
              <a:ext cx="92275" cy="103600"/>
            </a:xfrm>
            <a:custGeom>
              <a:rect b="b" l="l" r="r" t="t"/>
              <a:pathLst>
                <a:path extrusionOk="0" h="4144" w="3691">
                  <a:moveTo>
                    <a:pt x="2813" y="140"/>
                  </a:moveTo>
                  <a:cubicBezTo>
                    <a:pt x="2971" y="140"/>
                    <a:pt x="3125" y="192"/>
                    <a:pt x="3261" y="324"/>
                  </a:cubicBezTo>
                  <a:cubicBezTo>
                    <a:pt x="3517" y="567"/>
                    <a:pt x="3579" y="996"/>
                    <a:pt x="3547" y="1331"/>
                  </a:cubicBezTo>
                  <a:cubicBezTo>
                    <a:pt x="3481" y="2007"/>
                    <a:pt x="3136" y="2693"/>
                    <a:pt x="2690" y="3198"/>
                  </a:cubicBezTo>
                  <a:cubicBezTo>
                    <a:pt x="2355" y="3578"/>
                    <a:pt x="1815" y="4006"/>
                    <a:pt x="1265" y="4006"/>
                  </a:cubicBezTo>
                  <a:cubicBezTo>
                    <a:pt x="1170" y="4006"/>
                    <a:pt x="1074" y="3993"/>
                    <a:pt x="979" y="3965"/>
                  </a:cubicBezTo>
                  <a:cubicBezTo>
                    <a:pt x="67" y="3686"/>
                    <a:pt x="540" y="2553"/>
                    <a:pt x="836" y="1997"/>
                  </a:cubicBezTo>
                  <a:cubicBezTo>
                    <a:pt x="1185" y="1338"/>
                    <a:pt x="1635" y="766"/>
                    <a:pt x="2234" y="324"/>
                  </a:cubicBezTo>
                  <a:cubicBezTo>
                    <a:pt x="2415" y="220"/>
                    <a:pt x="2617" y="140"/>
                    <a:pt x="2813" y="140"/>
                  </a:cubicBezTo>
                  <a:close/>
                  <a:moveTo>
                    <a:pt x="2807" y="1"/>
                  </a:moveTo>
                  <a:cubicBezTo>
                    <a:pt x="2597" y="1"/>
                    <a:pt x="2386" y="81"/>
                    <a:pt x="2185" y="194"/>
                  </a:cubicBezTo>
                  <a:cubicBezTo>
                    <a:pt x="2179" y="199"/>
                    <a:pt x="2171" y="202"/>
                    <a:pt x="2164" y="205"/>
                  </a:cubicBezTo>
                  <a:cubicBezTo>
                    <a:pt x="2161" y="209"/>
                    <a:pt x="2158" y="212"/>
                    <a:pt x="2150" y="215"/>
                  </a:cubicBezTo>
                  <a:cubicBezTo>
                    <a:pt x="1499" y="704"/>
                    <a:pt x="1018" y="1331"/>
                    <a:pt x="652" y="2055"/>
                  </a:cubicBezTo>
                  <a:cubicBezTo>
                    <a:pt x="349" y="2651"/>
                    <a:pt x="0" y="3679"/>
                    <a:pt x="823" y="4052"/>
                  </a:cubicBezTo>
                  <a:cubicBezTo>
                    <a:pt x="964" y="4115"/>
                    <a:pt x="1109" y="4143"/>
                    <a:pt x="1255" y="4143"/>
                  </a:cubicBezTo>
                  <a:cubicBezTo>
                    <a:pt x="1805" y="4143"/>
                    <a:pt x="2363" y="3747"/>
                    <a:pt x="2718" y="3372"/>
                  </a:cubicBezTo>
                  <a:cubicBezTo>
                    <a:pt x="3251" y="2808"/>
                    <a:pt x="3690" y="1961"/>
                    <a:pt x="3690" y="1167"/>
                  </a:cubicBezTo>
                  <a:cubicBezTo>
                    <a:pt x="3690" y="808"/>
                    <a:pt x="3583" y="379"/>
                    <a:pt x="3276" y="157"/>
                  </a:cubicBezTo>
                  <a:cubicBezTo>
                    <a:pt x="3122" y="46"/>
                    <a:pt x="2964" y="1"/>
                    <a:pt x="280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0" name="Google Shape;2130;p47"/>
            <p:cNvSpPr/>
            <p:nvPr/>
          </p:nvSpPr>
          <p:spPr>
            <a:xfrm>
              <a:off x="7635880" y="2607400"/>
              <a:ext cx="87400" cy="87125"/>
            </a:xfrm>
            <a:custGeom>
              <a:rect b="b" l="l" r="r" t="t"/>
              <a:pathLst>
                <a:path extrusionOk="0" h="3485" w="3496">
                  <a:moveTo>
                    <a:pt x="2081" y="0"/>
                  </a:moveTo>
                  <a:cubicBezTo>
                    <a:pt x="2042" y="25"/>
                    <a:pt x="2007" y="49"/>
                    <a:pt x="1970" y="73"/>
                  </a:cubicBezTo>
                  <a:cubicBezTo>
                    <a:pt x="2046" y="174"/>
                    <a:pt x="2123" y="276"/>
                    <a:pt x="2200" y="377"/>
                  </a:cubicBezTo>
                  <a:cubicBezTo>
                    <a:pt x="2440" y="705"/>
                    <a:pt x="2669" y="1039"/>
                    <a:pt x="2885" y="1380"/>
                  </a:cubicBezTo>
                  <a:cubicBezTo>
                    <a:pt x="2986" y="1544"/>
                    <a:pt x="3098" y="1718"/>
                    <a:pt x="3185" y="1900"/>
                  </a:cubicBezTo>
                  <a:cubicBezTo>
                    <a:pt x="3279" y="2101"/>
                    <a:pt x="3345" y="2318"/>
                    <a:pt x="3332" y="2537"/>
                  </a:cubicBezTo>
                  <a:cubicBezTo>
                    <a:pt x="3297" y="3153"/>
                    <a:pt x="2818" y="3332"/>
                    <a:pt x="2295" y="3332"/>
                  </a:cubicBezTo>
                  <a:cubicBezTo>
                    <a:pt x="1929" y="3332"/>
                    <a:pt x="1542" y="3245"/>
                    <a:pt x="1269" y="3157"/>
                  </a:cubicBezTo>
                  <a:cubicBezTo>
                    <a:pt x="836" y="3021"/>
                    <a:pt x="418" y="2823"/>
                    <a:pt x="35" y="2579"/>
                  </a:cubicBezTo>
                  <a:cubicBezTo>
                    <a:pt x="21" y="2624"/>
                    <a:pt x="11" y="2673"/>
                    <a:pt x="0" y="2722"/>
                  </a:cubicBezTo>
                  <a:cubicBezTo>
                    <a:pt x="394" y="2966"/>
                    <a:pt x="820" y="3164"/>
                    <a:pt x="1265" y="3300"/>
                  </a:cubicBezTo>
                  <a:cubicBezTo>
                    <a:pt x="1571" y="3395"/>
                    <a:pt x="1942" y="3485"/>
                    <a:pt x="2296" y="3485"/>
                  </a:cubicBezTo>
                  <a:cubicBezTo>
                    <a:pt x="2698" y="3485"/>
                    <a:pt x="3079" y="3369"/>
                    <a:pt x="3321" y="3014"/>
                  </a:cubicBezTo>
                  <a:cubicBezTo>
                    <a:pt x="3457" y="2809"/>
                    <a:pt x="3496" y="2589"/>
                    <a:pt x="3471" y="2366"/>
                  </a:cubicBezTo>
                  <a:cubicBezTo>
                    <a:pt x="3408" y="1813"/>
                    <a:pt x="2966" y="1237"/>
                    <a:pt x="2694" y="837"/>
                  </a:cubicBezTo>
                  <a:cubicBezTo>
                    <a:pt x="2499" y="551"/>
                    <a:pt x="2293" y="272"/>
                    <a:pt x="2081" y="0"/>
                  </a:cubicBezTo>
                  <a:close/>
                </a:path>
              </a:pathLst>
            </a:custGeom>
            <a:solidFill>
              <a:srgbClr val="042B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1" name="Google Shape;2131;p47"/>
            <p:cNvSpPr/>
            <p:nvPr/>
          </p:nvSpPr>
          <p:spPr>
            <a:xfrm>
              <a:off x="7956005" y="2704400"/>
              <a:ext cx="7475" cy="93350"/>
            </a:xfrm>
            <a:custGeom>
              <a:rect b="b" l="l" r="r" t="t"/>
              <a:pathLst>
                <a:path extrusionOk="0" h="3734" w="299">
                  <a:moveTo>
                    <a:pt x="236" y="1"/>
                  </a:moveTo>
                  <a:cubicBezTo>
                    <a:pt x="203" y="1"/>
                    <a:pt x="168" y="23"/>
                    <a:pt x="165" y="65"/>
                  </a:cubicBezTo>
                  <a:lnTo>
                    <a:pt x="36" y="2929"/>
                  </a:lnTo>
                  <a:lnTo>
                    <a:pt x="28" y="3138"/>
                  </a:lnTo>
                  <a:lnTo>
                    <a:pt x="4" y="3671"/>
                  </a:lnTo>
                  <a:cubicBezTo>
                    <a:pt x="1" y="3713"/>
                    <a:pt x="32" y="3734"/>
                    <a:pt x="65" y="3734"/>
                  </a:cubicBezTo>
                  <a:cubicBezTo>
                    <a:pt x="98" y="3734"/>
                    <a:pt x="133" y="3713"/>
                    <a:pt x="136" y="3671"/>
                  </a:cubicBezTo>
                  <a:cubicBezTo>
                    <a:pt x="144" y="3549"/>
                    <a:pt x="154" y="3423"/>
                    <a:pt x="161" y="3301"/>
                  </a:cubicBezTo>
                  <a:cubicBezTo>
                    <a:pt x="165" y="3235"/>
                    <a:pt x="168" y="3166"/>
                    <a:pt x="171" y="3100"/>
                  </a:cubicBezTo>
                  <a:cubicBezTo>
                    <a:pt x="220" y="2089"/>
                    <a:pt x="220" y="1075"/>
                    <a:pt x="297" y="65"/>
                  </a:cubicBezTo>
                  <a:cubicBezTo>
                    <a:pt x="298" y="22"/>
                    <a:pt x="268" y="1"/>
                    <a:pt x="236" y="1"/>
                  </a:cubicBezTo>
                  <a:close/>
                </a:path>
              </a:pathLst>
            </a:custGeom>
            <a:solidFill>
              <a:srgbClr val="042B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2" name="Google Shape;2132;p47"/>
            <p:cNvSpPr/>
            <p:nvPr/>
          </p:nvSpPr>
          <p:spPr>
            <a:xfrm>
              <a:off x="7829905" y="3436550"/>
              <a:ext cx="82750" cy="17475"/>
            </a:xfrm>
            <a:custGeom>
              <a:rect b="b" l="l" r="r" t="t"/>
              <a:pathLst>
                <a:path extrusionOk="0" h="699" w="3310">
                  <a:moveTo>
                    <a:pt x="3207" y="1"/>
                  </a:moveTo>
                  <a:cubicBezTo>
                    <a:pt x="3192" y="1"/>
                    <a:pt x="3177" y="5"/>
                    <a:pt x="3163" y="16"/>
                  </a:cubicBezTo>
                  <a:cubicBezTo>
                    <a:pt x="2702" y="385"/>
                    <a:pt x="2147" y="569"/>
                    <a:pt x="1591" y="569"/>
                  </a:cubicBezTo>
                  <a:cubicBezTo>
                    <a:pt x="1080" y="569"/>
                    <a:pt x="567" y="414"/>
                    <a:pt x="125" y="103"/>
                  </a:cubicBezTo>
                  <a:cubicBezTo>
                    <a:pt x="113" y="95"/>
                    <a:pt x="101" y="92"/>
                    <a:pt x="90" y="92"/>
                  </a:cubicBezTo>
                  <a:cubicBezTo>
                    <a:pt x="36" y="92"/>
                    <a:pt x="1" y="177"/>
                    <a:pt x="58" y="215"/>
                  </a:cubicBezTo>
                  <a:cubicBezTo>
                    <a:pt x="519" y="539"/>
                    <a:pt x="1050" y="698"/>
                    <a:pt x="1580" y="698"/>
                  </a:cubicBezTo>
                  <a:cubicBezTo>
                    <a:pt x="2174" y="698"/>
                    <a:pt x="2766" y="499"/>
                    <a:pt x="3257" y="107"/>
                  </a:cubicBezTo>
                  <a:cubicBezTo>
                    <a:pt x="3310" y="66"/>
                    <a:pt x="3262" y="1"/>
                    <a:pt x="320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3" name="Google Shape;2133;p47"/>
            <p:cNvSpPr/>
            <p:nvPr/>
          </p:nvSpPr>
          <p:spPr>
            <a:xfrm>
              <a:off x="8023005" y="3427550"/>
              <a:ext cx="61775" cy="16625"/>
            </a:xfrm>
            <a:custGeom>
              <a:rect b="b" l="l" r="r" t="t"/>
              <a:pathLst>
                <a:path extrusionOk="0" h="665" w="2471">
                  <a:moveTo>
                    <a:pt x="2377" y="0"/>
                  </a:moveTo>
                  <a:cubicBezTo>
                    <a:pt x="2357" y="0"/>
                    <a:pt x="2336" y="8"/>
                    <a:pt x="2321" y="28"/>
                  </a:cubicBezTo>
                  <a:cubicBezTo>
                    <a:pt x="2094" y="328"/>
                    <a:pt x="1663" y="446"/>
                    <a:pt x="1311" y="502"/>
                  </a:cubicBezTo>
                  <a:cubicBezTo>
                    <a:pt x="1177" y="522"/>
                    <a:pt x="1035" y="535"/>
                    <a:pt x="894" y="535"/>
                  </a:cubicBezTo>
                  <a:cubicBezTo>
                    <a:pt x="626" y="535"/>
                    <a:pt x="357" y="489"/>
                    <a:pt x="129" y="359"/>
                  </a:cubicBezTo>
                  <a:cubicBezTo>
                    <a:pt x="118" y="353"/>
                    <a:pt x="107" y="350"/>
                    <a:pt x="97" y="350"/>
                  </a:cubicBezTo>
                  <a:cubicBezTo>
                    <a:pt x="40" y="350"/>
                    <a:pt x="1" y="439"/>
                    <a:pt x="63" y="474"/>
                  </a:cubicBezTo>
                  <a:cubicBezTo>
                    <a:pt x="310" y="614"/>
                    <a:pt x="599" y="665"/>
                    <a:pt x="888" y="665"/>
                  </a:cubicBezTo>
                  <a:cubicBezTo>
                    <a:pt x="1043" y="665"/>
                    <a:pt x="1197" y="650"/>
                    <a:pt x="1345" y="627"/>
                  </a:cubicBezTo>
                  <a:cubicBezTo>
                    <a:pt x="1739" y="565"/>
                    <a:pt x="2185" y="425"/>
                    <a:pt x="2436" y="95"/>
                  </a:cubicBezTo>
                  <a:cubicBezTo>
                    <a:pt x="2470" y="47"/>
                    <a:pt x="2425" y="0"/>
                    <a:pt x="237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4" name="Google Shape;2134;p47"/>
            <p:cNvSpPr/>
            <p:nvPr/>
          </p:nvSpPr>
          <p:spPr>
            <a:xfrm>
              <a:off x="7563505" y="2559575"/>
              <a:ext cx="271275" cy="648550"/>
            </a:xfrm>
            <a:custGeom>
              <a:rect b="b" l="l" r="r" t="t"/>
              <a:pathLst>
                <a:path extrusionOk="0" h="25942" w="10851">
                  <a:moveTo>
                    <a:pt x="8286" y="0"/>
                  </a:moveTo>
                  <a:cubicBezTo>
                    <a:pt x="8286" y="0"/>
                    <a:pt x="4948" y="1558"/>
                    <a:pt x="3773" y="2370"/>
                  </a:cubicBezTo>
                  <a:cubicBezTo>
                    <a:pt x="2599" y="3178"/>
                    <a:pt x="2432" y="5304"/>
                    <a:pt x="2321" y="6335"/>
                  </a:cubicBezTo>
                  <a:cubicBezTo>
                    <a:pt x="2209" y="7370"/>
                    <a:pt x="0" y="25646"/>
                    <a:pt x="2087" y="25942"/>
                  </a:cubicBezTo>
                  <a:cubicBezTo>
                    <a:pt x="2087" y="25942"/>
                    <a:pt x="857" y="24621"/>
                    <a:pt x="2895" y="24552"/>
                  </a:cubicBezTo>
                  <a:cubicBezTo>
                    <a:pt x="2966" y="24549"/>
                    <a:pt x="3038" y="24548"/>
                    <a:pt x="3113" y="24548"/>
                  </a:cubicBezTo>
                  <a:cubicBezTo>
                    <a:pt x="4709" y="24548"/>
                    <a:pt x="7111" y="25085"/>
                    <a:pt x="9153" y="25085"/>
                  </a:cubicBezTo>
                  <a:cubicBezTo>
                    <a:pt x="9761" y="25085"/>
                    <a:pt x="10337" y="25037"/>
                    <a:pt x="10850" y="24914"/>
                  </a:cubicBezTo>
                  <a:cubicBezTo>
                    <a:pt x="8787" y="13004"/>
                    <a:pt x="9140" y="8931"/>
                    <a:pt x="9140" y="2011"/>
                  </a:cubicBezTo>
                  <a:cubicBezTo>
                    <a:pt x="9140" y="2011"/>
                    <a:pt x="8324" y="1729"/>
                    <a:pt x="828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5" name="Google Shape;2135;p47"/>
            <p:cNvSpPr/>
            <p:nvPr/>
          </p:nvSpPr>
          <p:spPr>
            <a:xfrm>
              <a:off x="7634480" y="2988925"/>
              <a:ext cx="95775" cy="89050"/>
            </a:xfrm>
            <a:custGeom>
              <a:rect b="b" l="l" r="r" t="t"/>
              <a:pathLst>
                <a:path extrusionOk="0" h="3562" w="3831">
                  <a:moveTo>
                    <a:pt x="3450" y="1"/>
                  </a:moveTo>
                  <a:cubicBezTo>
                    <a:pt x="3447" y="1"/>
                    <a:pt x="3445" y="1"/>
                    <a:pt x="3443" y="1"/>
                  </a:cubicBezTo>
                  <a:lnTo>
                    <a:pt x="60" y="353"/>
                  </a:lnTo>
                  <a:cubicBezTo>
                    <a:pt x="43" y="357"/>
                    <a:pt x="25" y="363"/>
                    <a:pt x="14" y="377"/>
                  </a:cubicBezTo>
                  <a:cubicBezTo>
                    <a:pt x="4" y="392"/>
                    <a:pt x="1" y="408"/>
                    <a:pt x="4" y="423"/>
                  </a:cubicBezTo>
                  <a:cubicBezTo>
                    <a:pt x="11" y="510"/>
                    <a:pt x="241" y="2503"/>
                    <a:pt x="1231" y="3269"/>
                  </a:cubicBezTo>
                  <a:cubicBezTo>
                    <a:pt x="1482" y="3465"/>
                    <a:pt x="1764" y="3562"/>
                    <a:pt x="2063" y="3562"/>
                  </a:cubicBezTo>
                  <a:cubicBezTo>
                    <a:pt x="2133" y="3562"/>
                    <a:pt x="2203" y="3559"/>
                    <a:pt x="2276" y="3549"/>
                  </a:cubicBezTo>
                  <a:cubicBezTo>
                    <a:pt x="2624" y="3496"/>
                    <a:pt x="2910" y="3325"/>
                    <a:pt x="3123" y="3036"/>
                  </a:cubicBezTo>
                  <a:cubicBezTo>
                    <a:pt x="3830" y="2071"/>
                    <a:pt x="3523" y="133"/>
                    <a:pt x="3510" y="53"/>
                  </a:cubicBezTo>
                  <a:cubicBezTo>
                    <a:pt x="3506" y="21"/>
                    <a:pt x="3479" y="1"/>
                    <a:pt x="345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6" name="Google Shape;2136;p47"/>
            <p:cNvSpPr/>
            <p:nvPr/>
          </p:nvSpPr>
          <p:spPr>
            <a:xfrm>
              <a:off x="7777130" y="2905900"/>
              <a:ext cx="33475" cy="255050"/>
            </a:xfrm>
            <a:custGeom>
              <a:rect b="b" l="l" r="r" t="t"/>
              <a:pathLst>
                <a:path extrusionOk="0" h="10202" w="1339">
                  <a:moveTo>
                    <a:pt x="63" y="1"/>
                  </a:moveTo>
                  <a:cubicBezTo>
                    <a:pt x="31" y="1"/>
                    <a:pt x="1" y="21"/>
                    <a:pt x="2" y="61"/>
                  </a:cubicBezTo>
                  <a:cubicBezTo>
                    <a:pt x="117" y="2646"/>
                    <a:pt x="497" y="5193"/>
                    <a:pt x="873" y="7748"/>
                  </a:cubicBezTo>
                  <a:cubicBezTo>
                    <a:pt x="992" y="8545"/>
                    <a:pt x="1107" y="9343"/>
                    <a:pt x="1207" y="10141"/>
                  </a:cubicBezTo>
                  <a:cubicBezTo>
                    <a:pt x="1213" y="10181"/>
                    <a:pt x="1247" y="10201"/>
                    <a:pt x="1278" y="10201"/>
                  </a:cubicBezTo>
                  <a:cubicBezTo>
                    <a:pt x="1310" y="10201"/>
                    <a:pt x="1338" y="10181"/>
                    <a:pt x="1333" y="10141"/>
                  </a:cubicBezTo>
                  <a:cubicBezTo>
                    <a:pt x="998" y="7559"/>
                    <a:pt x="538" y="4991"/>
                    <a:pt x="292" y="2396"/>
                  </a:cubicBezTo>
                  <a:cubicBezTo>
                    <a:pt x="218" y="1618"/>
                    <a:pt x="162" y="841"/>
                    <a:pt x="128" y="61"/>
                  </a:cubicBezTo>
                  <a:cubicBezTo>
                    <a:pt x="126" y="21"/>
                    <a:pt x="94" y="1"/>
                    <a:pt x="6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7" name="Google Shape;2137;p47"/>
            <p:cNvSpPr/>
            <p:nvPr/>
          </p:nvSpPr>
          <p:spPr>
            <a:xfrm>
              <a:off x="7594580" y="3144650"/>
              <a:ext cx="236050" cy="18750"/>
            </a:xfrm>
            <a:custGeom>
              <a:rect b="b" l="l" r="r" t="t"/>
              <a:pathLst>
                <a:path extrusionOk="0" h="750" w="9442">
                  <a:moveTo>
                    <a:pt x="2136" y="1"/>
                  </a:moveTo>
                  <a:cubicBezTo>
                    <a:pt x="1424" y="1"/>
                    <a:pt x="722" y="117"/>
                    <a:pt x="63" y="448"/>
                  </a:cubicBezTo>
                  <a:cubicBezTo>
                    <a:pt x="0" y="478"/>
                    <a:pt x="41" y="563"/>
                    <a:pt x="98" y="563"/>
                  </a:cubicBezTo>
                  <a:cubicBezTo>
                    <a:pt x="107" y="563"/>
                    <a:pt x="116" y="561"/>
                    <a:pt x="126" y="556"/>
                  </a:cubicBezTo>
                  <a:cubicBezTo>
                    <a:pt x="765" y="235"/>
                    <a:pt x="1443" y="122"/>
                    <a:pt x="2131" y="122"/>
                  </a:cubicBezTo>
                  <a:cubicBezTo>
                    <a:pt x="3001" y="122"/>
                    <a:pt x="3888" y="302"/>
                    <a:pt x="4733" y="466"/>
                  </a:cubicBezTo>
                  <a:cubicBezTo>
                    <a:pt x="5499" y="612"/>
                    <a:pt x="6269" y="737"/>
                    <a:pt x="7054" y="748"/>
                  </a:cubicBezTo>
                  <a:cubicBezTo>
                    <a:pt x="7107" y="749"/>
                    <a:pt x="7161" y="750"/>
                    <a:pt x="7215" y="750"/>
                  </a:cubicBezTo>
                  <a:cubicBezTo>
                    <a:pt x="7938" y="750"/>
                    <a:pt x="8660" y="667"/>
                    <a:pt x="9367" y="514"/>
                  </a:cubicBezTo>
                  <a:cubicBezTo>
                    <a:pt x="9442" y="498"/>
                    <a:pt x="9417" y="391"/>
                    <a:pt x="9348" y="391"/>
                  </a:cubicBezTo>
                  <a:cubicBezTo>
                    <a:pt x="9343" y="391"/>
                    <a:pt x="9338" y="392"/>
                    <a:pt x="9332" y="393"/>
                  </a:cubicBezTo>
                  <a:cubicBezTo>
                    <a:pt x="8636" y="545"/>
                    <a:pt x="7926" y="624"/>
                    <a:pt x="7213" y="624"/>
                  </a:cubicBezTo>
                  <a:cubicBezTo>
                    <a:pt x="7080" y="624"/>
                    <a:pt x="6946" y="621"/>
                    <a:pt x="6813" y="615"/>
                  </a:cubicBezTo>
                  <a:cubicBezTo>
                    <a:pt x="5987" y="584"/>
                    <a:pt x="5179" y="424"/>
                    <a:pt x="4370" y="267"/>
                  </a:cubicBezTo>
                  <a:cubicBezTo>
                    <a:pt x="3640" y="128"/>
                    <a:pt x="2883" y="1"/>
                    <a:pt x="213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8" name="Google Shape;2138;p47"/>
            <p:cNvSpPr/>
            <p:nvPr/>
          </p:nvSpPr>
          <p:spPr>
            <a:xfrm>
              <a:off x="7740230" y="2559475"/>
              <a:ext cx="58650" cy="333500"/>
            </a:xfrm>
            <a:custGeom>
              <a:rect b="b" l="l" r="r" t="t"/>
              <a:pathLst>
                <a:path extrusionOk="0" h="13340" w="2346">
                  <a:moveTo>
                    <a:pt x="1154" y="0"/>
                  </a:moveTo>
                  <a:cubicBezTo>
                    <a:pt x="996" y="0"/>
                    <a:pt x="557" y="55"/>
                    <a:pt x="1" y="586"/>
                  </a:cubicBezTo>
                  <a:lnTo>
                    <a:pt x="538" y="3823"/>
                  </a:lnTo>
                  <a:lnTo>
                    <a:pt x="1509" y="4161"/>
                  </a:lnTo>
                  <a:lnTo>
                    <a:pt x="757" y="4973"/>
                  </a:lnTo>
                  <a:lnTo>
                    <a:pt x="921" y="11287"/>
                  </a:lnTo>
                  <a:cubicBezTo>
                    <a:pt x="921" y="11287"/>
                    <a:pt x="2092" y="13340"/>
                    <a:pt x="2246" y="13340"/>
                  </a:cubicBezTo>
                  <a:cubicBezTo>
                    <a:pt x="2252" y="13340"/>
                    <a:pt x="2256" y="13338"/>
                    <a:pt x="2259" y="13332"/>
                  </a:cubicBezTo>
                  <a:cubicBezTo>
                    <a:pt x="2346" y="13183"/>
                    <a:pt x="2071" y="2015"/>
                    <a:pt x="2071" y="2015"/>
                  </a:cubicBezTo>
                  <a:cubicBezTo>
                    <a:pt x="2071" y="2015"/>
                    <a:pt x="1339" y="1350"/>
                    <a:pt x="1217" y="4"/>
                  </a:cubicBezTo>
                  <a:cubicBezTo>
                    <a:pt x="1217" y="4"/>
                    <a:pt x="1195" y="0"/>
                    <a:pt x="115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9" name="Google Shape;2139;p47"/>
            <p:cNvSpPr/>
            <p:nvPr/>
          </p:nvSpPr>
          <p:spPr>
            <a:xfrm>
              <a:off x="7920905" y="2639725"/>
              <a:ext cx="139150" cy="331500"/>
            </a:xfrm>
            <a:custGeom>
              <a:rect b="b" l="l" r="r" t="t"/>
              <a:pathLst>
                <a:path extrusionOk="0" h="13260" w="5566">
                  <a:moveTo>
                    <a:pt x="1760" y="0"/>
                  </a:moveTo>
                  <a:lnTo>
                    <a:pt x="1760" y="0"/>
                  </a:lnTo>
                  <a:cubicBezTo>
                    <a:pt x="1760" y="1"/>
                    <a:pt x="1" y="10952"/>
                    <a:pt x="2259" y="12746"/>
                  </a:cubicBezTo>
                  <a:cubicBezTo>
                    <a:pt x="2712" y="13106"/>
                    <a:pt x="3116" y="13260"/>
                    <a:pt x="3466" y="13260"/>
                  </a:cubicBezTo>
                  <a:cubicBezTo>
                    <a:pt x="5049" y="13260"/>
                    <a:pt x="5566" y="10132"/>
                    <a:pt x="4843" y="8760"/>
                  </a:cubicBezTo>
                  <a:cubicBezTo>
                    <a:pt x="3965" y="7080"/>
                    <a:pt x="1760" y="1"/>
                    <a:pt x="176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0" name="Google Shape;2140;p47"/>
            <p:cNvSpPr/>
            <p:nvPr/>
          </p:nvSpPr>
          <p:spPr>
            <a:xfrm>
              <a:off x="7985630" y="2791900"/>
              <a:ext cx="145850" cy="179300"/>
            </a:xfrm>
            <a:custGeom>
              <a:rect b="b" l="l" r="r" t="t"/>
              <a:pathLst>
                <a:path extrusionOk="0" h="7172" w="5834">
                  <a:moveTo>
                    <a:pt x="5834" y="0"/>
                  </a:moveTo>
                  <a:lnTo>
                    <a:pt x="3914" y="234"/>
                  </a:lnTo>
                  <a:lnTo>
                    <a:pt x="1" y="3321"/>
                  </a:lnTo>
                  <a:lnTo>
                    <a:pt x="1" y="6889"/>
                  </a:lnTo>
                  <a:lnTo>
                    <a:pt x="886" y="7171"/>
                  </a:lnTo>
                  <a:cubicBezTo>
                    <a:pt x="4380" y="6404"/>
                    <a:pt x="5834" y="1"/>
                    <a:pt x="583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1" name="Google Shape;2141;p47"/>
            <p:cNvSpPr/>
            <p:nvPr/>
          </p:nvSpPr>
          <p:spPr>
            <a:xfrm>
              <a:off x="7995630" y="2839950"/>
              <a:ext cx="41925" cy="38700"/>
            </a:xfrm>
            <a:custGeom>
              <a:rect b="b" l="l" r="r" t="t"/>
              <a:pathLst>
                <a:path extrusionOk="0" h="1548" w="1677">
                  <a:moveTo>
                    <a:pt x="1582" y="0"/>
                  </a:moveTo>
                  <a:cubicBezTo>
                    <a:pt x="1572" y="0"/>
                    <a:pt x="1562" y="3"/>
                    <a:pt x="1552" y="8"/>
                  </a:cubicBezTo>
                  <a:cubicBezTo>
                    <a:pt x="918" y="343"/>
                    <a:pt x="395" y="841"/>
                    <a:pt x="29" y="1454"/>
                  </a:cubicBezTo>
                  <a:cubicBezTo>
                    <a:pt x="0" y="1503"/>
                    <a:pt x="43" y="1548"/>
                    <a:pt x="85" y="1548"/>
                  </a:cubicBezTo>
                  <a:cubicBezTo>
                    <a:pt x="105" y="1548"/>
                    <a:pt x="124" y="1539"/>
                    <a:pt x="137" y="1517"/>
                  </a:cubicBezTo>
                  <a:cubicBezTo>
                    <a:pt x="492" y="922"/>
                    <a:pt x="1001" y="441"/>
                    <a:pt x="1614" y="116"/>
                  </a:cubicBezTo>
                  <a:cubicBezTo>
                    <a:pt x="1677" y="84"/>
                    <a:pt x="1638" y="0"/>
                    <a:pt x="158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2" name="Google Shape;2142;p47"/>
            <p:cNvSpPr/>
            <p:nvPr/>
          </p:nvSpPr>
          <p:spPr>
            <a:xfrm>
              <a:off x="7839280" y="2577600"/>
              <a:ext cx="218500" cy="604825"/>
            </a:xfrm>
            <a:custGeom>
              <a:rect b="b" l="l" r="r" t="t"/>
              <a:pathLst>
                <a:path extrusionOk="0" h="24193" w="8740">
                  <a:moveTo>
                    <a:pt x="105" y="1"/>
                  </a:moveTo>
                  <a:lnTo>
                    <a:pt x="1" y="1384"/>
                  </a:lnTo>
                  <a:cubicBezTo>
                    <a:pt x="1" y="1384"/>
                    <a:pt x="1035" y="8008"/>
                    <a:pt x="1342" y="14102"/>
                  </a:cubicBezTo>
                  <a:cubicBezTo>
                    <a:pt x="1645" y="20196"/>
                    <a:pt x="2994" y="24193"/>
                    <a:pt x="2994" y="24193"/>
                  </a:cubicBezTo>
                  <a:cubicBezTo>
                    <a:pt x="2994" y="24193"/>
                    <a:pt x="2999" y="24193"/>
                    <a:pt x="3007" y="24193"/>
                  </a:cubicBezTo>
                  <a:cubicBezTo>
                    <a:pt x="3246" y="24193"/>
                    <a:pt x="6596" y="24174"/>
                    <a:pt x="8740" y="23096"/>
                  </a:cubicBezTo>
                  <a:cubicBezTo>
                    <a:pt x="8740" y="23096"/>
                    <a:pt x="8011" y="21179"/>
                    <a:pt x="7220" y="18813"/>
                  </a:cubicBezTo>
                  <a:cubicBezTo>
                    <a:pt x="6938" y="17963"/>
                    <a:pt x="6645" y="17057"/>
                    <a:pt x="6373" y="16158"/>
                  </a:cubicBezTo>
                  <a:cubicBezTo>
                    <a:pt x="5754" y="14106"/>
                    <a:pt x="5248" y="12099"/>
                    <a:pt x="5217" y="10938"/>
                  </a:cubicBezTo>
                  <a:cubicBezTo>
                    <a:pt x="5133" y="7851"/>
                    <a:pt x="5210" y="2823"/>
                    <a:pt x="5025" y="2485"/>
                  </a:cubicBezTo>
                  <a:cubicBezTo>
                    <a:pt x="4840" y="2151"/>
                    <a:pt x="2046" y="559"/>
                    <a:pt x="10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3" name="Google Shape;2143;p47"/>
            <p:cNvSpPr/>
            <p:nvPr/>
          </p:nvSpPr>
          <p:spPr>
            <a:xfrm>
              <a:off x="7957305" y="2981550"/>
              <a:ext cx="62500" cy="73800"/>
            </a:xfrm>
            <a:custGeom>
              <a:rect b="b" l="l" r="r" t="t"/>
              <a:pathLst>
                <a:path extrusionOk="0" h="2952" w="2500">
                  <a:moveTo>
                    <a:pt x="1652" y="0"/>
                  </a:moveTo>
                  <a:lnTo>
                    <a:pt x="57" y="171"/>
                  </a:lnTo>
                  <a:cubicBezTo>
                    <a:pt x="39" y="171"/>
                    <a:pt x="26" y="181"/>
                    <a:pt x="15" y="192"/>
                  </a:cubicBezTo>
                  <a:cubicBezTo>
                    <a:pt x="5" y="206"/>
                    <a:pt x="1" y="223"/>
                    <a:pt x="1" y="240"/>
                  </a:cubicBezTo>
                  <a:cubicBezTo>
                    <a:pt x="8" y="314"/>
                    <a:pt x="206" y="2049"/>
                    <a:pt x="1053" y="2704"/>
                  </a:cubicBezTo>
                  <a:cubicBezTo>
                    <a:pt x="1266" y="2868"/>
                    <a:pt x="1499" y="2951"/>
                    <a:pt x="1753" y="2951"/>
                  </a:cubicBezTo>
                  <a:cubicBezTo>
                    <a:pt x="1813" y="2951"/>
                    <a:pt x="1872" y="2945"/>
                    <a:pt x="1932" y="2937"/>
                  </a:cubicBezTo>
                  <a:cubicBezTo>
                    <a:pt x="2162" y="2903"/>
                    <a:pt x="2350" y="2808"/>
                    <a:pt x="2499" y="2655"/>
                  </a:cubicBezTo>
                  <a:cubicBezTo>
                    <a:pt x="2217" y="1805"/>
                    <a:pt x="1924" y="899"/>
                    <a:pt x="165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4" name="Google Shape;2144;p47"/>
            <p:cNvSpPr/>
            <p:nvPr/>
          </p:nvSpPr>
          <p:spPr>
            <a:xfrm>
              <a:off x="7882830" y="2853025"/>
              <a:ext cx="40150" cy="308000"/>
            </a:xfrm>
            <a:custGeom>
              <a:rect b="b" l="l" r="r" t="t"/>
              <a:pathLst>
                <a:path extrusionOk="0" h="12320" w="1606">
                  <a:moveTo>
                    <a:pt x="64" y="1"/>
                  </a:moveTo>
                  <a:cubicBezTo>
                    <a:pt x="32" y="1"/>
                    <a:pt x="1" y="21"/>
                    <a:pt x="1" y="61"/>
                  </a:cubicBezTo>
                  <a:cubicBezTo>
                    <a:pt x="4" y="3270"/>
                    <a:pt x="245" y="6500"/>
                    <a:pt x="858" y="9654"/>
                  </a:cubicBezTo>
                  <a:cubicBezTo>
                    <a:pt x="1029" y="10535"/>
                    <a:pt x="1231" y="11410"/>
                    <a:pt x="1471" y="12274"/>
                  </a:cubicBezTo>
                  <a:cubicBezTo>
                    <a:pt x="1479" y="12306"/>
                    <a:pt x="1504" y="12319"/>
                    <a:pt x="1529" y="12319"/>
                  </a:cubicBezTo>
                  <a:cubicBezTo>
                    <a:pt x="1567" y="12319"/>
                    <a:pt x="1606" y="12288"/>
                    <a:pt x="1593" y="12242"/>
                  </a:cubicBezTo>
                  <a:cubicBezTo>
                    <a:pt x="729" y="9134"/>
                    <a:pt x="335" y="5900"/>
                    <a:pt x="189" y="2684"/>
                  </a:cubicBezTo>
                  <a:cubicBezTo>
                    <a:pt x="147" y="1809"/>
                    <a:pt x="130" y="936"/>
                    <a:pt x="126" y="61"/>
                  </a:cubicBezTo>
                  <a:cubicBezTo>
                    <a:pt x="126" y="21"/>
                    <a:pt x="95" y="1"/>
                    <a:pt x="6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5" name="Google Shape;2145;p47"/>
            <p:cNvSpPr/>
            <p:nvPr/>
          </p:nvSpPr>
          <p:spPr>
            <a:xfrm>
              <a:off x="7907330" y="3138375"/>
              <a:ext cx="139250" cy="24950"/>
            </a:xfrm>
            <a:custGeom>
              <a:rect b="b" l="l" r="r" t="t"/>
              <a:pathLst>
                <a:path extrusionOk="0" h="998" w="5570">
                  <a:moveTo>
                    <a:pt x="5469" y="0"/>
                  </a:moveTo>
                  <a:cubicBezTo>
                    <a:pt x="5460" y="0"/>
                    <a:pt x="5452" y="2"/>
                    <a:pt x="5443" y="6"/>
                  </a:cubicBezTo>
                  <a:cubicBezTo>
                    <a:pt x="4118" y="579"/>
                    <a:pt x="2686" y="871"/>
                    <a:pt x="1248" y="871"/>
                  </a:cubicBezTo>
                  <a:cubicBezTo>
                    <a:pt x="859" y="871"/>
                    <a:pt x="469" y="850"/>
                    <a:pt x="80" y="807"/>
                  </a:cubicBezTo>
                  <a:cubicBezTo>
                    <a:pt x="77" y="807"/>
                    <a:pt x="75" y="806"/>
                    <a:pt x="72" y="806"/>
                  </a:cubicBezTo>
                  <a:cubicBezTo>
                    <a:pt x="0" y="806"/>
                    <a:pt x="3" y="926"/>
                    <a:pt x="80" y="932"/>
                  </a:cubicBezTo>
                  <a:cubicBezTo>
                    <a:pt x="470" y="976"/>
                    <a:pt x="862" y="997"/>
                    <a:pt x="1252" y="997"/>
                  </a:cubicBezTo>
                  <a:cubicBezTo>
                    <a:pt x="2711" y="997"/>
                    <a:pt x="4162" y="697"/>
                    <a:pt x="5505" y="114"/>
                  </a:cubicBezTo>
                  <a:cubicBezTo>
                    <a:pt x="5570" y="87"/>
                    <a:pt x="5529" y="0"/>
                    <a:pt x="546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6" name="Google Shape;2146;p47"/>
            <p:cNvSpPr/>
            <p:nvPr/>
          </p:nvSpPr>
          <p:spPr>
            <a:xfrm>
              <a:off x="7839280" y="2572375"/>
              <a:ext cx="61600" cy="324675"/>
            </a:xfrm>
            <a:custGeom>
              <a:rect b="b" l="l" r="r" t="t"/>
              <a:pathLst>
                <a:path extrusionOk="0" h="12987" w="2464">
                  <a:moveTo>
                    <a:pt x="116" y="1"/>
                  </a:moveTo>
                  <a:lnTo>
                    <a:pt x="1" y="1593"/>
                  </a:lnTo>
                  <a:cubicBezTo>
                    <a:pt x="1" y="1593"/>
                    <a:pt x="1050" y="10430"/>
                    <a:pt x="1234" y="12987"/>
                  </a:cubicBezTo>
                  <a:cubicBezTo>
                    <a:pt x="1234" y="12987"/>
                    <a:pt x="2332" y="11022"/>
                    <a:pt x="2398" y="10631"/>
                  </a:cubicBezTo>
                  <a:cubicBezTo>
                    <a:pt x="2464" y="10238"/>
                    <a:pt x="1743" y="3883"/>
                    <a:pt x="1743" y="3883"/>
                  </a:cubicBezTo>
                  <a:lnTo>
                    <a:pt x="1154" y="3307"/>
                  </a:lnTo>
                  <a:lnTo>
                    <a:pt x="1704" y="2447"/>
                  </a:lnTo>
                  <a:lnTo>
                    <a:pt x="1248" y="610"/>
                  </a:lnTo>
                  <a:cubicBezTo>
                    <a:pt x="1248" y="610"/>
                    <a:pt x="670" y="140"/>
                    <a:pt x="11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7" name="Google Shape;2147;p47"/>
            <p:cNvSpPr/>
            <p:nvPr/>
          </p:nvSpPr>
          <p:spPr>
            <a:xfrm>
              <a:off x="7967230" y="2733075"/>
              <a:ext cx="28100" cy="232600"/>
            </a:xfrm>
            <a:custGeom>
              <a:rect b="b" l="l" r="r" t="t"/>
              <a:pathLst>
                <a:path extrusionOk="0" h="9304" w="1124">
                  <a:moveTo>
                    <a:pt x="120" y="0"/>
                  </a:moveTo>
                  <a:cubicBezTo>
                    <a:pt x="88" y="0"/>
                    <a:pt x="57" y="20"/>
                    <a:pt x="57" y="60"/>
                  </a:cubicBezTo>
                  <a:cubicBezTo>
                    <a:pt x="33" y="2482"/>
                    <a:pt x="1" y="4925"/>
                    <a:pt x="489" y="7308"/>
                  </a:cubicBezTo>
                  <a:cubicBezTo>
                    <a:pt x="625" y="7966"/>
                    <a:pt x="795" y="8614"/>
                    <a:pt x="988" y="9259"/>
                  </a:cubicBezTo>
                  <a:cubicBezTo>
                    <a:pt x="997" y="9290"/>
                    <a:pt x="1022" y="9303"/>
                    <a:pt x="1048" y="9303"/>
                  </a:cubicBezTo>
                  <a:cubicBezTo>
                    <a:pt x="1086" y="9303"/>
                    <a:pt x="1124" y="9273"/>
                    <a:pt x="1109" y="9225"/>
                  </a:cubicBezTo>
                  <a:cubicBezTo>
                    <a:pt x="779" y="8127"/>
                    <a:pt x="524" y="7005"/>
                    <a:pt x="377" y="5866"/>
                  </a:cubicBezTo>
                  <a:cubicBezTo>
                    <a:pt x="231" y="4726"/>
                    <a:pt x="189" y="3573"/>
                    <a:pt x="176" y="2423"/>
                  </a:cubicBezTo>
                  <a:cubicBezTo>
                    <a:pt x="168" y="1636"/>
                    <a:pt x="176" y="848"/>
                    <a:pt x="182" y="60"/>
                  </a:cubicBezTo>
                  <a:cubicBezTo>
                    <a:pt x="182" y="20"/>
                    <a:pt x="151" y="0"/>
                    <a:pt x="12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8" name="Google Shape;2148;p47"/>
            <p:cNvSpPr/>
            <p:nvPr/>
          </p:nvSpPr>
          <p:spPr>
            <a:xfrm>
              <a:off x="7951030" y="2669250"/>
              <a:ext cx="203175" cy="188525"/>
            </a:xfrm>
            <a:custGeom>
              <a:rect b="b" l="l" r="r" t="t"/>
              <a:pathLst>
                <a:path extrusionOk="0" h="7541" w="8127">
                  <a:moveTo>
                    <a:pt x="7794" y="0"/>
                  </a:moveTo>
                  <a:cubicBezTo>
                    <a:pt x="7792" y="0"/>
                    <a:pt x="7790" y="0"/>
                    <a:pt x="7789" y="0"/>
                  </a:cubicBezTo>
                  <a:lnTo>
                    <a:pt x="3046" y="21"/>
                  </a:lnTo>
                  <a:cubicBezTo>
                    <a:pt x="2928" y="21"/>
                    <a:pt x="2823" y="91"/>
                    <a:pt x="2781" y="202"/>
                  </a:cubicBezTo>
                  <a:lnTo>
                    <a:pt x="71" y="7153"/>
                  </a:lnTo>
                  <a:cubicBezTo>
                    <a:pt x="1" y="7338"/>
                    <a:pt x="137" y="7541"/>
                    <a:pt x="339" y="7541"/>
                  </a:cubicBezTo>
                  <a:lnTo>
                    <a:pt x="5081" y="7516"/>
                  </a:lnTo>
                  <a:cubicBezTo>
                    <a:pt x="5196" y="7516"/>
                    <a:pt x="5301" y="7446"/>
                    <a:pt x="5343" y="7338"/>
                  </a:cubicBezTo>
                  <a:lnTo>
                    <a:pt x="8054" y="387"/>
                  </a:lnTo>
                  <a:cubicBezTo>
                    <a:pt x="8126" y="201"/>
                    <a:pt x="7989" y="0"/>
                    <a:pt x="7794"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9" name="Google Shape;2149;p47"/>
            <p:cNvSpPr/>
            <p:nvPr/>
          </p:nvSpPr>
          <p:spPr>
            <a:xfrm>
              <a:off x="7962880" y="2669150"/>
              <a:ext cx="203175" cy="188550"/>
            </a:xfrm>
            <a:custGeom>
              <a:rect b="b" l="l" r="r" t="t"/>
              <a:pathLst>
                <a:path extrusionOk="0" h="7542" w="8127">
                  <a:moveTo>
                    <a:pt x="7789" y="1"/>
                  </a:moveTo>
                  <a:lnTo>
                    <a:pt x="3047" y="22"/>
                  </a:lnTo>
                  <a:cubicBezTo>
                    <a:pt x="2928" y="22"/>
                    <a:pt x="2823" y="95"/>
                    <a:pt x="2781" y="203"/>
                  </a:cubicBezTo>
                  <a:lnTo>
                    <a:pt x="70" y="7154"/>
                  </a:lnTo>
                  <a:cubicBezTo>
                    <a:pt x="1" y="7342"/>
                    <a:pt x="137" y="7541"/>
                    <a:pt x="339" y="7541"/>
                  </a:cubicBezTo>
                  <a:lnTo>
                    <a:pt x="5081" y="7520"/>
                  </a:lnTo>
                  <a:cubicBezTo>
                    <a:pt x="5197" y="7520"/>
                    <a:pt x="5301" y="7447"/>
                    <a:pt x="5343" y="7339"/>
                  </a:cubicBezTo>
                  <a:lnTo>
                    <a:pt x="8053" y="388"/>
                  </a:lnTo>
                  <a:cubicBezTo>
                    <a:pt x="8127" y="200"/>
                    <a:pt x="7987" y="1"/>
                    <a:pt x="778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0" name="Google Shape;2150;p47"/>
            <p:cNvSpPr/>
            <p:nvPr/>
          </p:nvSpPr>
          <p:spPr>
            <a:xfrm>
              <a:off x="7968730" y="2677675"/>
              <a:ext cx="63525" cy="156950"/>
            </a:xfrm>
            <a:custGeom>
              <a:rect b="b" l="l" r="r" t="t"/>
              <a:pathLst>
                <a:path extrusionOk="0" h="6278" w="2541">
                  <a:moveTo>
                    <a:pt x="2469" y="0"/>
                  </a:moveTo>
                  <a:cubicBezTo>
                    <a:pt x="2445" y="0"/>
                    <a:pt x="2422" y="16"/>
                    <a:pt x="2412" y="39"/>
                  </a:cubicBezTo>
                  <a:lnTo>
                    <a:pt x="14" y="6193"/>
                  </a:lnTo>
                  <a:cubicBezTo>
                    <a:pt x="0" y="6224"/>
                    <a:pt x="18" y="6263"/>
                    <a:pt x="50" y="6273"/>
                  </a:cubicBezTo>
                  <a:cubicBezTo>
                    <a:pt x="56" y="6277"/>
                    <a:pt x="60" y="6277"/>
                    <a:pt x="66" y="6277"/>
                  </a:cubicBezTo>
                  <a:cubicBezTo>
                    <a:pt x="69" y="6277"/>
                    <a:pt x="72" y="6278"/>
                    <a:pt x="74" y="6278"/>
                  </a:cubicBezTo>
                  <a:cubicBezTo>
                    <a:pt x="99" y="6278"/>
                    <a:pt x="120" y="6264"/>
                    <a:pt x="129" y="6239"/>
                  </a:cubicBezTo>
                  <a:lnTo>
                    <a:pt x="2530" y="85"/>
                  </a:lnTo>
                  <a:cubicBezTo>
                    <a:pt x="2541" y="54"/>
                    <a:pt x="2527" y="15"/>
                    <a:pt x="2491" y="5"/>
                  </a:cubicBezTo>
                  <a:cubicBezTo>
                    <a:pt x="2484" y="2"/>
                    <a:pt x="2476" y="0"/>
                    <a:pt x="246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1" name="Google Shape;2151;p47"/>
            <p:cNvSpPr/>
            <p:nvPr/>
          </p:nvSpPr>
          <p:spPr>
            <a:xfrm>
              <a:off x="8077955" y="2730375"/>
              <a:ext cx="81225" cy="95900"/>
            </a:xfrm>
            <a:custGeom>
              <a:rect b="b" l="l" r="r" t="t"/>
              <a:pathLst>
                <a:path extrusionOk="0" h="3836" w="3249">
                  <a:moveTo>
                    <a:pt x="2300" y="1"/>
                  </a:moveTo>
                  <a:cubicBezTo>
                    <a:pt x="1978" y="1"/>
                    <a:pt x="1492" y="503"/>
                    <a:pt x="1043" y="601"/>
                  </a:cubicBezTo>
                  <a:cubicBezTo>
                    <a:pt x="1043" y="601"/>
                    <a:pt x="782" y="761"/>
                    <a:pt x="1064" y="956"/>
                  </a:cubicBezTo>
                  <a:cubicBezTo>
                    <a:pt x="1134" y="1005"/>
                    <a:pt x="1224" y="1023"/>
                    <a:pt x="1322" y="1023"/>
                  </a:cubicBezTo>
                  <a:cubicBezTo>
                    <a:pt x="1604" y="1023"/>
                    <a:pt x="1951" y="872"/>
                    <a:pt x="2060" y="872"/>
                  </a:cubicBezTo>
                  <a:cubicBezTo>
                    <a:pt x="2064" y="872"/>
                    <a:pt x="2067" y="872"/>
                    <a:pt x="2070" y="873"/>
                  </a:cubicBezTo>
                  <a:cubicBezTo>
                    <a:pt x="2203" y="883"/>
                    <a:pt x="2043" y="1312"/>
                    <a:pt x="2043" y="1312"/>
                  </a:cubicBezTo>
                  <a:cubicBezTo>
                    <a:pt x="2043" y="1312"/>
                    <a:pt x="1848" y="1301"/>
                    <a:pt x="1586" y="1301"/>
                  </a:cubicBezTo>
                  <a:cubicBezTo>
                    <a:pt x="1108" y="1301"/>
                    <a:pt x="406" y="1337"/>
                    <a:pt x="248" y="1542"/>
                  </a:cubicBezTo>
                  <a:cubicBezTo>
                    <a:pt x="1" y="1862"/>
                    <a:pt x="1555" y="2172"/>
                    <a:pt x="1555" y="2172"/>
                  </a:cubicBezTo>
                  <a:cubicBezTo>
                    <a:pt x="1555" y="2172"/>
                    <a:pt x="1517" y="2171"/>
                    <a:pt x="1455" y="2171"/>
                  </a:cubicBezTo>
                  <a:cubicBezTo>
                    <a:pt x="1210" y="2171"/>
                    <a:pt x="591" y="2188"/>
                    <a:pt x="405" y="2360"/>
                  </a:cubicBezTo>
                  <a:cubicBezTo>
                    <a:pt x="171" y="2580"/>
                    <a:pt x="1311" y="2928"/>
                    <a:pt x="1311" y="2928"/>
                  </a:cubicBezTo>
                  <a:cubicBezTo>
                    <a:pt x="1311" y="2928"/>
                    <a:pt x="698" y="2936"/>
                    <a:pt x="673" y="3270"/>
                  </a:cubicBezTo>
                  <a:cubicBezTo>
                    <a:pt x="652" y="3608"/>
                    <a:pt x="886" y="3730"/>
                    <a:pt x="1224" y="3809"/>
                  </a:cubicBezTo>
                  <a:cubicBezTo>
                    <a:pt x="1297" y="3827"/>
                    <a:pt x="1370" y="3835"/>
                    <a:pt x="1441" y="3835"/>
                  </a:cubicBezTo>
                  <a:cubicBezTo>
                    <a:pt x="1701" y="3835"/>
                    <a:pt x="1932" y="3729"/>
                    <a:pt x="2036" y="3625"/>
                  </a:cubicBezTo>
                  <a:cubicBezTo>
                    <a:pt x="2172" y="3489"/>
                    <a:pt x="2057" y="3148"/>
                    <a:pt x="2057" y="3148"/>
                  </a:cubicBezTo>
                  <a:cubicBezTo>
                    <a:pt x="2057" y="3148"/>
                    <a:pt x="2638" y="2859"/>
                    <a:pt x="2659" y="2635"/>
                  </a:cubicBezTo>
                  <a:cubicBezTo>
                    <a:pt x="2680" y="2413"/>
                    <a:pt x="2524" y="2262"/>
                    <a:pt x="2524" y="2262"/>
                  </a:cubicBezTo>
                  <a:cubicBezTo>
                    <a:pt x="2524" y="2262"/>
                    <a:pt x="2799" y="2217"/>
                    <a:pt x="2897" y="1953"/>
                  </a:cubicBezTo>
                  <a:cubicBezTo>
                    <a:pt x="2998" y="1685"/>
                    <a:pt x="2865" y="1521"/>
                    <a:pt x="2865" y="1521"/>
                  </a:cubicBezTo>
                  <a:cubicBezTo>
                    <a:pt x="2865" y="1521"/>
                    <a:pt x="3098" y="1026"/>
                    <a:pt x="3175" y="736"/>
                  </a:cubicBezTo>
                  <a:cubicBezTo>
                    <a:pt x="3249" y="444"/>
                    <a:pt x="2736" y="214"/>
                    <a:pt x="2426" y="33"/>
                  </a:cubicBezTo>
                  <a:cubicBezTo>
                    <a:pt x="2388" y="11"/>
                    <a:pt x="2346" y="1"/>
                    <a:pt x="2300" y="1"/>
                  </a:cubicBezTo>
                  <a:close/>
                </a:path>
              </a:pathLst>
            </a:custGeom>
            <a:solidFill>
              <a:srgbClr val="FDA1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2" name="Google Shape;2152;p47"/>
            <p:cNvSpPr/>
            <p:nvPr/>
          </p:nvSpPr>
          <p:spPr>
            <a:xfrm>
              <a:off x="7679430" y="2606525"/>
              <a:ext cx="55000" cy="58525"/>
            </a:xfrm>
            <a:custGeom>
              <a:rect b="b" l="l" r="r" t="t"/>
              <a:pathLst>
                <a:path extrusionOk="0" h="2341" w="2200">
                  <a:moveTo>
                    <a:pt x="86" y="0"/>
                  </a:moveTo>
                  <a:cubicBezTo>
                    <a:pt x="23" y="0"/>
                    <a:pt x="0" y="104"/>
                    <a:pt x="70" y="126"/>
                  </a:cubicBezTo>
                  <a:cubicBezTo>
                    <a:pt x="1070" y="433"/>
                    <a:pt x="1844" y="1276"/>
                    <a:pt x="2067" y="2297"/>
                  </a:cubicBezTo>
                  <a:cubicBezTo>
                    <a:pt x="2074" y="2327"/>
                    <a:pt x="2097" y="2341"/>
                    <a:pt x="2122" y="2341"/>
                  </a:cubicBezTo>
                  <a:cubicBezTo>
                    <a:pt x="2159" y="2341"/>
                    <a:pt x="2199" y="2310"/>
                    <a:pt x="2189" y="2262"/>
                  </a:cubicBezTo>
                  <a:cubicBezTo>
                    <a:pt x="1955" y="1199"/>
                    <a:pt x="1143" y="325"/>
                    <a:pt x="105" y="4"/>
                  </a:cubicBezTo>
                  <a:cubicBezTo>
                    <a:pt x="99" y="1"/>
                    <a:pt x="92" y="0"/>
                    <a:pt x="8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3" name="Google Shape;2153;p47"/>
            <p:cNvSpPr/>
            <p:nvPr/>
          </p:nvSpPr>
          <p:spPr>
            <a:xfrm>
              <a:off x="7545355" y="2639725"/>
              <a:ext cx="308600" cy="338650"/>
            </a:xfrm>
            <a:custGeom>
              <a:rect b="b" l="l" r="r" t="t"/>
              <a:pathLst>
                <a:path extrusionOk="0" h="13546" w="12344">
                  <a:moveTo>
                    <a:pt x="3782" y="0"/>
                  </a:moveTo>
                  <a:cubicBezTo>
                    <a:pt x="3782" y="0"/>
                    <a:pt x="1" y="7603"/>
                    <a:pt x="419" y="10906"/>
                  </a:cubicBezTo>
                  <a:cubicBezTo>
                    <a:pt x="674" y="12920"/>
                    <a:pt x="1842" y="13545"/>
                    <a:pt x="3273" y="13545"/>
                  </a:cubicBezTo>
                  <a:cubicBezTo>
                    <a:pt x="4190" y="13545"/>
                    <a:pt x="5214" y="13289"/>
                    <a:pt x="6176" y="12976"/>
                  </a:cubicBezTo>
                  <a:cubicBezTo>
                    <a:pt x="7984" y="12387"/>
                    <a:pt x="12343" y="7903"/>
                    <a:pt x="12343" y="7903"/>
                  </a:cubicBezTo>
                  <a:cubicBezTo>
                    <a:pt x="12226" y="6741"/>
                    <a:pt x="11663" y="6420"/>
                    <a:pt x="11210" y="6420"/>
                  </a:cubicBezTo>
                  <a:cubicBezTo>
                    <a:pt x="11017" y="6420"/>
                    <a:pt x="10844" y="6478"/>
                    <a:pt x="10734" y="6554"/>
                  </a:cubicBezTo>
                  <a:cubicBezTo>
                    <a:pt x="10734" y="6554"/>
                    <a:pt x="6367" y="8575"/>
                    <a:pt x="5113" y="8844"/>
                  </a:cubicBezTo>
                  <a:lnTo>
                    <a:pt x="7001" y="4108"/>
                  </a:lnTo>
                  <a:cubicBezTo>
                    <a:pt x="7001" y="4108"/>
                    <a:pt x="7897" y="380"/>
                    <a:pt x="378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4" name="Google Shape;2154;p47"/>
            <p:cNvSpPr/>
            <p:nvPr/>
          </p:nvSpPr>
          <p:spPr>
            <a:xfrm>
              <a:off x="7556355" y="2888800"/>
              <a:ext cx="45325" cy="82850"/>
            </a:xfrm>
            <a:custGeom>
              <a:rect b="b" l="l" r="r" t="t"/>
              <a:pathLst>
                <a:path extrusionOk="0" h="3314" w="1813">
                  <a:moveTo>
                    <a:pt x="92" y="0"/>
                  </a:moveTo>
                  <a:cubicBezTo>
                    <a:pt x="36" y="0"/>
                    <a:pt x="1" y="82"/>
                    <a:pt x="59" y="118"/>
                  </a:cubicBezTo>
                  <a:cubicBezTo>
                    <a:pt x="1147" y="748"/>
                    <a:pt x="1676" y="2017"/>
                    <a:pt x="1370" y="3236"/>
                  </a:cubicBezTo>
                  <a:cubicBezTo>
                    <a:pt x="1359" y="3282"/>
                    <a:pt x="1398" y="3313"/>
                    <a:pt x="1435" y="3313"/>
                  </a:cubicBezTo>
                  <a:cubicBezTo>
                    <a:pt x="1460" y="3313"/>
                    <a:pt x="1484" y="3299"/>
                    <a:pt x="1492" y="3268"/>
                  </a:cubicBezTo>
                  <a:cubicBezTo>
                    <a:pt x="1812" y="1996"/>
                    <a:pt x="1258" y="668"/>
                    <a:pt x="125" y="10"/>
                  </a:cubicBezTo>
                  <a:cubicBezTo>
                    <a:pt x="114" y="3"/>
                    <a:pt x="103" y="0"/>
                    <a:pt x="9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5" name="Google Shape;2155;p47"/>
            <p:cNvSpPr/>
            <p:nvPr/>
          </p:nvSpPr>
          <p:spPr>
            <a:xfrm>
              <a:off x="7795005" y="2811275"/>
              <a:ext cx="46300" cy="39700"/>
            </a:xfrm>
            <a:custGeom>
              <a:rect b="b" l="l" r="r" t="t"/>
              <a:pathLst>
                <a:path extrusionOk="0" h="1588" w="1852">
                  <a:moveTo>
                    <a:pt x="77" y="1"/>
                  </a:moveTo>
                  <a:cubicBezTo>
                    <a:pt x="40" y="1"/>
                    <a:pt x="0" y="31"/>
                    <a:pt x="8" y="79"/>
                  </a:cubicBezTo>
                  <a:cubicBezTo>
                    <a:pt x="158" y="946"/>
                    <a:pt x="894" y="1570"/>
                    <a:pt x="1772" y="1588"/>
                  </a:cubicBezTo>
                  <a:cubicBezTo>
                    <a:pt x="1851" y="1588"/>
                    <a:pt x="1851" y="1462"/>
                    <a:pt x="1772" y="1459"/>
                  </a:cubicBezTo>
                  <a:cubicBezTo>
                    <a:pt x="942" y="1445"/>
                    <a:pt x="270" y="859"/>
                    <a:pt x="130" y="47"/>
                  </a:cubicBezTo>
                  <a:cubicBezTo>
                    <a:pt x="125" y="15"/>
                    <a:pt x="101" y="1"/>
                    <a:pt x="7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6" name="Google Shape;2156;p47"/>
            <p:cNvSpPr/>
            <p:nvPr/>
          </p:nvSpPr>
          <p:spPr>
            <a:xfrm>
              <a:off x="7597030" y="2893825"/>
              <a:ext cx="200750" cy="86500"/>
            </a:xfrm>
            <a:custGeom>
              <a:rect b="b" l="l" r="r" t="t"/>
              <a:pathLst>
                <a:path extrusionOk="0" h="3460" w="8030">
                  <a:moveTo>
                    <a:pt x="7938" y="0"/>
                  </a:moveTo>
                  <a:cubicBezTo>
                    <a:pt x="7924" y="0"/>
                    <a:pt x="7910" y="5"/>
                    <a:pt x="7896" y="18"/>
                  </a:cubicBezTo>
                  <a:cubicBezTo>
                    <a:pt x="6234" y="1620"/>
                    <a:pt x="4213" y="2879"/>
                    <a:pt x="1910" y="3272"/>
                  </a:cubicBezTo>
                  <a:cubicBezTo>
                    <a:pt x="1676" y="3312"/>
                    <a:pt x="1438" y="3335"/>
                    <a:pt x="1200" y="3335"/>
                  </a:cubicBezTo>
                  <a:cubicBezTo>
                    <a:pt x="828" y="3335"/>
                    <a:pt x="458" y="3280"/>
                    <a:pt x="105" y="3157"/>
                  </a:cubicBezTo>
                  <a:cubicBezTo>
                    <a:pt x="98" y="3155"/>
                    <a:pt x="91" y="3154"/>
                    <a:pt x="85" y="3154"/>
                  </a:cubicBezTo>
                  <a:cubicBezTo>
                    <a:pt x="23" y="3154"/>
                    <a:pt x="1" y="3257"/>
                    <a:pt x="70" y="3279"/>
                  </a:cubicBezTo>
                  <a:cubicBezTo>
                    <a:pt x="439" y="3407"/>
                    <a:pt x="819" y="3459"/>
                    <a:pt x="1201" y="3459"/>
                  </a:cubicBezTo>
                  <a:cubicBezTo>
                    <a:pt x="1922" y="3459"/>
                    <a:pt x="2650" y="3272"/>
                    <a:pt x="3328" y="3049"/>
                  </a:cubicBezTo>
                  <a:cubicBezTo>
                    <a:pt x="4443" y="2680"/>
                    <a:pt x="5485" y="2115"/>
                    <a:pt x="6433" y="1422"/>
                  </a:cubicBezTo>
                  <a:cubicBezTo>
                    <a:pt x="6980" y="1021"/>
                    <a:pt x="7496" y="579"/>
                    <a:pt x="7983" y="108"/>
                  </a:cubicBezTo>
                  <a:cubicBezTo>
                    <a:pt x="8030" y="64"/>
                    <a:pt x="7987" y="0"/>
                    <a:pt x="793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7" name="Google Shape;2157;p47"/>
            <p:cNvSpPr/>
            <p:nvPr/>
          </p:nvSpPr>
          <p:spPr>
            <a:xfrm>
              <a:off x="7626255" y="2859225"/>
              <a:ext cx="50500" cy="26550"/>
            </a:xfrm>
            <a:custGeom>
              <a:rect b="b" l="l" r="r" t="t"/>
              <a:pathLst>
                <a:path extrusionOk="0" h="1062" w="2020">
                  <a:moveTo>
                    <a:pt x="1949" y="0"/>
                  </a:moveTo>
                  <a:cubicBezTo>
                    <a:pt x="1946" y="0"/>
                    <a:pt x="1943" y="1"/>
                    <a:pt x="1940" y="1"/>
                  </a:cubicBezTo>
                  <a:cubicBezTo>
                    <a:pt x="1211" y="85"/>
                    <a:pt x="546" y="419"/>
                    <a:pt x="44" y="952"/>
                  </a:cubicBezTo>
                  <a:cubicBezTo>
                    <a:pt x="1" y="998"/>
                    <a:pt x="43" y="1062"/>
                    <a:pt x="90" y="1062"/>
                  </a:cubicBezTo>
                  <a:cubicBezTo>
                    <a:pt x="104" y="1062"/>
                    <a:pt x="118" y="1056"/>
                    <a:pt x="131" y="1043"/>
                  </a:cubicBezTo>
                  <a:cubicBezTo>
                    <a:pt x="608" y="534"/>
                    <a:pt x="1247" y="207"/>
                    <a:pt x="1940" y="126"/>
                  </a:cubicBezTo>
                  <a:cubicBezTo>
                    <a:pt x="2013" y="116"/>
                    <a:pt x="2020" y="0"/>
                    <a:pt x="1949" y="0"/>
                  </a:cubicBezTo>
                  <a:close/>
                </a:path>
              </a:pathLst>
            </a:custGeom>
            <a:solidFill>
              <a:srgbClr val="41B0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8" name="Google Shape;2158;p47"/>
            <p:cNvSpPr/>
            <p:nvPr/>
          </p:nvSpPr>
          <p:spPr>
            <a:xfrm>
              <a:off x="7629255" y="2856175"/>
              <a:ext cx="41175" cy="6200"/>
            </a:xfrm>
            <a:custGeom>
              <a:rect b="b" l="l" r="r" t="t"/>
              <a:pathLst>
                <a:path extrusionOk="0" h="248" w="1647">
                  <a:moveTo>
                    <a:pt x="81" y="1"/>
                  </a:moveTo>
                  <a:cubicBezTo>
                    <a:pt x="1" y="1"/>
                    <a:pt x="1" y="126"/>
                    <a:pt x="81" y="126"/>
                  </a:cubicBezTo>
                  <a:cubicBezTo>
                    <a:pt x="107" y="126"/>
                    <a:pt x="132" y="126"/>
                    <a:pt x="157" y="126"/>
                  </a:cubicBezTo>
                  <a:cubicBezTo>
                    <a:pt x="620" y="126"/>
                    <a:pt x="1088" y="129"/>
                    <a:pt x="1537" y="245"/>
                  </a:cubicBezTo>
                  <a:cubicBezTo>
                    <a:pt x="1543" y="247"/>
                    <a:pt x="1549" y="247"/>
                    <a:pt x="1555" y="247"/>
                  </a:cubicBezTo>
                  <a:cubicBezTo>
                    <a:pt x="1622" y="247"/>
                    <a:pt x="1646" y="142"/>
                    <a:pt x="1572" y="123"/>
                  </a:cubicBezTo>
                  <a:cubicBezTo>
                    <a:pt x="1085" y="1"/>
                    <a:pt x="583" y="1"/>
                    <a:pt x="8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9" name="Google Shape;2159;p47"/>
            <p:cNvSpPr/>
            <p:nvPr/>
          </p:nvSpPr>
          <p:spPr>
            <a:xfrm>
              <a:off x="7813680" y="2722150"/>
              <a:ext cx="104025" cy="111925"/>
            </a:xfrm>
            <a:custGeom>
              <a:rect b="b" l="l" r="r" t="t"/>
              <a:pathLst>
                <a:path extrusionOk="0" h="4477" w="4161">
                  <a:moveTo>
                    <a:pt x="3837" y="0"/>
                  </a:moveTo>
                  <a:cubicBezTo>
                    <a:pt x="3820" y="0"/>
                    <a:pt x="3800" y="4"/>
                    <a:pt x="3777" y="13"/>
                  </a:cubicBezTo>
                  <a:cubicBezTo>
                    <a:pt x="3530" y="114"/>
                    <a:pt x="1025" y="428"/>
                    <a:pt x="826" y="672"/>
                  </a:cubicBezTo>
                  <a:cubicBezTo>
                    <a:pt x="631" y="912"/>
                    <a:pt x="1" y="3557"/>
                    <a:pt x="1" y="3557"/>
                  </a:cubicBezTo>
                  <a:cubicBezTo>
                    <a:pt x="1" y="3557"/>
                    <a:pt x="836" y="4477"/>
                    <a:pt x="1237" y="4477"/>
                  </a:cubicBezTo>
                  <a:cubicBezTo>
                    <a:pt x="1268" y="4477"/>
                    <a:pt x="1296" y="4471"/>
                    <a:pt x="1321" y="4460"/>
                  </a:cubicBezTo>
                  <a:cubicBezTo>
                    <a:pt x="1673" y="4292"/>
                    <a:pt x="2032" y="3508"/>
                    <a:pt x="2384" y="3424"/>
                  </a:cubicBezTo>
                  <a:cubicBezTo>
                    <a:pt x="2746" y="3334"/>
                    <a:pt x="2965" y="3191"/>
                    <a:pt x="2965" y="3191"/>
                  </a:cubicBezTo>
                  <a:lnTo>
                    <a:pt x="2965" y="3191"/>
                  </a:lnTo>
                  <a:cubicBezTo>
                    <a:pt x="2965" y="3191"/>
                    <a:pt x="2842" y="3770"/>
                    <a:pt x="2999" y="3770"/>
                  </a:cubicBezTo>
                  <a:cubicBezTo>
                    <a:pt x="3009" y="3770"/>
                    <a:pt x="3020" y="3767"/>
                    <a:pt x="3032" y="3762"/>
                  </a:cubicBezTo>
                  <a:cubicBezTo>
                    <a:pt x="3237" y="3683"/>
                    <a:pt x="3962" y="3564"/>
                    <a:pt x="4063" y="2937"/>
                  </a:cubicBezTo>
                  <a:cubicBezTo>
                    <a:pt x="4161" y="2310"/>
                    <a:pt x="3349" y="1128"/>
                    <a:pt x="3182" y="972"/>
                  </a:cubicBezTo>
                  <a:cubicBezTo>
                    <a:pt x="3124" y="918"/>
                    <a:pt x="2998" y="901"/>
                    <a:pt x="2857" y="901"/>
                  </a:cubicBezTo>
                  <a:cubicBezTo>
                    <a:pt x="2580" y="901"/>
                    <a:pt x="2244" y="968"/>
                    <a:pt x="2244" y="968"/>
                  </a:cubicBezTo>
                  <a:cubicBezTo>
                    <a:pt x="2244" y="968"/>
                    <a:pt x="3049" y="644"/>
                    <a:pt x="3499" y="522"/>
                  </a:cubicBezTo>
                  <a:cubicBezTo>
                    <a:pt x="3907" y="411"/>
                    <a:pt x="4010" y="0"/>
                    <a:pt x="3837" y="0"/>
                  </a:cubicBezTo>
                  <a:close/>
                </a:path>
              </a:pathLst>
            </a:custGeom>
            <a:solidFill>
              <a:srgbClr val="FDA1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0" name="Google Shape;2160;p47"/>
            <p:cNvSpPr/>
            <p:nvPr/>
          </p:nvSpPr>
          <p:spPr>
            <a:xfrm>
              <a:off x="7852005" y="2744850"/>
              <a:ext cx="19225" cy="5950"/>
            </a:xfrm>
            <a:custGeom>
              <a:rect b="b" l="l" r="r" t="t"/>
              <a:pathLst>
                <a:path extrusionOk="0" h="238" w="769">
                  <a:moveTo>
                    <a:pt x="697" y="1"/>
                  </a:moveTo>
                  <a:cubicBezTo>
                    <a:pt x="695" y="1"/>
                    <a:pt x="692" y="1"/>
                    <a:pt x="690" y="1"/>
                  </a:cubicBezTo>
                  <a:cubicBezTo>
                    <a:pt x="475" y="15"/>
                    <a:pt x="272" y="53"/>
                    <a:pt x="66" y="123"/>
                  </a:cubicBezTo>
                  <a:cubicBezTo>
                    <a:pt x="1" y="145"/>
                    <a:pt x="22" y="238"/>
                    <a:pt x="79" y="238"/>
                  </a:cubicBezTo>
                  <a:cubicBezTo>
                    <a:pt x="85" y="238"/>
                    <a:pt x="91" y="237"/>
                    <a:pt x="98" y="234"/>
                  </a:cubicBezTo>
                  <a:cubicBezTo>
                    <a:pt x="296" y="168"/>
                    <a:pt x="488" y="133"/>
                    <a:pt x="694" y="115"/>
                  </a:cubicBezTo>
                  <a:cubicBezTo>
                    <a:pt x="768" y="112"/>
                    <a:pt x="767" y="1"/>
                    <a:pt x="697" y="1"/>
                  </a:cubicBezTo>
                  <a:close/>
                </a:path>
              </a:pathLst>
            </a:custGeom>
            <a:solidFill>
              <a:srgbClr val="CA68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1" name="Google Shape;2161;p47"/>
            <p:cNvSpPr/>
            <p:nvPr/>
          </p:nvSpPr>
          <p:spPr>
            <a:xfrm>
              <a:off x="7868455" y="2752900"/>
              <a:ext cx="32525" cy="9050"/>
            </a:xfrm>
            <a:custGeom>
              <a:rect b="b" l="l" r="r" t="t"/>
              <a:pathLst>
                <a:path extrusionOk="0" h="362" w="1301">
                  <a:moveTo>
                    <a:pt x="899" y="0"/>
                  </a:moveTo>
                  <a:cubicBezTo>
                    <a:pt x="609" y="0"/>
                    <a:pt x="329" y="126"/>
                    <a:pt x="57" y="258"/>
                  </a:cubicBezTo>
                  <a:cubicBezTo>
                    <a:pt x="0" y="284"/>
                    <a:pt x="38" y="362"/>
                    <a:pt x="91" y="362"/>
                  </a:cubicBezTo>
                  <a:cubicBezTo>
                    <a:pt x="100" y="362"/>
                    <a:pt x="110" y="360"/>
                    <a:pt x="119" y="355"/>
                  </a:cubicBezTo>
                  <a:cubicBezTo>
                    <a:pt x="364" y="237"/>
                    <a:pt x="625" y="115"/>
                    <a:pt x="894" y="115"/>
                  </a:cubicBezTo>
                  <a:cubicBezTo>
                    <a:pt x="989" y="115"/>
                    <a:pt x="1085" y="130"/>
                    <a:pt x="1182" y="166"/>
                  </a:cubicBezTo>
                  <a:cubicBezTo>
                    <a:pt x="1189" y="169"/>
                    <a:pt x="1196" y="170"/>
                    <a:pt x="1203" y="170"/>
                  </a:cubicBezTo>
                  <a:cubicBezTo>
                    <a:pt x="1262" y="170"/>
                    <a:pt x="1300" y="84"/>
                    <a:pt x="1234" y="62"/>
                  </a:cubicBezTo>
                  <a:cubicBezTo>
                    <a:pt x="1121" y="19"/>
                    <a:pt x="1009" y="0"/>
                    <a:pt x="899" y="0"/>
                  </a:cubicBezTo>
                  <a:close/>
                </a:path>
              </a:pathLst>
            </a:custGeom>
            <a:solidFill>
              <a:srgbClr val="CA68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2" name="Google Shape;2162;p47"/>
            <p:cNvSpPr/>
            <p:nvPr/>
          </p:nvSpPr>
          <p:spPr>
            <a:xfrm>
              <a:off x="7878330" y="2766350"/>
              <a:ext cx="30475" cy="7525"/>
            </a:xfrm>
            <a:custGeom>
              <a:rect b="b" l="l" r="r" t="t"/>
              <a:pathLst>
                <a:path extrusionOk="0" h="301" w="1219">
                  <a:moveTo>
                    <a:pt x="689" y="0"/>
                  </a:moveTo>
                  <a:cubicBezTo>
                    <a:pt x="468" y="0"/>
                    <a:pt x="249" y="63"/>
                    <a:pt x="55" y="189"/>
                  </a:cubicBezTo>
                  <a:cubicBezTo>
                    <a:pt x="0" y="224"/>
                    <a:pt x="35" y="301"/>
                    <a:pt x="84" y="301"/>
                  </a:cubicBezTo>
                  <a:cubicBezTo>
                    <a:pt x="94" y="301"/>
                    <a:pt x="104" y="298"/>
                    <a:pt x="115" y="291"/>
                  </a:cubicBezTo>
                  <a:cubicBezTo>
                    <a:pt x="290" y="175"/>
                    <a:pt x="489" y="116"/>
                    <a:pt x="691" y="116"/>
                  </a:cubicBezTo>
                  <a:cubicBezTo>
                    <a:pt x="828" y="116"/>
                    <a:pt x="967" y="144"/>
                    <a:pt x="1101" y="200"/>
                  </a:cubicBezTo>
                  <a:cubicBezTo>
                    <a:pt x="1109" y="204"/>
                    <a:pt x="1117" y="205"/>
                    <a:pt x="1125" y="205"/>
                  </a:cubicBezTo>
                  <a:cubicBezTo>
                    <a:pt x="1182" y="205"/>
                    <a:pt x="1218" y="123"/>
                    <a:pt x="1157" y="96"/>
                  </a:cubicBezTo>
                  <a:cubicBezTo>
                    <a:pt x="1005" y="32"/>
                    <a:pt x="846" y="0"/>
                    <a:pt x="689" y="0"/>
                  </a:cubicBezTo>
                  <a:close/>
                </a:path>
              </a:pathLst>
            </a:custGeom>
            <a:solidFill>
              <a:srgbClr val="CA68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3" name="Google Shape;2163;p47"/>
            <p:cNvSpPr/>
            <p:nvPr/>
          </p:nvSpPr>
          <p:spPr>
            <a:xfrm>
              <a:off x="7885205" y="2785525"/>
              <a:ext cx="12300" cy="18450"/>
            </a:xfrm>
            <a:custGeom>
              <a:rect b="b" l="l" r="r" t="t"/>
              <a:pathLst>
                <a:path extrusionOk="0" h="738" w="492">
                  <a:moveTo>
                    <a:pt x="422" y="1"/>
                  </a:moveTo>
                  <a:cubicBezTo>
                    <a:pt x="399" y="1"/>
                    <a:pt x="377" y="14"/>
                    <a:pt x="373" y="46"/>
                  </a:cubicBezTo>
                  <a:cubicBezTo>
                    <a:pt x="348" y="276"/>
                    <a:pt x="237" y="485"/>
                    <a:pt x="49" y="625"/>
                  </a:cubicBezTo>
                  <a:cubicBezTo>
                    <a:pt x="0" y="662"/>
                    <a:pt x="34" y="737"/>
                    <a:pt x="80" y="737"/>
                  </a:cubicBezTo>
                  <a:cubicBezTo>
                    <a:pt x="90" y="737"/>
                    <a:pt x="101" y="734"/>
                    <a:pt x="112" y="725"/>
                  </a:cubicBezTo>
                  <a:cubicBezTo>
                    <a:pt x="324" y="566"/>
                    <a:pt x="459" y="336"/>
                    <a:pt x="488" y="71"/>
                  </a:cubicBezTo>
                  <a:cubicBezTo>
                    <a:pt x="492" y="28"/>
                    <a:pt x="455" y="1"/>
                    <a:pt x="422" y="1"/>
                  </a:cubicBezTo>
                  <a:close/>
                </a:path>
              </a:pathLst>
            </a:custGeom>
            <a:solidFill>
              <a:srgbClr val="CA68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4" name="Google Shape;2164;p47"/>
            <p:cNvSpPr/>
            <p:nvPr/>
          </p:nvSpPr>
          <p:spPr>
            <a:xfrm>
              <a:off x="7892330" y="2791925"/>
              <a:ext cx="14875" cy="5275"/>
            </a:xfrm>
            <a:custGeom>
              <a:rect b="b" l="l" r="r" t="t"/>
              <a:pathLst>
                <a:path extrusionOk="0" h="211" w="595">
                  <a:moveTo>
                    <a:pt x="261" y="1"/>
                  </a:moveTo>
                  <a:cubicBezTo>
                    <a:pt x="191" y="1"/>
                    <a:pt x="121" y="18"/>
                    <a:pt x="57" y="51"/>
                  </a:cubicBezTo>
                  <a:cubicBezTo>
                    <a:pt x="0" y="81"/>
                    <a:pt x="37" y="157"/>
                    <a:pt x="91" y="157"/>
                  </a:cubicBezTo>
                  <a:cubicBezTo>
                    <a:pt x="100" y="157"/>
                    <a:pt x="110" y="154"/>
                    <a:pt x="119" y="149"/>
                  </a:cubicBezTo>
                  <a:cubicBezTo>
                    <a:pt x="164" y="126"/>
                    <a:pt x="212" y="115"/>
                    <a:pt x="259" y="115"/>
                  </a:cubicBezTo>
                  <a:cubicBezTo>
                    <a:pt x="335" y="115"/>
                    <a:pt x="411" y="143"/>
                    <a:pt x="471" y="194"/>
                  </a:cubicBezTo>
                  <a:cubicBezTo>
                    <a:pt x="483" y="206"/>
                    <a:pt x="497" y="211"/>
                    <a:pt x="510" y="211"/>
                  </a:cubicBezTo>
                  <a:cubicBezTo>
                    <a:pt x="555" y="211"/>
                    <a:pt x="595" y="149"/>
                    <a:pt x="551" y="111"/>
                  </a:cubicBezTo>
                  <a:cubicBezTo>
                    <a:pt x="468" y="38"/>
                    <a:pt x="365" y="1"/>
                    <a:pt x="261" y="1"/>
                  </a:cubicBezTo>
                  <a:close/>
                </a:path>
              </a:pathLst>
            </a:custGeom>
            <a:solidFill>
              <a:srgbClr val="CA68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5" name="Google Shape;2165;p47"/>
            <p:cNvSpPr/>
            <p:nvPr/>
          </p:nvSpPr>
          <p:spPr>
            <a:xfrm>
              <a:off x="7673705" y="2754300"/>
              <a:ext cx="47300" cy="106500"/>
            </a:xfrm>
            <a:custGeom>
              <a:rect b="b" l="l" r="r" t="t"/>
              <a:pathLst>
                <a:path extrusionOk="0" h="4260" w="1892">
                  <a:moveTo>
                    <a:pt x="1805" y="0"/>
                  </a:moveTo>
                  <a:cubicBezTo>
                    <a:pt x="1786" y="0"/>
                    <a:pt x="1768" y="9"/>
                    <a:pt x="1756" y="30"/>
                  </a:cubicBezTo>
                  <a:cubicBezTo>
                    <a:pt x="1100" y="1382"/>
                    <a:pt x="523" y="2769"/>
                    <a:pt x="18" y="4184"/>
                  </a:cubicBezTo>
                  <a:cubicBezTo>
                    <a:pt x="0" y="4230"/>
                    <a:pt x="37" y="4259"/>
                    <a:pt x="76" y="4259"/>
                  </a:cubicBezTo>
                  <a:cubicBezTo>
                    <a:pt x="101" y="4259"/>
                    <a:pt x="128" y="4246"/>
                    <a:pt x="139" y="4216"/>
                  </a:cubicBezTo>
                  <a:cubicBezTo>
                    <a:pt x="641" y="2811"/>
                    <a:pt x="1216" y="1438"/>
                    <a:pt x="1867" y="97"/>
                  </a:cubicBezTo>
                  <a:cubicBezTo>
                    <a:pt x="1892" y="46"/>
                    <a:pt x="1847" y="0"/>
                    <a:pt x="180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6" name="Google Shape;2166;p47"/>
            <p:cNvSpPr/>
            <p:nvPr/>
          </p:nvSpPr>
          <p:spPr>
            <a:xfrm>
              <a:off x="7673530" y="2822925"/>
              <a:ext cx="92000" cy="38775"/>
            </a:xfrm>
            <a:custGeom>
              <a:rect b="b" l="l" r="r" t="t"/>
              <a:pathLst>
                <a:path extrusionOk="0" h="1551" w="3680">
                  <a:moveTo>
                    <a:pt x="3583" y="0"/>
                  </a:moveTo>
                  <a:cubicBezTo>
                    <a:pt x="3573" y="0"/>
                    <a:pt x="3564" y="2"/>
                    <a:pt x="3554" y="7"/>
                  </a:cubicBezTo>
                  <a:cubicBezTo>
                    <a:pt x="2411" y="526"/>
                    <a:pt x="1244" y="990"/>
                    <a:pt x="70" y="1425"/>
                  </a:cubicBezTo>
                  <a:cubicBezTo>
                    <a:pt x="1" y="1450"/>
                    <a:pt x="22" y="1551"/>
                    <a:pt x="79" y="1551"/>
                  </a:cubicBezTo>
                  <a:cubicBezTo>
                    <a:pt x="86" y="1551"/>
                    <a:pt x="93" y="1550"/>
                    <a:pt x="101" y="1547"/>
                  </a:cubicBezTo>
                  <a:cubicBezTo>
                    <a:pt x="1289" y="1104"/>
                    <a:pt x="2466" y="641"/>
                    <a:pt x="3616" y="115"/>
                  </a:cubicBezTo>
                  <a:cubicBezTo>
                    <a:pt x="3680" y="85"/>
                    <a:pt x="3642" y="0"/>
                    <a:pt x="358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67" name="Google Shape;2167;p47"/>
          <p:cNvGrpSpPr/>
          <p:nvPr/>
        </p:nvGrpSpPr>
        <p:grpSpPr>
          <a:xfrm>
            <a:off x="4876173" y="1949547"/>
            <a:ext cx="1367420" cy="2064487"/>
            <a:chOff x="4718780" y="2553275"/>
            <a:chExt cx="967400" cy="1460550"/>
          </a:xfrm>
        </p:grpSpPr>
        <p:sp>
          <p:nvSpPr>
            <p:cNvPr id="2168" name="Google Shape;2168;p47"/>
            <p:cNvSpPr/>
            <p:nvPr/>
          </p:nvSpPr>
          <p:spPr>
            <a:xfrm>
              <a:off x="4935680" y="3726950"/>
              <a:ext cx="656325" cy="11600"/>
            </a:xfrm>
            <a:custGeom>
              <a:rect b="b" l="l" r="r" t="t"/>
              <a:pathLst>
                <a:path extrusionOk="0" h="464" w="26253">
                  <a:moveTo>
                    <a:pt x="1" y="0"/>
                  </a:moveTo>
                  <a:lnTo>
                    <a:pt x="1" y="463"/>
                  </a:lnTo>
                  <a:lnTo>
                    <a:pt x="26253" y="463"/>
                  </a:lnTo>
                  <a:lnTo>
                    <a:pt x="2625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9" name="Google Shape;2169;p47"/>
            <p:cNvSpPr/>
            <p:nvPr/>
          </p:nvSpPr>
          <p:spPr>
            <a:xfrm>
              <a:off x="4946755" y="3779725"/>
              <a:ext cx="645250" cy="14475"/>
            </a:xfrm>
            <a:custGeom>
              <a:rect b="b" l="l" r="r" t="t"/>
              <a:pathLst>
                <a:path extrusionOk="0" h="579" w="25810">
                  <a:moveTo>
                    <a:pt x="0" y="1"/>
                  </a:moveTo>
                  <a:lnTo>
                    <a:pt x="0" y="579"/>
                  </a:lnTo>
                  <a:lnTo>
                    <a:pt x="25810" y="579"/>
                  </a:lnTo>
                  <a:lnTo>
                    <a:pt x="2581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0" name="Google Shape;2170;p47"/>
            <p:cNvSpPr/>
            <p:nvPr/>
          </p:nvSpPr>
          <p:spPr>
            <a:xfrm>
              <a:off x="5520105" y="3486950"/>
              <a:ext cx="15100" cy="526875"/>
            </a:xfrm>
            <a:custGeom>
              <a:rect b="b" l="l" r="r" t="t"/>
              <a:pathLst>
                <a:path extrusionOk="0" h="21075" w="604">
                  <a:moveTo>
                    <a:pt x="0" y="1"/>
                  </a:moveTo>
                  <a:lnTo>
                    <a:pt x="0" y="20774"/>
                  </a:lnTo>
                  <a:cubicBezTo>
                    <a:pt x="0" y="20942"/>
                    <a:pt x="137" y="21075"/>
                    <a:pt x="304" y="21075"/>
                  </a:cubicBezTo>
                  <a:cubicBezTo>
                    <a:pt x="468" y="21075"/>
                    <a:pt x="603" y="20942"/>
                    <a:pt x="603" y="20774"/>
                  </a:cubicBezTo>
                  <a:lnTo>
                    <a:pt x="6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1" name="Google Shape;2171;p47"/>
            <p:cNvSpPr/>
            <p:nvPr/>
          </p:nvSpPr>
          <p:spPr>
            <a:xfrm>
              <a:off x="4850230" y="3374475"/>
              <a:ext cx="810675" cy="98200"/>
            </a:xfrm>
            <a:custGeom>
              <a:rect b="b" l="l" r="r" t="t"/>
              <a:pathLst>
                <a:path extrusionOk="0" h="3928" w="32427">
                  <a:moveTo>
                    <a:pt x="1962" y="1"/>
                  </a:moveTo>
                  <a:cubicBezTo>
                    <a:pt x="879" y="1"/>
                    <a:pt x="1" y="879"/>
                    <a:pt x="1" y="1963"/>
                  </a:cubicBezTo>
                  <a:cubicBezTo>
                    <a:pt x="1" y="3050"/>
                    <a:pt x="879" y="3928"/>
                    <a:pt x="1962" y="3928"/>
                  </a:cubicBezTo>
                  <a:lnTo>
                    <a:pt x="30462" y="3928"/>
                  </a:lnTo>
                  <a:cubicBezTo>
                    <a:pt x="31545" y="3928"/>
                    <a:pt x="32427" y="3050"/>
                    <a:pt x="32427" y="1963"/>
                  </a:cubicBezTo>
                  <a:cubicBezTo>
                    <a:pt x="32427" y="879"/>
                    <a:pt x="31545" y="1"/>
                    <a:pt x="3046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2" name="Google Shape;2172;p47"/>
            <p:cNvSpPr/>
            <p:nvPr/>
          </p:nvSpPr>
          <p:spPr>
            <a:xfrm>
              <a:off x="5425930" y="3374475"/>
              <a:ext cx="260250" cy="98200"/>
            </a:xfrm>
            <a:custGeom>
              <a:rect b="b" l="l" r="r" t="t"/>
              <a:pathLst>
                <a:path extrusionOk="0" h="3928" w="10410">
                  <a:moveTo>
                    <a:pt x="1963" y="1"/>
                  </a:moveTo>
                  <a:cubicBezTo>
                    <a:pt x="879" y="1"/>
                    <a:pt x="1" y="879"/>
                    <a:pt x="1" y="1963"/>
                  </a:cubicBezTo>
                  <a:cubicBezTo>
                    <a:pt x="1" y="3050"/>
                    <a:pt x="879" y="3928"/>
                    <a:pt x="1963" y="3928"/>
                  </a:cubicBezTo>
                  <a:lnTo>
                    <a:pt x="8444" y="3928"/>
                  </a:lnTo>
                  <a:cubicBezTo>
                    <a:pt x="9531" y="3928"/>
                    <a:pt x="10409" y="3050"/>
                    <a:pt x="10409" y="1963"/>
                  </a:cubicBezTo>
                  <a:cubicBezTo>
                    <a:pt x="10409" y="879"/>
                    <a:pt x="9531" y="1"/>
                    <a:pt x="844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3" name="Google Shape;2173;p47"/>
            <p:cNvSpPr/>
            <p:nvPr/>
          </p:nvSpPr>
          <p:spPr>
            <a:xfrm>
              <a:off x="4899255" y="3472650"/>
              <a:ext cx="743875" cy="14325"/>
            </a:xfrm>
            <a:custGeom>
              <a:rect b="b" l="l" r="r" t="t"/>
              <a:pathLst>
                <a:path extrusionOk="0" h="573" w="29755">
                  <a:moveTo>
                    <a:pt x="1" y="1"/>
                  </a:moveTo>
                  <a:lnTo>
                    <a:pt x="1" y="573"/>
                  </a:lnTo>
                  <a:lnTo>
                    <a:pt x="29183" y="573"/>
                  </a:lnTo>
                  <a:cubicBezTo>
                    <a:pt x="29500" y="573"/>
                    <a:pt x="29755" y="318"/>
                    <a:pt x="2975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4" name="Google Shape;2174;p47"/>
            <p:cNvSpPr/>
            <p:nvPr/>
          </p:nvSpPr>
          <p:spPr>
            <a:xfrm>
              <a:off x="5576905" y="3486950"/>
              <a:ext cx="15100" cy="526875"/>
            </a:xfrm>
            <a:custGeom>
              <a:rect b="b" l="l" r="r" t="t"/>
              <a:pathLst>
                <a:path extrusionOk="0" h="21075" w="604">
                  <a:moveTo>
                    <a:pt x="1" y="1"/>
                  </a:moveTo>
                  <a:lnTo>
                    <a:pt x="1" y="20774"/>
                  </a:lnTo>
                  <a:cubicBezTo>
                    <a:pt x="1" y="20942"/>
                    <a:pt x="133" y="21075"/>
                    <a:pt x="300" y="21075"/>
                  </a:cubicBezTo>
                  <a:cubicBezTo>
                    <a:pt x="467" y="21075"/>
                    <a:pt x="604" y="20942"/>
                    <a:pt x="604" y="20774"/>
                  </a:cubicBezTo>
                  <a:lnTo>
                    <a:pt x="60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5" name="Google Shape;2175;p47"/>
            <p:cNvSpPr/>
            <p:nvPr/>
          </p:nvSpPr>
          <p:spPr>
            <a:xfrm>
              <a:off x="4931680" y="3486950"/>
              <a:ext cx="15100" cy="526875"/>
            </a:xfrm>
            <a:custGeom>
              <a:rect b="b" l="l" r="r" t="t"/>
              <a:pathLst>
                <a:path extrusionOk="0" h="21075" w="604">
                  <a:moveTo>
                    <a:pt x="0" y="1"/>
                  </a:moveTo>
                  <a:lnTo>
                    <a:pt x="0" y="20774"/>
                  </a:lnTo>
                  <a:cubicBezTo>
                    <a:pt x="0" y="20942"/>
                    <a:pt x="136" y="21075"/>
                    <a:pt x="300" y="21075"/>
                  </a:cubicBezTo>
                  <a:cubicBezTo>
                    <a:pt x="468" y="21075"/>
                    <a:pt x="603" y="20942"/>
                    <a:pt x="603" y="20774"/>
                  </a:cubicBezTo>
                  <a:lnTo>
                    <a:pt x="6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6" name="Google Shape;2176;p47"/>
            <p:cNvSpPr/>
            <p:nvPr/>
          </p:nvSpPr>
          <p:spPr>
            <a:xfrm>
              <a:off x="4988480" y="3486950"/>
              <a:ext cx="15000" cy="526875"/>
            </a:xfrm>
            <a:custGeom>
              <a:rect b="b" l="l" r="r" t="t"/>
              <a:pathLst>
                <a:path extrusionOk="0" h="21075" w="600">
                  <a:moveTo>
                    <a:pt x="0" y="1"/>
                  </a:moveTo>
                  <a:lnTo>
                    <a:pt x="0" y="20774"/>
                  </a:lnTo>
                  <a:cubicBezTo>
                    <a:pt x="0" y="20942"/>
                    <a:pt x="132" y="21075"/>
                    <a:pt x="300" y="21075"/>
                  </a:cubicBezTo>
                  <a:cubicBezTo>
                    <a:pt x="467" y="21075"/>
                    <a:pt x="600" y="20942"/>
                    <a:pt x="600" y="20774"/>
                  </a:cubicBezTo>
                  <a:lnTo>
                    <a:pt x="60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7" name="Google Shape;2177;p47"/>
            <p:cNvSpPr/>
            <p:nvPr/>
          </p:nvSpPr>
          <p:spPr>
            <a:xfrm>
              <a:off x="5342580" y="2624300"/>
              <a:ext cx="61425" cy="111275"/>
            </a:xfrm>
            <a:custGeom>
              <a:rect b="b" l="l" r="r" t="t"/>
              <a:pathLst>
                <a:path extrusionOk="0" h="4451" w="2457">
                  <a:moveTo>
                    <a:pt x="1262" y="0"/>
                  </a:moveTo>
                  <a:lnTo>
                    <a:pt x="1" y="3686"/>
                  </a:lnTo>
                  <a:cubicBezTo>
                    <a:pt x="1" y="3686"/>
                    <a:pt x="307" y="4432"/>
                    <a:pt x="728" y="4450"/>
                  </a:cubicBezTo>
                  <a:cubicBezTo>
                    <a:pt x="733" y="4450"/>
                    <a:pt x="738" y="4450"/>
                    <a:pt x="743" y="4450"/>
                  </a:cubicBezTo>
                  <a:cubicBezTo>
                    <a:pt x="1149" y="4450"/>
                    <a:pt x="1101" y="3722"/>
                    <a:pt x="1101" y="3722"/>
                  </a:cubicBezTo>
                  <a:lnTo>
                    <a:pt x="1101" y="3722"/>
                  </a:lnTo>
                  <a:cubicBezTo>
                    <a:pt x="1101" y="3722"/>
                    <a:pt x="1337" y="4001"/>
                    <a:pt x="1486" y="4001"/>
                  </a:cubicBezTo>
                  <a:cubicBezTo>
                    <a:pt x="1546" y="4001"/>
                    <a:pt x="1592" y="3956"/>
                    <a:pt x="1603" y="3829"/>
                  </a:cubicBezTo>
                  <a:cubicBezTo>
                    <a:pt x="1638" y="3387"/>
                    <a:pt x="1397" y="2659"/>
                    <a:pt x="1397" y="2659"/>
                  </a:cubicBezTo>
                  <a:lnTo>
                    <a:pt x="1397" y="2659"/>
                  </a:lnTo>
                  <a:cubicBezTo>
                    <a:pt x="1397" y="2659"/>
                    <a:pt x="1709" y="2882"/>
                    <a:pt x="1954" y="2882"/>
                  </a:cubicBezTo>
                  <a:cubicBezTo>
                    <a:pt x="1985" y="2882"/>
                    <a:pt x="2014" y="2879"/>
                    <a:pt x="2042" y="2871"/>
                  </a:cubicBezTo>
                  <a:cubicBezTo>
                    <a:pt x="2457" y="2756"/>
                    <a:pt x="2161" y="1893"/>
                    <a:pt x="1805" y="1422"/>
                  </a:cubicBezTo>
                  <a:cubicBezTo>
                    <a:pt x="1453" y="955"/>
                    <a:pt x="1262" y="0"/>
                    <a:pt x="126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8" name="Google Shape;2178;p47"/>
            <p:cNvSpPr/>
            <p:nvPr/>
          </p:nvSpPr>
          <p:spPr>
            <a:xfrm>
              <a:off x="4811905" y="3666825"/>
              <a:ext cx="71800" cy="143325"/>
            </a:xfrm>
            <a:custGeom>
              <a:rect b="b" l="l" r="r" t="t"/>
              <a:pathLst>
                <a:path extrusionOk="0" h="5733" w="2872">
                  <a:moveTo>
                    <a:pt x="80" y="1"/>
                  </a:moveTo>
                  <a:lnTo>
                    <a:pt x="0" y="5733"/>
                  </a:lnTo>
                  <a:lnTo>
                    <a:pt x="2258" y="5262"/>
                  </a:lnTo>
                  <a:lnTo>
                    <a:pt x="2872" y="1336"/>
                  </a:lnTo>
                  <a:lnTo>
                    <a:pt x="80" y="1"/>
                  </a:lnTo>
                  <a:close/>
                </a:path>
              </a:pathLst>
            </a:custGeom>
            <a:solidFill>
              <a:srgbClr val="E770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9" name="Google Shape;2179;p47"/>
            <p:cNvSpPr/>
            <p:nvPr/>
          </p:nvSpPr>
          <p:spPr>
            <a:xfrm>
              <a:off x="4718780" y="3761625"/>
              <a:ext cx="167800" cy="119350"/>
            </a:xfrm>
            <a:custGeom>
              <a:rect b="b" l="l" r="r" t="t"/>
              <a:pathLst>
                <a:path extrusionOk="0" h="4774" w="6712">
                  <a:moveTo>
                    <a:pt x="6179" y="0"/>
                  </a:moveTo>
                  <a:cubicBezTo>
                    <a:pt x="6006" y="0"/>
                    <a:pt x="5701" y="400"/>
                    <a:pt x="5701" y="400"/>
                  </a:cubicBezTo>
                  <a:lnTo>
                    <a:pt x="4729" y="777"/>
                  </a:lnTo>
                  <a:cubicBezTo>
                    <a:pt x="4729" y="777"/>
                    <a:pt x="4396" y="718"/>
                    <a:pt x="4054" y="718"/>
                  </a:cubicBezTo>
                  <a:cubicBezTo>
                    <a:pt x="3825" y="718"/>
                    <a:pt x="3592" y="744"/>
                    <a:pt x="3453" y="833"/>
                  </a:cubicBezTo>
                  <a:cubicBezTo>
                    <a:pt x="3109" y="1056"/>
                    <a:pt x="3310" y="1676"/>
                    <a:pt x="3310" y="1676"/>
                  </a:cubicBezTo>
                  <a:cubicBezTo>
                    <a:pt x="3310" y="1676"/>
                    <a:pt x="1433" y="2861"/>
                    <a:pt x="889" y="3034"/>
                  </a:cubicBezTo>
                  <a:cubicBezTo>
                    <a:pt x="419" y="3188"/>
                    <a:pt x="53" y="3536"/>
                    <a:pt x="7" y="4355"/>
                  </a:cubicBezTo>
                  <a:cubicBezTo>
                    <a:pt x="1" y="4480"/>
                    <a:pt x="1" y="4620"/>
                    <a:pt x="11" y="4773"/>
                  </a:cubicBezTo>
                  <a:lnTo>
                    <a:pt x="6711" y="3049"/>
                  </a:lnTo>
                  <a:cubicBezTo>
                    <a:pt x="6711" y="3049"/>
                    <a:pt x="6691" y="2891"/>
                    <a:pt x="6652" y="2645"/>
                  </a:cubicBezTo>
                  <a:cubicBezTo>
                    <a:pt x="6548" y="1923"/>
                    <a:pt x="6339" y="456"/>
                    <a:pt x="6290" y="139"/>
                  </a:cubicBezTo>
                  <a:cubicBezTo>
                    <a:pt x="6274" y="39"/>
                    <a:pt x="6233" y="0"/>
                    <a:pt x="6179"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0" name="Google Shape;2180;p47"/>
            <p:cNvSpPr/>
            <p:nvPr/>
          </p:nvSpPr>
          <p:spPr>
            <a:xfrm>
              <a:off x="4718780" y="3827725"/>
              <a:ext cx="167800" cy="53250"/>
            </a:xfrm>
            <a:custGeom>
              <a:rect b="b" l="l" r="r" t="t"/>
              <a:pathLst>
                <a:path extrusionOk="0" h="2130" w="6712">
                  <a:moveTo>
                    <a:pt x="6652" y="1"/>
                  </a:moveTo>
                  <a:lnTo>
                    <a:pt x="7" y="1711"/>
                  </a:lnTo>
                  <a:cubicBezTo>
                    <a:pt x="1" y="1836"/>
                    <a:pt x="1" y="1976"/>
                    <a:pt x="11" y="2129"/>
                  </a:cubicBezTo>
                  <a:lnTo>
                    <a:pt x="6711" y="405"/>
                  </a:lnTo>
                  <a:cubicBezTo>
                    <a:pt x="6711" y="405"/>
                    <a:pt x="6691" y="247"/>
                    <a:pt x="665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1" name="Google Shape;2181;p47"/>
            <p:cNvSpPr/>
            <p:nvPr/>
          </p:nvSpPr>
          <p:spPr>
            <a:xfrm>
              <a:off x="4861205" y="3786600"/>
              <a:ext cx="18300" cy="43550"/>
            </a:xfrm>
            <a:custGeom>
              <a:rect b="b" l="l" r="r" t="t"/>
              <a:pathLst>
                <a:path extrusionOk="0" h="1742" w="732">
                  <a:moveTo>
                    <a:pt x="652" y="1"/>
                  </a:moveTo>
                  <a:cubicBezTo>
                    <a:pt x="640" y="1"/>
                    <a:pt x="628" y="5"/>
                    <a:pt x="617" y="15"/>
                  </a:cubicBezTo>
                  <a:cubicBezTo>
                    <a:pt x="140" y="475"/>
                    <a:pt x="1" y="1182"/>
                    <a:pt x="436" y="1722"/>
                  </a:cubicBezTo>
                  <a:cubicBezTo>
                    <a:pt x="446" y="1736"/>
                    <a:pt x="459" y="1741"/>
                    <a:pt x="471" y="1741"/>
                  </a:cubicBezTo>
                  <a:cubicBezTo>
                    <a:pt x="508" y="1741"/>
                    <a:pt x="543" y="1688"/>
                    <a:pt x="509" y="1649"/>
                  </a:cubicBezTo>
                  <a:cubicBezTo>
                    <a:pt x="116" y="1154"/>
                    <a:pt x="262" y="509"/>
                    <a:pt x="694" y="91"/>
                  </a:cubicBezTo>
                  <a:cubicBezTo>
                    <a:pt x="732" y="53"/>
                    <a:pt x="694" y="1"/>
                    <a:pt x="65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2" name="Google Shape;2182;p47"/>
            <p:cNvSpPr/>
            <p:nvPr/>
          </p:nvSpPr>
          <p:spPr>
            <a:xfrm>
              <a:off x="4782430" y="3805100"/>
              <a:ext cx="30700" cy="9750"/>
            </a:xfrm>
            <a:custGeom>
              <a:rect b="b" l="l" r="r" t="t"/>
              <a:pathLst>
                <a:path extrusionOk="0" h="390" w="1228">
                  <a:moveTo>
                    <a:pt x="620" y="1"/>
                  </a:moveTo>
                  <a:cubicBezTo>
                    <a:pt x="404" y="1"/>
                    <a:pt x="194" y="95"/>
                    <a:pt x="33" y="295"/>
                  </a:cubicBezTo>
                  <a:cubicBezTo>
                    <a:pt x="1" y="336"/>
                    <a:pt x="36" y="390"/>
                    <a:pt x="75" y="390"/>
                  </a:cubicBezTo>
                  <a:cubicBezTo>
                    <a:pt x="87" y="390"/>
                    <a:pt x="99" y="385"/>
                    <a:pt x="110" y="372"/>
                  </a:cubicBezTo>
                  <a:cubicBezTo>
                    <a:pt x="251" y="194"/>
                    <a:pt x="436" y="109"/>
                    <a:pt x="625" y="109"/>
                  </a:cubicBezTo>
                  <a:cubicBezTo>
                    <a:pt x="792" y="109"/>
                    <a:pt x="962" y="174"/>
                    <a:pt x="1110" y="300"/>
                  </a:cubicBezTo>
                  <a:cubicBezTo>
                    <a:pt x="1121" y="308"/>
                    <a:pt x="1132" y="312"/>
                    <a:pt x="1144" y="312"/>
                  </a:cubicBezTo>
                  <a:cubicBezTo>
                    <a:pt x="1188" y="312"/>
                    <a:pt x="1228" y="258"/>
                    <a:pt x="1187" y="223"/>
                  </a:cubicBezTo>
                  <a:cubicBezTo>
                    <a:pt x="1016" y="78"/>
                    <a:pt x="816" y="1"/>
                    <a:pt x="62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3" name="Google Shape;2183;p47"/>
            <p:cNvSpPr/>
            <p:nvPr/>
          </p:nvSpPr>
          <p:spPr>
            <a:xfrm>
              <a:off x="4769130" y="3813200"/>
              <a:ext cx="30675" cy="9725"/>
            </a:xfrm>
            <a:custGeom>
              <a:rect b="b" l="l" r="r" t="t"/>
              <a:pathLst>
                <a:path extrusionOk="0" h="389" w="1227">
                  <a:moveTo>
                    <a:pt x="618" y="1"/>
                  </a:moveTo>
                  <a:cubicBezTo>
                    <a:pt x="403" y="1"/>
                    <a:pt x="193" y="94"/>
                    <a:pt x="32" y="292"/>
                  </a:cubicBezTo>
                  <a:cubicBezTo>
                    <a:pt x="0" y="334"/>
                    <a:pt x="34" y="388"/>
                    <a:pt x="72" y="388"/>
                  </a:cubicBezTo>
                  <a:cubicBezTo>
                    <a:pt x="85" y="388"/>
                    <a:pt x="98" y="382"/>
                    <a:pt x="109" y="369"/>
                  </a:cubicBezTo>
                  <a:cubicBezTo>
                    <a:pt x="252" y="192"/>
                    <a:pt x="437" y="107"/>
                    <a:pt x="627" y="107"/>
                  </a:cubicBezTo>
                  <a:cubicBezTo>
                    <a:pt x="792" y="107"/>
                    <a:pt x="961" y="171"/>
                    <a:pt x="1108" y="296"/>
                  </a:cubicBezTo>
                  <a:cubicBezTo>
                    <a:pt x="1120" y="305"/>
                    <a:pt x="1132" y="310"/>
                    <a:pt x="1144" y="310"/>
                  </a:cubicBezTo>
                  <a:cubicBezTo>
                    <a:pt x="1188" y="310"/>
                    <a:pt x="1227" y="255"/>
                    <a:pt x="1185" y="222"/>
                  </a:cubicBezTo>
                  <a:cubicBezTo>
                    <a:pt x="1014" y="78"/>
                    <a:pt x="814" y="1"/>
                    <a:pt x="61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4" name="Google Shape;2184;p47"/>
            <p:cNvSpPr/>
            <p:nvPr/>
          </p:nvSpPr>
          <p:spPr>
            <a:xfrm>
              <a:off x="4755380" y="3821400"/>
              <a:ext cx="30650" cy="9700"/>
            </a:xfrm>
            <a:custGeom>
              <a:rect b="b" l="l" r="r" t="t"/>
              <a:pathLst>
                <a:path extrusionOk="0" h="388" w="1226">
                  <a:moveTo>
                    <a:pt x="617" y="0"/>
                  </a:moveTo>
                  <a:cubicBezTo>
                    <a:pt x="402" y="0"/>
                    <a:pt x="192" y="93"/>
                    <a:pt x="32" y="291"/>
                  </a:cubicBezTo>
                  <a:cubicBezTo>
                    <a:pt x="0" y="334"/>
                    <a:pt x="34" y="388"/>
                    <a:pt x="72" y="388"/>
                  </a:cubicBezTo>
                  <a:cubicBezTo>
                    <a:pt x="84" y="388"/>
                    <a:pt x="97" y="382"/>
                    <a:pt x="108" y="368"/>
                  </a:cubicBezTo>
                  <a:cubicBezTo>
                    <a:pt x="250" y="191"/>
                    <a:pt x="435" y="106"/>
                    <a:pt x="625" y="106"/>
                  </a:cubicBezTo>
                  <a:cubicBezTo>
                    <a:pt x="791" y="106"/>
                    <a:pt x="961" y="171"/>
                    <a:pt x="1108" y="296"/>
                  </a:cubicBezTo>
                  <a:cubicBezTo>
                    <a:pt x="1119" y="305"/>
                    <a:pt x="1132" y="309"/>
                    <a:pt x="1144" y="309"/>
                  </a:cubicBezTo>
                  <a:cubicBezTo>
                    <a:pt x="1187" y="309"/>
                    <a:pt x="1226" y="255"/>
                    <a:pt x="1185" y="222"/>
                  </a:cubicBezTo>
                  <a:cubicBezTo>
                    <a:pt x="1014" y="78"/>
                    <a:pt x="813" y="0"/>
                    <a:pt x="61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5" name="Google Shape;2185;p47"/>
            <p:cNvSpPr/>
            <p:nvPr/>
          </p:nvSpPr>
          <p:spPr>
            <a:xfrm>
              <a:off x="4780205" y="3216025"/>
              <a:ext cx="253675" cy="522175"/>
            </a:xfrm>
            <a:custGeom>
              <a:rect b="b" l="l" r="r" t="t"/>
              <a:pathLst>
                <a:path extrusionOk="0" h="20887" w="10147">
                  <a:moveTo>
                    <a:pt x="4362" y="1"/>
                  </a:moveTo>
                  <a:cubicBezTo>
                    <a:pt x="4362" y="1"/>
                    <a:pt x="3286" y="1412"/>
                    <a:pt x="2199" y="6523"/>
                  </a:cubicBezTo>
                  <a:cubicBezTo>
                    <a:pt x="993" y="12197"/>
                    <a:pt x="0" y="20423"/>
                    <a:pt x="0" y="20423"/>
                  </a:cubicBezTo>
                  <a:lnTo>
                    <a:pt x="4857" y="20886"/>
                  </a:lnTo>
                  <a:cubicBezTo>
                    <a:pt x="4857" y="20886"/>
                    <a:pt x="6098" y="12625"/>
                    <a:pt x="7945" y="8440"/>
                  </a:cubicBezTo>
                  <a:cubicBezTo>
                    <a:pt x="10147" y="3437"/>
                    <a:pt x="4362" y="1"/>
                    <a:pt x="436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6" name="Google Shape;2186;p47"/>
            <p:cNvSpPr/>
            <p:nvPr/>
          </p:nvSpPr>
          <p:spPr>
            <a:xfrm>
              <a:off x="4947355" y="3437550"/>
              <a:ext cx="7175" cy="11000"/>
            </a:xfrm>
            <a:custGeom>
              <a:rect b="b" l="l" r="r" t="t"/>
              <a:pathLst>
                <a:path extrusionOk="0" h="440" w="287">
                  <a:moveTo>
                    <a:pt x="191" y="0"/>
                  </a:moveTo>
                  <a:cubicBezTo>
                    <a:pt x="154" y="0"/>
                    <a:pt x="116" y="23"/>
                    <a:pt x="105" y="60"/>
                  </a:cubicBezTo>
                  <a:cubicBezTo>
                    <a:pt x="105" y="60"/>
                    <a:pt x="74" y="154"/>
                    <a:pt x="15" y="325"/>
                  </a:cubicBezTo>
                  <a:cubicBezTo>
                    <a:pt x="0" y="370"/>
                    <a:pt x="25" y="422"/>
                    <a:pt x="71" y="436"/>
                  </a:cubicBezTo>
                  <a:cubicBezTo>
                    <a:pt x="81" y="440"/>
                    <a:pt x="88" y="440"/>
                    <a:pt x="98" y="440"/>
                  </a:cubicBezTo>
                  <a:cubicBezTo>
                    <a:pt x="137" y="440"/>
                    <a:pt x="168" y="419"/>
                    <a:pt x="182" y="380"/>
                  </a:cubicBezTo>
                  <a:cubicBezTo>
                    <a:pt x="238" y="210"/>
                    <a:pt x="269" y="116"/>
                    <a:pt x="269" y="116"/>
                  </a:cubicBezTo>
                  <a:cubicBezTo>
                    <a:pt x="286" y="70"/>
                    <a:pt x="262" y="22"/>
                    <a:pt x="217" y="4"/>
                  </a:cubicBezTo>
                  <a:cubicBezTo>
                    <a:pt x="209" y="2"/>
                    <a:pt x="200" y="0"/>
                    <a:pt x="191" y="0"/>
                  </a:cubicBezTo>
                  <a:close/>
                </a:path>
              </a:pathLst>
            </a:custGeom>
            <a:solidFill>
              <a:srgbClr val="3D1C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7" name="Google Shape;2187;p47"/>
            <p:cNvSpPr/>
            <p:nvPr/>
          </p:nvSpPr>
          <p:spPr>
            <a:xfrm>
              <a:off x="4883255" y="3458725"/>
              <a:ext cx="64225" cy="241675"/>
            </a:xfrm>
            <a:custGeom>
              <a:rect b="b" l="l" r="r" t="t"/>
              <a:pathLst>
                <a:path extrusionOk="0" h="9667" w="2569">
                  <a:moveTo>
                    <a:pt x="2472" y="0"/>
                  </a:moveTo>
                  <a:cubicBezTo>
                    <a:pt x="2436" y="0"/>
                    <a:pt x="2401" y="23"/>
                    <a:pt x="2387" y="59"/>
                  </a:cubicBezTo>
                  <a:cubicBezTo>
                    <a:pt x="2339" y="217"/>
                    <a:pt x="2283" y="391"/>
                    <a:pt x="2220" y="579"/>
                  </a:cubicBezTo>
                  <a:cubicBezTo>
                    <a:pt x="2206" y="624"/>
                    <a:pt x="2230" y="673"/>
                    <a:pt x="2279" y="691"/>
                  </a:cubicBezTo>
                  <a:cubicBezTo>
                    <a:pt x="2286" y="691"/>
                    <a:pt x="2297" y="694"/>
                    <a:pt x="2303" y="694"/>
                  </a:cubicBezTo>
                  <a:cubicBezTo>
                    <a:pt x="2342" y="694"/>
                    <a:pt x="2376" y="670"/>
                    <a:pt x="2387" y="631"/>
                  </a:cubicBezTo>
                  <a:cubicBezTo>
                    <a:pt x="2450" y="443"/>
                    <a:pt x="2506" y="268"/>
                    <a:pt x="2554" y="115"/>
                  </a:cubicBezTo>
                  <a:cubicBezTo>
                    <a:pt x="2569" y="67"/>
                    <a:pt x="2543" y="18"/>
                    <a:pt x="2498" y="4"/>
                  </a:cubicBezTo>
                  <a:cubicBezTo>
                    <a:pt x="2490" y="1"/>
                    <a:pt x="2481" y="0"/>
                    <a:pt x="2472" y="0"/>
                  </a:cubicBezTo>
                  <a:close/>
                  <a:moveTo>
                    <a:pt x="2123" y="1101"/>
                  </a:moveTo>
                  <a:cubicBezTo>
                    <a:pt x="2085" y="1101"/>
                    <a:pt x="2050" y="1127"/>
                    <a:pt x="2038" y="1164"/>
                  </a:cubicBezTo>
                  <a:cubicBezTo>
                    <a:pt x="1986" y="1331"/>
                    <a:pt x="1930" y="1502"/>
                    <a:pt x="1874" y="1683"/>
                  </a:cubicBezTo>
                  <a:cubicBezTo>
                    <a:pt x="1861" y="1732"/>
                    <a:pt x="1889" y="1781"/>
                    <a:pt x="1934" y="1795"/>
                  </a:cubicBezTo>
                  <a:cubicBezTo>
                    <a:pt x="1945" y="1795"/>
                    <a:pt x="1951" y="1799"/>
                    <a:pt x="1958" y="1799"/>
                  </a:cubicBezTo>
                  <a:cubicBezTo>
                    <a:pt x="1997" y="1799"/>
                    <a:pt x="2032" y="1774"/>
                    <a:pt x="2046" y="1736"/>
                  </a:cubicBezTo>
                  <a:cubicBezTo>
                    <a:pt x="2098" y="1555"/>
                    <a:pt x="2154" y="1381"/>
                    <a:pt x="2202" y="1217"/>
                  </a:cubicBezTo>
                  <a:cubicBezTo>
                    <a:pt x="2220" y="1172"/>
                    <a:pt x="2192" y="1122"/>
                    <a:pt x="2146" y="1105"/>
                  </a:cubicBezTo>
                  <a:cubicBezTo>
                    <a:pt x="2138" y="1102"/>
                    <a:pt x="2131" y="1101"/>
                    <a:pt x="2123" y="1101"/>
                  </a:cubicBezTo>
                  <a:close/>
                  <a:moveTo>
                    <a:pt x="1785" y="2209"/>
                  </a:moveTo>
                  <a:cubicBezTo>
                    <a:pt x="1748" y="2209"/>
                    <a:pt x="1712" y="2235"/>
                    <a:pt x="1700" y="2272"/>
                  </a:cubicBezTo>
                  <a:cubicBezTo>
                    <a:pt x="1649" y="2443"/>
                    <a:pt x="1596" y="2617"/>
                    <a:pt x="1544" y="2795"/>
                  </a:cubicBezTo>
                  <a:cubicBezTo>
                    <a:pt x="1533" y="2840"/>
                    <a:pt x="1557" y="2889"/>
                    <a:pt x="1607" y="2903"/>
                  </a:cubicBezTo>
                  <a:cubicBezTo>
                    <a:pt x="1613" y="2907"/>
                    <a:pt x="1620" y="2907"/>
                    <a:pt x="1631" y="2907"/>
                  </a:cubicBezTo>
                  <a:cubicBezTo>
                    <a:pt x="1665" y="2907"/>
                    <a:pt x="1700" y="2882"/>
                    <a:pt x="1715" y="2844"/>
                  </a:cubicBezTo>
                  <a:cubicBezTo>
                    <a:pt x="1767" y="2666"/>
                    <a:pt x="1816" y="2492"/>
                    <a:pt x="1868" y="2321"/>
                  </a:cubicBezTo>
                  <a:cubicBezTo>
                    <a:pt x="1882" y="2275"/>
                    <a:pt x="1854" y="2227"/>
                    <a:pt x="1808" y="2213"/>
                  </a:cubicBezTo>
                  <a:cubicBezTo>
                    <a:pt x="1801" y="2210"/>
                    <a:pt x="1793" y="2209"/>
                    <a:pt x="1785" y="2209"/>
                  </a:cubicBezTo>
                  <a:close/>
                  <a:moveTo>
                    <a:pt x="1460" y="3321"/>
                  </a:moveTo>
                  <a:cubicBezTo>
                    <a:pt x="1423" y="3321"/>
                    <a:pt x="1388" y="3346"/>
                    <a:pt x="1377" y="3383"/>
                  </a:cubicBezTo>
                  <a:cubicBezTo>
                    <a:pt x="1327" y="3555"/>
                    <a:pt x="1279" y="3732"/>
                    <a:pt x="1230" y="3910"/>
                  </a:cubicBezTo>
                  <a:cubicBezTo>
                    <a:pt x="1216" y="3955"/>
                    <a:pt x="1244" y="4004"/>
                    <a:pt x="1289" y="4015"/>
                  </a:cubicBezTo>
                  <a:cubicBezTo>
                    <a:pt x="1297" y="4018"/>
                    <a:pt x="1307" y="4018"/>
                    <a:pt x="1314" y="4018"/>
                  </a:cubicBezTo>
                  <a:cubicBezTo>
                    <a:pt x="1352" y="4018"/>
                    <a:pt x="1387" y="3994"/>
                    <a:pt x="1398" y="3955"/>
                  </a:cubicBezTo>
                  <a:cubicBezTo>
                    <a:pt x="1446" y="3777"/>
                    <a:pt x="1495" y="3603"/>
                    <a:pt x="1544" y="3433"/>
                  </a:cubicBezTo>
                  <a:cubicBezTo>
                    <a:pt x="1557" y="3383"/>
                    <a:pt x="1530" y="3335"/>
                    <a:pt x="1485" y="3325"/>
                  </a:cubicBezTo>
                  <a:cubicBezTo>
                    <a:pt x="1477" y="3322"/>
                    <a:pt x="1468" y="3321"/>
                    <a:pt x="1460" y="3321"/>
                  </a:cubicBezTo>
                  <a:close/>
                  <a:moveTo>
                    <a:pt x="1150" y="4436"/>
                  </a:moveTo>
                  <a:cubicBezTo>
                    <a:pt x="1113" y="4436"/>
                    <a:pt x="1078" y="4462"/>
                    <a:pt x="1070" y="4499"/>
                  </a:cubicBezTo>
                  <a:cubicBezTo>
                    <a:pt x="1021" y="4673"/>
                    <a:pt x="975" y="4851"/>
                    <a:pt x="930" y="5028"/>
                  </a:cubicBezTo>
                  <a:cubicBezTo>
                    <a:pt x="917" y="5074"/>
                    <a:pt x="944" y="5123"/>
                    <a:pt x="993" y="5133"/>
                  </a:cubicBezTo>
                  <a:cubicBezTo>
                    <a:pt x="1001" y="5136"/>
                    <a:pt x="1007" y="5136"/>
                    <a:pt x="1014" y="5136"/>
                  </a:cubicBezTo>
                  <a:cubicBezTo>
                    <a:pt x="1052" y="5136"/>
                    <a:pt x="1087" y="5112"/>
                    <a:pt x="1098" y="5070"/>
                  </a:cubicBezTo>
                  <a:cubicBezTo>
                    <a:pt x="1143" y="4896"/>
                    <a:pt x="1192" y="4718"/>
                    <a:pt x="1237" y="4544"/>
                  </a:cubicBezTo>
                  <a:cubicBezTo>
                    <a:pt x="1251" y="4499"/>
                    <a:pt x="1223" y="4450"/>
                    <a:pt x="1174" y="4440"/>
                  </a:cubicBezTo>
                  <a:cubicBezTo>
                    <a:pt x="1167" y="4437"/>
                    <a:pt x="1158" y="4436"/>
                    <a:pt x="1150" y="4436"/>
                  </a:cubicBezTo>
                  <a:close/>
                  <a:moveTo>
                    <a:pt x="865" y="5556"/>
                  </a:moveTo>
                  <a:cubicBezTo>
                    <a:pt x="825" y="5556"/>
                    <a:pt x="790" y="5582"/>
                    <a:pt x="781" y="5620"/>
                  </a:cubicBezTo>
                  <a:cubicBezTo>
                    <a:pt x="735" y="5799"/>
                    <a:pt x="690" y="5980"/>
                    <a:pt x="652" y="6151"/>
                  </a:cubicBezTo>
                  <a:cubicBezTo>
                    <a:pt x="638" y="6199"/>
                    <a:pt x="669" y="6244"/>
                    <a:pt x="715" y="6259"/>
                  </a:cubicBezTo>
                  <a:lnTo>
                    <a:pt x="735" y="6259"/>
                  </a:lnTo>
                  <a:cubicBezTo>
                    <a:pt x="774" y="6259"/>
                    <a:pt x="812" y="6231"/>
                    <a:pt x="822" y="6192"/>
                  </a:cubicBezTo>
                  <a:cubicBezTo>
                    <a:pt x="861" y="6018"/>
                    <a:pt x="906" y="5840"/>
                    <a:pt x="948" y="5662"/>
                  </a:cubicBezTo>
                  <a:cubicBezTo>
                    <a:pt x="962" y="5617"/>
                    <a:pt x="930" y="5569"/>
                    <a:pt x="885" y="5558"/>
                  </a:cubicBezTo>
                  <a:cubicBezTo>
                    <a:pt x="878" y="5556"/>
                    <a:pt x="872" y="5556"/>
                    <a:pt x="865" y="5556"/>
                  </a:cubicBezTo>
                  <a:close/>
                  <a:moveTo>
                    <a:pt x="597" y="6681"/>
                  </a:moveTo>
                  <a:cubicBezTo>
                    <a:pt x="556" y="6681"/>
                    <a:pt x="522" y="6708"/>
                    <a:pt x="512" y="6749"/>
                  </a:cubicBezTo>
                  <a:cubicBezTo>
                    <a:pt x="470" y="6931"/>
                    <a:pt x="432" y="7109"/>
                    <a:pt x="398" y="7283"/>
                  </a:cubicBezTo>
                  <a:cubicBezTo>
                    <a:pt x="387" y="7328"/>
                    <a:pt x="418" y="7377"/>
                    <a:pt x="464" y="7387"/>
                  </a:cubicBezTo>
                  <a:lnTo>
                    <a:pt x="481" y="7387"/>
                  </a:lnTo>
                  <a:cubicBezTo>
                    <a:pt x="523" y="7387"/>
                    <a:pt x="557" y="7360"/>
                    <a:pt x="568" y="7318"/>
                  </a:cubicBezTo>
                  <a:cubicBezTo>
                    <a:pt x="603" y="7147"/>
                    <a:pt x="641" y="6966"/>
                    <a:pt x="683" y="6788"/>
                  </a:cubicBezTo>
                  <a:cubicBezTo>
                    <a:pt x="694" y="6739"/>
                    <a:pt x="666" y="6694"/>
                    <a:pt x="617" y="6683"/>
                  </a:cubicBezTo>
                  <a:cubicBezTo>
                    <a:pt x="610" y="6682"/>
                    <a:pt x="603" y="6681"/>
                    <a:pt x="597" y="6681"/>
                  </a:cubicBezTo>
                  <a:close/>
                  <a:moveTo>
                    <a:pt x="360" y="7814"/>
                  </a:moveTo>
                  <a:cubicBezTo>
                    <a:pt x="320" y="7814"/>
                    <a:pt x="284" y="7843"/>
                    <a:pt x="275" y="7886"/>
                  </a:cubicBezTo>
                  <a:cubicBezTo>
                    <a:pt x="240" y="8067"/>
                    <a:pt x="206" y="8248"/>
                    <a:pt x="178" y="8422"/>
                  </a:cubicBezTo>
                  <a:cubicBezTo>
                    <a:pt x="168" y="8468"/>
                    <a:pt x="202" y="8513"/>
                    <a:pt x="248" y="8523"/>
                  </a:cubicBezTo>
                  <a:lnTo>
                    <a:pt x="261" y="8523"/>
                  </a:lnTo>
                  <a:cubicBezTo>
                    <a:pt x="303" y="8523"/>
                    <a:pt x="342" y="8496"/>
                    <a:pt x="348" y="8450"/>
                  </a:cubicBezTo>
                  <a:cubicBezTo>
                    <a:pt x="380" y="8280"/>
                    <a:pt x="411" y="8102"/>
                    <a:pt x="446" y="7917"/>
                  </a:cubicBezTo>
                  <a:cubicBezTo>
                    <a:pt x="457" y="7868"/>
                    <a:pt x="425" y="7823"/>
                    <a:pt x="377" y="7816"/>
                  </a:cubicBezTo>
                  <a:cubicBezTo>
                    <a:pt x="371" y="7814"/>
                    <a:pt x="365" y="7814"/>
                    <a:pt x="360" y="7814"/>
                  </a:cubicBezTo>
                  <a:close/>
                  <a:moveTo>
                    <a:pt x="165" y="8955"/>
                  </a:moveTo>
                  <a:cubicBezTo>
                    <a:pt x="122" y="8955"/>
                    <a:pt x="87" y="8984"/>
                    <a:pt x="81" y="9028"/>
                  </a:cubicBezTo>
                  <a:cubicBezTo>
                    <a:pt x="52" y="9213"/>
                    <a:pt x="28" y="9398"/>
                    <a:pt x="7" y="9568"/>
                  </a:cubicBezTo>
                  <a:cubicBezTo>
                    <a:pt x="0" y="9618"/>
                    <a:pt x="35" y="9663"/>
                    <a:pt x="84" y="9666"/>
                  </a:cubicBezTo>
                  <a:lnTo>
                    <a:pt x="94" y="9666"/>
                  </a:lnTo>
                  <a:cubicBezTo>
                    <a:pt x="136" y="9666"/>
                    <a:pt x="174" y="9635"/>
                    <a:pt x="181" y="9589"/>
                  </a:cubicBezTo>
                  <a:cubicBezTo>
                    <a:pt x="202" y="9419"/>
                    <a:pt x="223" y="9237"/>
                    <a:pt x="251" y="9053"/>
                  </a:cubicBezTo>
                  <a:cubicBezTo>
                    <a:pt x="258" y="9004"/>
                    <a:pt x="227" y="8962"/>
                    <a:pt x="178" y="8955"/>
                  </a:cubicBezTo>
                  <a:cubicBezTo>
                    <a:pt x="173" y="8955"/>
                    <a:pt x="169" y="8955"/>
                    <a:pt x="165" y="8955"/>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8" name="Google Shape;2188;p47"/>
            <p:cNvSpPr/>
            <p:nvPr/>
          </p:nvSpPr>
          <p:spPr>
            <a:xfrm>
              <a:off x="4881405" y="3711000"/>
              <a:ext cx="5000" cy="11425"/>
            </a:xfrm>
            <a:custGeom>
              <a:rect b="b" l="l" r="r" t="t"/>
              <a:pathLst>
                <a:path extrusionOk="0" h="457" w="200">
                  <a:moveTo>
                    <a:pt x="116" y="0"/>
                  </a:moveTo>
                  <a:cubicBezTo>
                    <a:pt x="67" y="0"/>
                    <a:pt x="25" y="35"/>
                    <a:pt x="22" y="84"/>
                  </a:cubicBezTo>
                  <a:cubicBezTo>
                    <a:pt x="15" y="178"/>
                    <a:pt x="8" y="275"/>
                    <a:pt x="4" y="363"/>
                  </a:cubicBezTo>
                  <a:cubicBezTo>
                    <a:pt x="1" y="412"/>
                    <a:pt x="39" y="453"/>
                    <a:pt x="84" y="457"/>
                  </a:cubicBezTo>
                  <a:lnTo>
                    <a:pt x="92" y="457"/>
                  </a:lnTo>
                  <a:cubicBezTo>
                    <a:pt x="137" y="457"/>
                    <a:pt x="176" y="418"/>
                    <a:pt x="179" y="373"/>
                  </a:cubicBezTo>
                  <a:cubicBezTo>
                    <a:pt x="182" y="283"/>
                    <a:pt x="189" y="192"/>
                    <a:pt x="196" y="95"/>
                  </a:cubicBezTo>
                  <a:cubicBezTo>
                    <a:pt x="200" y="49"/>
                    <a:pt x="165" y="8"/>
                    <a:pt x="116" y="0"/>
                  </a:cubicBezTo>
                  <a:close/>
                </a:path>
              </a:pathLst>
            </a:custGeom>
            <a:solidFill>
              <a:srgbClr val="3D1C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9" name="Google Shape;2189;p47"/>
            <p:cNvSpPr/>
            <p:nvPr/>
          </p:nvSpPr>
          <p:spPr>
            <a:xfrm>
              <a:off x="4769830" y="3712225"/>
              <a:ext cx="140700" cy="35725"/>
            </a:xfrm>
            <a:custGeom>
              <a:rect b="b" l="l" r="r" t="t"/>
              <a:pathLst>
                <a:path extrusionOk="0" h="1429" w="5628">
                  <a:moveTo>
                    <a:pt x="206" y="0"/>
                  </a:moveTo>
                  <a:lnTo>
                    <a:pt x="1" y="1422"/>
                  </a:lnTo>
                  <a:lnTo>
                    <a:pt x="5380" y="1429"/>
                  </a:lnTo>
                  <a:lnTo>
                    <a:pt x="5628" y="46"/>
                  </a:lnTo>
                  <a:lnTo>
                    <a:pt x="206"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0" name="Google Shape;2190;p47"/>
            <p:cNvSpPr/>
            <p:nvPr/>
          </p:nvSpPr>
          <p:spPr>
            <a:xfrm>
              <a:off x="4830905" y="2806350"/>
              <a:ext cx="414225" cy="237800"/>
            </a:xfrm>
            <a:custGeom>
              <a:rect b="b" l="l" r="r" t="t"/>
              <a:pathLst>
                <a:path extrusionOk="0" h="9512" w="16569">
                  <a:moveTo>
                    <a:pt x="14122" y="0"/>
                  </a:moveTo>
                  <a:cubicBezTo>
                    <a:pt x="14122" y="0"/>
                    <a:pt x="9290" y="6067"/>
                    <a:pt x="8857" y="6095"/>
                  </a:cubicBezTo>
                  <a:cubicBezTo>
                    <a:pt x="8854" y="6095"/>
                    <a:pt x="8850" y="6095"/>
                    <a:pt x="8845" y="6095"/>
                  </a:cubicBezTo>
                  <a:cubicBezTo>
                    <a:pt x="8293" y="6095"/>
                    <a:pt x="38" y="4395"/>
                    <a:pt x="38" y="4395"/>
                  </a:cubicBezTo>
                  <a:lnTo>
                    <a:pt x="0" y="5830"/>
                  </a:lnTo>
                  <a:cubicBezTo>
                    <a:pt x="0" y="5830"/>
                    <a:pt x="6364" y="9512"/>
                    <a:pt x="9245" y="9512"/>
                  </a:cubicBezTo>
                  <a:cubicBezTo>
                    <a:pt x="9488" y="9512"/>
                    <a:pt x="9705" y="9486"/>
                    <a:pt x="9892" y="9429"/>
                  </a:cubicBezTo>
                  <a:cubicBezTo>
                    <a:pt x="12303" y="8702"/>
                    <a:pt x="16425" y="5336"/>
                    <a:pt x="16425" y="5336"/>
                  </a:cubicBezTo>
                  <a:cubicBezTo>
                    <a:pt x="16568" y="3237"/>
                    <a:pt x="14122" y="0"/>
                    <a:pt x="14122" y="0"/>
                  </a:cubicBezTo>
                  <a:close/>
                </a:path>
              </a:pathLst>
            </a:custGeom>
            <a:solidFill>
              <a:srgbClr val="E770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1" name="Google Shape;2191;p47"/>
            <p:cNvSpPr/>
            <p:nvPr/>
          </p:nvSpPr>
          <p:spPr>
            <a:xfrm>
              <a:off x="4873655" y="2926200"/>
              <a:ext cx="35750" cy="60250"/>
            </a:xfrm>
            <a:custGeom>
              <a:rect b="b" l="l" r="r" t="t"/>
              <a:pathLst>
                <a:path extrusionOk="0" h="2410" w="1430">
                  <a:moveTo>
                    <a:pt x="587" y="0"/>
                  </a:moveTo>
                  <a:cubicBezTo>
                    <a:pt x="516" y="0"/>
                    <a:pt x="440" y="6"/>
                    <a:pt x="360" y="19"/>
                  </a:cubicBezTo>
                  <a:cubicBezTo>
                    <a:pt x="360" y="19"/>
                    <a:pt x="666" y="1256"/>
                    <a:pt x="1" y="1970"/>
                  </a:cubicBezTo>
                  <a:cubicBezTo>
                    <a:pt x="1" y="1970"/>
                    <a:pt x="370" y="2409"/>
                    <a:pt x="869" y="2409"/>
                  </a:cubicBezTo>
                  <a:cubicBezTo>
                    <a:pt x="869" y="2409"/>
                    <a:pt x="1430" y="1290"/>
                    <a:pt x="1245" y="196"/>
                  </a:cubicBezTo>
                  <a:cubicBezTo>
                    <a:pt x="1245" y="196"/>
                    <a:pt x="1003" y="0"/>
                    <a:pt x="58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2" name="Google Shape;2192;p47"/>
            <p:cNvSpPr/>
            <p:nvPr/>
          </p:nvSpPr>
          <p:spPr>
            <a:xfrm>
              <a:off x="5050205" y="2958900"/>
              <a:ext cx="23200" cy="30725"/>
            </a:xfrm>
            <a:custGeom>
              <a:rect b="b" l="l" r="r" t="t"/>
              <a:pathLst>
                <a:path extrusionOk="0" h="1229" w="928">
                  <a:moveTo>
                    <a:pt x="98" y="0"/>
                  </a:moveTo>
                  <a:cubicBezTo>
                    <a:pt x="51" y="0"/>
                    <a:pt x="1" y="52"/>
                    <a:pt x="30" y="108"/>
                  </a:cubicBezTo>
                  <a:cubicBezTo>
                    <a:pt x="235" y="505"/>
                    <a:pt x="486" y="871"/>
                    <a:pt x="783" y="1206"/>
                  </a:cubicBezTo>
                  <a:cubicBezTo>
                    <a:pt x="796" y="1222"/>
                    <a:pt x="813" y="1229"/>
                    <a:pt x="829" y="1229"/>
                  </a:cubicBezTo>
                  <a:cubicBezTo>
                    <a:pt x="880" y="1229"/>
                    <a:pt x="928" y="1157"/>
                    <a:pt x="880" y="1104"/>
                  </a:cubicBezTo>
                  <a:cubicBezTo>
                    <a:pt x="594" y="777"/>
                    <a:pt x="354" y="421"/>
                    <a:pt x="151" y="35"/>
                  </a:cubicBezTo>
                  <a:cubicBezTo>
                    <a:pt x="138" y="10"/>
                    <a:pt x="118" y="0"/>
                    <a:pt x="98" y="0"/>
                  </a:cubicBezTo>
                  <a:close/>
                </a:path>
              </a:pathLst>
            </a:custGeom>
            <a:solidFill>
              <a:srgbClr val="BB3B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3" name="Google Shape;2193;p47"/>
            <p:cNvSpPr/>
            <p:nvPr/>
          </p:nvSpPr>
          <p:spPr>
            <a:xfrm>
              <a:off x="5051205" y="2963250"/>
              <a:ext cx="5275" cy="34150"/>
            </a:xfrm>
            <a:custGeom>
              <a:rect b="b" l="l" r="r" t="t"/>
              <a:pathLst>
                <a:path extrusionOk="0" h="1366" w="211">
                  <a:moveTo>
                    <a:pt x="124" y="1"/>
                  </a:moveTo>
                  <a:cubicBezTo>
                    <a:pt x="97" y="1"/>
                    <a:pt x="72" y="16"/>
                    <a:pt x="66" y="52"/>
                  </a:cubicBezTo>
                  <a:cubicBezTo>
                    <a:pt x="3" y="477"/>
                    <a:pt x="0" y="885"/>
                    <a:pt x="63" y="1313"/>
                  </a:cubicBezTo>
                  <a:cubicBezTo>
                    <a:pt x="67" y="1350"/>
                    <a:pt x="92" y="1366"/>
                    <a:pt x="119" y="1366"/>
                  </a:cubicBezTo>
                  <a:cubicBezTo>
                    <a:pt x="160" y="1366"/>
                    <a:pt x="207" y="1330"/>
                    <a:pt x="199" y="1276"/>
                  </a:cubicBezTo>
                  <a:cubicBezTo>
                    <a:pt x="143" y="874"/>
                    <a:pt x="143" y="488"/>
                    <a:pt x="202" y="91"/>
                  </a:cubicBezTo>
                  <a:cubicBezTo>
                    <a:pt x="210" y="36"/>
                    <a:pt x="165" y="1"/>
                    <a:pt x="124" y="1"/>
                  </a:cubicBezTo>
                  <a:close/>
                </a:path>
              </a:pathLst>
            </a:custGeom>
            <a:solidFill>
              <a:srgbClr val="BB3B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4" name="Google Shape;2194;p47"/>
            <p:cNvSpPr/>
            <p:nvPr/>
          </p:nvSpPr>
          <p:spPr>
            <a:xfrm>
              <a:off x="5110705" y="2800075"/>
              <a:ext cx="173625" cy="184525"/>
            </a:xfrm>
            <a:custGeom>
              <a:rect b="b" l="l" r="r" t="t"/>
              <a:pathLst>
                <a:path extrusionOk="0" h="7381" w="6945">
                  <a:moveTo>
                    <a:pt x="4020" y="1"/>
                  </a:moveTo>
                  <a:cubicBezTo>
                    <a:pt x="3732" y="1"/>
                    <a:pt x="3387" y="72"/>
                    <a:pt x="2930" y="251"/>
                  </a:cubicBezTo>
                  <a:cubicBezTo>
                    <a:pt x="2084" y="582"/>
                    <a:pt x="491" y="2255"/>
                    <a:pt x="0" y="3182"/>
                  </a:cubicBezTo>
                  <a:cubicBezTo>
                    <a:pt x="233" y="3443"/>
                    <a:pt x="1195" y="4558"/>
                    <a:pt x="1418" y="4830"/>
                  </a:cubicBezTo>
                  <a:cubicBezTo>
                    <a:pt x="2523" y="6175"/>
                    <a:pt x="3101" y="7095"/>
                    <a:pt x="4456" y="7380"/>
                  </a:cubicBezTo>
                  <a:cubicBezTo>
                    <a:pt x="5481" y="6175"/>
                    <a:pt x="6126" y="4767"/>
                    <a:pt x="6499" y="3743"/>
                  </a:cubicBezTo>
                  <a:cubicBezTo>
                    <a:pt x="6944" y="2517"/>
                    <a:pt x="6460" y="1129"/>
                    <a:pt x="5324" y="489"/>
                  </a:cubicBezTo>
                  <a:cubicBezTo>
                    <a:pt x="4869" y="233"/>
                    <a:pt x="4538" y="1"/>
                    <a:pt x="40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5" name="Google Shape;2195;p47"/>
            <p:cNvSpPr/>
            <p:nvPr/>
          </p:nvSpPr>
          <p:spPr>
            <a:xfrm>
              <a:off x="5128055" y="2854700"/>
              <a:ext cx="69575" cy="91600"/>
            </a:xfrm>
            <a:custGeom>
              <a:rect b="b" l="l" r="r" t="t"/>
              <a:pathLst>
                <a:path extrusionOk="0" h="3664" w="2783">
                  <a:moveTo>
                    <a:pt x="72" y="1"/>
                  </a:moveTo>
                  <a:cubicBezTo>
                    <a:pt x="35" y="1"/>
                    <a:pt x="1" y="38"/>
                    <a:pt x="27" y="78"/>
                  </a:cubicBezTo>
                  <a:cubicBezTo>
                    <a:pt x="905" y="1265"/>
                    <a:pt x="1787" y="2453"/>
                    <a:pt x="2665" y="3642"/>
                  </a:cubicBezTo>
                  <a:cubicBezTo>
                    <a:pt x="2676" y="3657"/>
                    <a:pt x="2692" y="3664"/>
                    <a:pt x="2708" y="3664"/>
                  </a:cubicBezTo>
                  <a:cubicBezTo>
                    <a:pt x="2745" y="3664"/>
                    <a:pt x="2783" y="3626"/>
                    <a:pt x="2756" y="3590"/>
                  </a:cubicBezTo>
                  <a:cubicBezTo>
                    <a:pt x="1878" y="2401"/>
                    <a:pt x="996" y="1213"/>
                    <a:pt x="118" y="25"/>
                  </a:cubicBezTo>
                  <a:cubicBezTo>
                    <a:pt x="105" y="8"/>
                    <a:pt x="89" y="1"/>
                    <a:pt x="7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6" name="Google Shape;2196;p47"/>
            <p:cNvSpPr/>
            <p:nvPr/>
          </p:nvSpPr>
          <p:spPr>
            <a:xfrm>
              <a:off x="4743880" y="2887275"/>
              <a:ext cx="132925" cy="86200"/>
            </a:xfrm>
            <a:custGeom>
              <a:rect b="b" l="l" r="r" t="t"/>
              <a:pathLst>
                <a:path extrusionOk="0" h="3448" w="5317">
                  <a:moveTo>
                    <a:pt x="1567" y="1"/>
                  </a:moveTo>
                  <a:cubicBezTo>
                    <a:pt x="1477" y="1"/>
                    <a:pt x="1423" y="42"/>
                    <a:pt x="1412" y="164"/>
                  </a:cubicBezTo>
                  <a:cubicBezTo>
                    <a:pt x="1383" y="436"/>
                    <a:pt x="2679" y="976"/>
                    <a:pt x="2679" y="976"/>
                  </a:cubicBezTo>
                  <a:cubicBezTo>
                    <a:pt x="2679" y="976"/>
                    <a:pt x="523" y="1074"/>
                    <a:pt x="331" y="1464"/>
                  </a:cubicBezTo>
                  <a:cubicBezTo>
                    <a:pt x="209" y="1709"/>
                    <a:pt x="458" y="1755"/>
                    <a:pt x="659" y="1755"/>
                  </a:cubicBezTo>
                  <a:cubicBezTo>
                    <a:pt x="779" y="1755"/>
                    <a:pt x="881" y="1739"/>
                    <a:pt x="881" y="1739"/>
                  </a:cubicBezTo>
                  <a:lnTo>
                    <a:pt x="881" y="1739"/>
                  </a:lnTo>
                  <a:cubicBezTo>
                    <a:pt x="881" y="1739"/>
                    <a:pt x="0" y="1969"/>
                    <a:pt x="35" y="2241"/>
                  </a:cubicBezTo>
                  <a:cubicBezTo>
                    <a:pt x="47" y="2349"/>
                    <a:pt x="201" y="2382"/>
                    <a:pt x="382" y="2382"/>
                  </a:cubicBezTo>
                  <a:cubicBezTo>
                    <a:pt x="653" y="2382"/>
                    <a:pt x="986" y="2308"/>
                    <a:pt x="986" y="2308"/>
                  </a:cubicBezTo>
                  <a:lnTo>
                    <a:pt x="986" y="2308"/>
                  </a:lnTo>
                  <a:cubicBezTo>
                    <a:pt x="986" y="2308"/>
                    <a:pt x="254" y="2559"/>
                    <a:pt x="248" y="2784"/>
                  </a:cubicBezTo>
                  <a:cubicBezTo>
                    <a:pt x="245" y="2889"/>
                    <a:pt x="364" y="2924"/>
                    <a:pt x="523" y="2924"/>
                  </a:cubicBezTo>
                  <a:cubicBezTo>
                    <a:pt x="714" y="2924"/>
                    <a:pt x="961" y="2874"/>
                    <a:pt x="1122" y="2830"/>
                  </a:cubicBezTo>
                  <a:lnTo>
                    <a:pt x="1122" y="2830"/>
                  </a:lnTo>
                  <a:cubicBezTo>
                    <a:pt x="1122" y="2830"/>
                    <a:pt x="467" y="3136"/>
                    <a:pt x="544" y="3366"/>
                  </a:cubicBezTo>
                  <a:cubicBezTo>
                    <a:pt x="563" y="3424"/>
                    <a:pt x="613" y="3447"/>
                    <a:pt x="685" y="3447"/>
                  </a:cubicBezTo>
                  <a:cubicBezTo>
                    <a:pt x="903" y="3447"/>
                    <a:pt x="1316" y="3235"/>
                    <a:pt x="1631" y="3144"/>
                  </a:cubicBezTo>
                  <a:cubicBezTo>
                    <a:pt x="1916" y="3063"/>
                    <a:pt x="2484" y="2912"/>
                    <a:pt x="2968" y="2912"/>
                  </a:cubicBezTo>
                  <a:cubicBezTo>
                    <a:pt x="3193" y="2912"/>
                    <a:pt x="3399" y="2945"/>
                    <a:pt x="3551" y="3032"/>
                  </a:cubicBezTo>
                  <a:cubicBezTo>
                    <a:pt x="3716" y="3127"/>
                    <a:pt x="3889" y="3163"/>
                    <a:pt x="4059" y="3163"/>
                  </a:cubicBezTo>
                  <a:cubicBezTo>
                    <a:pt x="4083" y="3163"/>
                    <a:pt x="4106" y="3162"/>
                    <a:pt x="4129" y="3161"/>
                  </a:cubicBezTo>
                  <a:cubicBezTo>
                    <a:pt x="4742" y="3126"/>
                    <a:pt x="5227" y="2625"/>
                    <a:pt x="5268" y="2011"/>
                  </a:cubicBezTo>
                  <a:cubicBezTo>
                    <a:pt x="5317" y="1388"/>
                    <a:pt x="4931" y="806"/>
                    <a:pt x="4331" y="614"/>
                  </a:cubicBezTo>
                  <a:cubicBezTo>
                    <a:pt x="4171" y="562"/>
                    <a:pt x="3986" y="516"/>
                    <a:pt x="3770" y="478"/>
                  </a:cubicBezTo>
                  <a:cubicBezTo>
                    <a:pt x="3363" y="409"/>
                    <a:pt x="2408" y="203"/>
                    <a:pt x="2042" y="113"/>
                  </a:cubicBezTo>
                  <a:cubicBezTo>
                    <a:pt x="1841" y="62"/>
                    <a:pt x="1677" y="1"/>
                    <a:pt x="1567" y="1"/>
                  </a:cubicBezTo>
                  <a:close/>
                </a:path>
              </a:pathLst>
            </a:custGeom>
            <a:solidFill>
              <a:srgbClr val="E770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7" name="Google Shape;2197;p47"/>
            <p:cNvSpPr/>
            <p:nvPr/>
          </p:nvSpPr>
          <p:spPr>
            <a:xfrm>
              <a:off x="4762430" y="2923425"/>
              <a:ext cx="31000" cy="9125"/>
            </a:xfrm>
            <a:custGeom>
              <a:rect b="b" l="l" r="r" t="t"/>
              <a:pathLst>
                <a:path extrusionOk="0" h="365" w="1240">
                  <a:moveTo>
                    <a:pt x="1167" y="0"/>
                  </a:moveTo>
                  <a:cubicBezTo>
                    <a:pt x="1166" y="0"/>
                    <a:pt x="1165" y="0"/>
                    <a:pt x="1164" y="0"/>
                  </a:cubicBezTo>
                  <a:cubicBezTo>
                    <a:pt x="781" y="21"/>
                    <a:pt x="411" y="109"/>
                    <a:pt x="56" y="259"/>
                  </a:cubicBezTo>
                  <a:cubicBezTo>
                    <a:pt x="0" y="283"/>
                    <a:pt x="21" y="365"/>
                    <a:pt x="70" y="365"/>
                  </a:cubicBezTo>
                  <a:cubicBezTo>
                    <a:pt x="77" y="365"/>
                    <a:pt x="84" y="363"/>
                    <a:pt x="91" y="360"/>
                  </a:cubicBezTo>
                  <a:cubicBezTo>
                    <a:pt x="440" y="214"/>
                    <a:pt x="798" y="130"/>
                    <a:pt x="1175" y="109"/>
                  </a:cubicBezTo>
                  <a:cubicBezTo>
                    <a:pt x="1240" y="105"/>
                    <a:pt x="1234" y="0"/>
                    <a:pt x="1167" y="0"/>
                  </a:cubicBezTo>
                  <a:close/>
                </a:path>
              </a:pathLst>
            </a:custGeom>
            <a:solidFill>
              <a:srgbClr val="BB3B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8" name="Google Shape;2198;p47"/>
            <p:cNvSpPr/>
            <p:nvPr/>
          </p:nvSpPr>
          <p:spPr>
            <a:xfrm>
              <a:off x="4763830" y="2938575"/>
              <a:ext cx="29200" cy="8325"/>
            </a:xfrm>
            <a:custGeom>
              <a:rect b="b" l="l" r="r" t="t"/>
              <a:pathLst>
                <a:path extrusionOk="0" h="333" w="1168">
                  <a:moveTo>
                    <a:pt x="1087" y="1"/>
                  </a:moveTo>
                  <a:cubicBezTo>
                    <a:pt x="732" y="1"/>
                    <a:pt x="390" y="109"/>
                    <a:pt x="59" y="227"/>
                  </a:cubicBezTo>
                  <a:cubicBezTo>
                    <a:pt x="0" y="249"/>
                    <a:pt x="25" y="332"/>
                    <a:pt x="75" y="332"/>
                  </a:cubicBezTo>
                  <a:cubicBezTo>
                    <a:pt x="81" y="332"/>
                    <a:pt x="88" y="331"/>
                    <a:pt x="94" y="328"/>
                  </a:cubicBezTo>
                  <a:cubicBezTo>
                    <a:pt x="418" y="214"/>
                    <a:pt x="749" y="109"/>
                    <a:pt x="1098" y="109"/>
                  </a:cubicBezTo>
                  <a:cubicBezTo>
                    <a:pt x="1167" y="109"/>
                    <a:pt x="1157" y="1"/>
                    <a:pt x="1087" y="1"/>
                  </a:cubicBezTo>
                  <a:close/>
                </a:path>
              </a:pathLst>
            </a:custGeom>
            <a:solidFill>
              <a:srgbClr val="BB3B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9" name="Google Shape;2199;p47"/>
            <p:cNvSpPr/>
            <p:nvPr/>
          </p:nvSpPr>
          <p:spPr>
            <a:xfrm>
              <a:off x="4768530" y="2951300"/>
              <a:ext cx="26550" cy="8950"/>
            </a:xfrm>
            <a:custGeom>
              <a:rect b="b" l="l" r="r" t="t"/>
              <a:pathLst>
                <a:path extrusionOk="0" h="358" w="1062">
                  <a:moveTo>
                    <a:pt x="986" y="1"/>
                  </a:moveTo>
                  <a:cubicBezTo>
                    <a:pt x="985" y="1"/>
                    <a:pt x="984" y="1"/>
                    <a:pt x="983" y="1"/>
                  </a:cubicBezTo>
                  <a:cubicBezTo>
                    <a:pt x="659" y="29"/>
                    <a:pt x="352" y="109"/>
                    <a:pt x="56" y="252"/>
                  </a:cubicBezTo>
                  <a:cubicBezTo>
                    <a:pt x="1" y="276"/>
                    <a:pt x="24" y="358"/>
                    <a:pt x="73" y="358"/>
                  </a:cubicBezTo>
                  <a:cubicBezTo>
                    <a:pt x="80" y="358"/>
                    <a:pt x="87" y="356"/>
                    <a:pt x="94" y="353"/>
                  </a:cubicBezTo>
                  <a:cubicBezTo>
                    <a:pt x="380" y="217"/>
                    <a:pt x="677" y="133"/>
                    <a:pt x="993" y="109"/>
                  </a:cubicBezTo>
                  <a:cubicBezTo>
                    <a:pt x="1062" y="106"/>
                    <a:pt x="1053" y="1"/>
                    <a:pt x="986" y="1"/>
                  </a:cubicBezTo>
                  <a:close/>
                </a:path>
              </a:pathLst>
            </a:custGeom>
            <a:solidFill>
              <a:srgbClr val="BB3B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0" name="Google Shape;2200;p47"/>
            <p:cNvSpPr/>
            <p:nvPr/>
          </p:nvSpPr>
          <p:spPr>
            <a:xfrm>
              <a:off x="4809155" y="2909750"/>
              <a:ext cx="31500" cy="11075"/>
            </a:xfrm>
            <a:custGeom>
              <a:rect b="b" l="l" r="r" t="t"/>
              <a:pathLst>
                <a:path extrusionOk="0" h="443" w="1260">
                  <a:moveTo>
                    <a:pt x="72" y="0"/>
                  </a:moveTo>
                  <a:cubicBezTo>
                    <a:pt x="26" y="0"/>
                    <a:pt x="1" y="76"/>
                    <a:pt x="51" y="105"/>
                  </a:cubicBezTo>
                  <a:cubicBezTo>
                    <a:pt x="400" y="317"/>
                    <a:pt x="783" y="429"/>
                    <a:pt x="1191" y="443"/>
                  </a:cubicBezTo>
                  <a:cubicBezTo>
                    <a:pt x="1192" y="443"/>
                    <a:pt x="1193" y="443"/>
                    <a:pt x="1194" y="443"/>
                  </a:cubicBezTo>
                  <a:cubicBezTo>
                    <a:pt x="1260" y="443"/>
                    <a:pt x="1249" y="338"/>
                    <a:pt x="1180" y="335"/>
                  </a:cubicBezTo>
                  <a:cubicBezTo>
                    <a:pt x="793" y="322"/>
                    <a:pt x="427" y="210"/>
                    <a:pt x="97" y="8"/>
                  </a:cubicBezTo>
                  <a:cubicBezTo>
                    <a:pt x="88" y="3"/>
                    <a:pt x="80" y="0"/>
                    <a:pt x="72" y="0"/>
                  </a:cubicBezTo>
                  <a:close/>
                </a:path>
              </a:pathLst>
            </a:custGeom>
            <a:solidFill>
              <a:srgbClr val="BB3B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1" name="Google Shape;2201;p47"/>
            <p:cNvSpPr/>
            <p:nvPr/>
          </p:nvSpPr>
          <p:spPr>
            <a:xfrm>
              <a:off x="4818980" y="2917825"/>
              <a:ext cx="34750" cy="31450"/>
            </a:xfrm>
            <a:custGeom>
              <a:rect b="b" l="l" r="r" t="t"/>
              <a:pathLst>
                <a:path extrusionOk="0" h="1258" w="1390">
                  <a:moveTo>
                    <a:pt x="68" y="1"/>
                  </a:moveTo>
                  <a:cubicBezTo>
                    <a:pt x="35" y="1"/>
                    <a:pt x="0" y="30"/>
                    <a:pt x="13" y="71"/>
                  </a:cubicBezTo>
                  <a:cubicBezTo>
                    <a:pt x="185" y="678"/>
                    <a:pt x="690" y="1138"/>
                    <a:pt x="1306" y="1256"/>
                  </a:cubicBezTo>
                  <a:cubicBezTo>
                    <a:pt x="1310" y="1257"/>
                    <a:pt x="1314" y="1257"/>
                    <a:pt x="1318" y="1257"/>
                  </a:cubicBezTo>
                  <a:cubicBezTo>
                    <a:pt x="1378" y="1257"/>
                    <a:pt x="1389" y="1161"/>
                    <a:pt x="1327" y="1152"/>
                  </a:cubicBezTo>
                  <a:cubicBezTo>
                    <a:pt x="745" y="1036"/>
                    <a:pt x="275" y="605"/>
                    <a:pt x="114" y="36"/>
                  </a:cubicBezTo>
                  <a:cubicBezTo>
                    <a:pt x="107" y="11"/>
                    <a:pt x="87" y="1"/>
                    <a:pt x="68" y="1"/>
                  </a:cubicBezTo>
                  <a:close/>
                </a:path>
              </a:pathLst>
            </a:custGeom>
            <a:solidFill>
              <a:srgbClr val="BB3B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2" name="Google Shape;2202;p47"/>
            <p:cNvSpPr/>
            <p:nvPr/>
          </p:nvSpPr>
          <p:spPr>
            <a:xfrm>
              <a:off x="4787330" y="2919800"/>
              <a:ext cx="12100" cy="36100"/>
            </a:xfrm>
            <a:custGeom>
              <a:rect b="b" l="l" r="r" t="t"/>
              <a:pathLst>
                <a:path extrusionOk="0" h="1444" w="484">
                  <a:moveTo>
                    <a:pt x="221" y="1"/>
                  </a:moveTo>
                  <a:cubicBezTo>
                    <a:pt x="203" y="1"/>
                    <a:pt x="187" y="10"/>
                    <a:pt x="179" y="31"/>
                  </a:cubicBezTo>
                  <a:cubicBezTo>
                    <a:pt x="1" y="501"/>
                    <a:pt x="67" y="1020"/>
                    <a:pt x="367" y="1421"/>
                  </a:cubicBezTo>
                  <a:cubicBezTo>
                    <a:pt x="379" y="1437"/>
                    <a:pt x="394" y="1443"/>
                    <a:pt x="410" y="1443"/>
                  </a:cubicBezTo>
                  <a:cubicBezTo>
                    <a:pt x="448" y="1443"/>
                    <a:pt x="484" y="1402"/>
                    <a:pt x="454" y="1362"/>
                  </a:cubicBezTo>
                  <a:cubicBezTo>
                    <a:pt x="179" y="989"/>
                    <a:pt x="113" y="508"/>
                    <a:pt x="276" y="79"/>
                  </a:cubicBezTo>
                  <a:cubicBezTo>
                    <a:pt x="292" y="35"/>
                    <a:pt x="255" y="1"/>
                    <a:pt x="221" y="1"/>
                  </a:cubicBezTo>
                  <a:close/>
                </a:path>
              </a:pathLst>
            </a:custGeom>
            <a:solidFill>
              <a:srgbClr val="BB3B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3" name="Google Shape;2203;p47"/>
            <p:cNvSpPr/>
            <p:nvPr/>
          </p:nvSpPr>
          <p:spPr>
            <a:xfrm>
              <a:off x="5170805" y="2970650"/>
              <a:ext cx="153850" cy="256725"/>
            </a:xfrm>
            <a:custGeom>
              <a:rect b="b" l="l" r="r" t="t"/>
              <a:pathLst>
                <a:path extrusionOk="0" h="10269" w="6154">
                  <a:moveTo>
                    <a:pt x="2645" y="0"/>
                  </a:moveTo>
                  <a:lnTo>
                    <a:pt x="2059" y="4541"/>
                  </a:lnTo>
                  <a:lnTo>
                    <a:pt x="0" y="7488"/>
                  </a:lnTo>
                  <a:cubicBezTo>
                    <a:pt x="0" y="7488"/>
                    <a:pt x="1569" y="10268"/>
                    <a:pt x="3116" y="10268"/>
                  </a:cubicBezTo>
                  <a:cubicBezTo>
                    <a:pt x="3747" y="10268"/>
                    <a:pt x="4373" y="9807"/>
                    <a:pt x="4889" y="8506"/>
                  </a:cubicBezTo>
                  <a:cubicBezTo>
                    <a:pt x="5666" y="6548"/>
                    <a:pt x="6153" y="429"/>
                    <a:pt x="6153" y="429"/>
                  </a:cubicBezTo>
                  <a:lnTo>
                    <a:pt x="2645" y="0"/>
                  </a:lnTo>
                  <a:close/>
                </a:path>
              </a:pathLst>
            </a:custGeom>
            <a:solidFill>
              <a:srgbClr val="B7544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4" name="Google Shape;2204;p47"/>
            <p:cNvSpPr/>
            <p:nvPr/>
          </p:nvSpPr>
          <p:spPr>
            <a:xfrm>
              <a:off x="5222080" y="3083150"/>
              <a:ext cx="23575" cy="7700"/>
            </a:xfrm>
            <a:custGeom>
              <a:rect b="b" l="l" r="r" t="t"/>
              <a:pathLst>
                <a:path extrusionOk="0" h="308" w="943">
                  <a:moveTo>
                    <a:pt x="105" y="0"/>
                  </a:moveTo>
                  <a:cubicBezTo>
                    <a:pt x="22" y="0"/>
                    <a:pt x="1" y="132"/>
                    <a:pt x="88" y="152"/>
                  </a:cubicBezTo>
                  <a:cubicBezTo>
                    <a:pt x="333" y="201"/>
                    <a:pt x="577" y="253"/>
                    <a:pt x="820" y="306"/>
                  </a:cubicBezTo>
                  <a:cubicBezTo>
                    <a:pt x="826" y="307"/>
                    <a:pt x="833" y="308"/>
                    <a:pt x="838" y="308"/>
                  </a:cubicBezTo>
                  <a:cubicBezTo>
                    <a:pt x="921" y="308"/>
                    <a:pt x="943" y="175"/>
                    <a:pt x="855" y="155"/>
                  </a:cubicBezTo>
                  <a:cubicBezTo>
                    <a:pt x="611" y="107"/>
                    <a:pt x="368" y="55"/>
                    <a:pt x="124" y="2"/>
                  </a:cubicBezTo>
                  <a:cubicBezTo>
                    <a:pt x="117" y="1"/>
                    <a:pt x="111" y="0"/>
                    <a:pt x="105" y="0"/>
                  </a:cubicBezTo>
                  <a:close/>
                </a:path>
              </a:pathLst>
            </a:custGeom>
            <a:solidFill>
              <a:srgbClr val="A236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5" name="Google Shape;2205;p47"/>
            <p:cNvSpPr/>
            <p:nvPr/>
          </p:nvSpPr>
          <p:spPr>
            <a:xfrm>
              <a:off x="5159480" y="2763900"/>
              <a:ext cx="321900" cy="430725"/>
            </a:xfrm>
            <a:custGeom>
              <a:rect b="b" l="l" r="r" t="t"/>
              <a:pathLst>
                <a:path extrusionOk="0" h="17229" w="12876">
                  <a:moveTo>
                    <a:pt x="6667" y="1"/>
                  </a:moveTo>
                  <a:cubicBezTo>
                    <a:pt x="6191" y="1"/>
                    <a:pt x="5407" y="53"/>
                    <a:pt x="4419" y="308"/>
                  </a:cubicBezTo>
                  <a:cubicBezTo>
                    <a:pt x="4314" y="336"/>
                    <a:pt x="4210" y="364"/>
                    <a:pt x="4109" y="392"/>
                  </a:cubicBezTo>
                  <a:cubicBezTo>
                    <a:pt x="2303" y="887"/>
                    <a:pt x="844" y="1556"/>
                    <a:pt x="889" y="2061"/>
                  </a:cubicBezTo>
                  <a:cubicBezTo>
                    <a:pt x="917" y="2354"/>
                    <a:pt x="641" y="3863"/>
                    <a:pt x="725" y="5765"/>
                  </a:cubicBezTo>
                  <a:cubicBezTo>
                    <a:pt x="774" y="6789"/>
                    <a:pt x="743" y="7887"/>
                    <a:pt x="756" y="8991"/>
                  </a:cubicBezTo>
                  <a:lnTo>
                    <a:pt x="756" y="8995"/>
                  </a:lnTo>
                  <a:lnTo>
                    <a:pt x="756" y="9194"/>
                  </a:lnTo>
                  <a:cubicBezTo>
                    <a:pt x="781" y="12051"/>
                    <a:pt x="631" y="14692"/>
                    <a:pt x="0" y="14811"/>
                  </a:cubicBezTo>
                  <a:lnTo>
                    <a:pt x="11983" y="17229"/>
                  </a:lnTo>
                  <a:cubicBezTo>
                    <a:pt x="11983" y="17229"/>
                    <a:pt x="12265" y="15943"/>
                    <a:pt x="12513" y="13970"/>
                  </a:cubicBezTo>
                  <a:cubicBezTo>
                    <a:pt x="12610" y="13187"/>
                    <a:pt x="12701" y="12291"/>
                    <a:pt x="12767" y="11326"/>
                  </a:cubicBezTo>
                  <a:cubicBezTo>
                    <a:pt x="12833" y="10368"/>
                    <a:pt x="12875" y="9340"/>
                    <a:pt x="12868" y="8284"/>
                  </a:cubicBezTo>
                  <a:lnTo>
                    <a:pt x="12868" y="8281"/>
                  </a:lnTo>
                  <a:cubicBezTo>
                    <a:pt x="12857" y="6754"/>
                    <a:pt x="12753" y="5165"/>
                    <a:pt x="12495" y="3629"/>
                  </a:cubicBezTo>
                  <a:cubicBezTo>
                    <a:pt x="12325" y="2622"/>
                    <a:pt x="11116" y="1803"/>
                    <a:pt x="9760" y="1103"/>
                  </a:cubicBezTo>
                  <a:cubicBezTo>
                    <a:pt x="9384" y="911"/>
                    <a:pt x="9035" y="747"/>
                    <a:pt x="8721" y="608"/>
                  </a:cubicBezTo>
                  <a:cubicBezTo>
                    <a:pt x="7788" y="201"/>
                    <a:pt x="7178" y="26"/>
                    <a:pt x="7178" y="26"/>
                  </a:cubicBezTo>
                  <a:cubicBezTo>
                    <a:pt x="7178" y="26"/>
                    <a:pt x="6996" y="1"/>
                    <a:pt x="66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6" name="Google Shape;2206;p47"/>
            <p:cNvSpPr/>
            <p:nvPr/>
          </p:nvSpPr>
          <p:spPr>
            <a:xfrm>
              <a:off x="5257730" y="2763900"/>
              <a:ext cx="119800" cy="58175"/>
            </a:xfrm>
            <a:custGeom>
              <a:rect b="b" l="l" r="r" t="t"/>
              <a:pathLst>
                <a:path extrusionOk="0" h="2327" w="4792">
                  <a:moveTo>
                    <a:pt x="2737" y="1"/>
                  </a:moveTo>
                  <a:cubicBezTo>
                    <a:pt x="2261" y="1"/>
                    <a:pt x="1477" y="53"/>
                    <a:pt x="489" y="308"/>
                  </a:cubicBezTo>
                  <a:cubicBezTo>
                    <a:pt x="384" y="336"/>
                    <a:pt x="280" y="364"/>
                    <a:pt x="179" y="392"/>
                  </a:cubicBezTo>
                  <a:cubicBezTo>
                    <a:pt x="63" y="1029"/>
                    <a:pt x="0" y="2235"/>
                    <a:pt x="1467" y="2322"/>
                  </a:cubicBezTo>
                  <a:cubicBezTo>
                    <a:pt x="1520" y="2325"/>
                    <a:pt x="1572" y="2327"/>
                    <a:pt x="1624" y="2327"/>
                  </a:cubicBezTo>
                  <a:cubicBezTo>
                    <a:pt x="3084" y="2327"/>
                    <a:pt x="4287" y="1126"/>
                    <a:pt x="4791" y="608"/>
                  </a:cubicBezTo>
                  <a:cubicBezTo>
                    <a:pt x="3858" y="201"/>
                    <a:pt x="3248" y="26"/>
                    <a:pt x="3248" y="26"/>
                  </a:cubicBezTo>
                  <a:cubicBezTo>
                    <a:pt x="3248" y="26"/>
                    <a:pt x="3066" y="1"/>
                    <a:pt x="273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7" name="Google Shape;2207;p47"/>
            <p:cNvSpPr/>
            <p:nvPr/>
          </p:nvSpPr>
          <p:spPr>
            <a:xfrm>
              <a:off x="5063205" y="2973350"/>
              <a:ext cx="412500" cy="323350"/>
            </a:xfrm>
            <a:custGeom>
              <a:rect b="b" l="l" r="r" t="t"/>
              <a:pathLst>
                <a:path extrusionOk="0" h="12934" w="16500">
                  <a:moveTo>
                    <a:pt x="16458" y="0"/>
                  </a:moveTo>
                  <a:lnTo>
                    <a:pt x="4607" y="617"/>
                  </a:lnTo>
                  <a:cubicBezTo>
                    <a:pt x="4604" y="631"/>
                    <a:pt x="4600" y="697"/>
                    <a:pt x="4594" y="809"/>
                  </a:cubicBezTo>
                  <a:cubicBezTo>
                    <a:pt x="4513" y="1708"/>
                    <a:pt x="4089" y="5565"/>
                    <a:pt x="2273" y="8011"/>
                  </a:cubicBezTo>
                  <a:cubicBezTo>
                    <a:pt x="1" y="11079"/>
                    <a:pt x="8697" y="12933"/>
                    <a:pt x="12685" y="12933"/>
                  </a:cubicBezTo>
                  <a:cubicBezTo>
                    <a:pt x="13467" y="12933"/>
                    <a:pt x="14068" y="12862"/>
                    <a:pt x="14370" y="12715"/>
                  </a:cubicBezTo>
                  <a:cubicBezTo>
                    <a:pt x="15650" y="12091"/>
                    <a:pt x="16165" y="8712"/>
                    <a:pt x="16364" y="5592"/>
                  </a:cubicBezTo>
                  <a:cubicBezTo>
                    <a:pt x="16423" y="4659"/>
                    <a:pt x="16454" y="3749"/>
                    <a:pt x="16468" y="2945"/>
                  </a:cubicBezTo>
                  <a:cubicBezTo>
                    <a:pt x="16499" y="1237"/>
                    <a:pt x="16458" y="0"/>
                    <a:pt x="1645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8" name="Google Shape;2208;p47"/>
            <p:cNvSpPr/>
            <p:nvPr/>
          </p:nvSpPr>
          <p:spPr>
            <a:xfrm>
              <a:off x="5150655" y="2995650"/>
              <a:ext cx="70075" cy="120450"/>
            </a:xfrm>
            <a:custGeom>
              <a:rect b="b" l="l" r="r" t="t"/>
              <a:pathLst>
                <a:path extrusionOk="0" h="4818" w="2803">
                  <a:moveTo>
                    <a:pt x="1085" y="1"/>
                  </a:moveTo>
                  <a:cubicBezTo>
                    <a:pt x="1081" y="52"/>
                    <a:pt x="1075" y="109"/>
                    <a:pt x="1071" y="171"/>
                  </a:cubicBezTo>
                  <a:cubicBezTo>
                    <a:pt x="1085" y="178"/>
                    <a:pt x="1099" y="185"/>
                    <a:pt x="1113" y="192"/>
                  </a:cubicBezTo>
                  <a:cubicBezTo>
                    <a:pt x="1771" y="516"/>
                    <a:pt x="2280" y="1133"/>
                    <a:pt x="2416" y="1871"/>
                  </a:cubicBezTo>
                  <a:cubicBezTo>
                    <a:pt x="2604" y="2896"/>
                    <a:pt x="2082" y="3962"/>
                    <a:pt x="1144" y="4419"/>
                  </a:cubicBezTo>
                  <a:cubicBezTo>
                    <a:pt x="1054" y="4460"/>
                    <a:pt x="959" y="4499"/>
                    <a:pt x="866" y="4530"/>
                  </a:cubicBezTo>
                  <a:cubicBezTo>
                    <a:pt x="616" y="4617"/>
                    <a:pt x="357" y="4659"/>
                    <a:pt x="97" y="4659"/>
                  </a:cubicBezTo>
                  <a:cubicBezTo>
                    <a:pt x="85" y="4659"/>
                    <a:pt x="73" y="4659"/>
                    <a:pt x="60" y="4659"/>
                  </a:cubicBezTo>
                  <a:cubicBezTo>
                    <a:pt x="39" y="4711"/>
                    <a:pt x="18" y="4763"/>
                    <a:pt x="1" y="4816"/>
                  </a:cubicBezTo>
                  <a:cubicBezTo>
                    <a:pt x="31" y="4817"/>
                    <a:pt x="60" y="4817"/>
                    <a:pt x="90" y="4817"/>
                  </a:cubicBezTo>
                  <a:cubicBezTo>
                    <a:pt x="339" y="4817"/>
                    <a:pt x="587" y="4780"/>
                    <a:pt x="827" y="4708"/>
                  </a:cubicBezTo>
                  <a:cubicBezTo>
                    <a:pt x="1395" y="4537"/>
                    <a:pt x="1903" y="4171"/>
                    <a:pt x="2228" y="3652"/>
                  </a:cubicBezTo>
                  <a:cubicBezTo>
                    <a:pt x="2802" y="2722"/>
                    <a:pt x="2723" y="1498"/>
                    <a:pt x="2001" y="673"/>
                  </a:cubicBezTo>
                  <a:cubicBezTo>
                    <a:pt x="1757" y="390"/>
                    <a:pt x="1451" y="164"/>
                    <a:pt x="1109" y="14"/>
                  </a:cubicBezTo>
                  <a:cubicBezTo>
                    <a:pt x="1102" y="7"/>
                    <a:pt x="1096" y="4"/>
                    <a:pt x="108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9" name="Google Shape;2209;p47"/>
            <p:cNvSpPr/>
            <p:nvPr/>
          </p:nvSpPr>
          <p:spPr>
            <a:xfrm>
              <a:off x="5341705" y="2959825"/>
              <a:ext cx="77450" cy="250625"/>
            </a:xfrm>
            <a:custGeom>
              <a:rect b="b" l="l" r="r" t="t"/>
              <a:pathLst>
                <a:path extrusionOk="0" h="10025" w="3098">
                  <a:moveTo>
                    <a:pt x="1361" y="1"/>
                  </a:moveTo>
                  <a:cubicBezTo>
                    <a:pt x="1336" y="1"/>
                    <a:pt x="1311" y="11"/>
                    <a:pt x="1294" y="36"/>
                  </a:cubicBezTo>
                  <a:cubicBezTo>
                    <a:pt x="450" y="1276"/>
                    <a:pt x="1" y="2772"/>
                    <a:pt x="18" y="4273"/>
                  </a:cubicBezTo>
                  <a:cubicBezTo>
                    <a:pt x="36" y="5705"/>
                    <a:pt x="496" y="7116"/>
                    <a:pt x="1307" y="8298"/>
                  </a:cubicBezTo>
                  <a:cubicBezTo>
                    <a:pt x="1760" y="8952"/>
                    <a:pt x="2315" y="9528"/>
                    <a:pt x="2948" y="10009"/>
                  </a:cubicBezTo>
                  <a:cubicBezTo>
                    <a:pt x="2963" y="10020"/>
                    <a:pt x="2978" y="10025"/>
                    <a:pt x="2992" y="10025"/>
                  </a:cubicBezTo>
                  <a:cubicBezTo>
                    <a:pt x="3055" y="10025"/>
                    <a:pt x="3098" y="9921"/>
                    <a:pt x="3029" y="9872"/>
                  </a:cubicBezTo>
                  <a:cubicBezTo>
                    <a:pt x="1924" y="9036"/>
                    <a:pt x="1074" y="7880"/>
                    <a:pt x="600" y="6580"/>
                  </a:cubicBezTo>
                  <a:cubicBezTo>
                    <a:pt x="109" y="5228"/>
                    <a:pt x="53" y="3747"/>
                    <a:pt x="415" y="2354"/>
                  </a:cubicBezTo>
                  <a:cubicBezTo>
                    <a:pt x="625" y="1555"/>
                    <a:pt x="969" y="799"/>
                    <a:pt x="1432" y="117"/>
                  </a:cubicBezTo>
                  <a:cubicBezTo>
                    <a:pt x="1474" y="58"/>
                    <a:pt x="1418" y="1"/>
                    <a:pt x="136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0" name="Google Shape;2210;p47"/>
            <p:cNvSpPr/>
            <p:nvPr/>
          </p:nvSpPr>
          <p:spPr>
            <a:xfrm>
              <a:off x="5389430" y="3045100"/>
              <a:ext cx="51475" cy="108925"/>
            </a:xfrm>
            <a:custGeom>
              <a:rect b="b" l="l" r="r" t="t"/>
              <a:pathLst>
                <a:path extrusionOk="0" h="4357" w="2059">
                  <a:moveTo>
                    <a:pt x="1731" y="0"/>
                  </a:moveTo>
                  <a:cubicBezTo>
                    <a:pt x="746" y="0"/>
                    <a:pt x="102" y="1013"/>
                    <a:pt x="54" y="1939"/>
                  </a:cubicBezTo>
                  <a:cubicBezTo>
                    <a:pt x="1" y="2886"/>
                    <a:pt x="478" y="3841"/>
                    <a:pt x="1287" y="4343"/>
                  </a:cubicBezTo>
                  <a:cubicBezTo>
                    <a:pt x="1301" y="4352"/>
                    <a:pt x="1315" y="4356"/>
                    <a:pt x="1328" y="4356"/>
                  </a:cubicBezTo>
                  <a:cubicBezTo>
                    <a:pt x="1396" y="4356"/>
                    <a:pt x="1440" y="4250"/>
                    <a:pt x="1367" y="4203"/>
                  </a:cubicBezTo>
                  <a:cubicBezTo>
                    <a:pt x="649" y="3758"/>
                    <a:pt x="210" y="2928"/>
                    <a:pt x="207" y="2085"/>
                  </a:cubicBezTo>
                  <a:cubicBezTo>
                    <a:pt x="203" y="1226"/>
                    <a:pt x="766" y="156"/>
                    <a:pt x="1716" y="156"/>
                  </a:cubicBezTo>
                  <a:cubicBezTo>
                    <a:pt x="1782" y="156"/>
                    <a:pt x="1851" y="161"/>
                    <a:pt x="1921" y="172"/>
                  </a:cubicBezTo>
                  <a:cubicBezTo>
                    <a:pt x="1926" y="173"/>
                    <a:pt x="1932" y="173"/>
                    <a:pt x="1937" y="173"/>
                  </a:cubicBezTo>
                  <a:cubicBezTo>
                    <a:pt x="2026" y="173"/>
                    <a:pt x="2058" y="35"/>
                    <a:pt x="1963" y="19"/>
                  </a:cubicBezTo>
                  <a:cubicBezTo>
                    <a:pt x="1883" y="6"/>
                    <a:pt x="1806" y="0"/>
                    <a:pt x="173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1" name="Google Shape;2211;p47"/>
            <p:cNvSpPr/>
            <p:nvPr/>
          </p:nvSpPr>
          <p:spPr>
            <a:xfrm>
              <a:off x="5132805" y="3138775"/>
              <a:ext cx="128600" cy="129325"/>
            </a:xfrm>
            <a:custGeom>
              <a:rect b="b" l="l" r="r" t="t"/>
              <a:pathLst>
                <a:path extrusionOk="0" h="5173" w="5144">
                  <a:moveTo>
                    <a:pt x="1487" y="0"/>
                  </a:moveTo>
                  <a:cubicBezTo>
                    <a:pt x="1208" y="0"/>
                    <a:pt x="929" y="39"/>
                    <a:pt x="656" y="122"/>
                  </a:cubicBezTo>
                  <a:cubicBezTo>
                    <a:pt x="478" y="175"/>
                    <a:pt x="311" y="244"/>
                    <a:pt x="155" y="331"/>
                  </a:cubicBezTo>
                  <a:cubicBezTo>
                    <a:pt x="105" y="426"/>
                    <a:pt x="53" y="516"/>
                    <a:pt x="1" y="606"/>
                  </a:cubicBezTo>
                  <a:cubicBezTo>
                    <a:pt x="423" y="305"/>
                    <a:pt x="968" y="166"/>
                    <a:pt x="1503" y="166"/>
                  </a:cubicBezTo>
                  <a:cubicBezTo>
                    <a:pt x="1776" y="166"/>
                    <a:pt x="2047" y="202"/>
                    <a:pt x="2297" y="272"/>
                  </a:cubicBezTo>
                  <a:cubicBezTo>
                    <a:pt x="3513" y="610"/>
                    <a:pt x="4465" y="1627"/>
                    <a:pt x="4687" y="2872"/>
                  </a:cubicBezTo>
                  <a:cubicBezTo>
                    <a:pt x="4823" y="3610"/>
                    <a:pt x="4701" y="4387"/>
                    <a:pt x="4349" y="5053"/>
                  </a:cubicBezTo>
                  <a:cubicBezTo>
                    <a:pt x="4316" y="5115"/>
                    <a:pt x="4372" y="5172"/>
                    <a:pt x="4426" y="5172"/>
                  </a:cubicBezTo>
                  <a:cubicBezTo>
                    <a:pt x="4450" y="5172"/>
                    <a:pt x="4474" y="5161"/>
                    <a:pt x="4489" y="5133"/>
                  </a:cubicBezTo>
                  <a:cubicBezTo>
                    <a:pt x="5144" y="3893"/>
                    <a:pt x="5005" y="2320"/>
                    <a:pt x="4095" y="1244"/>
                  </a:cubicBezTo>
                  <a:cubicBezTo>
                    <a:pt x="3459" y="489"/>
                    <a:pt x="2476" y="0"/>
                    <a:pt x="148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2" name="Google Shape;2212;p47"/>
            <p:cNvSpPr/>
            <p:nvPr/>
          </p:nvSpPr>
          <p:spPr>
            <a:xfrm>
              <a:off x="5178280" y="2966625"/>
              <a:ext cx="238275" cy="326625"/>
            </a:xfrm>
            <a:custGeom>
              <a:rect b="b" l="l" r="r" t="t"/>
              <a:pathLst>
                <a:path extrusionOk="0" h="13065" w="9531">
                  <a:moveTo>
                    <a:pt x="1" y="1"/>
                  </a:moveTo>
                  <a:lnTo>
                    <a:pt x="1" y="182"/>
                  </a:lnTo>
                  <a:cubicBezTo>
                    <a:pt x="332" y="374"/>
                    <a:pt x="645" y="593"/>
                    <a:pt x="941" y="837"/>
                  </a:cubicBezTo>
                  <a:cubicBezTo>
                    <a:pt x="1179" y="1032"/>
                    <a:pt x="1409" y="1245"/>
                    <a:pt x="1618" y="1471"/>
                  </a:cubicBezTo>
                  <a:cubicBezTo>
                    <a:pt x="2471" y="2384"/>
                    <a:pt x="3004" y="3492"/>
                    <a:pt x="3360" y="4677"/>
                  </a:cubicBezTo>
                  <a:cubicBezTo>
                    <a:pt x="3646" y="5649"/>
                    <a:pt x="3841" y="6681"/>
                    <a:pt x="4106" y="7680"/>
                  </a:cubicBezTo>
                  <a:cubicBezTo>
                    <a:pt x="4465" y="9026"/>
                    <a:pt x="4945" y="10319"/>
                    <a:pt x="5949" y="11343"/>
                  </a:cubicBezTo>
                  <a:cubicBezTo>
                    <a:pt x="6879" y="12287"/>
                    <a:pt x="8116" y="12897"/>
                    <a:pt x="9429" y="13064"/>
                  </a:cubicBezTo>
                  <a:cubicBezTo>
                    <a:pt x="9433" y="13064"/>
                    <a:pt x="9436" y="13065"/>
                    <a:pt x="9438" y="13065"/>
                  </a:cubicBezTo>
                  <a:cubicBezTo>
                    <a:pt x="9531" y="13065"/>
                    <a:pt x="9528" y="12914"/>
                    <a:pt x="9429" y="12904"/>
                  </a:cubicBezTo>
                  <a:cubicBezTo>
                    <a:pt x="8214" y="12751"/>
                    <a:pt x="7060" y="12193"/>
                    <a:pt x="6179" y="11343"/>
                  </a:cubicBezTo>
                  <a:cubicBezTo>
                    <a:pt x="5280" y="10478"/>
                    <a:pt x="4757" y="9346"/>
                    <a:pt x="4405" y="8161"/>
                  </a:cubicBezTo>
                  <a:cubicBezTo>
                    <a:pt x="4360" y="8015"/>
                    <a:pt x="4318" y="7865"/>
                    <a:pt x="4280" y="7715"/>
                  </a:cubicBezTo>
                  <a:cubicBezTo>
                    <a:pt x="4005" y="6684"/>
                    <a:pt x="3809" y="5631"/>
                    <a:pt x="3503" y="4607"/>
                  </a:cubicBezTo>
                  <a:cubicBezTo>
                    <a:pt x="3165" y="3478"/>
                    <a:pt x="2663" y="2412"/>
                    <a:pt x="1879" y="1520"/>
                  </a:cubicBezTo>
                  <a:cubicBezTo>
                    <a:pt x="1660" y="1273"/>
                    <a:pt x="1426" y="1040"/>
                    <a:pt x="1175" y="823"/>
                  </a:cubicBezTo>
                  <a:cubicBezTo>
                    <a:pt x="813" y="509"/>
                    <a:pt x="419" y="234"/>
                    <a:pt x="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3" name="Google Shape;2213;p47"/>
            <p:cNvSpPr/>
            <p:nvPr/>
          </p:nvSpPr>
          <p:spPr>
            <a:xfrm>
              <a:off x="5200430" y="2794850"/>
              <a:ext cx="223800" cy="81500"/>
            </a:xfrm>
            <a:custGeom>
              <a:rect b="b" l="l" r="r" t="t"/>
              <a:pathLst>
                <a:path extrusionOk="0" h="3260" w="8952">
                  <a:moveTo>
                    <a:pt x="139" y="0"/>
                  </a:moveTo>
                  <a:cubicBezTo>
                    <a:pt x="91" y="25"/>
                    <a:pt x="45" y="46"/>
                    <a:pt x="0" y="71"/>
                  </a:cubicBezTo>
                  <a:cubicBezTo>
                    <a:pt x="362" y="1380"/>
                    <a:pt x="1244" y="2523"/>
                    <a:pt x="2578" y="3004"/>
                  </a:cubicBezTo>
                  <a:cubicBezTo>
                    <a:pt x="3063" y="3178"/>
                    <a:pt x="3577" y="3260"/>
                    <a:pt x="4093" y="3260"/>
                  </a:cubicBezTo>
                  <a:cubicBezTo>
                    <a:pt x="4619" y="3260"/>
                    <a:pt x="5147" y="3175"/>
                    <a:pt x="5645" y="3018"/>
                  </a:cubicBezTo>
                  <a:cubicBezTo>
                    <a:pt x="6665" y="2697"/>
                    <a:pt x="7554" y="2063"/>
                    <a:pt x="8254" y="1259"/>
                  </a:cubicBezTo>
                  <a:cubicBezTo>
                    <a:pt x="8513" y="966"/>
                    <a:pt x="8742" y="653"/>
                    <a:pt x="8952" y="325"/>
                  </a:cubicBezTo>
                  <a:cubicBezTo>
                    <a:pt x="8906" y="297"/>
                    <a:pt x="8857" y="269"/>
                    <a:pt x="8812" y="241"/>
                  </a:cubicBezTo>
                  <a:cubicBezTo>
                    <a:pt x="8143" y="1307"/>
                    <a:pt x="7230" y="2206"/>
                    <a:pt x="6056" y="2701"/>
                  </a:cubicBezTo>
                  <a:cubicBezTo>
                    <a:pt x="5439" y="2958"/>
                    <a:pt x="4766" y="3100"/>
                    <a:pt x="4095" y="3100"/>
                  </a:cubicBezTo>
                  <a:cubicBezTo>
                    <a:pt x="3745" y="3100"/>
                    <a:pt x="3396" y="3061"/>
                    <a:pt x="3056" y="2980"/>
                  </a:cubicBezTo>
                  <a:cubicBezTo>
                    <a:pt x="2080" y="2743"/>
                    <a:pt x="1247" y="2147"/>
                    <a:pt x="707" y="1304"/>
                  </a:cubicBezTo>
                  <a:cubicBezTo>
                    <a:pt x="449" y="899"/>
                    <a:pt x="261" y="457"/>
                    <a:pt x="13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4" name="Google Shape;2214;p47"/>
            <p:cNvSpPr/>
            <p:nvPr/>
          </p:nvSpPr>
          <p:spPr>
            <a:xfrm>
              <a:off x="5178205" y="2848600"/>
              <a:ext cx="98200" cy="126150"/>
            </a:xfrm>
            <a:custGeom>
              <a:rect b="b" l="l" r="r" t="t"/>
              <a:pathLst>
                <a:path extrusionOk="0" h="5046" w="3928">
                  <a:moveTo>
                    <a:pt x="32" y="0"/>
                  </a:moveTo>
                  <a:cubicBezTo>
                    <a:pt x="25" y="56"/>
                    <a:pt x="21" y="112"/>
                    <a:pt x="18" y="171"/>
                  </a:cubicBezTo>
                  <a:cubicBezTo>
                    <a:pt x="1359" y="899"/>
                    <a:pt x="2645" y="1830"/>
                    <a:pt x="3387" y="3189"/>
                  </a:cubicBezTo>
                  <a:cubicBezTo>
                    <a:pt x="3575" y="3537"/>
                    <a:pt x="3767" y="3969"/>
                    <a:pt x="3670" y="4377"/>
                  </a:cubicBezTo>
                  <a:cubicBezTo>
                    <a:pt x="3579" y="4756"/>
                    <a:pt x="3251" y="4885"/>
                    <a:pt x="2910" y="4885"/>
                  </a:cubicBezTo>
                  <a:cubicBezTo>
                    <a:pt x="2792" y="4885"/>
                    <a:pt x="2673" y="4870"/>
                    <a:pt x="2562" y="4844"/>
                  </a:cubicBezTo>
                  <a:cubicBezTo>
                    <a:pt x="1760" y="4653"/>
                    <a:pt x="1081" y="4112"/>
                    <a:pt x="457" y="3600"/>
                  </a:cubicBezTo>
                  <a:cubicBezTo>
                    <a:pt x="304" y="3474"/>
                    <a:pt x="153" y="3349"/>
                    <a:pt x="0" y="3223"/>
                  </a:cubicBezTo>
                  <a:lnTo>
                    <a:pt x="0" y="3223"/>
                  </a:lnTo>
                  <a:cubicBezTo>
                    <a:pt x="0" y="3294"/>
                    <a:pt x="4" y="3363"/>
                    <a:pt x="4" y="3429"/>
                  </a:cubicBezTo>
                  <a:cubicBezTo>
                    <a:pt x="150" y="3551"/>
                    <a:pt x="296" y="3673"/>
                    <a:pt x="443" y="3795"/>
                  </a:cubicBezTo>
                  <a:cubicBezTo>
                    <a:pt x="1091" y="4321"/>
                    <a:pt x="1826" y="4893"/>
                    <a:pt x="2673" y="5025"/>
                  </a:cubicBezTo>
                  <a:cubicBezTo>
                    <a:pt x="2756" y="5039"/>
                    <a:pt x="2841" y="5046"/>
                    <a:pt x="2925" y="5046"/>
                  </a:cubicBezTo>
                  <a:cubicBezTo>
                    <a:pt x="3219" y="5046"/>
                    <a:pt x="3509" y="4957"/>
                    <a:pt x="3691" y="4708"/>
                  </a:cubicBezTo>
                  <a:cubicBezTo>
                    <a:pt x="3927" y="4381"/>
                    <a:pt x="3868" y="3934"/>
                    <a:pt x="3743" y="3579"/>
                  </a:cubicBezTo>
                  <a:cubicBezTo>
                    <a:pt x="3440" y="2729"/>
                    <a:pt x="2784" y="1983"/>
                    <a:pt x="2115" y="1398"/>
                  </a:cubicBezTo>
                  <a:cubicBezTo>
                    <a:pt x="1481" y="848"/>
                    <a:pt x="770" y="394"/>
                    <a:pt x="3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5" name="Google Shape;2215;p47"/>
            <p:cNvSpPr/>
            <p:nvPr/>
          </p:nvSpPr>
          <p:spPr>
            <a:xfrm>
              <a:off x="5174455" y="2837200"/>
              <a:ext cx="6250" cy="92375"/>
            </a:xfrm>
            <a:custGeom>
              <a:rect b="b" l="l" r="r" t="t"/>
              <a:pathLst>
                <a:path extrusionOk="0" h="3695" w="250">
                  <a:moveTo>
                    <a:pt x="201" y="1"/>
                  </a:moveTo>
                  <a:cubicBezTo>
                    <a:pt x="175" y="1"/>
                    <a:pt x="147" y="17"/>
                    <a:pt x="144" y="49"/>
                  </a:cubicBezTo>
                  <a:cubicBezTo>
                    <a:pt x="7" y="1244"/>
                    <a:pt x="1" y="2450"/>
                    <a:pt x="123" y="3645"/>
                  </a:cubicBezTo>
                  <a:cubicBezTo>
                    <a:pt x="126" y="3678"/>
                    <a:pt x="154" y="3695"/>
                    <a:pt x="180" y="3695"/>
                  </a:cubicBezTo>
                  <a:cubicBezTo>
                    <a:pt x="206" y="3695"/>
                    <a:pt x="231" y="3678"/>
                    <a:pt x="227" y="3645"/>
                  </a:cubicBezTo>
                  <a:cubicBezTo>
                    <a:pt x="105" y="2450"/>
                    <a:pt x="112" y="1244"/>
                    <a:pt x="245" y="49"/>
                  </a:cubicBezTo>
                  <a:cubicBezTo>
                    <a:pt x="250" y="17"/>
                    <a:pt x="227" y="1"/>
                    <a:pt x="20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6" name="Google Shape;2216;p47"/>
            <p:cNvSpPr/>
            <p:nvPr/>
          </p:nvSpPr>
          <p:spPr>
            <a:xfrm>
              <a:off x="5276205" y="2927125"/>
              <a:ext cx="70325" cy="91925"/>
            </a:xfrm>
            <a:custGeom>
              <a:rect b="b" l="l" r="r" t="t"/>
              <a:pathLst>
                <a:path extrusionOk="0" h="3677" w="2813">
                  <a:moveTo>
                    <a:pt x="2107" y="160"/>
                  </a:moveTo>
                  <a:cubicBezTo>
                    <a:pt x="2312" y="160"/>
                    <a:pt x="2490" y="302"/>
                    <a:pt x="2561" y="529"/>
                  </a:cubicBezTo>
                  <a:cubicBezTo>
                    <a:pt x="2648" y="807"/>
                    <a:pt x="2596" y="1124"/>
                    <a:pt x="2547" y="1404"/>
                  </a:cubicBezTo>
                  <a:cubicBezTo>
                    <a:pt x="2450" y="1971"/>
                    <a:pt x="2283" y="2612"/>
                    <a:pt x="1910" y="3065"/>
                  </a:cubicBezTo>
                  <a:cubicBezTo>
                    <a:pt x="1713" y="3309"/>
                    <a:pt x="1357" y="3519"/>
                    <a:pt x="1033" y="3519"/>
                  </a:cubicBezTo>
                  <a:cubicBezTo>
                    <a:pt x="823" y="3519"/>
                    <a:pt x="625" y="3431"/>
                    <a:pt x="492" y="3208"/>
                  </a:cubicBezTo>
                  <a:cubicBezTo>
                    <a:pt x="328" y="2937"/>
                    <a:pt x="408" y="2591"/>
                    <a:pt x="498" y="2306"/>
                  </a:cubicBezTo>
                  <a:cubicBezTo>
                    <a:pt x="579" y="2055"/>
                    <a:pt x="670" y="1804"/>
                    <a:pt x="781" y="1563"/>
                  </a:cubicBezTo>
                  <a:cubicBezTo>
                    <a:pt x="1028" y="1041"/>
                    <a:pt x="1376" y="577"/>
                    <a:pt x="1847" y="236"/>
                  </a:cubicBezTo>
                  <a:cubicBezTo>
                    <a:pt x="1935" y="184"/>
                    <a:pt x="2023" y="160"/>
                    <a:pt x="2107" y="160"/>
                  </a:cubicBezTo>
                  <a:close/>
                  <a:moveTo>
                    <a:pt x="2117" y="0"/>
                  </a:moveTo>
                  <a:cubicBezTo>
                    <a:pt x="2004" y="0"/>
                    <a:pt x="1888" y="30"/>
                    <a:pt x="1783" y="87"/>
                  </a:cubicBezTo>
                  <a:lnTo>
                    <a:pt x="1783" y="87"/>
                  </a:lnTo>
                  <a:cubicBezTo>
                    <a:pt x="1778" y="90"/>
                    <a:pt x="1772" y="93"/>
                    <a:pt x="1767" y="97"/>
                  </a:cubicBezTo>
                  <a:cubicBezTo>
                    <a:pt x="1767" y="97"/>
                    <a:pt x="1767" y="97"/>
                    <a:pt x="1767" y="97"/>
                  </a:cubicBezTo>
                  <a:lnTo>
                    <a:pt x="1767" y="97"/>
                  </a:lnTo>
                  <a:cubicBezTo>
                    <a:pt x="1762" y="100"/>
                    <a:pt x="1758" y="103"/>
                    <a:pt x="1754" y="106"/>
                  </a:cubicBezTo>
                  <a:lnTo>
                    <a:pt x="1754" y="106"/>
                  </a:lnTo>
                  <a:cubicBezTo>
                    <a:pt x="1238" y="488"/>
                    <a:pt x="859" y="997"/>
                    <a:pt x="599" y="1581"/>
                  </a:cubicBezTo>
                  <a:cubicBezTo>
                    <a:pt x="373" y="2097"/>
                    <a:pt x="1" y="2901"/>
                    <a:pt x="436" y="3403"/>
                  </a:cubicBezTo>
                  <a:cubicBezTo>
                    <a:pt x="606" y="3597"/>
                    <a:pt x="823" y="3677"/>
                    <a:pt x="1048" y="3677"/>
                  </a:cubicBezTo>
                  <a:cubicBezTo>
                    <a:pt x="1385" y="3677"/>
                    <a:pt x="1737" y="3496"/>
                    <a:pt x="1966" y="3247"/>
                  </a:cubicBezTo>
                  <a:cubicBezTo>
                    <a:pt x="2436" y="2731"/>
                    <a:pt x="2638" y="1940"/>
                    <a:pt x="2729" y="1264"/>
                  </a:cubicBezTo>
                  <a:cubicBezTo>
                    <a:pt x="2777" y="919"/>
                    <a:pt x="2812" y="497"/>
                    <a:pt x="2572" y="208"/>
                  </a:cubicBezTo>
                  <a:cubicBezTo>
                    <a:pt x="2451" y="67"/>
                    <a:pt x="2286" y="0"/>
                    <a:pt x="211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7" name="Google Shape;2217;p47"/>
            <p:cNvSpPr/>
            <p:nvPr/>
          </p:nvSpPr>
          <p:spPr>
            <a:xfrm>
              <a:off x="5399955" y="3022425"/>
              <a:ext cx="44350" cy="215200"/>
            </a:xfrm>
            <a:custGeom>
              <a:rect b="b" l="l" r="r" t="t"/>
              <a:pathLst>
                <a:path extrusionOk="0" h="8608" w="1774">
                  <a:moveTo>
                    <a:pt x="1696" y="0"/>
                  </a:moveTo>
                  <a:cubicBezTo>
                    <a:pt x="1657" y="0"/>
                    <a:pt x="1617" y="25"/>
                    <a:pt x="1615" y="75"/>
                  </a:cubicBezTo>
                  <a:cubicBezTo>
                    <a:pt x="1524" y="2317"/>
                    <a:pt x="1180" y="4543"/>
                    <a:pt x="583" y="6703"/>
                  </a:cubicBezTo>
                  <a:cubicBezTo>
                    <a:pt x="416" y="7313"/>
                    <a:pt x="228" y="7915"/>
                    <a:pt x="19" y="8515"/>
                  </a:cubicBezTo>
                  <a:cubicBezTo>
                    <a:pt x="0" y="8571"/>
                    <a:pt x="46" y="8607"/>
                    <a:pt x="93" y="8607"/>
                  </a:cubicBezTo>
                  <a:cubicBezTo>
                    <a:pt x="124" y="8607"/>
                    <a:pt x="156" y="8591"/>
                    <a:pt x="169" y="8553"/>
                  </a:cubicBezTo>
                  <a:cubicBezTo>
                    <a:pt x="904" y="6435"/>
                    <a:pt x="1395" y="4232"/>
                    <a:pt x="1632" y="2003"/>
                  </a:cubicBezTo>
                  <a:cubicBezTo>
                    <a:pt x="1699" y="1361"/>
                    <a:pt x="1744" y="720"/>
                    <a:pt x="1772" y="75"/>
                  </a:cubicBezTo>
                  <a:cubicBezTo>
                    <a:pt x="1773" y="25"/>
                    <a:pt x="1735" y="0"/>
                    <a:pt x="169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8" name="Google Shape;2218;p47"/>
            <p:cNvSpPr/>
            <p:nvPr/>
          </p:nvSpPr>
          <p:spPr>
            <a:xfrm>
              <a:off x="5092655" y="3616150"/>
              <a:ext cx="110925" cy="130850"/>
            </a:xfrm>
            <a:custGeom>
              <a:rect b="b" l="l" r="r" t="t"/>
              <a:pathLst>
                <a:path extrusionOk="0" h="5234" w="4437">
                  <a:moveTo>
                    <a:pt x="3088" y="0"/>
                  </a:moveTo>
                  <a:lnTo>
                    <a:pt x="0" y="167"/>
                  </a:lnTo>
                  <a:lnTo>
                    <a:pt x="2681" y="5233"/>
                  </a:lnTo>
                  <a:lnTo>
                    <a:pt x="4437" y="3739"/>
                  </a:lnTo>
                  <a:lnTo>
                    <a:pt x="3088" y="0"/>
                  </a:lnTo>
                  <a:close/>
                </a:path>
              </a:pathLst>
            </a:custGeom>
            <a:solidFill>
              <a:srgbClr val="E770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9" name="Google Shape;2219;p47"/>
            <p:cNvSpPr/>
            <p:nvPr/>
          </p:nvSpPr>
          <p:spPr>
            <a:xfrm>
              <a:off x="5110605" y="3687875"/>
              <a:ext cx="135400" cy="182825"/>
            </a:xfrm>
            <a:custGeom>
              <a:rect b="b" l="l" r="r" t="t"/>
              <a:pathLst>
                <a:path extrusionOk="0" h="7313" w="5416">
                  <a:moveTo>
                    <a:pt x="3407" y="1"/>
                  </a:moveTo>
                  <a:cubicBezTo>
                    <a:pt x="3223" y="1"/>
                    <a:pt x="3164" y="605"/>
                    <a:pt x="3164" y="605"/>
                  </a:cubicBezTo>
                  <a:lnTo>
                    <a:pt x="2534" y="1438"/>
                  </a:lnTo>
                  <a:cubicBezTo>
                    <a:pt x="2534" y="1438"/>
                    <a:pt x="1656" y="1782"/>
                    <a:pt x="1477" y="2152"/>
                  </a:cubicBezTo>
                  <a:cubicBezTo>
                    <a:pt x="1300" y="2525"/>
                    <a:pt x="1799" y="2946"/>
                    <a:pt x="1799" y="2946"/>
                  </a:cubicBezTo>
                  <a:cubicBezTo>
                    <a:pt x="1799" y="2946"/>
                    <a:pt x="819" y="4936"/>
                    <a:pt x="450" y="5372"/>
                  </a:cubicBezTo>
                  <a:cubicBezTo>
                    <a:pt x="129" y="5748"/>
                    <a:pt x="1" y="6235"/>
                    <a:pt x="390" y="6957"/>
                  </a:cubicBezTo>
                  <a:cubicBezTo>
                    <a:pt x="450" y="7068"/>
                    <a:pt x="523" y="7187"/>
                    <a:pt x="610" y="7312"/>
                  </a:cubicBezTo>
                  <a:lnTo>
                    <a:pt x="5415" y="2329"/>
                  </a:lnTo>
                  <a:cubicBezTo>
                    <a:pt x="5415" y="2329"/>
                    <a:pt x="5311" y="2208"/>
                    <a:pt x="5154" y="2016"/>
                  </a:cubicBezTo>
                  <a:cubicBezTo>
                    <a:pt x="4687" y="1455"/>
                    <a:pt x="3735" y="319"/>
                    <a:pt x="3526" y="75"/>
                  </a:cubicBezTo>
                  <a:cubicBezTo>
                    <a:pt x="3482" y="23"/>
                    <a:pt x="3442" y="1"/>
                    <a:pt x="3407"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0" name="Google Shape;2220;p47"/>
            <p:cNvSpPr/>
            <p:nvPr/>
          </p:nvSpPr>
          <p:spPr>
            <a:xfrm>
              <a:off x="5120355" y="3738250"/>
              <a:ext cx="125650" cy="132450"/>
            </a:xfrm>
            <a:custGeom>
              <a:rect b="b" l="l" r="r" t="t"/>
              <a:pathLst>
                <a:path extrusionOk="0" h="5298" w="5026">
                  <a:moveTo>
                    <a:pt x="4764" y="1"/>
                  </a:moveTo>
                  <a:lnTo>
                    <a:pt x="0" y="4942"/>
                  </a:lnTo>
                  <a:cubicBezTo>
                    <a:pt x="60" y="5053"/>
                    <a:pt x="133" y="5172"/>
                    <a:pt x="220" y="5297"/>
                  </a:cubicBezTo>
                  <a:lnTo>
                    <a:pt x="5025" y="314"/>
                  </a:lnTo>
                  <a:cubicBezTo>
                    <a:pt x="5025" y="314"/>
                    <a:pt x="4921" y="193"/>
                    <a:pt x="476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1" name="Google Shape;2221;p47"/>
            <p:cNvSpPr/>
            <p:nvPr/>
          </p:nvSpPr>
          <p:spPr>
            <a:xfrm>
              <a:off x="5206705" y="3707050"/>
              <a:ext cx="24675" cy="39775"/>
            </a:xfrm>
            <a:custGeom>
              <a:rect b="b" l="l" r="r" t="t"/>
              <a:pathLst>
                <a:path extrusionOk="0" h="1591" w="987">
                  <a:moveTo>
                    <a:pt x="214" y="1"/>
                  </a:moveTo>
                  <a:cubicBezTo>
                    <a:pt x="192" y="1"/>
                    <a:pt x="170" y="13"/>
                    <a:pt x="163" y="40"/>
                  </a:cubicBezTo>
                  <a:cubicBezTo>
                    <a:pt x="0" y="681"/>
                    <a:pt x="254" y="1357"/>
                    <a:pt x="906" y="1587"/>
                  </a:cubicBezTo>
                  <a:cubicBezTo>
                    <a:pt x="912" y="1590"/>
                    <a:pt x="918" y="1591"/>
                    <a:pt x="924" y="1591"/>
                  </a:cubicBezTo>
                  <a:cubicBezTo>
                    <a:pt x="973" y="1591"/>
                    <a:pt x="986" y="1505"/>
                    <a:pt x="930" y="1483"/>
                  </a:cubicBezTo>
                  <a:cubicBezTo>
                    <a:pt x="335" y="1274"/>
                    <a:pt x="118" y="646"/>
                    <a:pt x="268" y="64"/>
                  </a:cubicBezTo>
                  <a:cubicBezTo>
                    <a:pt x="278" y="26"/>
                    <a:pt x="246" y="1"/>
                    <a:pt x="21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2" name="Google Shape;2222;p47"/>
            <p:cNvSpPr/>
            <p:nvPr/>
          </p:nvSpPr>
          <p:spPr>
            <a:xfrm>
              <a:off x="5144555" y="3761750"/>
              <a:ext cx="25400" cy="18575"/>
            </a:xfrm>
            <a:custGeom>
              <a:rect b="b" l="l" r="r" t="t"/>
              <a:pathLst>
                <a:path extrusionOk="0" h="743" w="1016">
                  <a:moveTo>
                    <a:pt x="798" y="1"/>
                  </a:moveTo>
                  <a:cubicBezTo>
                    <a:pt x="398" y="1"/>
                    <a:pt x="61" y="247"/>
                    <a:pt x="5" y="678"/>
                  </a:cubicBezTo>
                  <a:cubicBezTo>
                    <a:pt x="1" y="717"/>
                    <a:pt x="36" y="743"/>
                    <a:pt x="67" y="743"/>
                  </a:cubicBezTo>
                  <a:cubicBezTo>
                    <a:pt x="88" y="743"/>
                    <a:pt x="107" y="730"/>
                    <a:pt x="109" y="702"/>
                  </a:cubicBezTo>
                  <a:cubicBezTo>
                    <a:pt x="156" y="325"/>
                    <a:pt x="442" y="104"/>
                    <a:pt x="797" y="104"/>
                  </a:cubicBezTo>
                  <a:cubicBezTo>
                    <a:pt x="839" y="104"/>
                    <a:pt x="881" y="107"/>
                    <a:pt x="925" y="113"/>
                  </a:cubicBezTo>
                  <a:cubicBezTo>
                    <a:pt x="928" y="114"/>
                    <a:pt x="931" y="114"/>
                    <a:pt x="934" y="114"/>
                  </a:cubicBezTo>
                  <a:cubicBezTo>
                    <a:pt x="993" y="114"/>
                    <a:pt x="1015" y="22"/>
                    <a:pt x="949" y="12"/>
                  </a:cubicBezTo>
                  <a:cubicBezTo>
                    <a:pt x="898" y="5"/>
                    <a:pt x="848" y="1"/>
                    <a:pt x="79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3" name="Google Shape;2223;p47"/>
            <p:cNvSpPr/>
            <p:nvPr/>
          </p:nvSpPr>
          <p:spPr>
            <a:xfrm>
              <a:off x="5137455" y="3775600"/>
              <a:ext cx="25375" cy="18575"/>
            </a:xfrm>
            <a:custGeom>
              <a:rect b="b" l="l" r="r" t="t"/>
              <a:pathLst>
                <a:path extrusionOk="0" h="743" w="1015">
                  <a:moveTo>
                    <a:pt x="799" y="0"/>
                  </a:moveTo>
                  <a:cubicBezTo>
                    <a:pt x="396" y="0"/>
                    <a:pt x="59" y="247"/>
                    <a:pt x="6" y="678"/>
                  </a:cubicBezTo>
                  <a:cubicBezTo>
                    <a:pt x="0" y="717"/>
                    <a:pt x="35" y="743"/>
                    <a:pt x="65" y="743"/>
                  </a:cubicBezTo>
                  <a:cubicBezTo>
                    <a:pt x="86" y="743"/>
                    <a:pt x="105" y="730"/>
                    <a:pt x="107" y="702"/>
                  </a:cubicBezTo>
                  <a:cubicBezTo>
                    <a:pt x="157" y="327"/>
                    <a:pt x="441" y="106"/>
                    <a:pt x="790" y="106"/>
                  </a:cubicBezTo>
                  <a:cubicBezTo>
                    <a:pt x="834" y="106"/>
                    <a:pt x="878" y="109"/>
                    <a:pt x="923" y="116"/>
                  </a:cubicBezTo>
                  <a:cubicBezTo>
                    <a:pt x="925" y="117"/>
                    <a:pt x="928" y="117"/>
                    <a:pt x="930" y="117"/>
                  </a:cubicBezTo>
                  <a:cubicBezTo>
                    <a:pt x="995" y="117"/>
                    <a:pt x="1015" y="22"/>
                    <a:pt x="951" y="12"/>
                  </a:cubicBezTo>
                  <a:cubicBezTo>
                    <a:pt x="900" y="4"/>
                    <a:pt x="849" y="0"/>
                    <a:pt x="79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4" name="Google Shape;2224;p47"/>
            <p:cNvSpPr/>
            <p:nvPr/>
          </p:nvSpPr>
          <p:spPr>
            <a:xfrm>
              <a:off x="5130005" y="3789800"/>
              <a:ext cx="25450" cy="18575"/>
            </a:xfrm>
            <a:custGeom>
              <a:rect b="b" l="l" r="r" t="t"/>
              <a:pathLst>
                <a:path extrusionOk="0" h="743" w="1018">
                  <a:moveTo>
                    <a:pt x="797" y="1"/>
                  </a:moveTo>
                  <a:cubicBezTo>
                    <a:pt x="397" y="1"/>
                    <a:pt x="61" y="247"/>
                    <a:pt x="5" y="677"/>
                  </a:cubicBezTo>
                  <a:cubicBezTo>
                    <a:pt x="1" y="717"/>
                    <a:pt x="35" y="743"/>
                    <a:pt x="65" y="743"/>
                  </a:cubicBezTo>
                  <a:cubicBezTo>
                    <a:pt x="86" y="743"/>
                    <a:pt x="105" y="731"/>
                    <a:pt x="109" y="702"/>
                  </a:cubicBezTo>
                  <a:cubicBezTo>
                    <a:pt x="156" y="327"/>
                    <a:pt x="439" y="107"/>
                    <a:pt x="791" y="107"/>
                  </a:cubicBezTo>
                  <a:cubicBezTo>
                    <a:pt x="834" y="107"/>
                    <a:pt x="879" y="110"/>
                    <a:pt x="925" y="117"/>
                  </a:cubicBezTo>
                  <a:cubicBezTo>
                    <a:pt x="927" y="117"/>
                    <a:pt x="929" y="117"/>
                    <a:pt x="931" y="117"/>
                  </a:cubicBezTo>
                  <a:cubicBezTo>
                    <a:pt x="993" y="117"/>
                    <a:pt x="1017" y="22"/>
                    <a:pt x="949" y="13"/>
                  </a:cubicBezTo>
                  <a:cubicBezTo>
                    <a:pt x="898" y="5"/>
                    <a:pt x="847" y="1"/>
                    <a:pt x="79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5" name="Google Shape;2225;p47"/>
            <p:cNvSpPr/>
            <p:nvPr/>
          </p:nvSpPr>
          <p:spPr>
            <a:xfrm>
              <a:off x="4869755" y="3181200"/>
              <a:ext cx="580425" cy="470500"/>
            </a:xfrm>
            <a:custGeom>
              <a:rect b="b" l="l" r="r" t="t"/>
              <a:pathLst>
                <a:path extrusionOk="0" h="18820" w="23217">
                  <a:moveTo>
                    <a:pt x="5960" y="0"/>
                  </a:moveTo>
                  <a:cubicBezTo>
                    <a:pt x="2807" y="0"/>
                    <a:pt x="435" y="673"/>
                    <a:pt x="254" y="2645"/>
                  </a:cubicBezTo>
                  <a:cubicBezTo>
                    <a:pt x="0" y="5429"/>
                    <a:pt x="8411" y="18820"/>
                    <a:pt x="8411" y="18820"/>
                  </a:cubicBezTo>
                  <a:lnTo>
                    <a:pt x="13123" y="18569"/>
                  </a:lnTo>
                  <a:lnTo>
                    <a:pt x="9000" y="7826"/>
                  </a:lnTo>
                  <a:lnTo>
                    <a:pt x="9000" y="7826"/>
                  </a:lnTo>
                  <a:cubicBezTo>
                    <a:pt x="9000" y="7826"/>
                    <a:pt x="12831" y="8582"/>
                    <a:pt x="16178" y="8582"/>
                  </a:cubicBezTo>
                  <a:cubicBezTo>
                    <a:pt x="17941" y="8582"/>
                    <a:pt x="19569" y="8373"/>
                    <a:pt x="20432" y="7732"/>
                  </a:cubicBezTo>
                  <a:cubicBezTo>
                    <a:pt x="23216" y="5662"/>
                    <a:pt x="23098" y="3101"/>
                    <a:pt x="23098" y="3101"/>
                  </a:cubicBezTo>
                  <a:cubicBezTo>
                    <a:pt x="23098" y="3101"/>
                    <a:pt x="12730" y="0"/>
                    <a:pt x="596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6" name="Google Shape;2226;p47"/>
            <p:cNvSpPr/>
            <p:nvPr/>
          </p:nvSpPr>
          <p:spPr>
            <a:xfrm>
              <a:off x="4903130" y="3339075"/>
              <a:ext cx="62025" cy="119625"/>
            </a:xfrm>
            <a:custGeom>
              <a:rect b="b" l="l" r="r" t="t"/>
              <a:pathLst>
                <a:path extrusionOk="0" h="4785" w="2481">
                  <a:moveTo>
                    <a:pt x="97" y="0"/>
                  </a:moveTo>
                  <a:cubicBezTo>
                    <a:pt x="51" y="0"/>
                    <a:pt x="1" y="53"/>
                    <a:pt x="27" y="110"/>
                  </a:cubicBezTo>
                  <a:cubicBezTo>
                    <a:pt x="756" y="1706"/>
                    <a:pt x="1505" y="3211"/>
                    <a:pt x="2345" y="4748"/>
                  </a:cubicBezTo>
                  <a:cubicBezTo>
                    <a:pt x="2359" y="4773"/>
                    <a:pt x="2383" y="4785"/>
                    <a:pt x="2407" y="4785"/>
                  </a:cubicBezTo>
                  <a:cubicBezTo>
                    <a:pt x="2439" y="4785"/>
                    <a:pt x="2471" y="4763"/>
                    <a:pt x="2477" y="4724"/>
                  </a:cubicBezTo>
                  <a:cubicBezTo>
                    <a:pt x="2480" y="4710"/>
                    <a:pt x="2477" y="4692"/>
                    <a:pt x="2470" y="4678"/>
                  </a:cubicBezTo>
                  <a:cubicBezTo>
                    <a:pt x="1641" y="3159"/>
                    <a:pt x="867" y="1612"/>
                    <a:pt x="149" y="37"/>
                  </a:cubicBezTo>
                  <a:cubicBezTo>
                    <a:pt x="138" y="11"/>
                    <a:pt x="117" y="0"/>
                    <a:pt x="97"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7" name="Google Shape;2227;p47"/>
            <p:cNvSpPr/>
            <p:nvPr/>
          </p:nvSpPr>
          <p:spPr>
            <a:xfrm>
              <a:off x="4876455" y="3235350"/>
              <a:ext cx="71825" cy="13525"/>
            </a:xfrm>
            <a:custGeom>
              <a:rect b="b" l="l" r="r" t="t"/>
              <a:pathLst>
                <a:path extrusionOk="0" h="541" w="2873">
                  <a:moveTo>
                    <a:pt x="2772" y="1"/>
                  </a:moveTo>
                  <a:cubicBezTo>
                    <a:pt x="2760" y="1"/>
                    <a:pt x="2748" y="4"/>
                    <a:pt x="2736" y="12"/>
                  </a:cubicBezTo>
                  <a:cubicBezTo>
                    <a:pt x="2301" y="268"/>
                    <a:pt x="1809" y="398"/>
                    <a:pt x="1316" y="398"/>
                  </a:cubicBezTo>
                  <a:cubicBezTo>
                    <a:pt x="916" y="398"/>
                    <a:pt x="515" y="312"/>
                    <a:pt x="144" y="138"/>
                  </a:cubicBezTo>
                  <a:cubicBezTo>
                    <a:pt x="133" y="133"/>
                    <a:pt x="123" y="130"/>
                    <a:pt x="113" y="130"/>
                  </a:cubicBezTo>
                  <a:cubicBezTo>
                    <a:pt x="47" y="130"/>
                    <a:pt x="1" y="230"/>
                    <a:pt x="73" y="263"/>
                  </a:cubicBezTo>
                  <a:cubicBezTo>
                    <a:pt x="469" y="449"/>
                    <a:pt x="895" y="541"/>
                    <a:pt x="1320" y="541"/>
                  </a:cubicBezTo>
                  <a:cubicBezTo>
                    <a:pt x="1835" y="541"/>
                    <a:pt x="2349" y="405"/>
                    <a:pt x="2805" y="134"/>
                  </a:cubicBezTo>
                  <a:cubicBezTo>
                    <a:pt x="2873" y="96"/>
                    <a:pt x="2832" y="1"/>
                    <a:pt x="2772"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8" name="Google Shape;2228;p47"/>
            <p:cNvSpPr/>
            <p:nvPr/>
          </p:nvSpPr>
          <p:spPr>
            <a:xfrm>
              <a:off x="5027505" y="3253475"/>
              <a:ext cx="380000" cy="361200"/>
            </a:xfrm>
            <a:custGeom>
              <a:rect b="b" l="l" r="r" t="t"/>
              <a:pathLst>
                <a:path extrusionOk="0" h="14448" w="15200">
                  <a:moveTo>
                    <a:pt x="1060" y="0"/>
                  </a:moveTo>
                  <a:cubicBezTo>
                    <a:pt x="1024" y="0"/>
                    <a:pt x="995" y="23"/>
                    <a:pt x="986" y="57"/>
                  </a:cubicBezTo>
                  <a:cubicBezTo>
                    <a:pt x="976" y="95"/>
                    <a:pt x="1001" y="133"/>
                    <a:pt x="1038" y="141"/>
                  </a:cubicBezTo>
                  <a:cubicBezTo>
                    <a:pt x="1216" y="183"/>
                    <a:pt x="1390" y="270"/>
                    <a:pt x="1554" y="405"/>
                  </a:cubicBezTo>
                  <a:cubicBezTo>
                    <a:pt x="1569" y="416"/>
                    <a:pt x="1586" y="419"/>
                    <a:pt x="1599" y="419"/>
                  </a:cubicBezTo>
                  <a:cubicBezTo>
                    <a:pt x="1620" y="419"/>
                    <a:pt x="1641" y="413"/>
                    <a:pt x="1655" y="395"/>
                  </a:cubicBezTo>
                  <a:cubicBezTo>
                    <a:pt x="1680" y="363"/>
                    <a:pt x="1676" y="318"/>
                    <a:pt x="1645" y="294"/>
                  </a:cubicBezTo>
                  <a:cubicBezTo>
                    <a:pt x="1464" y="148"/>
                    <a:pt x="1272" y="50"/>
                    <a:pt x="1073" y="1"/>
                  </a:cubicBezTo>
                  <a:cubicBezTo>
                    <a:pt x="1069" y="0"/>
                    <a:pt x="1064" y="0"/>
                    <a:pt x="1060" y="0"/>
                  </a:cubicBezTo>
                  <a:close/>
                  <a:moveTo>
                    <a:pt x="448" y="31"/>
                  </a:moveTo>
                  <a:cubicBezTo>
                    <a:pt x="439" y="31"/>
                    <a:pt x="430" y="33"/>
                    <a:pt x="422" y="36"/>
                  </a:cubicBezTo>
                  <a:cubicBezTo>
                    <a:pt x="220" y="123"/>
                    <a:pt x="88" y="301"/>
                    <a:pt x="28" y="566"/>
                  </a:cubicBezTo>
                  <a:cubicBezTo>
                    <a:pt x="21" y="604"/>
                    <a:pt x="46" y="643"/>
                    <a:pt x="84" y="649"/>
                  </a:cubicBezTo>
                  <a:cubicBezTo>
                    <a:pt x="88" y="653"/>
                    <a:pt x="94" y="653"/>
                    <a:pt x="98" y="653"/>
                  </a:cubicBezTo>
                  <a:cubicBezTo>
                    <a:pt x="129" y="653"/>
                    <a:pt x="160" y="628"/>
                    <a:pt x="168" y="597"/>
                  </a:cubicBezTo>
                  <a:cubicBezTo>
                    <a:pt x="216" y="378"/>
                    <a:pt x="317" y="238"/>
                    <a:pt x="478" y="168"/>
                  </a:cubicBezTo>
                  <a:cubicBezTo>
                    <a:pt x="512" y="151"/>
                    <a:pt x="530" y="109"/>
                    <a:pt x="516" y="74"/>
                  </a:cubicBezTo>
                  <a:cubicBezTo>
                    <a:pt x="503" y="48"/>
                    <a:pt x="476" y="31"/>
                    <a:pt x="448" y="31"/>
                  </a:cubicBezTo>
                  <a:close/>
                  <a:moveTo>
                    <a:pt x="2020" y="729"/>
                  </a:moveTo>
                  <a:cubicBezTo>
                    <a:pt x="2005" y="729"/>
                    <a:pt x="1990" y="733"/>
                    <a:pt x="1976" y="743"/>
                  </a:cubicBezTo>
                  <a:cubicBezTo>
                    <a:pt x="1945" y="768"/>
                    <a:pt x="1937" y="813"/>
                    <a:pt x="1962" y="844"/>
                  </a:cubicBezTo>
                  <a:cubicBezTo>
                    <a:pt x="2070" y="991"/>
                    <a:pt x="2178" y="1161"/>
                    <a:pt x="2283" y="1360"/>
                  </a:cubicBezTo>
                  <a:cubicBezTo>
                    <a:pt x="2297" y="1384"/>
                    <a:pt x="2321" y="1399"/>
                    <a:pt x="2345" y="1399"/>
                  </a:cubicBezTo>
                  <a:cubicBezTo>
                    <a:pt x="2360" y="1399"/>
                    <a:pt x="2370" y="1395"/>
                    <a:pt x="2381" y="1388"/>
                  </a:cubicBezTo>
                  <a:cubicBezTo>
                    <a:pt x="2415" y="1370"/>
                    <a:pt x="2429" y="1325"/>
                    <a:pt x="2408" y="1291"/>
                  </a:cubicBezTo>
                  <a:cubicBezTo>
                    <a:pt x="2300" y="1088"/>
                    <a:pt x="2188" y="914"/>
                    <a:pt x="2077" y="757"/>
                  </a:cubicBezTo>
                  <a:cubicBezTo>
                    <a:pt x="2062" y="739"/>
                    <a:pt x="2042" y="729"/>
                    <a:pt x="2020" y="729"/>
                  </a:cubicBezTo>
                  <a:close/>
                  <a:moveTo>
                    <a:pt x="15127" y="816"/>
                  </a:moveTo>
                  <a:cubicBezTo>
                    <a:pt x="15091" y="816"/>
                    <a:pt x="15056" y="843"/>
                    <a:pt x="15053" y="879"/>
                  </a:cubicBezTo>
                  <a:cubicBezTo>
                    <a:pt x="15053" y="879"/>
                    <a:pt x="15025" y="1124"/>
                    <a:pt x="14917" y="1471"/>
                  </a:cubicBezTo>
                  <a:cubicBezTo>
                    <a:pt x="14907" y="1510"/>
                    <a:pt x="14928" y="1548"/>
                    <a:pt x="14966" y="1558"/>
                  </a:cubicBezTo>
                  <a:cubicBezTo>
                    <a:pt x="14973" y="1563"/>
                    <a:pt x="14980" y="1563"/>
                    <a:pt x="14987" y="1563"/>
                  </a:cubicBezTo>
                  <a:cubicBezTo>
                    <a:pt x="15018" y="1563"/>
                    <a:pt x="15046" y="1542"/>
                    <a:pt x="15053" y="1513"/>
                  </a:cubicBezTo>
                  <a:cubicBezTo>
                    <a:pt x="15164" y="1151"/>
                    <a:pt x="15192" y="904"/>
                    <a:pt x="15196" y="897"/>
                  </a:cubicBezTo>
                  <a:cubicBezTo>
                    <a:pt x="15200" y="855"/>
                    <a:pt x="15171" y="820"/>
                    <a:pt x="15133" y="817"/>
                  </a:cubicBezTo>
                  <a:cubicBezTo>
                    <a:pt x="15131" y="816"/>
                    <a:pt x="15129" y="816"/>
                    <a:pt x="15127" y="816"/>
                  </a:cubicBezTo>
                  <a:close/>
                  <a:moveTo>
                    <a:pt x="70" y="1124"/>
                  </a:moveTo>
                  <a:cubicBezTo>
                    <a:pt x="31" y="1127"/>
                    <a:pt x="1" y="1161"/>
                    <a:pt x="4" y="1203"/>
                  </a:cubicBezTo>
                  <a:cubicBezTo>
                    <a:pt x="21" y="1384"/>
                    <a:pt x="56" y="1593"/>
                    <a:pt x="105" y="1820"/>
                  </a:cubicBezTo>
                  <a:cubicBezTo>
                    <a:pt x="115" y="1855"/>
                    <a:pt x="144" y="1876"/>
                    <a:pt x="174" y="1876"/>
                  </a:cubicBezTo>
                  <a:lnTo>
                    <a:pt x="192" y="1876"/>
                  </a:lnTo>
                  <a:cubicBezTo>
                    <a:pt x="231" y="1865"/>
                    <a:pt x="255" y="1827"/>
                    <a:pt x="244" y="1788"/>
                  </a:cubicBezTo>
                  <a:cubicBezTo>
                    <a:pt x="195" y="1569"/>
                    <a:pt x="164" y="1367"/>
                    <a:pt x="147" y="1190"/>
                  </a:cubicBezTo>
                  <a:cubicBezTo>
                    <a:pt x="144" y="1151"/>
                    <a:pt x="108" y="1124"/>
                    <a:pt x="70" y="1124"/>
                  </a:cubicBezTo>
                  <a:close/>
                  <a:moveTo>
                    <a:pt x="2618" y="1810"/>
                  </a:moveTo>
                  <a:cubicBezTo>
                    <a:pt x="2609" y="1810"/>
                    <a:pt x="2599" y="1812"/>
                    <a:pt x="2590" y="1817"/>
                  </a:cubicBezTo>
                  <a:cubicBezTo>
                    <a:pt x="2554" y="1834"/>
                    <a:pt x="2537" y="1876"/>
                    <a:pt x="2554" y="1910"/>
                  </a:cubicBezTo>
                  <a:cubicBezTo>
                    <a:pt x="2638" y="2102"/>
                    <a:pt x="2718" y="2298"/>
                    <a:pt x="2794" y="2478"/>
                  </a:cubicBezTo>
                  <a:cubicBezTo>
                    <a:pt x="2805" y="2507"/>
                    <a:pt x="2833" y="2524"/>
                    <a:pt x="2861" y="2524"/>
                  </a:cubicBezTo>
                  <a:cubicBezTo>
                    <a:pt x="2868" y="2524"/>
                    <a:pt x="2878" y="2520"/>
                    <a:pt x="2889" y="2517"/>
                  </a:cubicBezTo>
                  <a:cubicBezTo>
                    <a:pt x="2924" y="2503"/>
                    <a:pt x="2941" y="2462"/>
                    <a:pt x="2927" y="2423"/>
                  </a:cubicBezTo>
                  <a:cubicBezTo>
                    <a:pt x="2851" y="2242"/>
                    <a:pt x="2770" y="2047"/>
                    <a:pt x="2683" y="1851"/>
                  </a:cubicBezTo>
                  <a:cubicBezTo>
                    <a:pt x="2670" y="1826"/>
                    <a:pt x="2645" y="1810"/>
                    <a:pt x="2618" y="1810"/>
                  </a:cubicBezTo>
                  <a:close/>
                  <a:moveTo>
                    <a:pt x="14771" y="2000"/>
                  </a:moveTo>
                  <a:cubicBezTo>
                    <a:pt x="14744" y="2000"/>
                    <a:pt x="14718" y="2015"/>
                    <a:pt x="14704" y="2043"/>
                  </a:cubicBezTo>
                  <a:cubicBezTo>
                    <a:pt x="14621" y="2232"/>
                    <a:pt x="14523" y="2412"/>
                    <a:pt x="14418" y="2579"/>
                  </a:cubicBezTo>
                  <a:cubicBezTo>
                    <a:pt x="14398" y="2611"/>
                    <a:pt x="14408" y="2656"/>
                    <a:pt x="14444" y="2677"/>
                  </a:cubicBezTo>
                  <a:cubicBezTo>
                    <a:pt x="14454" y="2684"/>
                    <a:pt x="14468" y="2687"/>
                    <a:pt x="14481" y="2687"/>
                  </a:cubicBezTo>
                  <a:cubicBezTo>
                    <a:pt x="14502" y="2687"/>
                    <a:pt x="14527" y="2677"/>
                    <a:pt x="14541" y="2656"/>
                  </a:cubicBezTo>
                  <a:cubicBezTo>
                    <a:pt x="14648" y="2482"/>
                    <a:pt x="14750" y="2294"/>
                    <a:pt x="14837" y="2099"/>
                  </a:cubicBezTo>
                  <a:cubicBezTo>
                    <a:pt x="14851" y="2064"/>
                    <a:pt x="14837" y="2022"/>
                    <a:pt x="14799" y="2005"/>
                  </a:cubicBezTo>
                  <a:cubicBezTo>
                    <a:pt x="14790" y="2001"/>
                    <a:pt x="14781" y="2000"/>
                    <a:pt x="14771" y="2000"/>
                  </a:cubicBezTo>
                  <a:close/>
                  <a:moveTo>
                    <a:pt x="331" y="2333"/>
                  </a:moveTo>
                  <a:cubicBezTo>
                    <a:pt x="324" y="2333"/>
                    <a:pt x="317" y="2334"/>
                    <a:pt x="311" y="2336"/>
                  </a:cubicBezTo>
                  <a:cubicBezTo>
                    <a:pt x="272" y="2346"/>
                    <a:pt x="251" y="2388"/>
                    <a:pt x="261" y="2423"/>
                  </a:cubicBezTo>
                  <a:cubicBezTo>
                    <a:pt x="317" y="2608"/>
                    <a:pt x="380" y="2809"/>
                    <a:pt x="450" y="3015"/>
                  </a:cubicBezTo>
                  <a:cubicBezTo>
                    <a:pt x="460" y="3047"/>
                    <a:pt x="488" y="3064"/>
                    <a:pt x="520" y="3064"/>
                  </a:cubicBezTo>
                  <a:cubicBezTo>
                    <a:pt x="527" y="3064"/>
                    <a:pt x="533" y="3064"/>
                    <a:pt x="541" y="3060"/>
                  </a:cubicBezTo>
                  <a:cubicBezTo>
                    <a:pt x="578" y="3047"/>
                    <a:pt x="599" y="3008"/>
                    <a:pt x="586" y="2970"/>
                  </a:cubicBezTo>
                  <a:cubicBezTo>
                    <a:pt x="516" y="2764"/>
                    <a:pt x="453" y="2566"/>
                    <a:pt x="401" y="2385"/>
                  </a:cubicBezTo>
                  <a:cubicBezTo>
                    <a:pt x="389" y="2353"/>
                    <a:pt x="361" y="2333"/>
                    <a:pt x="331" y="2333"/>
                  </a:cubicBezTo>
                  <a:close/>
                  <a:moveTo>
                    <a:pt x="3102" y="2949"/>
                  </a:moveTo>
                  <a:cubicBezTo>
                    <a:pt x="3093" y="2949"/>
                    <a:pt x="3083" y="2951"/>
                    <a:pt x="3074" y="2956"/>
                  </a:cubicBezTo>
                  <a:cubicBezTo>
                    <a:pt x="3039" y="2973"/>
                    <a:pt x="3021" y="3015"/>
                    <a:pt x="3039" y="3050"/>
                  </a:cubicBezTo>
                  <a:cubicBezTo>
                    <a:pt x="3105" y="3200"/>
                    <a:pt x="3164" y="3304"/>
                    <a:pt x="3217" y="3381"/>
                  </a:cubicBezTo>
                  <a:cubicBezTo>
                    <a:pt x="3262" y="3444"/>
                    <a:pt x="3331" y="3503"/>
                    <a:pt x="3433" y="3565"/>
                  </a:cubicBezTo>
                  <a:cubicBezTo>
                    <a:pt x="3443" y="3573"/>
                    <a:pt x="3457" y="3576"/>
                    <a:pt x="3468" y="3576"/>
                  </a:cubicBezTo>
                  <a:cubicBezTo>
                    <a:pt x="3492" y="3576"/>
                    <a:pt x="3516" y="3562"/>
                    <a:pt x="3530" y="3541"/>
                  </a:cubicBezTo>
                  <a:cubicBezTo>
                    <a:pt x="3551" y="3507"/>
                    <a:pt x="3540" y="3461"/>
                    <a:pt x="3505" y="3444"/>
                  </a:cubicBezTo>
                  <a:cubicBezTo>
                    <a:pt x="3422" y="3391"/>
                    <a:pt x="3366" y="3346"/>
                    <a:pt x="3335" y="3298"/>
                  </a:cubicBezTo>
                  <a:cubicBezTo>
                    <a:pt x="3286" y="3231"/>
                    <a:pt x="3230" y="3131"/>
                    <a:pt x="3167" y="2991"/>
                  </a:cubicBezTo>
                  <a:cubicBezTo>
                    <a:pt x="3155" y="2965"/>
                    <a:pt x="3129" y="2949"/>
                    <a:pt x="3102" y="2949"/>
                  </a:cubicBezTo>
                  <a:close/>
                  <a:moveTo>
                    <a:pt x="14113" y="3042"/>
                  </a:moveTo>
                  <a:cubicBezTo>
                    <a:pt x="14093" y="3042"/>
                    <a:pt x="14073" y="3050"/>
                    <a:pt x="14060" y="3068"/>
                  </a:cubicBezTo>
                  <a:cubicBezTo>
                    <a:pt x="13928" y="3221"/>
                    <a:pt x="13781" y="3364"/>
                    <a:pt x="13628" y="3489"/>
                  </a:cubicBezTo>
                  <a:cubicBezTo>
                    <a:pt x="13596" y="3514"/>
                    <a:pt x="13593" y="3559"/>
                    <a:pt x="13617" y="3590"/>
                  </a:cubicBezTo>
                  <a:cubicBezTo>
                    <a:pt x="13632" y="3607"/>
                    <a:pt x="13652" y="3618"/>
                    <a:pt x="13673" y="3618"/>
                  </a:cubicBezTo>
                  <a:cubicBezTo>
                    <a:pt x="13687" y="3618"/>
                    <a:pt x="13704" y="3611"/>
                    <a:pt x="13719" y="3601"/>
                  </a:cubicBezTo>
                  <a:cubicBezTo>
                    <a:pt x="13879" y="3468"/>
                    <a:pt x="14029" y="3322"/>
                    <a:pt x="14168" y="3161"/>
                  </a:cubicBezTo>
                  <a:cubicBezTo>
                    <a:pt x="14193" y="3131"/>
                    <a:pt x="14189" y="3085"/>
                    <a:pt x="14161" y="3060"/>
                  </a:cubicBezTo>
                  <a:cubicBezTo>
                    <a:pt x="14147" y="3048"/>
                    <a:pt x="14130" y="3042"/>
                    <a:pt x="14113" y="3042"/>
                  </a:cubicBezTo>
                  <a:close/>
                  <a:moveTo>
                    <a:pt x="4035" y="3673"/>
                  </a:moveTo>
                  <a:cubicBezTo>
                    <a:pt x="4006" y="3673"/>
                    <a:pt x="3980" y="3692"/>
                    <a:pt x="3969" y="3723"/>
                  </a:cubicBezTo>
                  <a:cubicBezTo>
                    <a:pt x="3959" y="3758"/>
                    <a:pt x="3976" y="3800"/>
                    <a:pt x="4015" y="3813"/>
                  </a:cubicBezTo>
                  <a:cubicBezTo>
                    <a:pt x="4189" y="3869"/>
                    <a:pt x="4394" y="3925"/>
                    <a:pt x="4618" y="3977"/>
                  </a:cubicBezTo>
                  <a:cubicBezTo>
                    <a:pt x="4621" y="3977"/>
                    <a:pt x="4628" y="3980"/>
                    <a:pt x="4634" y="3980"/>
                  </a:cubicBezTo>
                  <a:cubicBezTo>
                    <a:pt x="4666" y="3980"/>
                    <a:pt x="4694" y="3956"/>
                    <a:pt x="4701" y="3925"/>
                  </a:cubicBezTo>
                  <a:cubicBezTo>
                    <a:pt x="4711" y="3887"/>
                    <a:pt x="4687" y="3848"/>
                    <a:pt x="4648" y="3837"/>
                  </a:cubicBezTo>
                  <a:cubicBezTo>
                    <a:pt x="4429" y="3785"/>
                    <a:pt x="4230" y="3733"/>
                    <a:pt x="4060" y="3677"/>
                  </a:cubicBezTo>
                  <a:cubicBezTo>
                    <a:pt x="4052" y="3674"/>
                    <a:pt x="4043" y="3673"/>
                    <a:pt x="4035" y="3673"/>
                  </a:cubicBezTo>
                  <a:close/>
                  <a:moveTo>
                    <a:pt x="5237" y="3965"/>
                  </a:moveTo>
                  <a:cubicBezTo>
                    <a:pt x="5204" y="3965"/>
                    <a:pt x="5174" y="3988"/>
                    <a:pt x="5168" y="4022"/>
                  </a:cubicBezTo>
                  <a:cubicBezTo>
                    <a:pt x="5161" y="4060"/>
                    <a:pt x="5185" y="4099"/>
                    <a:pt x="5224" y="4106"/>
                  </a:cubicBezTo>
                  <a:cubicBezTo>
                    <a:pt x="5419" y="4144"/>
                    <a:pt x="5624" y="4179"/>
                    <a:pt x="5837" y="4210"/>
                  </a:cubicBezTo>
                  <a:lnTo>
                    <a:pt x="5847" y="4210"/>
                  </a:lnTo>
                  <a:cubicBezTo>
                    <a:pt x="5882" y="4210"/>
                    <a:pt x="5914" y="4186"/>
                    <a:pt x="5917" y="4151"/>
                  </a:cubicBezTo>
                  <a:cubicBezTo>
                    <a:pt x="5924" y="4113"/>
                    <a:pt x="5896" y="4075"/>
                    <a:pt x="5858" y="4071"/>
                  </a:cubicBezTo>
                  <a:cubicBezTo>
                    <a:pt x="5649" y="4036"/>
                    <a:pt x="5443" y="4001"/>
                    <a:pt x="5251" y="3967"/>
                  </a:cubicBezTo>
                  <a:cubicBezTo>
                    <a:pt x="5247" y="3966"/>
                    <a:pt x="5242" y="3965"/>
                    <a:pt x="5237" y="3965"/>
                  </a:cubicBezTo>
                  <a:close/>
                  <a:moveTo>
                    <a:pt x="13164" y="3822"/>
                  </a:moveTo>
                  <a:cubicBezTo>
                    <a:pt x="13152" y="3822"/>
                    <a:pt x="13141" y="3825"/>
                    <a:pt x="13130" y="3830"/>
                  </a:cubicBezTo>
                  <a:cubicBezTo>
                    <a:pt x="12955" y="3928"/>
                    <a:pt x="12771" y="4012"/>
                    <a:pt x="12579" y="4081"/>
                  </a:cubicBezTo>
                  <a:cubicBezTo>
                    <a:pt x="12541" y="4096"/>
                    <a:pt x="12524" y="4134"/>
                    <a:pt x="12534" y="4172"/>
                  </a:cubicBezTo>
                  <a:cubicBezTo>
                    <a:pt x="12544" y="4200"/>
                    <a:pt x="12572" y="4221"/>
                    <a:pt x="12604" y="4221"/>
                  </a:cubicBezTo>
                  <a:cubicBezTo>
                    <a:pt x="12610" y="4221"/>
                    <a:pt x="12617" y="4218"/>
                    <a:pt x="12628" y="4213"/>
                  </a:cubicBezTo>
                  <a:cubicBezTo>
                    <a:pt x="12826" y="4144"/>
                    <a:pt x="13018" y="4057"/>
                    <a:pt x="13199" y="3956"/>
                  </a:cubicBezTo>
                  <a:cubicBezTo>
                    <a:pt x="13234" y="3935"/>
                    <a:pt x="13244" y="3893"/>
                    <a:pt x="13227" y="3858"/>
                  </a:cubicBezTo>
                  <a:cubicBezTo>
                    <a:pt x="13213" y="3835"/>
                    <a:pt x="13189" y="3822"/>
                    <a:pt x="13164" y="3822"/>
                  </a:cubicBezTo>
                  <a:close/>
                  <a:moveTo>
                    <a:pt x="728" y="3505"/>
                  </a:moveTo>
                  <a:cubicBezTo>
                    <a:pt x="719" y="3505"/>
                    <a:pt x="709" y="3507"/>
                    <a:pt x="700" y="3510"/>
                  </a:cubicBezTo>
                  <a:cubicBezTo>
                    <a:pt x="666" y="3524"/>
                    <a:pt x="645" y="3562"/>
                    <a:pt x="659" y="3601"/>
                  </a:cubicBezTo>
                  <a:cubicBezTo>
                    <a:pt x="729" y="3782"/>
                    <a:pt x="802" y="3977"/>
                    <a:pt x="882" y="4179"/>
                  </a:cubicBezTo>
                  <a:cubicBezTo>
                    <a:pt x="896" y="4207"/>
                    <a:pt x="920" y="4224"/>
                    <a:pt x="951" y="4224"/>
                  </a:cubicBezTo>
                  <a:cubicBezTo>
                    <a:pt x="959" y="4224"/>
                    <a:pt x="969" y="4221"/>
                    <a:pt x="976" y="4218"/>
                  </a:cubicBezTo>
                  <a:cubicBezTo>
                    <a:pt x="1014" y="4203"/>
                    <a:pt x="1032" y="4162"/>
                    <a:pt x="1017" y="4127"/>
                  </a:cubicBezTo>
                  <a:cubicBezTo>
                    <a:pt x="938" y="3925"/>
                    <a:pt x="861" y="3729"/>
                    <a:pt x="795" y="3552"/>
                  </a:cubicBezTo>
                  <a:cubicBezTo>
                    <a:pt x="784" y="3522"/>
                    <a:pt x="757" y="3505"/>
                    <a:pt x="728" y="3505"/>
                  </a:cubicBezTo>
                  <a:close/>
                  <a:moveTo>
                    <a:pt x="6460" y="4155"/>
                  </a:moveTo>
                  <a:cubicBezTo>
                    <a:pt x="6424" y="4155"/>
                    <a:pt x="6394" y="4182"/>
                    <a:pt x="6390" y="4218"/>
                  </a:cubicBezTo>
                  <a:cubicBezTo>
                    <a:pt x="6384" y="4255"/>
                    <a:pt x="6411" y="4290"/>
                    <a:pt x="6450" y="4297"/>
                  </a:cubicBezTo>
                  <a:cubicBezTo>
                    <a:pt x="6652" y="4322"/>
                    <a:pt x="6858" y="4346"/>
                    <a:pt x="7067" y="4367"/>
                  </a:cubicBezTo>
                  <a:lnTo>
                    <a:pt x="7074" y="4367"/>
                  </a:lnTo>
                  <a:cubicBezTo>
                    <a:pt x="7112" y="4367"/>
                    <a:pt x="7140" y="4339"/>
                    <a:pt x="7147" y="4305"/>
                  </a:cubicBezTo>
                  <a:cubicBezTo>
                    <a:pt x="7151" y="4266"/>
                    <a:pt x="7122" y="4231"/>
                    <a:pt x="7080" y="4224"/>
                  </a:cubicBezTo>
                  <a:cubicBezTo>
                    <a:pt x="6875" y="4203"/>
                    <a:pt x="6670" y="4183"/>
                    <a:pt x="6467" y="4155"/>
                  </a:cubicBezTo>
                  <a:cubicBezTo>
                    <a:pt x="6465" y="4155"/>
                    <a:pt x="6462" y="4155"/>
                    <a:pt x="6460" y="4155"/>
                  </a:cubicBezTo>
                  <a:close/>
                  <a:moveTo>
                    <a:pt x="12007" y="4237"/>
                  </a:moveTo>
                  <a:cubicBezTo>
                    <a:pt x="12003" y="4237"/>
                    <a:pt x="11998" y="4238"/>
                    <a:pt x="11993" y="4239"/>
                  </a:cubicBezTo>
                  <a:cubicBezTo>
                    <a:pt x="11847" y="4266"/>
                    <a:pt x="11697" y="4287"/>
                    <a:pt x="11544" y="4301"/>
                  </a:cubicBezTo>
                  <a:cubicBezTo>
                    <a:pt x="11492" y="4305"/>
                    <a:pt x="11440" y="4311"/>
                    <a:pt x="11391" y="4315"/>
                  </a:cubicBezTo>
                  <a:cubicBezTo>
                    <a:pt x="11349" y="4318"/>
                    <a:pt x="11321" y="4353"/>
                    <a:pt x="11324" y="4392"/>
                  </a:cubicBezTo>
                  <a:cubicBezTo>
                    <a:pt x="11328" y="4430"/>
                    <a:pt x="11359" y="4458"/>
                    <a:pt x="11395" y="4458"/>
                  </a:cubicBezTo>
                  <a:lnTo>
                    <a:pt x="11401" y="4458"/>
                  </a:lnTo>
                  <a:cubicBezTo>
                    <a:pt x="11454" y="4451"/>
                    <a:pt x="11506" y="4448"/>
                    <a:pt x="11558" y="4443"/>
                  </a:cubicBezTo>
                  <a:cubicBezTo>
                    <a:pt x="11715" y="4430"/>
                    <a:pt x="11872" y="4409"/>
                    <a:pt x="12022" y="4377"/>
                  </a:cubicBezTo>
                  <a:cubicBezTo>
                    <a:pt x="12060" y="4371"/>
                    <a:pt x="12084" y="4336"/>
                    <a:pt x="12077" y="4294"/>
                  </a:cubicBezTo>
                  <a:cubicBezTo>
                    <a:pt x="12071" y="4260"/>
                    <a:pt x="12041" y="4237"/>
                    <a:pt x="12007" y="4237"/>
                  </a:cubicBezTo>
                  <a:close/>
                  <a:moveTo>
                    <a:pt x="7691" y="4283"/>
                  </a:moveTo>
                  <a:cubicBezTo>
                    <a:pt x="7655" y="4283"/>
                    <a:pt x="7620" y="4310"/>
                    <a:pt x="7617" y="4346"/>
                  </a:cubicBezTo>
                  <a:cubicBezTo>
                    <a:pt x="7617" y="4388"/>
                    <a:pt x="7645" y="4419"/>
                    <a:pt x="7683" y="4423"/>
                  </a:cubicBezTo>
                  <a:cubicBezTo>
                    <a:pt x="7889" y="4440"/>
                    <a:pt x="8095" y="4454"/>
                    <a:pt x="8304" y="4469"/>
                  </a:cubicBezTo>
                  <a:lnTo>
                    <a:pt x="8307" y="4469"/>
                  </a:lnTo>
                  <a:cubicBezTo>
                    <a:pt x="8346" y="4469"/>
                    <a:pt x="8377" y="4437"/>
                    <a:pt x="8377" y="4398"/>
                  </a:cubicBezTo>
                  <a:cubicBezTo>
                    <a:pt x="8381" y="4360"/>
                    <a:pt x="8349" y="4326"/>
                    <a:pt x="8310" y="4326"/>
                  </a:cubicBezTo>
                  <a:cubicBezTo>
                    <a:pt x="8105" y="4311"/>
                    <a:pt x="7900" y="4297"/>
                    <a:pt x="7697" y="4284"/>
                  </a:cubicBezTo>
                  <a:cubicBezTo>
                    <a:pt x="7695" y="4284"/>
                    <a:pt x="7693" y="4283"/>
                    <a:pt x="7691" y="4283"/>
                  </a:cubicBezTo>
                  <a:close/>
                  <a:moveTo>
                    <a:pt x="8922" y="4353"/>
                  </a:moveTo>
                  <a:cubicBezTo>
                    <a:pt x="8886" y="4353"/>
                    <a:pt x="8854" y="4387"/>
                    <a:pt x="8854" y="4423"/>
                  </a:cubicBezTo>
                  <a:cubicBezTo>
                    <a:pt x="8851" y="4461"/>
                    <a:pt x="8882" y="4496"/>
                    <a:pt x="8920" y="4496"/>
                  </a:cubicBezTo>
                  <a:cubicBezTo>
                    <a:pt x="9129" y="4503"/>
                    <a:pt x="9338" y="4510"/>
                    <a:pt x="9541" y="4510"/>
                  </a:cubicBezTo>
                  <a:lnTo>
                    <a:pt x="9544" y="4510"/>
                  </a:lnTo>
                  <a:cubicBezTo>
                    <a:pt x="9582" y="4510"/>
                    <a:pt x="9614" y="4479"/>
                    <a:pt x="9614" y="4440"/>
                  </a:cubicBezTo>
                  <a:cubicBezTo>
                    <a:pt x="9614" y="4402"/>
                    <a:pt x="9582" y="4371"/>
                    <a:pt x="9544" y="4371"/>
                  </a:cubicBezTo>
                  <a:cubicBezTo>
                    <a:pt x="9342" y="4367"/>
                    <a:pt x="9133" y="4360"/>
                    <a:pt x="8928" y="4353"/>
                  </a:cubicBezTo>
                  <a:cubicBezTo>
                    <a:pt x="8926" y="4353"/>
                    <a:pt x="8924" y="4353"/>
                    <a:pt x="8922" y="4353"/>
                  </a:cubicBezTo>
                  <a:close/>
                  <a:moveTo>
                    <a:pt x="10780" y="4353"/>
                  </a:moveTo>
                  <a:cubicBezTo>
                    <a:pt x="10778" y="4353"/>
                    <a:pt x="10776" y="4353"/>
                    <a:pt x="10774" y="4353"/>
                  </a:cubicBezTo>
                  <a:cubicBezTo>
                    <a:pt x="10576" y="4360"/>
                    <a:pt x="10370" y="4367"/>
                    <a:pt x="10161" y="4367"/>
                  </a:cubicBezTo>
                  <a:cubicBezTo>
                    <a:pt x="10119" y="4371"/>
                    <a:pt x="10087" y="4402"/>
                    <a:pt x="10091" y="4440"/>
                  </a:cubicBezTo>
                  <a:cubicBezTo>
                    <a:pt x="10091" y="4479"/>
                    <a:pt x="10123" y="4510"/>
                    <a:pt x="10161" y="4510"/>
                  </a:cubicBezTo>
                  <a:cubicBezTo>
                    <a:pt x="10373" y="4510"/>
                    <a:pt x="10583" y="4503"/>
                    <a:pt x="10781" y="4493"/>
                  </a:cubicBezTo>
                  <a:cubicBezTo>
                    <a:pt x="10819" y="4493"/>
                    <a:pt x="10851" y="4458"/>
                    <a:pt x="10851" y="4419"/>
                  </a:cubicBezTo>
                  <a:cubicBezTo>
                    <a:pt x="10848" y="4383"/>
                    <a:pt x="10819" y="4353"/>
                    <a:pt x="10780" y="4353"/>
                  </a:cubicBezTo>
                  <a:close/>
                  <a:moveTo>
                    <a:pt x="1183" y="4655"/>
                  </a:moveTo>
                  <a:cubicBezTo>
                    <a:pt x="1174" y="4655"/>
                    <a:pt x="1165" y="4657"/>
                    <a:pt x="1157" y="4660"/>
                  </a:cubicBezTo>
                  <a:cubicBezTo>
                    <a:pt x="1119" y="4673"/>
                    <a:pt x="1101" y="4715"/>
                    <a:pt x="1119" y="4754"/>
                  </a:cubicBezTo>
                  <a:cubicBezTo>
                    <a:pt x="1192" y="4932"/>
                    <a:pt x="1272" y="5120"/>
                    <a:pt x="1359" y="5322"/>
                  </a:cubicBezTo>
                  <a:cubicBezTo>
                    <a:pt x="1369" y="5350"/>
                    <a:pt x="1398" y="5368"/>
                    <a:pt x="1426" y="5368"/>
                  </a:cubicBezTo>
                  <a:cubicBezTo>
                    <a:pt x="1432" y="5368"/>
                    <a:pt x="1443" y="5363"/>
                    <a:pt x="1453" y="5360"/>
                  </a:cubicBezTo>
                  <a:cubicBezTo>
                    <a:pt x="1488" y="5347"/>
                    <a:pt x="1506" y="5305"/>
                    <a:pt x="1488" y="5266"/>
                  </a:cubicBezTo>
                  <a:cubicBezTo>
                    <a:pt x="1401" y="5064"/>
                    <a:pt x="1324" y="4876"/>
                    <a:pt x="1247" y="4699"/>
                  </a:cubicBezTo>
                  <a:cubicBezTo>
                    <a:pt x="1237" y="4672"/>
                    <a:pt x="1210" y="4655"/>
                    <a:pt x="1183" y="4655"/>
                  </a:cubicBezTo>
                  <a:close/>
                  <a:moveTo>
                    <a:pt x="1667" y="5791"/>
                  </a:moveTo>
                  <a:cubicBezTo>
                    <a:pt x="1658" y="5791"/>
                    <a:pt x="1650" y="5792"/>
                    <a:pt x="1641" y="5796"/>
                  </a:cubicBezTo>
                  <a:cubicBezTo>
                    <a:pt x="1603" y="5813"/>
                    <a:pt x="1589" y="5855"/>
                    <a:pt x="1603" y="5890"/>
                  </a:cubicBezTo>
                  <a:cubicBezTo>
                    <a:pt x="1670" y="6040"/>
                    <a:pt x="1732" y="6183"/>
                    <a:pt x="1791" y="6322"/>
                  </a:cubicBezTo>
                  <a:lnTo>
                    <a:pt x="1850" y="6458"/>
                  </a:lnTo>
                  <a:cubicBezTo>
                    <a:pt x="1865" y="6486"/>
                    <a:pt x="1889" y="6500"/>
                    <a:pt x="1916" y="6500"/>
                  </a:cubicBezTo>
                  <a:cubicBezTo>
                    <a:pt x="1927" y="6500"/>
                    <a:pt x="1937" y="6500"/>
                    <a:pt x="1945" y="6496"/>
                  </a:cubicBezTo>
                  <a:cubicBezTo>
                    <a:pt x="1983" y="6479"/>
                    <a:pt x="1997" y="6437"/>
                    <a:pt x="1983" y="6402"/>
                  </a:cubicBezTo>
                  <a:lnTo>
                    <a:pt x="1924" y="6267"/>
                  </a:lnTo>
                  <a:cubicBezTo>
                    <a:pt x="1861" y="6127"/>
                    <a:pt x="1798" y="5981"/>
                    <a:pt x="1736" y="5834"/>
                  </a:cubicBezTo>
                  <a:cubicBezTo>
                    <a:pt x="1722" y="5807"/>
                    <a:pt x="1695" y="5791"/>
                    <a:pt x="1667" y="5791"/>
                  </a:cubicBezTo>
                  <a:close/>
                  <a:moveTo>
                    <a:pt x="2165" y="6925"/>
                  </a:moveTo>
                  <a:cubicBezTo>
                    <a:pt x="2155" y="6925"/>
                    <a:pt x="2146" y="6927"/>
                    <a:pt x="2136" y="6931"/>
                  </a:cubicBezTo>
                  <a:cubicBezTo>
                    <a:pt x="2098" y="6946"/>
                    <a:pt x="2084" y="6987"/>
                    <a:pt x="2098" y="7026"/>
                  </a:cubicBezTo>
                  <a:cubicBezTo>
                    <a:pt x="2122" y="7082"/>
                    <a:pt x="2146" y="7137"/>
                    <a:pt x="2167" y="7190"/>
                  </a:cubicBezTo>
                  <a:cubicBezTo>
                    <a:pt x="2220" y="7315"/>
                    <a:pt x="2279" y="7451"/>
                    <a:pt x="2342" y="7594"/>
                  </a:cubicBezTo>
                  <a:cubicBezTo>
                    <a:pt x="2352" y="7621"/>
                    <a:pt x="2381" y="7639"/>
                    <a:pt x="2408" y="7639"/>
                  </a:cubicBezTo>
                  <a:cubicBezTo>
                    <a:pt x="2415" y="7639"/>
                    <a:pt x="2426" y="7635"/>
                    <a:pt x="2436" y="7632"/>
                  </a:cubicBezTo>
                  <a:cubicBezTo>
                    <a:pt x="2471" y="7618"/>
                    <a:pt x="2488" y="7573"/>
                    <a:pt x="2471" y="7538"/>
                  </a:cubicBezTo>
                  <a:cubicBezTo>
                    <a:pt x="2411" y="7395"/>
                    <a:pt x="2352" y="7259"/>
                    <a:pt x="2300" y="7134"/>
                  </a:cubicBezTo>
                  <a:cubicBezTo>
                    <a:pt x="2276" y="7078"/>
                    <a:pt x="2255" y="7026"/>
                    <a:pt x="2230" y="6970"/>
                  </a:cubicBezTo>
                  <a:cubicBezTo>
                    <a:pt x="2218" y="6941"/>
                    <a:pt x="2192" y="6925"/>
                    <a:pt x="2165" y="6925"/>
                  </a:cubicBezTo>
                  <a:close/>
                  <a:moveTo>
                    <a:pt x="2653" y="8064"/>
                  </a:moveTo>
                  <a:cubicBezTo>
                    <a:pt x="2643" y="8064"/>
                    <a:pt x="2633" y="8066"/>
                    <a:pt x="2624" y="8071"/>
                  </a:cubicBezTo>
                  <a:cubicBezTo>
                    <a:pt x="2585" y="8085"/>
                    <a:pt x="2569" y="8127"/>
                    <a:pt x="2585" y="8161"/>
                  </a:cubicBezTo>
                  <a:cubicBezTo>
                    <a:pt x="2662" y="8346"/>
                    <a:pt x="2746" y="8534"/>
                    <a:pt x="2830" y="8733"/>
                  </a:cubicBezTo>
                  <a:cubicBezTo>
                    <a:pt x="2844" y="8758"/>
                    <a:pt x="2868" y="8775"/>
                    <a:pt x="2896" y="8775"/>
                  </a:cubicBezTo>
                  <a:cubicBezTo>
                    <a:pt x="2907" y="8775"/>
                    <a:pt x="2917" y="8771"/>
                    <a:pt x="2924" y="8768"/>
                  </a:cubicBezTo>
                  <a:cubicBezTo>
                    <a:pt x="2962" y="8754"/>
                    <a:pt x="2976" y="8713"/>
                    <a:pt x="2962" y="8674"/>
                  </a:cubicBezTo>
                  <a:cubicBezTo>
                    <a:pt x="2878" y="8478"/>
                    <a:pt x="2794" y="8290"/>
                    <a:pt x="2715" y="8106"/>
                  </a:cubicBezTo>
                  <a:cubicBezTo>
                    <a:pt x="2705" y="8081"/>
                    <a:pt x="2679" y="8064"/>
                    <a:pt x="2653" y="8064"/>
                  </a:cubicBezTo>
                  <a:close/>
                  <a:moveTo>
                    <a:pt x="3144" y="9200"/>
                  </a:moveTo>
                  <a:cubicBezTo>
                    <a:pt x="3135" y="9200"/>
                    <a:pt x="3125" y="9202"/>
                    <a:pt x="3116" y="9207"/>
                  </a:cubicBezTo>
                  <a:cubicBezTo>
                    <a:pt x="3077" y="9221"/>
                    <a:pt x="3063" y="9263"/>
                    <a:pt x="3077" y="9301"/>
                  </a:cubicBezTo>
                  <a:cubicBezTo>
                    <a:pt x="3157" y="9486"/>
                    <a:pt x="3241" y="9678"/>
                    <a:pt x="3325" y="9869"/>
                  </a:cubicBezTo>
                  <a:cubicBezTo>
                    <a:pt x="3335" y="9893"/>
                    <a:pt x="3363" y="9911"/>
                    <a:pt x="3391" y="9911"/>
                  </a:cubicBezTo>
                  <a:cubicBezTo>
                    <a:pt x="3397" y="9911"/>
                    <a:pt x="3408" y="9908"/>
                    <a:pt x="3418" y="9904"/>
                  </a:cubicBezTo>
                  <a:cubicBezTo>
                    <a:pt x="3453" y="9890"/>
                    <a:pt x="3471" y="9848"/>
                    <a:pt x="3453" y="9810"/>
                  </a:cubicBezTo>
                  <a:cubicBezTo>
                    <a:pt x="3370" y="9618"/>
                    <a:pt x="3290" y="9430"/>
                    <a:pt x="3209" y="9242"/>
                  </a:cubicBezTo>
                  <a:cubicBezTo>
                    <a:pt x="3196" y="9216"/>
                    <a:pt x="3171" y="9200"/>
                    <a:pt x="3144" y="9200"/>
                  </a:cubicBezTo>
                  <a:close/>
                  <a:moveTo>
                    <a:pt x="3638" y="10336"/>
                  </a:moveTo>
                  <a:cubicBezTo>
                    <a:pt x="3627" y="10336"/>
                    <a:pt x="3617" y="10339"/>
                    <a:pt x="3606" y="10343"/>
                  </a:cubicBezTo>
                  <a:cubicBezTo>
                    <a:pt x="3572" y="10357"/>
                    <a:pt x="3555" y="10398"/>
                    <a:pt x="3572" y="10434"/>
                  </a:cubicBezTo>
                  <a:lnTo>
                    <a:pt x="3819" y="11001"/>
                  </a:lnTo>
                  <a:cubicBezTo>
                    <a:pt x="3830" y="11029"/>
                    <a:pt x="3857" y="11047"/>
                    <a:pt x="3886" y="11047"/>
                  </a:cubicBezTo>
                  <a:cubicBezTo>
                    <a:pt x="3892" y="11047"/>
                    <a:pt x="3903" y="11043"/>
                    <a:pt x="3913" y="11040"/>
                  </a:cubicBezTo>
                  <a:cubicBezTo>
                    <a:pt x="3949" y="11022"/>
                    <a:pt x="3965" y="10981"/>
                    <a:pt x="3949" y="10945"/>
                  </a:cubicBezTo>
                  <a:lnTo>
                    <a:pt x="3701" y="10378"/>
                  </a:lnTo>
                  <a:cubicBezTo>
                    <a:pt x="3691" y="10352"/>
                    <a:pt x="3665" y="10336"/>
                    <a:pt x="3638" y="10336"/>
                  </a:cubicBezTo>
                  <a:close/>
                  <a:moveTo>
                    <a:pt x="4133" y="11470"/>
                  </a:moveTo>
                  <a:cubicBezTo>
                    <a:pt x="4123" y="11470"/>
                    <a:pt x="4114" y="11472"/>
                    <a:pt x="4105" y="11476"/>
                  </a:cubicBezTo>
                  <a:cubicBezTo>
                    <a:pt x="4066" y="11493"/>
                    <a:pt x="4053" y="11535"/>
                    <a:pt x="4066" y="11569"/>
                  </a:cubicBezTo>
                  <a:lnTo>
                    <a:pt x="4314" y="12137"/>
                  </a:lnTo>
                  <a:cubicBezTo>
                    <a:pt x="4328" y="12165"/>
                    <a:pt x="4352" y="12179"/>
                    <a:pt x="4380" y="12179"/>
                  </a:cubicBezTo>
                  <a:cubicBezTo>
                    <a:pt x="4391" y="12179"/>
                    <a:pt x="4401" y="12179"/>
                    <a:pt x="4408" y="12176"/>
                  </a:cubicBezTo>
                  <a:cubicBezTo>
                    <a:pt x="4446" y="12158"/>
                    <a:pt x="4460" y="12116"/>
                    <a:pt x="4446" y="12082"/>
                  </a:cubicBezTo>
                  <a:lnTo>
                    <a:pt x="4199" y="11514"/>
                  </a:lnTo>
                  <a:cubicBezTo>
                    <a:pt x="4186" y="11485"/>
                    <a:pt x="4160" y="11470"/>
                    <a:pt x="4133" y="11470"/>
                  </a:cubicBezTo>
                  <a:close/>
                  <a:moveTo>
                    <a:pt x="4631" y="12604"/>
                  </a:moveTo>
                  <a:cubicBezTo>
                    <a:pt x="4621" y="12604"/>
                    <a:pt x="4610" y="12607"/>
                    <a:pt x="4600" y="12611"/>
                  </a:cubicBezTo>
                  <a:cubicBezTo>
                    <a:pt x="4565" y="12625"/>
                    <a:pt x="4547" y="12667"/>
                    <a:pt x="4565" y="12706"/>
                  </a:cubicBezTo>
                  <a:lnTo>
                    <a:pt x="4812" y="13270"/>
                  </a:lnTo>
                  <a:cubicBezTo>
                    <a:pt x="4822" y="13298"/>
                    <a:pt x="4851" y="13315"/>
                    <a:pt x="4878" y="13315"/>
                  </a:cubicBezTo>
                  <a:cubicBezTo>
                    <a:pt x="4889" y="13315"/>
                    <a:pt x="4896" y="13312"/>
                    <a:pt x="4906" y="13308"/>
                  </a:cubicBezTo>
                  <a:cubicBezTo>
                    <a:pt x="4941" y="13291"/>
                    <a:pt x="4959" y="13249"/>
                    <a:pt x="4941" y="13214"/>
                  </a:cubicBezTo>
                  <a:lnTo>
                    <a:pt x="4694" y="12646"/>
                  </a:lnTo>
                  <a:cubicBezTo>
                    <a:pt x="4684" y="12621"/>
                    <a:pt x="4659" y="12604"/>
                    <a:pt x="4631" y="12604"/>
                  </a:cubicBezTo>
                  <a:close/>
                  <a:moveTo>
                    <a:pt x="5125" y="13738"/>
                  </a:moveTo>
                  <a:cubicBezTo>
                    <a:pt x="5116" y="13738"/>
                    <a:pt x="5107" y="13740"/>
                    <a:pt x="5098" y="13744"/>
                  </a:cubicBezTo>
                  <a:cubicBezTo>
                    <a:pt x="5063" y="13761"/>
                    <a:pt x="5046" y="13803"/>
                    <a:pt x="5060" y="13838"/>
                  </a:cubicBezTo>
                  <a:lnTo>
                    <a:pt x="5311" y="14406"/>
                  </a:lnTo>
                  <a:cubicBezTo>
                    <a:pt x="5321" y="14433"/>
                    <a:pt x="5349" y="14448"/>
                    <a:pt x="5377" y="14448"/>
                  </a:cubicBezTo>
                  <a:cubicBezTo>
                    <a:pt x="5384" y="14448"/>
                    <a:pt x="5394" y="14448"/>
                    <a:pt x="5404" y="14441"/>
                  </a:cubicBezTo>
                  <a:cubicBezTo>
                    <a:pt x="5440" y="14427"/>
                    <a:pt x="5457" y="14385"/>
                    <a:pt x="5440" y="14346"/>
                  </a:cubicBezTo>
                  <a:lnTo>
                    <a:pt x="5192" y="13782"/>
                  </a:lnTo>
                  <a:cubicBezTo>
                    <a:pt x="5179" y="13753"/>
                    <a:pt x="5152" y="13738"/>
                    <a:pt x="5125" y="13738"/>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9" name="Google Shape;2229;p47"/>
            <p:cNvSpPr/>
            <p:nvPr/>
          </p:nvSpPr>
          <p:spPr>
            <a:xfrm>
              <a:off x="5061130" y="3625200"/>
              <a:ext cx="146975" cy="40950"/>
            </a:xfrm>
            <a:custGeom>
              <a:rect b="b" l="l" r="r" t="t"/>
              <a:pathLst>
                <a:path extrusionOk="0" h="1638" w="5879">
                  <a:moveTo>
                    <a:pt x="5547" y="0"/>
                  </a:moveTo>
                  <a:lnTo>
                    <a:pt x="0" y="188"/>
                  </a:lnTo>
                  <a:lnTo>
                    <a:pt x="565" y="1638"/>
                  </a:lnTo>
                  <a:lnTo>
                    <a:pt x="5878" y="1464"/>
                  </a:lnTo>
                  <a:lnTo>
                    <a:pt x="5547"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0" name="Google Shape;2230;p47"/>
            <p:cNvSpPr/>
            <p:nvPr/>
          </p:nvSpPr>
          <p:spPr>
            <a:xfrm>
              <a:off x="5052805" y="3277700"/>
              <a:ext cx="46200" cy="103150"/>
            </a:xfrm>
            <a:custGeom>
              <a:rect b="b" l="l" r="r" t="t"/>
              <a:pathLst>
                <a:path extrusionOk="0" h="4126" w="1848">
                  <a:moveTo>
                    <a:pt x="96" y="0"/>
                  </a:moveTo>
                  <a:cubicBezTo>
                    <a:pt x="50" y="0"/>
                    <a:pt x="0" y="51"/>
                    <a:pt x="26" y="109"/>
                  </a:cubicBezTo>
                  <a:cubicBezTo>
                    <a:pt x="633" y="1409"/>
                    <a:pt x="1190" y="2733"/>
                    <a:pt x="1689" y="4077"/>
                  </a:cubicBezTo>
                  <a:cubicBezTo>
                    <a:pt x="1701" y="4111"/>
                    <a:pt x="1731" y="4125"/>
                    <a:pt x="1760" y="4125"/>
                  </a:cubicBezTo>
                  <a:cubicBezTo>
                    <a:pt x="1804" y="4125"/>
                    <a:pt x="1847" y="4092"/>
                    <a:pt x="1828" y="4039"/>
                  </a:cubicBezTo>
                  <a:cubicBezTo>
                    <a:pt x="1323" y="2684"/>
                    <a:pt x="762" y="1350"/>
                    <a:pt x="148" y="36"/>
                  </a:cubicBezTo>
                  <a:cubicBezTo>
                    <a:pt x="136" y="11"/>
                    <a:pt x="116" y="0"/>
                    <a:pt x="96"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1" name="Google Shape;2231;p47"/>
            <p:cNvSpPr/>
            <p:nvPr/>
          </p:nvSpPr>
          <p:spPr>
            <a:xfrm>
              <a:off x="5074305" y="3301600"/>
              <a:ext cx="7000" cy="24900"/>
            </a:xfrm>
            <a:custGeom>
              <a:rect b="b" l="l" r="r" t="t"/>
              <a:pathLst>
                <a:path extrusionOk="0" h="996" w="280">
                  <a:moveTo>
                    <a:pt x="193" y="0"/>
                  </a:moveTo>
                  <a:cubicBezTo>
                    <a:pt x="166" y="0"/>
                    <a:pt x="141" y="16"/>
                    <a:pt x="136" y="51"/>
                  </a:cubicBezTo>
                  <a:cubicBezTo>
                    <a:pt x="94" y="337"/>
                    <a:pt x="49" y="623"/>
                    <a:pt x="7" y="909"/>
                  </a:cubicBezTo>
                  <a:cubicBezTo>
                    <a:pt x="0" y="961"/>
                    <a:pt x="46" y="996"/>
                    <a:pt x="87" y="996"/>
                  </a:cubicBezTo>
                  <a:cubicBezTo>
                    <a:pt x="115" y="996"/>
                    <a:pt x="140" y="980"/>
                    <a:pt x="146" y="944"/>
                  </a:cubicBezTo>
                  <a:cubicBezTo>
                    <a:pt x="187" y="662"/>
                    <a:pt x="229" y="376"/>
                    <a:pt x="271" y="90"/>
                  </a:cubicBezTo>
                  <a:cubicBezTo>
                    <a:pt x="280" y="36"/>
                    <a:pt x="234" y="0"/>
                    <a:pt x="19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2" name="Google Shape;2232;p47"/>
            <p:cNvSpPr/>
            <p:nvPr/>
          </p:nvSpPr>
          <p:spPr>
            <a:xfrm>
              <a:off x="5268105" y="2702700"/>
              <a:ext cx="91325" cy="100075"/>
            </a:xfrm>
            <a:custGeom>
              <a:rect b="b" l="l" r="r" t="t"/>
              <a:pathLst>
                <a:path extrusionOk="0" h="4003" w="3653">
                  <a:moveTo>
                    <a:pt x="3652" y="0"/>
                  </a:moveTo>
                  <a:lnTo>
                    <a:pt x="1049" y="254"/>
                  </a:lnTo>
                  <a:lnTo>
                    <a:pt x="819" y="878"/>
                  </a:lnTo>
                  <a:lnTo>
                    <a:pt x="495" y="1771"/>
                  </a:lnTo>
                  <a:lnTo>
                    <a:pt x="0" y="3119"/>
                  </a:lnTo>
                  <a:cubicBezTo>
                    <a:pt x="140" y="3782"/>
                    <a:pt x="593" y="4003"/>
                    <a:pt x="1132" y="4003"/>
                  </a:cubicBezTo>
                  <a:cubicBezTo>
                    <a:pt x="2202" y="4003"/>
                    <a:pt x="3614" y="3136"/>
                    <a:pt x="3614" y="3136"/>
                  </a:cubicBezTo>
                  <a:cubicBezTo>
                    <a:pt x="3450" y="2206"/>
                    <a:pt x="3446" y="1174"/>
                    <a:pt x="3652" y="0"/>
                  </a:cubicBezTo>
                  <a:close/>
                </a:path>
              </a:pathLst>
            </a:custGeom>
            <a:solidFill>
              <a:srgbClr val="E770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3" name="Google Shape;2233;p47"/>
            <p:cNvSpPr/>
            <p:nvPr/>
          </p:nvSpPr>
          <p:spPr>
            <a:xfrm>
              <a:off x="5277330" y="2724650"/>
              <a:ext cx="65275" cy="32325"/>
            </a:xfrm>
            <a:custGeom>
              <a:rect b="b" l="l" r="r" t="t"/>
              <a:pathLst>
                <a:path extrusionOk="0" h="1293" w="2611">
                  <a:moveTo>
                    <a:pt x="450" y="0"/>
                  </a:moveTo>
                  <a:lnTo>
                    <a:pt x="1" y="1230"/>
                  </a:lnTo>
                  <a:cubicBezTo>
                    <a:pt x="75" y="1268"/>
                    <a:pt x="187" y="1293"/>
                    <a:pt x="331" y="1293"/>
                  </a:cubicBezTo>
                  <a:cubicBezTo>
                    <a:pt x="812" y="1293"/>
                    <a:pt x="1647" y="1017"/>
                    <a:pt x="2611" y="32"/>
                  </a:cubicBezTo>
                  <a:lnTo>
                    <a:pt x="450" y="0"/>
                  </a:lnTo>
                  <a:close/>
                </a:path>
              </a:pathLst>
            </a:custGeom>
            <a:solidFill>
              <a:srgbClr val="241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4" name="Google Shape;2234;p47"/>
            <p:cNvSpPr/>
            <p:nvPr/>
          </p:nvSpPr>
          <p:spPr>
            <a:xfrm>
              <a:off x="5240930" y="2608100"/>
              <a:ext cx="38525" cy="52500"/>
            </a:xfrm>
            <a:custGeom>
              <a:rect b="b" l="l" r="r" t="t"/>
              <a:pathLst>
                <a:path extrusionOk="0" h="2100" w="1541">
                  <a:moveTo>
                    <a:pt x="1087" y="0"/>
                  </a:moveTo>
                  <a:cubicBezTo>
                    <a:pt x="1087" y="0"/>
                    <a:pt x="0" y="1167"/>
                    <a:pt x="293" y="1321"/>
                  </a:cubicBezTo>
                  <a:cubicBezTo>
                    <a:pt x="338" y="1344"/>
                    <a:pt x="384" y="1355"/>
                    <a:pt x="429" y="1355"/>
                  </a:cubicBezTo>
                  <a:cubicBezTo>
                    <a:pt x="675" y="1355"/>
                    <a:pt x="899" y="1056"/>
                    <a:pt x="899" y="1056"/>
                  </a:cubicBezTo>
                  <a:lnTo>
                    <a:pt x="899" y="1056"/>
                  </a:lnTo>
                  <a:cubicBezTo>
                    <a:pt x="899" y="1056"/>
                    <a:pt x="697" y="1955"/>
                    <a:pt x="989" y="2076"/>
                  </a:cubicBezTo>
                  <a:cubicBezTo>
                    <a:pt x="1029" y="2093"/>
                    <a:pt x="1064" y="2100"/>
                    <a:pt x="1095" y="2100"/>
                  </a:cubicBezTo>
                  <a:cubicBezTo>
                    <a:pt x="1294" y="2100"/>
                    <a:pt x="1331" y="1805"/>
                    <a:pt x="1331" y="1805"/>
                  </a:cubicBezTo>
                  <a:cubicBezTo>
                    <a:pt x="1331" y="1805"/>
                    <a:pt x="1540" y="74"/>
                    <a:pt x="108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5" name="Google Shape;2235;p47"/>
            <p:cNvSpPr/>
            <p:nvPr/>
          </p:nvSpPr>
          <p:spPr>
            <a:xfrm>
              <a:off x="5255730" y="2594825"/>
              <a:ext cx="120675" cy="143775"/>
            </a:xfrm>
            <a:custGeom>
              <a:rect b="b" l="l" r="r" t="t"/>
              <a:pathLst>
                <a:path extrusionOk="0" h="5751" w="4827">
                  <a:moveTo>
                    <a:pt x="2265" y="0"/>
                  </a:moveTo>
                  <a:cubicBezTo>
                    <a:pt x="1742" y="0"/>
                    <a:pt x="1230" y="162"/>
                    <a:pt x="809" y="479"/>
                  </a:cubicBezTo>
                  <a:cubicBezTo>
                    <a:pt x="788" y="493"/>
                    <a:pt x="767" y="510"/>
                    <a:pt x="746" y="528"/>
                  </a:cubicBezTo>
                  <a:cubicBezTo>
                    <a:pt x="418" y="907"/>
                    <a:pt x="638" y="1545"/>
                    <a:pt x="397" y="2607"/>
                  </a:cubicBezTo>
                  <a:cubicBezTo>
                    <a:pt x="11" y="4318"/>
                    <a:pt x="0" y="5486"/>
                    <a:pt x="1684" y="5723"/>
                  </a:cubicBezTo>
                  <a:cubicBezTo>
                    <a:pt x="1814" y="5741"/>
                    <a:pt x="1946" y="5750"/>
                    <a:pt x="2079" y="5750"/>
                  </a:cubicBezTo>
                  <a:cubicBezTo>
                    <a:pt x="2590" y="5750"/>
                    <a:pt x="3098" y="5605"/>
                    <a:pt x="3475" y="5232"/>
                  </a:cubicBezTo>
                  <a:cubicBezTo>
                    <a:pt x="3774" y="4928"/>
                    <a:pt x="3993" y="4698"/>
                    <a:pt x="4154" y="4472"/>
                  </a:cubicBezTo>
                  <a:cubicBezTo>
                    <a:pt x="4273" y="4298"/>
                    <a:pt x="4360" y="4124"/>
                    <a:pt x="4419" y="3918"/>
                  </a:cubicBezTo>
                  <a:cubicBezTo>
                    <a:pt x="4443" y="3831"/>
                    <a:pt x="4464" y="3733"/>
                    <a:pt x="4482" y="3632"/>
                  </a:cubicBezTo>
                  <a:cubicBezTo>
                    <a:pt x="4533" y="3297"/>
                    <a:pt x="4712" y="2768"/>
                    <a:pt x="4760" y="2214"/>
                  </a:cubicBezTo>
                  <a:cubicBezTo>
                    <a:pt x="4826" y="1399"/>
                    <a:pt x="4610" y="531"/>
                    <a:pt x="3290" y="158"/>
                  </a:cubicBezTo>
                  <a:cubicBezTo>
                    <a:pt x="3248" y="145"/>
                    <a:pt x="3206" y="134"/>
                    <a:pt x="3165" y="124"/>
                  </a:cubicBezTo>
                  <a:cubicBezTo>
                    <a:pt x="3144" y="120"/>
                    <a:pt x="3126" y="113"/>
                    <a:pt x="3105" y="110"/>
                  </a:cubicBezTo>
                  <a:cubicBezTo>
                    <a:pt x="3078" y="103"/>
                    <a:pt x="3049" y="95"/>
                    <a:pt x="3025" y="92"/>
                  </a:cubicBezTo>
                  <a:cubicBezTo>
                    <a:pt x="3015" y="89"/>
                    <a:pt x="3004" y="89"/>
                    <a:pt x="2994" y="85"/>
                  </a:cubicBezTo>
                  <a:cubicBezTo>
                    <a:pt x="2969" y="82"/>
                    <a:pt x="2945" y="74"/>
                    <a:pt x="2920" y="71"/>
                  </a:cubicBezTo>
                  <a:cubicBezTo>
                    <a:pt x="2809" y="50"/>
                    <a:pt x="2694" y="33"/>
                    <a:pt x="2576" y="19"/>
                  </a:cubicBezTo>
                  <a:cubicBezTo>
                    <a:pt x="2472" y="7"/>
                    <a:pt x="2368" y="0"/>
                    <a:pt x="2265" y="0"/>
                  </a:cubicBezTo>
                  <a:close/>
                </a:path>
              </a:pathLst>
            </a:custGeom>
            <a:solidFill>
              <a:srgbClr val="E770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6" name="Google Shape;2236;p47"/>
            <p:cNvSpPr/>
            <p:nvPr/>
          </p:nvSpPr>
          <p:spPr>
            <a:xfrm>
              <a:off x="5325755" y="2622850"/>
              <a:ext cx="53975" cy="52800"/>
            </a:xfrm>
            <a:custGeom>
              <a:rect b="b" l="l" r="r" t="t"/>
              <a:pathLst>
                <a:path extrusionOk="0" h="2112" w="2159">
                  <a:moveTo>
                    <a:pt x="973" y="0"/>
                  </a:moveTo>
                  <a:cubicBezTo>
                    <a:pt x="824" y="0"/>
                    <a:pt x="672" y="41"/>
                    <a:pt x="527" y="145"/>
                  </a:cubicBezTo>
                  <a:cubicBezTo>
                    <a:pt x="527" y="145"/>
                    <a:pt x="1" y="1787"/>
                    <a:pt x="259" y="2055"/>
                  </a:cubicBezTo>
                  <a:cubicBezTo>
                    <a:pt x="297" y="2094"/>
                    <a:pt x="344" y="2111"/>
                    <a:pt x="398" y="2111"/>
                  </a:cubicBezTo>
                  <a:cubicBezTo>
                    <a:pt x="703" y="2111"/>
                    <a:pt x="1203" y="1563"/>
                    <a:pt x="1203" y="1563"/>
                  </a:cubicBezTo>
                  <a:cubicBezTo>
                    <a:pt x="1203" y="1563"/>
                    <a:pt x="1618" y="1358"/>
                    <a:pt x="1890" y="1298"/>
                  </a:cubicBezTo>
                  <a:cubicBezTo>
                    <a:pt x="2158" y="1240"/>
                    <a:pt x="2004" y="521"/>
                    <a:pt x="2004" y="521"/>
                  </a:cubicBezTo>
                  <a:cubicBezTo>
                    <a:pt x="2004" y="521"/>
                    <a:pt x="1506" y="0"/>
                    <a:pt x="97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7" name="Google Shape;2237;p47"/>
            <p:cNvSpPr/>
            <p:nvPr/>
          </p:nvSpPr>
          <p:spPr>
            <a:xfrm>
              <a:off x="5242055" y="2553275"/>
              <a:ext cx="164400" cy="104425"/>
            </a:xfrm>
            <a:custGeom>
              <a:rect b="b" l="l" r="r" t="t"/>
              <a:pathLst>
                <a:path extrusionOk="0" h="4177" w="6576">
                  <a:moveTo>
                    <a:pt x="3097" y="1"/>
                  </a:moveTo>
                  <a:cubicBezTo>
                    <a:pt x="2573" y="1"/>
                    <a:pt x="2562" y="841"/>
                    <a:pt x="2562" y="841"/>
                  </a:cubicBezTo>
                  <a:cubicBezTo>
                    <a:pt x="2562" y="841"/>
                    <a:pt x="1917" y="553"/>
                    <a:pt x="1332" y="553"/>
                  </a:cubicBezTo>
                  <a:cubicBezTo>
                    <a:pt x="1111" y="553"/>
                    <a:pt x="898" y="595"/>
                    <a:pt x="732" y="709"/>
                  </a:cubicBezTo>
                  <a:cubicBezTo>
                    <a:pt x="143" y="1113"/>
                    <a:pt x="913" y="1719"/>
                    <a:pt x="913" y="1719"/>
                  </a:cubicBezTo>
                  <a:cubicBezTo>
                    <a:pt x="913" y="1719"/>
                    <a:pt x="0" y="1963"/>
                    <a:pt x="53" y="2392"/>
                  </a:cubicBezTo>
                  <a:cubicBezTo>
                    <a:pt x="81" y="2611"/>
                    <a:pt x="222" y="2678"/>
                    <a:pt x="386" y="2678"/>
                  </a:cubicBezTo>
                  <a:cubicBezTo>
                    <a:pt x="650" y="2678"/>
                    <a:pt x="973" y="2503"/>
                    <a:pt x="973" y="2503"/>
                  </a:cubicBezTo>
                  <a:cubicBezTo>
                    <a:pt x="973" y="2503"/>
                    <a:pt x="1231" y="2965"/>
                    <a:pt x="1589" y="2965"/>
                  </a:cubicBezTo>
                  <a:cubicBezTo>
                    <a:pt x="1636" y="2965"/>
                    <a:pt x="1685" y="2957"/>
                    <a:pt x="1735" y="2939"/>
                  </a:cubicBezTo>
                  <a:cubicBezTo>
                    <a:pt x="2168" y="2785"/>
                    <a:pt x="2562" y="2225"/>
                    <a:pt x="2562" y="2225"/>
                  </a:cubicBezTo>
                  <a:lnTo>
                    <a:pt x="2562" y="2225"/>
                  </a:lnTo>
                  <a:cubicBezTo>
                    <a:pt x="2562" y="2225"/>
                    <a:pt x="2499" y="3158"/>
                    <a:pt x="3199" y="3304"/>
                  </a:cubicBezTo>
                  <a:cubicBezTo>
                    <a:pt x="3260" y="3317"/>
                    <a:pt x="3315" y="3323"/>
                    <a:pt x="3363" y="3323"/>
                  </a:cubicBezTo>
                  <a:cubicBezTo>
                    <a:pt x="3870" y="3323"/>
                    <a:pt x="3704" y="2685"/>
                    <a:pt x="3704" y="2685"/>
                  </a:cubicBezTo>
                  <a:lnTo>
                    <a:pt x="3704" y="2685"/>
                  </a:lnTo>
                  <a:cubicBezTo>
                    <a:pt x="3704" y="2685"/>
                    <a:pt x="4029" y="3803"/>
                    <a:pt x="4336" y="3803"/>
                  </a:cubicBezTo>
                  <a:cubicBezTo>
                    <a:pt x="4358" y="3803"/>
                    <a:pt x="4380" y="3798"/>
                    <a:pt x="4401" y="3785"/>
                  </a:cubicBezTo>
                  <a:cubicBezTo>
                    <a:pt x="4722" y="3600"/>
                    <a:pt x="4781" y="3068"/>
                    <a:pt x="4781" y="3068"/>
                  </a:cubicBezTo>
                  <a:cubicBezTo>
                    <a:pt x="4781" y="3068"/>
                    <a:pt x="5531" y="4176"/>
                    <a:pt x="6042" y="4176"/>
                  </a:cubicBezTo>
                  <a:cubicBezTo>
                    <a:pt x="6049" y="4176"/>
                    <a:pt x="6056" y="4176"/>
                    <a:pt x="6063" y="4176"/>
                  </a:cubicBezTo>
                  <a:cubicBezTo>
                    <a:pt x="6576" y="4144"/>
                    <a:pt x="5736" y="2462"/>
                    <a:pt x="5736" y="2462"/>
                  </a:cubicBezTo>
                  <a:cubicBezTo>
                    <a:pt x="5736" y="2462"/>
                    <a:pt x="6189" y="2455"/>
                    <a:pt x="6060" y="2040"/>
                  </a:cubicBezTo>
                  <a:cubicBezTo>
                    <a:pt x="5896" y="1521"/>
                    <a:pt x="4694" y="1381"/>
                    <a:pt x="4694" y="1381"/>
                  </a:cubicBezTo>
                  <a:cubicBezTo>
                    <a:pt x="4694" y="1381"/>
                    <a:pt x="4478" y="712"/>
                    <a:pt x="3533" y="148"/>
                  </a:cubicBezTo>
                  <a:cubicBezTo>
                    <a:pt x="3358" y="43"/>
                    <a:pt x="3214" y="1"/>
                    <a:pt x="309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8" name="Google Shape;2238;p47"/>
            <p:cNvSpPr/>
            <p:nvPr/>
          </p:nvSpPr>
          <p:spPr>
            <a:xfrm>
              <a:off x="5282130" y="2651900"/>
              <a:ext cx="15600" cy="23200"/>
            </a:xfrm>
            <a:custGeom>
              <a:rect b="b" l="l" r="r" t="t"/>
              <a:pathLst>
                <a:path extrusionOk="0" h="928" w="624">
                  <a:moveTo>
                    <a:pt x="551" y="1"/>
                  </a:moveTo>
                  <a:cubicBezTo>
                    <a:pt x="539" y="1"/>
                    <a:pt x="527" y="6"/>
                    <a:pt x="516" y="18"/>
                  </a:cubicBezTo>
                  <a:cubicBezTo>
                    <a:pt x="352" y="196"/>
                    <a:pt x="185" y="377"/>
                    <a:pt x="21" y="559"/>
                  </a:cubicBezTo>
                  <a:cubicBezTo>
                    <a:pt x="0" y="580"/>
                    <a:pt x="0" y="611"/>
                    <a:pt x="21" y="631"/>
                  </a:cubicBezTo>
                  <a:cubicBezTo>
                    <a:pt x="105" y="715"/>
                    <a:pt x="182" y="802"/>
                    <a:pt x="245" y="903"/>
                  </a:cubicBezTo>
                  <a:cubicBezTo>
                    <a:pt x="255" y="920"/>
                    <a:pt x="270" y="927"/>
                    <a:pt x="286" y="927"/>
                  </a:cubicBezTo>
                  <a:cubicBezTo>
                    <a:pt x="322" y="927"/>
                    <a:pt x="359" y="890"/>
                    <a:pt x="335" y="851"/>
                  </a:cubicBezTo>
                  <a:cubicBezTo>
                    <a:pt x="274" y="757"/>
                    <a:pt x="205" y="673"/>
                    <a:pt x="128" y="593"/>
                  </a:cubicBezTo>
                  <a:lnTo>
                    <a:pt x="128" y="593"/>
                  </a:lnTo>
                  <a:cubicBezTo>
                    <a:pt x="281" y="425"/>
                    <a:pt x="437" y="257"/>
                    <a:pt x="589" y="91"/>
                  </a:cubicBezTo>
                  <a:cubicBezTo>
                    <a:pt x="623" y="54"/>
                    <a:pt x="589" y="1"/>
                    <a:pt x="551" y="1"/>
                  </a:cubicBezTo>
                  <a:close/>
                </a:path>
              </a:pathLst>
            </a:custGeom>
            <a:solidFill>
              <a:srgbClr val="241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9" name="Google Shape;2239;p47"/>
            <p:cNvSpPr/>
            <p:nvPr/>
          </p:nvSpPr>
          <p:spPr>
            <a:xfrm>
              <a:off x="5302855" y="2655725"/>
              <a:ext cx="6475" cy="8325"/>
            </a:xfrm>
            <a:custGeom>
              <a:rect b="b" l="l" r="r" t="t"/>
              <a:pathLst>
                <a:path extrusionOk="0" h="333" w="259">
                  <a:moveTo>
                    <a:pt x="132" y="1"/>
                  </a:moveTo>
                  <a:cubicBezTo>
                    <a:pt x="64" y="1"/>
                    <a:pt x="8" y="69"/>
                    <a:pt x="4" y="161"/>
                  </a:cubicBezTo>
                  <a:cubicBezTo>
                    <a:pt x="1" y="252"/>
                    <a:pt x="53" y="329"/>
                    <a:pt x="122" y="332"/>
                  </a:cubicBezTo>
                  <a:cubicBezTo>
                    <a:pt x="124" y="332"/>
                    <a:pt x="125" y="332"/>
                    <a:pt x="127" y="332"/>
                  </a:cubicBezTo>
                  <a:cubicBezTo>
                    <a:pt x="192" y="332"/>
                    <a:pt x="248" y="261"/>
                    <a:pt x="255" y="171"/>
                  </a:cubicBezTo>
                  <a:cubicBezTo>
                    <a:pt x="258" y="81"/>
                    <a:pt x="206" y="1"/>
                    <a:pt x="136" y="1"/>
                  </a:cubicBezTo>
                  <a:cubicBezTo>
                    <a:pt x="135" y="1"/>
                    <a:pt x="133" y="1"/>
                    <a:pt x="132" y="1"/>
                  </a:cubicBezTo>
                  <a:close/>
                </a:path>
              </a:pathLst>
            </a:custGeom>
            <a:solidFill>
              <a:srgbClr val="241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0" name="Google Shape;2240;p47"/>
            <p:cNvSpPr/>
            <p:nvPr/>
          </p:nvSpPr>
          <p:spPr>
            <a:xfrm>
              <a:off x="5275330" y="2652350"/>
              <a:ext cx="6475" cy="8400"/>
            </a:xfrm>
            <a:custGeom>
              <a:rect b="b" l="l" r="r" t="t"/>
              <a:pathLst>
                <a:path extrusionOk="0" h="336" w="259">
                  <a:moveTo>
                    <a:pt x="131" y="0"/>
                  </a:moveTo>
                  <a:cubicBezTo>
                    <a:pt x="64" y="0"/>
                    <a:pt x="7" y="72"/>
                    <a:pt x="4" y="160"/>
                  </a:cubicBezTo>
                  <a:cubicBezTo>
                    <a:pt x="1" y="255"/>
                    <a:pt x="52" y="332"/>
                    <a:pt x="119" y="335"/>
                  </a:cubicBezTo>
                  <a:cubicBezTo>
                    <a:pt x="121" y="335"/>
                    <a:pt x="122" y="335"/>
                    <a:pt x="124" y="335"/>
                  </a:cubicBezTo>
                  <a:cubicBezTo>
                    <a:pt x="191" y="335"/>
                    <a:pt x="248" y="263"/>
                    <a:pt x="251" y="174"/>
                  </a:cubicBezTo>
                  <a:cubicBezTo>
                    <a:pt x="258" y="81"/>
                    <a:pt x="203" y="4"/>
                    <a:pt x="136" y="0"/>
                  </a:cubicBezTo>
                  <a:cubicBezTo>
                    <a:pt x="134" y="0"/>
                    <a:pt x="133" y="0"/>
                    <a:pt x="131" y="0"/>
                  </a:cubicBezTo>
                  <a:close/>
                </a:path>
              </a:pathLst>
            </a:custGeom>
            <a:solidFill>
              <a:srgbClr val="241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1" name="Google Shape;2241;p47"/>
            <p:cNvSpPr/>
            <p:nvPr/>
          </p:nvSpPr>
          <p:spPr>
            <a:xfrm>
              <a:off x="5307830" y="2669850"/>
              <a:ext cx="16750" cy="8750"/>
            </a:xfrm>
            <a:custGeom>
              <a:rect b="b" l="l" r="r" t="t"/>
              <a:pathLst>
                <a:path extrusionOk="0" h="350" w="670">
                  <a:moveTo>
                    <a:pt x="267" y="0"/>
                  </a:moveTo>
                  <a:cubicBezTo>
                    <a:pt x="132" y="0"/>
                    <a:pt x="25" y="49"/>
                    <a:pt x="14" y="122"/>
                  </a:cubicBezTo>
                  <a:cubicBezTo>
                    <a:pt x="0" y="217"/>
                    <a:pt x="132" y="311"/>
                    <a:pt x="307" y="342"/>
                  </a:cubicBezTo>
                  <a:cubicBezTo>
                    <a:pt x="339" y="347"/>
                    <a:pt x="370" y="350"/>
                    <a:pt x="400" y="350"/>
                  </a:cubicBezTo>
                  <a:cubicBezTo>
                    <a:pt x="536" y="350"/>
                    <a:pt x="644" y="300"/>
                    <a:pt x="655" y="224"/>
                  </a:cubicBezTo>
                  <a:cubicBezTo>
                    <a:pt x="669" y="133"/>
                    <a:pt x="537" y="36"/>
                    <a:pt x="362" y="8"/>
                  </a:cubicBezTo>
                  <a:cubicBezTo>
                    <a:pt x="330" y="3"/>
                    <a:pt x="298" y="0"/>
                    <a:pt x="267" y="0"/>
                  </a:cubicBezTo>
                  <a:close/>
                </a:path>
              </a:pathLst>
            </a:custGeom>
            <a:solidFill>
              <a:srgbClr val="BB3B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2" name="Google Shape;2242;p47"/>
            <p:cNvSpPr/>
            <p:nvPr/>
          </p:nvSpPr>
          <p:spPr>
            <a:xfrm>
              <a:off x="5263405" y="2664875"/>
              <a:ext cx="15075" cy="8750"/>
            </a:xfrm>
            <a:custGeom>
              <a:rect b="b" l="l" r="r" t="t"/>
              <a:pathLst>
                <a:path extrusionOk="0" h="350" w="603">
                  <a:moveTo>
                    <a:pt x="201" y="1"/>
                  </a:moveTo>
                  <a:cubicBezTo>
                    <a:pt x="141" y="1"/>
                    <a:pt x="86" y="10"/>
                    <a:pt x="42" y="29"/>
                  </a:cubicBezTo>
                  <a:lnTo>
                    <a:pt x="0" y="238"/>
                  </a:lnTo>
                  <a:cubicBezTo>
                    <a:pt x="53" y="286"/>
                    <a:pt x="140" y="325"/>
                    <a:pt x="241" y="342"/>
                  </a:cubicBezTo>
                  <a:cubicBezTo>
                    <a:pt x="273" y="347"/>
                    <a:pt x="305" y="350"/>
                    <a:pt x="335" y="350"/>
                  </a:cubicBezTo>
                  <a:cubicBezTo>
                    <a:pt x="469" y="350"/>
                    <a:pt x="574" y="302"/>
                    <a:pt x="589" y="228"/>
                  </a:cubicBezTo>
                  <a:cubicBezTo>
                    <a:pt x="603" y="133"/>
                    <a:pt x="471" y="35"/>
                    <a:pt x="293" y="8"/>
                  </a:cubicBezTo>
                  <a:cubicBezTo>
                    <a:pt x="262" y="3"/>
                    <a:pt x="231" y="1"/>
                    <a:pt x="201" y="1"/>
                  </a:cubicBezTo>
                  <a:close/>
                </a:path>
              </a:pathLst>
            </a:custGeom>
            <a:solidFill>
              <a:srgbClr val="BB3B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3" name="Google Shape;2243;p47"/>
            <p:cNvSpPr/>
            <p:nvPr/>
          </p:nvSpPr>
          <p:spPr>
            <a:xfrm>
              <a:off x="5302755" y="2639675"/>
              <a:ext cx="19275" cy="14375"/>
            </a:xfrm>
            <a:custGeom>
              <a:rect b="b" l="l" r="r" t="t"/>
              <a:pathLst>
                <a:path extrusionOk="0" h="575" w="771">
                  <a:moveTo>
                    <a:pt x="251" y="1"/>
                  </a:moveTo>
                  <a:cubicBezTo>
                    <a:pt x="214" y="1"/>
                    <a:pt x="178" y="5"/>
                    <a:pt x="140" y="12"/>
                  </a:cubicBezTo>
                  <a:cubicBezTo>
                    <a:pt x="63" y="30"/>
                    <a:pt x="1" y="93"/>
                    <a:pt x="8" y="176"/>
                  </a:cubicBezTo>
                  <a:cubicBezTo>
                    <a:pt x="17" y="243"/>
                    <a:pt x="83" y="310"/>
                    <a:pt x="155" y="310"/>
                  </a:cubicBezTo>
                  <a:cubicBezTo>
                    <a:pt x="162" y="310"/>
                    <a:pt x="169" y="310"/>
                    <a:pt x="175" y="308"/>
                  </a:cubicBezTo>
                  <a:cubicBezTo>
                    <a:pt x="197" y="304"/>
                    <a:pt x="221" y="301"/>
                    <a:pt x="244" y="301"/>
                  </a:cubicBezTo>
                  <a:cubicBezTo>
                    <a:pt x="339" y="301"/>
                    <a:pt x="439" y="342"/>
                    <a:pt x="461" y="445"/>
                  </a:cubicBezTo>
                  <a:cubicBezTo>
                    <a:pt x="477" y="515"/>
                    <a:pt x="529" y="575"/>
                    <a:pt x="606" y="575"/>
                  </a:cubicBezTo>
                  <a:cubicBezTo>
                    <a:pt x="612" y="575"/>
                    <a:pt x="618" y="574"/>
                    <a:pt x="625" y="573"/>
                  </a:cubicBezTo>
                  <a:cubicBezTo>
                    <a:pt x="698" y="567"/>
                    <a:pt x="771" y="490"/>
                    <a:pt x="758" y="410"/>
                  </a:cubicBezTo>
                  <a:cubicBezTo>
                    <a:pt x="703" y="167"/>
                    <a:pt x="493" y="1"/>
                    <a:pt x="251" y="1"/>
                  </a:cubicBezTo>
                  <a:close/>
                </a:path>
              </a:pathLst>
            </a:custGeom>
            <a:solidFill>
              <a:srgbClr val="241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4" name="Google Shape;2244;p47"/>
            <p:cNvSpPr/>
            <p:nvPr/>
          </p:nvSpPr>
          <p:spPr>
            <a:xfrm>
              <a:off x="5268555" y="2635850"/>
              <a:ext cx="22400" cy="10525"/>
            </a:xfrm>
            <a:custGeom>
              <a:rect b="b" l="l" r="r" t="t"/>
              <a:pathLst>
                <a:path extrusionOk="0" h="421" w="896">
                  <a:moveTo>
                    <a:pt x="495" y="1"/>
                  </a:moveTo>
                  <a:cubicBezTo>
                    <a:pt x="360" y="1"/>
                    <a:pt x="229" y="49"/>
                    <a:pt x="119" y="144"/>
                  </a:cubicBezTo>
                  <a:cubicBezTo>
                    <a:pt x="1" y="245"/>
                    <a:pt x="90" y="420"/>
                    <a:pt x="206" y="420"/>
                  </a:cubicBezTo>
                  <a:cubicBezTo>
                    <a:pt x="234" y="420"/>
                    <a:pt x="264" y="410"/>
                    <a:pt x="292" y="385"/>
                  </a:cubicBezTo>
                  <a:cubicBezTo>
                    <a:pt x="358" y="328"/>
                    <a:pt x="422" y="297"/>
                    <a:pt x="493" y="297"/>
                  </a:cubicBezTo>
                  <a:cubicBezTo>
                    <a:pt x="531" y="297"/>
                    <a:pt x="572" y="306"/>
                    <a:pt x="616" y="326"/>
                  </a:cubicBezTo>
                  <a:cubicBezTo>
                    <a:pt x="638" y="335"/>
                    <a:pt x="658" y="339"/>
                    <a:pt x="678" y="339"/>
                  </a:cubicBezTo>
                  <a:cubicBezTo>
                    <a:pt x="819" y="339"/>
                    <a:pt x="895" y="121"/>
                    <a:pt x="742" y="54"/>
                  </a:cubicBezTo>
                  <a:cubicBezTo>
                    <a:pt x="660" y="19"/>
                    <a:pt x="577" y="1"/>
                    <a:pt x="495" y="1"/>
                  </a:cubicBezTo>
                  <a:close/>
                </a:path>
              </a:pathLst>
            </a:custGeom>
            <a:solidFill>
              <a:srgbClr val="241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5" name="Google Shape;2245;p47"/>
            <p:cNvSpPr/>
            <p:nvPr/>
          </p:nvSpPr>
          <p:spPr>
            <a:xfrm>
              <a:off x="5350855" y="2692750"/>
              <a:ext cx="15350" cy="13900"/>
            </a:xfrm>
            <a:custGeom>
              <a:rect b="b" l="l" r="r" t="t"/>
              <a:pathLst>
                <a:path extrusionOk="0" h="556" w="614">
                  <a:moveTo>
                    <a:pt x="614" y="1"/>
                  </a:moveTo>
                  <a:cubicBezTo>
                    <a:pt x="485" y="67"/>
                    <a:pt x="341" y="108"/>
                    <a:pt x="180" y="108"/>
                  </a:cubicBezTo>
                  <a:cubicBezTo>
                    <a:pt x="122" y="108"/>
                    <a:pt x="62" y="102"/>
                    <a:pt x="0" y="91"/>
                  </a:cubicBezTo>
                  <a:lnTo>
                    <a:pt x="0" y="91"/>
                  </a:lnTo>
                  <a:cubicBezTo>
                    <a:pt x="74" y="294"/>
                    <a:pt x="196" y="447"/>
                    <a:pt x="349" y="555"/>
                  </a:cubicBezTo>
                  <a:cubicBezTo>
                    <a:pt x="468" y="381"/>
                    <a:pt x="555" y="207"/>
                    <a:pt x="614" y="1"/>
                  </a:cubicBezTo>
                  <a:close/>
                </a:path>
              </a:pathLst>
            </a:custGeom>
            <a:solidFill>
              <a:srgbClr val="241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6" name="Google Shape;2246;p47"/>
            <p:cNvSpPr/>
            <p:nvPr/>
          </p:nvSpPr>
          <p:spPr>
            <a:xfrm>
              <a:off x="5275930" y="2683275"/>
              <a:ext cx="30625" cy="20050"/>
            </a:xfrm>
            <a:custGeom>
              <a:rect b="b" l="l" r="r" t="t"/>
              <a:pathLst>
                <a:path extrusionOk="0" h="802" w="1225">
                  <a:moveTo>
                    <a:pt x="39" y="0"/>
                  </a:moveTo>
                  <a:lnTo>
                    <a:pt x="39" y="0"/>
                  </a:lnTo>
                  <a:cubicBezTo>
                    <a:pt x="39" y="0"/>
                    <a:pt x="1" y="714"/>
                    <a:pt x="478" y="795"/>
                  </a:cubicBezTo>
                  <a:cubicBezTo>
                    <a:pt x="508" y="799"/>
                    <a:pt x="536" y="802"/>
                    <a:pt x="563" y="802"/>
                  </a:cubicBezTo>
                  <a:cubicBezTo>
                    <a:pt x="1058" y="802"/>
                    <a:pt x="1224" y="63"/>
                    <a:pt x="1224" y="63"/>
                  </a:cubicBezTo>
                  <a:cubicBezTo>
                    <a:pt x="440" y="21"/>
                    <a:pt x="39" y="0"/>
                    <a:pt x="3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7" name="Google Shape;2247;p47"/>
            <p:cNvSpPr/>
            <p:nvPr/>
          </p:nvSpPr>
          <p:spPr>
            <a:xfrm>
              <a:off x="5283230" y="2708175"/>
              <a:ext cx="11900" cy="4125"/>
            </a:xfrm>
            <a:custGeom>
              <a:rect b="b" l="l" r="r" t="t"/>
              <a:pathLst>
                <a:path extrusionOk="0" h="165" w="476">
                  <a:moveTo>
                    <a:pt x="74" y="1"/>
                  </a:moveTo>
                  <a:cubicBezTo>
                    <a:pt x="26" y="1"/>
                    <a:pt x="0" y="82"/>
                    <a:pt x="54" y="109"/>
                  </a:cubicBezTo>
                  <a:cubicBezTo>
                    <a:pt x="118" y="143"/>
                    <a:pt x="187" y="165"/>
                    <a:pt x="256" y="165"/>
                  </a:cubicBezTo>
                  <a:cubicBezTo>
                    <a:pt x="314" y="165"/>
                    <a:pt x="372" y="149"/>
                    <a:pt x="426" y="112"/>
                  </a:cubicBezTo>
                  <a:cubicBezTo>
                    <a:pt x="476" y="80"/>
                    <a:pt x="438" y="13"/>
                    <a:pt x="390" y="13"/>
                  </a:cubicBezTo>
                  <a:cubicBezTo>
                    <a:pt x="381" y="13"/>
                    <a:pt x="370" y="15"/>
                    <a:pt x="360" y="22"/>
                  </a:cubicBezTo>
                  <a:cubicBezTo>
                    <a:pt x="327" y="45"/>
                    <a:pt x="292" y="54"/>
                    <a:pt x="257" y="54"/>
                  </a:cubicBezTo>
                  <a:cubicBezTo>
                    <a:pt x="204" y="54"/>
                    <a:pt x="150" y="33"/>
                    <a:pt x="99" y="8"/>
                  </a:cubicBezTo>
                  <a:cubicBezTo>
                    <a:pt x="90" y="3"/>
                    <a:pt x="82" y="1"/>
                    <a:pt x="74" y="1"/>
                  </a:cubicBezTo>
                  <a:close/>
                </a:path>
              </a:pathLst>
            </a:custGeom>
            <a:solidFill>
              <a:srgbClr val="BB3B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8" name="Google Shape;2248;p47"/>
            <p:cNvSpPr/>
            <p:nvPr/>
          </p:nvSpPr>
          <p:spPr>
            <a:xfrm>
              <a:off x="5337955" y="2647900"/>
              <a:ext cx="46275" cy="49975"/>
            </a:xfrm>
            <a:custGeom>
              <a:rect b="b" l="l" r="r" t="t"/>
              <a:pathLst>
                <a:path extrusionOk="0" h="1999" w="1851">
                  <a:moveTo>
                    <a:pt x="1220" y="0"/>
                  </a:moveTo>
                  <a:cubicBezTo>
                    <a:pt x="894" y="0"/>
                    <a:pt x="517" y="355"/>
                    <a:pt x="294" y="600"/>
                  </a:cubicBezTo>
                  <a:cubicBezTo>
                    <a:pt x="98" y="812"/>
                    <a:pt x="1" y="1102"/>
                    <a:pt x="49" y="1383"/>
                  </a:cubicBezTo>
                  <a:cubicBezTo>
                    <a:pt x="88" y="1618"/>
                    <a:pt x="217" y="1851"/>
                    <a:pt x="534" y="1955"/>
                  </a:cubicBezTo>
                  <a:cubicBezTo>
                    <a:pt x="626" y="1985"/>
                    <a:pt x="713" y="1998"/>
                    <a:pt x="795" y="1998"/>
                  </a:cubicBezTo>
                  <a:cubicBezTo>
                    <a:pt x="1287" y="1998"/>
                    <a:pt x="1605" y="1519"/>
                    <a:pt x="1712" y="1119"/>
                  </a:cubicBezTo>
                  <a:cubicBezTo>
                    <a:pt x="1841" y="652"/>
                    <a:pt x="1851" y="175"/>
                    <a:pt x="1339" y="18"/>
                  </a:cubicBezTo>
                  <a:cubicBezTo>
                    <a:pt x="1300" y="6"/>
                    <a:pt x="1260" y="0"/>
                    <a:pt x="1220" y="0"/>
                  </a:cubicBezTo>
                  <a:close/>
                </a:path>
              </a:pathLst>
            </a:custGeom>
            <a:solidFill>
              <a:srgbClr val="E770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9" name="Google Shape;2249;p47"/>
            <p:cNvSpPr/>
            <p:nvPr/>
          </p:nvSpPr>
          <p:spPr>
            <a:xfrm>
              <a:off x="5352030" y="2657625"/>
              <a:ext cx="22900" cy="26700"/>
            </a:xfrm>
            <a:custGeom>
              <a:rect b="b" l="l" r="r" t="t"/>
              <a:pathLst>
                <a:path extrusionOk="0" h="1068" w="916">
                  <a:moveTo>
                    <a:pt x="674" y="1"/>
                  </a:moveTo>
                  <a:cubicBezTo>
                    <a:pt x="530" y="1"/>
                    <a:pt x="389" y="77"/>
                    <a:pt x="281" y="183"/>
                  </a:cubicBezTo>
                  <a:cubicBezTo>
                    <a:pt x="62" y="402"/>
                    <a:pt x="9" y="709"/>
                    <a:pt x="2" y="1005"/>
                  </a:cubicBezTo>
                  <a:cubicBezTo>
                    <a:pt x="1" y="1047"/>
                    <a:pt x="32" y="1068"/>
                    <a:pt x="64" y="1068"/>
                  </a:cubicBezTo>
                  <a:cubicBezTo>
                    <a:pt x="93" y="1068"/>
                    <a:pt x="123" y="1049"/>
                    <a:pt x="125" y="1012"/>
                  </a:cubicBezTo>
                  <a:cubicBezTo>
                    <a:pt x="131" y="806"/>
                    <a:pt x="149" y="597"/>
                    <a:pt x="257" y="420"/>
                  </a:cubicBezTo>
                  <a:cubicBezTo>
                    <a:pt x="330" y="289"/>
                    <a:pt x="499" y="119"/>
                    <a:pt x="670" y="119"/>
                  </a:cubicBezTo>
                  <a:cubicBezTo>
                    <a:pt x="709" y="119"/>
                    <a:pt x="748" y="128"/>
                    <a:pt x="786" y="148"/>
                  </a:cubicBezTo>
                  <a:cubicBezTo>
                    <a:pt x="796" y="153"/>
                    <a:pt x="806" y="155"/>
                    <a:pt x="816" y="155"/>
                  </a:cubicBezTo>
                  <a:cubicBezTo>
                    <a:pt x="873" y="155"/>
                    <a:pt x="915" y="77"/>
                    <a:pt x="852" y="44"/>
                  </a:cubicBezTo>
                  <a:cubicBezTo>
                    <a:pt x="794" y="14"/>
                    <a:pt x="734" y="1"/>
                    <a:pt x="674" y="1"/>
                  </a:cubicBezTo>
                  <a:close/>
                </a:path>
              </a:pathLst>
            </a:custGeom>
            <a:solidFill>
              <a:srgbClr val="241E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0" name="Google Shape;2250;p47"/>
            <p:cNvSpPr/>
            <p:nvPr/>
          </p:nvSpPr>
          <p:spPr>
            <a:xfrm>
              <a:off x="5368805" y="2824125"/>
              <a:ext cx="193325" cy="536375"/>
            </a:xfrm>
            <a:custGeom>
              <a:rect b="b" l="l" r="r" t="t"/>
              <a:pathLst>
                <a:path extrusionOk="0" h="21455" w="7733">
                  <a:moveTo>
                    <a:pt x="3376" y="0"/>
                  </a:moveTo>
                  <a:cubicBezTo>
                    <a:pt x="582" y="739"/>
                    <a:pt x="0" y="3868"/>
                    <a:pt x="746" y="5286"/>
                  </a:cubicBezTo>
                  <a:cubicBezTo>
                    <a:pt x="1492" y="6704"/>
                    <a:pt x="4042" y="9398"/>
                    <a:pt x="4255" y="14293"/>
                  </a:cubicBezTo>
                  <a:cubicBezTo>
                    <a:pt x="4467" y="19186"/>
                    <a:pt x="5391" y="21454"/>
                    <a:pt x="5391" y="21454"/>
                  </a:cubicBezTo>
                  <a:lnTo>
                    <a:pt x="7377" y="21315"/>
                  </a:lnTo>
                  <a:cubicBezTo>
                    <a:pt x="7377" y="21315"/>
                    <a:pt x="7164" y="18266"/>
                    <a:pt x="7447" y="12450"/>
                  </a:cubicBezTo>
                  <a:cubicBezTo>
                    <a:pt x="7733" y="6635"/>
                    <a:pt x="3376" y="0"/>
                    <a:pt x="3376" y="0"/>
                  </a:cubicBezTo>
                  <a:close/>
                </a:path>
              </a:pathLst>
            </a:custGeom>
            <a:solidFill>
              <a:srgbClr val="E770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1" name="Google Shape;2251;p47"/>
            <p:cNvSpPr/>
            <p:nvPr/>
          </p:nvSpPr>
          <p:spPr>
            <a:xfrm>
              <a:off x="5469430" y="3121500"/>
              <a:ext cx="35225" cy="17125"/>
            </a:xfrm>
            <a:custGeom>
              <a:rect b="b" l="l" r="r" t="t"/>
              <a:pathLst>
                <a:path extrusionOk="0" h="685" w="1409">
                  <a:moveTo>
                    <a:pt x="1299" y="0"/>
                  </a:moveTo>
                  <a:cubicBezTo>
                    <a:pt x="1287" y="0"/>
                    <a:pt x="1274" y="4"/>
                    <a:pt x="1261" y="12"/>
                  </a:cubicBezTo>
                  <a:cubicBezTo>
                    <a:pt x="888" y="238"/>
                    <a:pt x="498" y="416"/>
                    <a:pt x="80" y="545"/>
                  </a:cubicBezTo>
                  <a:cubicBezTo>
                    <a:pt x="1" y="570"/>
                    <a:pt x="36" y="685"/>
                    <a:pt x="109" y="685"/>
                  </a:cubicBezTo>
                  <a:cubicBezTo>
                    <a:pt x="117" y="685"/>
                    <a:pt x="124" y="683"/>
                    <a:pt x="133" y="681"/>
                  </a:cubicBezTo>
                  <a:cubicBezTo>
                    <a:pt x="557" y="545"/>
                    <a:pt x="961" y="361"/>
                    <a:pt x="1345" y="126"/>
                  </a:cubicBezTo>
                  <a:cubicBezTo>
                    <a:pt x="1409" y="89"/>
                    <a:pt x="1361" y="0"/>
                    <a:pt x="1299" y="0"/>
                  </a:cubicBezTo>
                  <a:close/>
                </a:path>
              </a:pathLst>
            </a:custGeom>
            <a:solidFill>
              <a:srgbClr val="BB3B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2" name="Google Shape;2252;p47"/>
            <p:cNvSpPr/>
            <p:nvPr/>
          </p:nvSpPr>
          <p:spPr>
            <a:xfrm>
              <a:off x="5482380" y="3344075"/>
              <a:ext cx="161450" cy="66125"/>
            </a:xfrm>
            <a:custGeom>
              <a:rect b="b" l="l" r="r" t="t"/>
              <a:pathLst>
                <a:path extrusionOk="0" h="2645" w="6458">
                  <a:moveTo>
                    <a:pt x="1875" y="0"/>
                  </a:moveTo>
                  <a:cubicBezTo>
                    <a:pt x="1342" y="0"/>
                    <a:pt x="792" y="318"/>
                    <a:pt x="792" y="318"/>
                  </a:cubicBezTo>
                  <a:cubicBezTo>
                    <a:pt x="792" y="318"/>
                    <a:pt x="60" y="1248"/>
                    <a:pt x="33" y="1482"/>
                  </a:cubicBezTo>
                  <a:cubicBezTo>
                    <a:pt x="1" y="1718"/>
                    <a:pt x="384" y="2099"/>
                    <a:pt x="1029" y="2423"/>
                  </a:cubicBezTo>
                  <a:cubicBezTo>
                    <a:pt x="1336" y="2577"/>
                    <a:pt x="1564" y="2644"/>
                    <a:pt x="1721" y="2644"/>
                  </a:cubicBezTo>
                  <a:cubicBezTo>
                    <a:pt x="1895" y="2644"/>
                    <a:pt x="1983" y="2562"/>
                    <a:pt x="1998" y="2423"/>
                  </a:cubicBezTo>
                  <a:cubicBezTo>
                    <a:pt x="2029" y="2157"/>
                    <a:pt x="1353" y="2130"/>
                    <a:pt x="1294" y="1778"/>
                  </a:cubicBezTo>
                  <a:cubicBezTo>
                    <a:pt x="1277" y="1681"/>
                    <a:pt x="1349" y="1644"/>
                    <a:pt x="1472" y="1644"/>
                  </a:cubicBezTo>
                  <a:cubicBezTo>
                    <a:pt x="1799" y="1644"/>
                    <a:pt x="2486" y="1905"/>
                    <a:pt x="2847" y="2011"/>
                  </a:cubicBezTo>
                  <a:cubicBezTo>
                    <a:pt x="3316" y="2148"/>
                    <a:pt x="4487" y="2328"/>
                    <a:pt x="5119" y="2328"/>
                  </a:cubicBezTo>
                  <a:cubicBezTo>
                    <a:pt x="5164" y="2328"/>
                    <a:pt x="5206" y="2327"/>
                    <a:pt x="5245" y="2325"/>
                  </a:cubicBezTo>
                  <a:cubicBezTo>
                    <a:pt x="5830" y="2294"/>
                    <a:pt x="4991" y="1984"/>
                    <a:pt x="4991" y="1984"/>
                  </a:cubicBezTo>
                  <a:lnTo>
                    <a:pt x="4991" y="1984"/>
                  </a:lnTo>
                  <a:cubicBezTo>
                    <a:pt x="4991" y="1984"/>
                    <a:pt x="5622" y="2159"/>
                    <a:pt x="5946" y="2159"/>
                  </a:cubicBezTo>
                  <a:cubicBezTo>
                    <a:pt x="6018" y="2159"/>
                    <a:pt x="6074" y="2151"/>
                    <a:pt x="6106" y="2130"/>
                  </a:cubicBezTo>
                  <a:cubicBezTo>
                    <a:pt x="6284" y="2011"/>
                    <a:pt x="6106" y="1865"/>
                    <a:pt x="6106" y="1865"/>
                  </a:cubicBezTo>
                  <a:cubicBezTo>
                    <a:pt x="6106" y="1865"/>
                    <a:pt x="6458" y="1865"/>
                    <a:pt x="5872" y="1482"/>
                  </a:cubicBezTo>
                  <a:cubicBezTo>
                    <a:pt x="5287" y="1102"/>
                    <a:pt x="3158" y="1029"/>
                    <a:pt x="2593" y="318"/>
                  </a:cubicBezTo>
                  <a:cubicBezTo>
                    <a:pt x="2405" y="80"/>
                    <a:pt x="2142" y="0"/>
                    <a:pt x="1875" y="0"/>
                  </a:cubicBezTo>
                  <a:close/>
                </a:path>
              </a:pathLst>
            </a:custGeom>
            <a:solidFill>
              <a:srgbClr val="E770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3" name="Google Shape;2253;p47"/>
            <p:cNvSpPr/>
            <p:nvPr/>
          </p:nvSpPr>
          <p:spPr>
            <a:xfrm>
              <a:off x="5359030" y="2814375"/>
              <a:ext cx="179150" cy="215525"/>
            </a:xfrm>
            <a:custGeom>
              <a:rect b="b" l="l" r="r" t="t"/>
              <a:pathLst>
                <a:path extrusionOk="0" h="8621" w="7166">
                  <a:moveTo>
                    <a:pt x="3297" y="0"/>
                  </a:moveTo>
                  <a:cubicBezTo>
                    <a:pt x="3297" y="0"/>
                    <a:pt x="1" y="1456"/>
                    <a:pt x="356" y="3764"/>
                  </a:cubicBezTo>
                  <a:cubicBezTo>
                    <a:pt x="712" y="6067"/>
                    <a:pt x="2307" y="8621"/>
                    <a:pt x="2307" y="8621"/>
                  </a:cubicBezTo>
                  <a:lnTo>
                    <a:pt x="7165" y="6244"/>
                  </a:lnTo>
                  <a:cubicBezTo>
                    <a:pt x="7165" y="6244"/>
                    <a:pt x="5708" y="599"/>
                    <a:pt x="329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4" name="Google Shape;2254;p47"/>
            <p:cNvSpPr/>
            <p:nvPr/>
          </p:nvSpPr>
          <p:spPr>
            <a:xfrm>
              <a:off x="5400030" y="2943200"/>
              <a:ext cx="130125" cy="57250"/>
            </a:xfrm>
            <a:custGeom>
              <a:rect b="b" l="l" r="r" t="t"/>
              <a:pathLst>
                <a:path extrusionOk="0" h="2290" w="5205">
                  <a:moveTo>
                    <a:pt x="5136" y="0"/>
                  </a:moveTo>
                  <a:cubicBezTo>
                    <a:pt x="5130" y="0"/>
                    <a:pt x="5124" y="1"/>
                    <a:pt x="5117" y="4"/>
                  </a:cubicBezTo>
                  <a:cubicBezTo>
                    <a:pt x="3396" y="659"/>
                    <a:pt x="1709" y="1391"/>
                    <a:pt x="54" y="2192"/>
                  </a:cubicBezTo>
                  <a:cubicBezTo>
                    <a:pt x="1" y="2219"/>
                    <a:pt x="34" y="2289"/>
                    <a:pt x="84" y="2289"/>
                  </a:cubicBezTo>
                  <a:cubicBezTo>
                    <a:pt x="92" y="2289"/>
                    <a:pt x="101" y="2287"/>
                    <a:pt x="110" y="2283"/>
                  </a:cubicBezTo>
                  <a:cubicBezTo>
                    <a:pt x="1754" y="1485"/>
                    <a:pt x="3438" y="756"/>
                    <a:pt x="5145" y="105"/>
                  </a:cubicBezTo>
                  <a:cubicBezTo>
                    <a:pt x="5205" y="83"/>
                    <a:pt x="5185" y="0"/>
                    <a:pt x="513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5" name="Google Shape;2255;p47"/>
            <p:cNvSpPr/>
            <p:nvPr/>
          </p:nvSpPr>
          <p:spPr>
            <a:xfrm>
              <a:off x="5363305" y="2908825"/>
              <a:ext cx="55175" cy="117650"/>
            </a:xfrm>
            <a:custGeom>
              <a:rect b="b" l="l" r="r" t="t"/>
              <a:pathLst>
                <a:path extrusionOk="0" h="4706" w="2207">
                  <a:moveTo>
                    <a:pt x="96" y="0"/>
                  </a:moveTo>
                  <a:cubicBezTo>
                    <a:pt x="50" y="0"/>
                    <a:pt x="1" y="40"/>
                    <a:pt x="11" y="100"/>
                  </a:cubicBezTo>
                  <a:cubicBezTo>
                    <a:pt x="311" y="1759"/>
                    <a:pt x="1004" y="3334"/>
                    <a:pt x="2028" y="4672"/>
                  </a:cubicBezTo>
                  <a:cubicBezTo>
                    <a:pt x="2047" y="4696"/>
                    <a:pt x="2071" y="4705"/>
                    <a:pt x="2095" y="4705"/>
                  </a:cubicBezTo>
                  <a:cubicBezTo>
                    <a:pt x="2153" y="4705"/>
                    <a:pt x="2207" y="4649"/>
                    <a:pt x="2165" y="4595"/>
                  </a:cubicBezTo>
                  <a:cubicBezTo>
                    <a:pt x="1147" y="3265"/>
                    <a:pt x="460" y="1707"/>
                    <a:pt x="161" y="58"/>
                  </a:cubicBezTo>
                  <a:cubicBezTo>
                    <a:pt x="154" y="18"/>
                    <a:pt x="126" y="0"/>
                    <a:pt x="9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56" name="Google Shape;2256;p47"/>
          <p:cNvGrpSpPr/>
          <p:nvPr/>
        </p:nvGrpSpPr>
        <p:grpSpPr>
          <a:xfrm rot="4387107">
            <a:off x="6117754" y="4276532"/>
            <a:ext cx="416692" cy="539630"/>
            <a:chOff x="5402225" y="3028900"/>
            <a:chExt cx="135050" cy="174900"/>
          </a:xfrm>
        </p:grpSpPr>
        <p:sp>
          <p:nvSpPr>
            <p:cNvPr id="2257" name="Google Shape;2257;p47"/>
            <p:cNvSpPr/>
            <p:nvPr/>
          </p:nvSpPr>
          <p:spPr>
            <a:xfrm>
              <a:off x="5424000" y="3043600"/>
              <a:ext cx="91400" cy="5775"/>
            </a:xfrm>
            <a:custGeom>
              <a:rect b="b" l="l" r="r" t="t"/>
              <a:pathLst>
                <a:path extrusionOk="0" h="231" w="3656">
                  <a:moveTo>
                    <a:pt x="119" y="0"/>
                  </a:moveTo>
                  <a:cubicBezTo>
                    <a:pt x="52" y="0"/>
                    <a:pt x="0" y="49"/>
                    <a:pt x="0" y="115"/>
                  </a:cubicBezTo>
                  <a:cubicBezTo>
                    <a:pt x="0" y="178"/>
                    <a:pt x="52" y="230"/>
                    <a:pt x="119" y="230"/>
                  </a:cubicBezTo>
                  <a:lnTo>
                    <a:pt x="3540" y="230"/>
                  </a:lnTo>
                  <a:cubicBezTo>
                    <a:pt x="3603" y="230"/>
                    <a:pt x="3656" y="178"/>
                    <a:pt x="3656" y="115"/>
                  </a:cubicBezTo>
                  <a:cubicBezTo>
                    <a:pt x="3656" y="49"/>
                    <a:pt x="3603" y="0"/>
                    <a:pt x="35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8" name="Google Shape;2258;p47"/>
            <p:cNvSpPr/>
            <p:nvPr/>
          </p:nvSpPr>
          <p:spPr>
            <a:xfrm>
              <a:off x="5424000" y="3067900"/>
              <a:ext cx="91400" cy="5775"/>
            </a:xfrm>
            <a:custGeom>
              <a:rect b="b" l="l" r="r" t="t"/>
              <a:pathLst>
                <a:path extrusionOk="0" h="231" w="3656">
                  <a:moveTo>
                    <a:pt x="119" y="0"/>
                  </a:moveTo>
                  <a:cubicBezTo>
                    <a:pt x="52" y="0"/>
                    <a:pt x="0" y="53"/>
                    <a:pt x="0" y="116"/>
                  </a:cubicBezTo>
                  <a:cubicBezTo>
                    <a:pt x="0" y="182"/>
                    <a:pt x="52" y="230"/>
                    <a:pt x="119" y="230"/>
                  </a:cubicBezTo>
                  <a:lnTo>
                    <a:pt x="3540" y="230"/>
                  </a:lnTo>
                  <a:cubicBezTo>
                    <a:pt x="3603" y="230"/>
                    <a:pt x="3656" y="182"/>
                    <a:pt x="3656" y="116"/>
                  </a:cubicBezTo>
                  <a:cubicBezTo>
                    <a:pt x="3656" y="53"/>
                    <a:pt x="3603" y="0"/>
                    <a:pt x="35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9" name="Google Shape;2259;p47"/>
            <p:cNvSpPr/>
            <p:nvPr/>
          </p:nvSpPr>
          <p:spPr>
            <a:xfrm>
              <a:off x="5424000" y="3092200"/>
              <a:ext cx="91400" cy="5875"/>
            </a:xfrm>
            <a:custGeom>
              <a:rect b="b" l="l" r="r" t="t"/>
              <a:pathLst>
                <a:path extrusionOk="0" h="235" w="3656">
                  <a:moveTo>
                    <a:pt x="119" y="1"/>
                  </a:moveTo>
                  <a:cubicBezTo>
                    <a:pt x="52" y="1"/>
                    <a:pt x="0" y="53"/>
                    <a:pt x="0" y="119"/>
                  </a:cubicBezTo>
                  <a:cubicBezTo>
                    <a:pt x="0" y="181"/>
                    <a:pt x="52" y="234"/>
                    <a:pt x="119" y="234"/>
                  </a:cubicBezTo>
                  <a:lnTo>
                    <a:pt x="3540" y="234"/>
                  </a:lnTo>
                  <a:cubicBezTo>
                    <a:pt x="3603" y="234"/>
                    <a:pt x="3656" y="181"/>
                    <a:pt x="3656" y="119"/>
                  </a:cubicBezTo>
                  <a:cubicBezTo>
                    <a:pt x="3656" y="53"/>
                    <a:pt x="3603" y="1"/>
                    <a:pt x="35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0" name="Google Shape;2260;p47"/>
            <p:cNvSpPr/>
            <p:nvPr/>
          </p:nvSpPr>
          <p:spPr>
            <a:xfrm>
              <a:off x="5424000" y="3140900"/>
              <a:ext cx="91400" cy="5850"/>
            </a:xfrm>
            <a:custGeom>
              <a:rect b="b" l="l" r="r" t="t"/>
              <a:pathLst>
                <a:path extrusionOk="0" h="234" w="3656">
                  <a:moveTo>
                    <a:pt x="119" y="0"/>
                  </a:moveTo>
                  <a:cubicBezTo>
                    <a:pt x="52" y="0"/>
                    <a:pt x="0" y="52"/>
                    <a:pt x="0" y="115"/>
                  </a:cubicBezTo>
                  <a:cubicBezTo>
                    <a:pt x="0" y="182"/>
                    <a:pt x="52" y="234"/>
                    <a:pt x="119" y="234"/>
                  </a:cubicBezTo>
                  <a:lnTo>
                    <a:pt x="3540" y="234"/>
                  </a:lnTo>
                  <a:cubicBezTo>
                    <a:pt x="3603" y="234"/>
                    <a:pt x="3656" y="182"/>
                    <a:pt x="3656" y="115"/>
                  </a:cubicBezTo>
                  <a:cubicBezTo>
                    <a:pt x="3656" y="52"/>
                    <a:pt x="3603" y="0"/>
                    <a:pt x="35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1" name="Google Shape;2261;p47"/>
            <p:cNvSpPr/>
            <p:nvPr/>
          </p:nvSpPr>
          <p:spPr>
            <a:xfrm>
              <a:off x="5424000" y="3165300"/>
              <a:ext cx="91400" cy="5775"/>
            </a:xfrm>
            <a:custGeom>
              <a:rect b="b" l="l" r="r" t="t"/>
              <a:pathLst>
                <a:path extrusionOk="0" h="231" w="3656">
                  <a:moveTo>
                    <a:pt x="119" y="0"/>
                  </a:moveTo>
                  <a:cubicBezTo>
                    <a:pt x="52" y="0"/>
                    <a:pt x="0" y="52"/>
                    <a:pt x="0" y="115"/>
                  </a:cubicBezTo>
                  <a:cubicBezTo>
                    <a:pt x="0" y="178"/>
                    <a:pt x="52" y="230"/>
                    <a:pt x="119" y="230"/>
                  </a:cubicBezTo>
                  <a:lnTo>
                    <a:pt x="3540" y="230"/>
                  </a:lnTo>
                  <a:cubicBezTo>
                    <a:pt x="3603" y="230"/>
                    <a:pt x="3656" y="178"/>
                    <a:pt x="3656" y="115"/>
                  </a:cubicBezTo>
                  <a:cubicBezTo>
                    <a:pt x="3656" y="52"/>
                    <a:pt x="3603" y="0"/>
                    <a:pt x="35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2" name="Google Shape;2262;p47"/>
            <p:cNvSpPr/>
            <p:nvPr/>
          </p:nvSpPr>
          <p:spPr>
            <a:xfrm>
              <a:off x="5424000" y="3189575"/>
              <a:ext cx="91400" cy="5775"/>
            </a:xfrm>
            <a:custGeom>
              <a:rect b="b" l="l" r="r" t="t"/>
              <a:pathLst>
                <a:path extrusionOk="0" h="231" w="3656">
                  <a:moveTo>
                    <a:pt x="119" y="1"/>
                  </a:moveTo>
                  <a:cubicBezTo>
                    <a:pt x="52" y="1"/>
                    <a:pt x="0" y="54"/>
                    <a:pt x="0" y="116"/>
                  </a:cubicBezTo>
                  <a:cubicBezTo>
                    <a:pt x="0" y="182"/>
                    <a:pt x="52" y="231"/>
                    <a:pt x="119" y="231"/>
                  </a:cubicBezTo>
                  <a:lnTo>
                    <a:pt x="3540" y="231"/>
                  </a:lnTo>
                  <a:cubicBezTo>
                    <a:pt x="3603" y="231"/>
                    <a:pt x="3656" y="182"/>
                    <a:pt x="3656" y="116"/>
                  </a:cubicBezTo>
                  <a:cubicBezTo>
                    <a:pt x="3656" y="54"/>
                    <a:pt x="3603" y="1"/>
                    <a:pt x="35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3" name="Google Shape;2263;p47"/>
            <p:cNvSpPr/>
            <p:nvPr/>
          </p:nvSpPr>
          <p:spPr>
            <a:xfrm>
              <a:off x="5402225" y="3028900"/>
              <a:ext cx="42175" cy="80300"/>
            </a:xfrm>
            <a:custGeom>
              <a:rect b="b" l="l" r="r" t="t"/>
              <a:pathLst>
                <a:path extrusionOk="0" h="3212" w="1687">
                  <a:moveTo>
                    <a:pt x="508" y="0"/>
                  </a:moveTo>
                  <a:cubicBezTo>
                    <a:pt x="385" y="0"/>
                    <a:pt x="277" y="89"/>
                    <a:pt x="258" y="212"/>
                  </a:cubicBezTo>
                  <a:cubicBezTo>
                    <a:pt x="248" y="281"/>
                    <a:pt x="0" y="1919"/>
                    <a:pt x="857" y="2922"/>
                  </a:cubicBezTo>
                  <a:cubicBezTo>
                    <a:pt x="948" y="3031"/>
                    <a:pt x="1053" y="3128"/>
                    <a:pt x="1161" y="3212"/>
                  </a:cubicBezTo>
                  <a:cubicBezTo>
                    <a:pt x="1293" y="3128"/>
                    <a:pt x="1471" y="3034"/>
                    <a:pt x="1687" y="2954"/>
                  </a:cubicBezTo>
                  <a:cubicBezTo>
                    <a:pt x="1513" y="2864"/>
                    <a:pt x="1366" y="2745"/>
                    <a:pt x="1241" y="2599"/>
                  </a:cubicBezTo>
                  <a:cubicBezTo>
                    <a:pt x="805" y="2090"/>
                    <a:pt x="722" y="1338"/>
                    <a:pt x="722" y="832"/>
                  </a:cubicBezTo>
                  <a:cubicBezTo>
                    <a:pt x="722" y="518"/>
                    <a:pt x="753" y="296"/>
                    <a:pt x="753" y="292"/>
                  </a:cubicBezTo>
                  <a:cubicBezTo>
                    <a:pt x="777" y="156"/>
                    <a:pt x="683" y="27"/>
                    <a:pt x="547" y="3"/>
                  </a:cubicBezTo>
                  <a:cubicBezTo>
                    <a:pt x="534" y="1"/>
                    <a:pt x="521" y="0"/>
                    <a:pt x="50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4" name="Google Shape;2264;p47"/>
            <p:cNvSpPr/>
            <p:nvPr/>
          </p:nvSpPr>
          <p:spPr>
            <a:xfrm>
              <a:off x="5494550" y="3121025"/>
              <a:ext cx="42100" cy="82775"/>
            </a:xfrm>
            <a:custGeom>
              <a:rect b="b" l="l" r="r" t="t"/>
              <a:pathLst>
                <a:path extrusionOk="0" h="3311" w="1684">
                  <a:moveTo>
                    <a:pt x="541" y="1"/>
                  </a:moveTo>
                  <a:cubicBezTo>
                    <a:pt x="363" y="102"/>
                    <a:pt x="178" y="175"/>
                    <a:pt x="1" y="231"/>
                  </a:cubicBezTo>
                  <a:cubicBezTo>
                    <a:pt x="147" y="314"/>
                    <a:pt x="276" y="422"/>
                    <a:pt x="387" y="551"/>
                  </a:cubicBezTo>
                  <a:cubicBezTo>
                    <a:pt x="1157" y="1423"/>
                    <a:pt x="966" y="3015"/>
                    <a:pt x="966" y="3029"/>
                  </a:cubicBezTo>
                  <a:cubicBezTo>
                    <a:pt x="948" y="3168"/>
                    <a:pt x="1046" y="3293"/>
                    <a:pt x="1182" y="3311"/>
                  </a:cubicBezTo>
                  <a:lnTo>
                    <a:pt x="1213" y="3311"/>
                  </a:lnTo>
                  <a:cubicBezTo>
                    <a:pt x="1339" y="3311"/>
                    <a:pt x="1447" y="3220"/>
                    <a:pt x="1464" y="3092"/>
                  </a:cubicBezTo>
                  <a:cubicBezTo>
                    <a:pt x="1471" y="3018"/>
                    <a:pt x="1683" y="1262"/>
                    <a:pt x="768" y="220"/>
                  </a:cubicBezTo>
                  <a:cubicBezTo>
                    <a:pt x="694" y="141"/>
                    <a:pt x="621" y="67"/>
                    <a:pt x="5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5" name="Google Shape;2265;p47"/>
            <p:cNvSpPr/>
            <p:nvPr/>
          </p:nvSpPr>
          <p:spPr>
            <a:xfrm>
              <a:off x="5402825" y="3028900"/>
              <a:ext cx="134450" cy="174900"/>
            </a:xfrm>
            <a:custGeom>
              <a:rect b="b" l="l" r="r" t="t"/>
              <a:pathLst>
                <a:path extrusionOk="0" h="6996" w="5378">
                  <a:moveTo>
                    <a:pt x="4868" y="0"/>
                  </a:moveTo>
                  <a:cubicBezTo>
                    <a:pt x="4855" y="0"/>
                    <a:pt x="4842" y="1"/>
                    <a:pt x="4830" y="3"/>
                  </a:cubicBezTo>
                  <a:cubicBezTo>
                    <a:pt x="4694" y="27"/>
                    <a:pt x="4600" y="156"/>
                    <a:pt x="4621" y="292"/>
                  </a:cubicBezTo>
                  <a:cubicBezTo>
                    <a:pt x="4625" y="306"/>
                    <a:pt x="4847" y="1766"/>
                    <a:pt x="4136" y="2595"/>
                  </a:cubicBezTo>
                  <a:cubicBezTo>
                    <a:pt x="3816" y="2975"/>
                    <a:pt x="3335" y="3167"/>
                    <a:pt x="2708" y="3167"/>
                  </a:cubicBezTo>
                  <a:cubicBezTo>
                    <a:pt x="1952" y="3167"/>
                    <a:pt x="1349" y="3414"/>
                    <a:pt x="917" y="3905"/>
                  </a:cubicBezTo>
                  <a:cubicBezTo>
                    <a:pt x="0" y="4947"/>
                    <a:pt x="209" y="6703"/>
                    <a:pt x="220" y="6777"/>
                  </a:cubicBezTo>
                  <a:cubicBezTo>
                    <a:pt x="238" y="6905"/>
                    <a:pt x="346" y="6996"/>
                    <a:pt x="468" y="6996"/>
                  </a:cubicBezTo>
                  <a:lnTo>
                    <a:pt x="502" y="6996"/>
                  </a:lnTo>
                  <a:cubicBezTo>
                    <a:pt x="638" y="6978"/>
                    <a:pt x="736" y="6853"/>
                    <a:pt x="719" y="6714"/>
                  </a:cubicBezTo>
                  <a:cubicBezTo>
                    <a:pt x="715" y="6700"/>
                    <a:pt x="527" y="5108"/>
                    <a:pt x="1293" y="4236"/>
                  </a:cubicBezTo>
                  <a:cubicBezTo>
                    <a:pt x="1628" y="3860"/>
                    <a:pt x="2102" y="3668"/>
                    <a:pt x="2708" y="3668"/>
                  </a:cubicBezTo>
                  <a:cubicBezTo>
                    <a:pt x="3488" y="3668"/>
                    <a:pt x="4095" y="3417"/>
                    <a:pt x="4520" y="2922"/>
                  </a:cubicBezTo>
                  <a:cubicBezTo>
                    <a:pt x="5377" y="1919"/>
                    <a:pt x="5130" y="281"/>
                    <a:pt x="5119" y="212"/>
                  </a:cubicBezTo>
                  <a:cubicBezTo>
                    <a:pt x="5097" y="89"/>
                    <a:pt x="4989" y="0"/>
                    <a:pt x="486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266" name="Google Shape;2266;p47"/>
          <p:cNvSpPr/>
          <p:nvPr/>
        </p:nvSpPr>
        <p:spPr>
          <a:xfrm rot="-1070388">
            <a:off x="7749964" y="905197"/>
            <a:ext cx="469230" cy="409495"/>
          </a:xfrm>
          <a:custGeom>
            <a:rect b="b" l="l" r="r" t="t"/>
            <a:pathLst>
              <a:path extrusionOk="0" h="3078" w="3527">
                <a:moveTo>
                  <a:pt x="1764" y="380"/>
                </a:moveTo>
                <a:lnTo>
                  <a:pt x="3174" y="2823"/>
                </a:lnTo>
                <a:lnTo>
                  <a:pt x="352" y="2823"/>
                </a:lnTo>
                <a:lnTo>
                  <a:pt x="1764" y="380"/>
                </a:lnTo>
                <a:close/>
                <a:moveTo>
                  <a:pt x="1764" y="1"/>
                </a:moveTo>
                <a:cubicBezTo>
                  <a:pt x="1719" y="1"/>
                  <a:pt x="1677" y="25"/>
                  <a:pt x="1652" y="63"/>
                </a:cubicBezTo>
                <a:lnTo>
                  <a:pt x="22" y="2886"/>
                </a:lnTo>
                <a:cubicBezTo>
                  <a:pt x="1" y="2928"/>
                  <a:pt x="1" y="2976"/>
                  <a:pt x="22" y="3015"/>
                </a:cubicBezTo>
                <a:cubicBezTo>
                  <a:pt x="46" y="3053"/>
                  <a:pt x="88" y="3077"/>
                  <a:pt x="133" y="3077"/>
                </a:cubicBezTo>
                <a:lnTo>
                  <a:pt x="3394" y="3077"/>
                </a:lnTo>
                <a:cubicBezTo>
                  <a:pt x="3440" y="3077"/>
                  <a:pt x="3481" y="3053"/>
                  <a:pt x="3506" y="3015"/>
                </a:cubicBezTo>
                <a:cubicBezTo>
                  <a:pt x="3526" y="2976"/>
                  <a:pt x="3526" y="2928"/>
                  <a:pt x="3506" y="2886"/>
                </a:cubicBezTo>
                <a:lnTo>
                  <a:pt x="1875" y="63"/>
                </a:lnTo>
                <a:cubicBezTo>
                  <a:pt x="1851" y="25"/>
                  <a:pt x="1809" y="1"/>
                  <a:pt x="176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0" name="Shape 2270"/>
        <p:cNvGrpSpPr/>
        <p:nvPr/>
      </p:nvGrpSpPr>
      <p:grpSpPr>
        <a:xfrm>
          <a:off x="0" y="0"/>
          <a:ext cx="0" cy="0"/>
          <a:chOff x="0" y="0"/>
          <a:chExt cx="0" cy="0"/>
        </a:xfrm>
      </p:grpSpPr>
      <p:sp>
        <p:nvSpPr>
          <p:cNvPr id="2271" name="Google Shape;2271;p48"/>
          <p:cNvSpPr/>
          <p:nvPr/>
        </p:nvSpPr>
        <p:spPr>
          <a:xfrm>
            <a:off x="3871337" y="549919"/>
            <a:ext cx="3251258" cy="1608925"/>
          </a:xfrm>
          <a:custGeom>
            <a:rect b="b" l="l" r="r" t="t"/>
            <a:pathLst>
              <a:path extrusionOk="0" h="31882" w="64426">
                <a:moveTo>
                  <a:pt x="42385" y="2987"/>
                </a:moveTo>
                <a:cubicBezTo>
                  <a:pt x="37964" y="2270"/>
                  <a:pt x="31154" y="359"/>
                  <a:pt x="25897" y="120"/>
                </a:cubicBezTo>
                <a:cubicBezTo>
                  <a:pt x="20640" y="-119"/>
                  <a:pt x="14786" y="657"/>
                  <a:pt x="10843" y="1553"/>
                </a:cubicBezTo>
                <a:cubicBezTo>
                  <a:pt x="6900" y="2449"/>
                  <a:pt x="4032" y="3704"/>
                  <a:pt x="2240" y="5496"/>
                </a:cubicBezTo>
                <a:cubicBezTo>
                  <a:pt x="448" y="7288"/>
                  <a:pt x="-89" y="9678"/>
                  <a:pt x="90" y="12306"/>
                </a:cubicBezTo>
                <a:cubicBezTo>
                  <a:pt x="269" y="14935"/>
                  <a:pt x="90" y="18459"/>
                  <a:pt x="3316" y="21267"/>
                </a:cubicBezTo>
                <a:cubicBezTo>
                  <a:pt x="6542" y="24075"/>
                  <a:pt x="12754" y="27421"/>
                  <a:pt x="19445" y="29153"/>
                </a:cubicBezTo>
                <a:cubicBezTo>
                  <a:pt x="26136" y="30886"/>
                  <a:pt x="36471" y="32379"/>
                  <a:pt x="43460" y="31662"/>
                </a:cubicBezTo>
                <a:cubicBezTo>
                  <a:pt x="50450" y="30945"/>
                  <a:pt x="58037" y="28017"/>
                  <a:pt x="61382" y="24851"/>
                </a:cubicBezTo>
                <a:cubicBezTo>
                  <a:pt x="64727" y="21685"/>
                  <a:pt x="65026" y="16070"/>
                  <a:pt x="63532" y="12665"/>
                </a:cubicBezTo>
                <a:cubicBezTo>
                  <a:pt x="62039" y="9260"/>
                  <a:pt x="55946" y="6034"/>
                  <a:pt x="52421" y="4421"/>
                </a:cubicBezTo>
                <a:cubicBezTo>
                  <a:pt x="48897" y="2808"/>
                  <a:pt x="46806" y="3704"/>
                  <a:pt x="42385" y="2987"/>
                </a:cubicBezTo>
                <a:close/>
              </a:path>
            </a:pathLst>
          </a:custGeom>
          <a:noFill/>
          <a:ln cap="flat" cmpd="sng" w="9525">
            <a:solidFill>
              <a:schemeClr val="dk2"/>
            </a:solidFill>
            <a:prstDash val="solid"/>
            <a:round/>
            <a:headEnd len="med" w="med" type="none"/>
            <a:tailEnd len="med" w="med" type="none"/>
          </a:ln>
        </p:spPr>
      </p:sp>
      <p:sp>
        <p:nvSpPr>
          <p:cNvPr id="2272" name="Google Shape;2272;p48"/>
          <p:cNvSpPr/>
          <p:nvPr/>
        </p:nvSpPr>
        <p:spPr>
          <a:xfrm>
            <a:off x="3762108" y="763660"/>
            <a:ext cx="3251258" cy="1608925"/>
          </a:xfrm>
          <a:custGeom>
            <a:rect b="b" l="l" r="r" t="t"/>
            <a:pathLst>
              <a:path extrusionOk="0" h="31882" w="64426">
                <a:moveTo>
                  <a:pt x="42385" y="2987"/>
                </a:moveTo>
                <a:cubicBezTo>
                  <a:pt x="37964" y="2270"/>
                  <a:pt x="31154" y="359"/>
                  <a:pt x="25897" y="120"/>
                </a:cubicBezTo>
                <a:cubicBezTo>
                  <a:pt x="20640" y="-119"/>
                  <a:pt x="14786" y="657"/>
                  <a:pt x="10843" y="1553"/>
                </a:cubicBezTo>
                <a:cubicBezTo>
                  <a:pt x="6900" y="2449"/>
                  <a:pt x="4032" y="3704"/>
                  <a:pt x="2240" y="5496"/>
                </a:cubicBezTo>
                <a:cubicBezTo>
                  <a:pt x="448" y="7288"/>
                  <a:pt x="-89" y="9678"/>
                  <a:pt x="90" y="12306"/>
                </a:cubicBezTo>
                <a:cubicBezTo>
                  <a:pt x="269" y="14935"/>
                  <a:pt x="90" y="18459"/>
                  <a:pt x="3316" y="21267"/>
                </a:cubicBezTo>
                <a:cubicBezTo>
                  <a:pt x="6542" y="24075"/>
                  <a:pt x="12754" y="27421"/>
                  <a:pt x="19445" y="29153"/>
                </a:cubicBezTo>
                <a:cubicBezTo>
                  <a:pt x="26136" y="30886"/>
                  <a:pt x="36471" y="32379"/>
                  <a:pt x="43460" y="31662"/>
                </a:cubicBezTo>
                <a:cubicBezTo>
                  <a:pt x="50450" y="30945"/>
                  <a:pt x="58037" y="28017"/>
                  <a:pt x="61382" y="24851"/>
                </a:cubicBezTo>
                <a:cubicBezTo>
                  <a:pt x="64727" y="21685"/>
                  <a:pt x="65026" y="16070"/>
                  <a:pt x="63532" y="12665"/>
                </a:cubicBezTo>
                <a:cubicBezTo>
                  <a:pt x="62039" y="9260"/>
                  <a:pt x="55946" y="6034"/>
                  <a:pt x="52421" y="4421"/>
                </a:cubicBezTo>
                <a:cubicBezTo>
                  <a:pt x="48897" y="2808"/>
                  <a:pt x="46806" y="3704"/>
                  <a:pt x="42385" y="2987"/>
                </a:cubicBezTo>
                <a:close/>
              </a:path>
            </a:pathLst>
          </a:custGeom>
          <a:solidFill>
            <a:srgbClr val="C7CAEA">
              <a:alpha val="52090"/>
            </a:srgbClr>
          </a:solidFill>
          <a:ln>
            <a:noFill/>
          </a:ln>
        </p:spPr>
      </p:sp>
      <p:sp>
        <p:nvSpPr>
          <p:cNvPr id="2273" name="Google Shape;2273;p48"/>
          <p:cNvSpPr txBox="1"/>
          <p:nvPr>
            <p:ph idx="2" type="title"/>
          </p:nvPr>
        </p:nvSpPr>
        <p:spPr>
          <a:xfrm>
            <a:off x="3797000" y="1108125"/>
            <a:ext cx="31509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06</a:t>
            </a:r>
            <a:endParaRPr/>
          </a:p>
        </p:txBody>
      </p:sp>
      <p:sp>
        <p:nvSpPr>
          <p:cNvPr id="2274" name="Google Shape;2274;p48"/>
          <p:cNvSpPr txBox="1"/>
          <p:nvPr>
            <p:ph idx="1" type="subTitle"/>
          </p:nvPr>
        </p:nvSpPr>
        <p:spPr>
          <a:xfrm>
            <a:off x="2542850" y="3436975"/>
            <a:ext cx="5881500" cy="448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Wrap up the project and discuss next steps.</a:t>
            </a:r>
            <a:endParaRPr/>
          </a:p>
        </p:txBody>
      </p:sp>
      <p:sp>
        <p:nvSpPr>
          <p:cNvPr id="2275" name="Google Shape;2275;p48"/>
          <p:cNvSpPr txBox="1"/>
          <p:nvPr>
            <p:ph type="title"/>
          </p:nvPr>
        </p:nvSpPr>
        <p:spPr>
          <a:xfrm>
            <a:off x="2431712" y="2212388"/>
            <a:ext cx="5881500" cy="841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Wrap Up</a:t>
            </a:r>
            <a:endParaRPr/>
          </a:p>
        </p:txBody>
      </p:sp>
      <p:grpSp>
        <p:nvGrpSpPr>
          <p:cNvPr id="2276" name="Google Shape;2276;p48"/>
          <p:cNvGrpSpPr/>
          <p:nvPr/>
        </p:nvGrpSpPr>
        <p:grpSpPr>
          <a:xfrm rot="-1593415">
            <a:off x="6306900" y="3559626"/>
            <a:ext cx="4794549" cy="3353795"/>
            <a:chOff x="5767094" y="3647662"/>
            <a:chExt cx="5077163" cy="3551484"/>
          </a:xfrm>
        </p:grpSpPr>
        <p:sp>
          <p:nvSpPr>
            <p:cNvPr id="2277" name="Google Shape;2277;p48"/>
            <p:cNvSpPr/>
            <p:nvPr/>
          </p:nvSpPr>
          <p:spPr>
            <a:xfrm flipH="1" rot="-949102">
              <a:off x="7746095" y="4236914"/>
              <a:ext cx="669140" cy="301521"/>
            </a:xfrm>
            <a:prstGeom prst="ellipse">
              <a:avLst/>
            </a:prstGeom>
            <a:solidFill>
              <a:srgbClr val="C7CAEA">
                <a:alpha val="520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8" name="Google Shape;2278;p48"/>
            <p:cNvSpPr/>
            <p:nvPr/>
          </p:nvSpPr>
          <p:spPr>
            <a:xfrm flipH="1" rot="-949102">
              <a:off x="7646812" y="4194803"/>
              <a:ext cx="669140" cy="301521"/>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9" name="Google Shape;2279;p48"/>
            <p:cNvSpPr/>
            <p:nvPr/>
          </p:nvSpPr>
          <p:spPr>
            <a:xfrm flipH="1" rot="-10413949">
              <a:off x="6011671" y="4037811"/>
              <a:ext cx="4684551" cy="2907998"/>
            </a:xfrm>
            <a:custGeom>
              <a:rect b="b" l="l" r="r" t="t"/>
              <a:pathLst>
                <a:path extrusionOk="0" h="140790" w="244167">
                  <a:moveTo>
                    <a:pt x="134823" y="24269"/>
                  </a:moveTo>
                  <a:cubicBezTo>
                    <a:pt x="122338" y="19609"/>
                    <a:pt x="100115" y="3779"/>
                    <a:pt x="85001" y="971"/>
                  </a:cubicBezTo>
                  <a:cubicBezTo>
                    <a:pt x="69887" y="-1837"/>
                    <a:pt x="56864" y="1927"/>
                    <a:pt x="44140" y="7423"/>
                  </a:cubicBezTo>
                  <a:cubicBezTo>
                    <a:pt x="31416" y="12919"/>
                    <a:pt x="15943" y="24927"/>
                    <a:pt x="8655" y="33947"/>
                  </a:cubicBezTo>
                  <a:cubicBezTo>
                    <a:pt x="1367" y="42968"/>
                    <a:pt x="-843" y="52167"/>
                    <a:pt x="411" y="61546"/>
                  </a:cubicBezTo>
                  <a:cubicBezTo>
                    <a:pt x="1666" y="70925"/>
                    <a:pt x="3936" y="83710"/>
                    <a:pt x="16182" y="90221"/>
                  </a:cubicBezTo>
                  <a:cubicBezTo>
                    <a:pt x="28429" y="96733"/>
                    <a:pt x="57641" y="99002"/>
                    <a:pt x="73890" y="100615"/>
                  </a:cubicBezTo>
                  <a:cubicBezTo>
                    <a:pt x="90139" y="102228"/>
                    <a:pt x="100712" y="94641"/>
                    <a:pt x="113675" y="99898"/>
                  </a:cubicBezTo>
                  <a:cubicBezTo>
                    <a:pt x="126638" y="105155"/>
                    <a:pt x="140498" y="125347"/>
                    <a:pt x="151669" y="132157"/>
                  </a:cubicBezTo>
                  <a:cubicBezTo>
                    <a:pt x="162840" y="138967"/>
                    <a:pt x="169591" y="140880"/>
                    <a:pt x="180702" y="140760"/>
                  </a:cubicBezTo>
                  <a:cubicBezTo>
                    <a:pt x="191814" y="140641"/>
                    <a:pt x="208242" y="137593"/>
                    <a:pt x="218338" y="131440"/>
                  </a:cubicBezTo>
                  <a:cubicBezTo>
                    <a:pt x="228434" y="125287"/>
                    <a:pt x="237275" y="113997"/>
                    <a:pt x="241277" y="103841"/>
                  </a:cubicBezTo>
                  <a:cubicBezTo>
                    <a:pt x="245280" y="93686"/>
                    <a:pt x="244563" y="80961"/>
                    <a:pt x="242353" y="70507"/>
                  </a:cubicBezTo>
                  <a:cubicBezTo>
                    <a:pt x="240143" y="60053"/>
                    <a:pt x="234407" y="48582"/>
                    <a:pt x="228015" y="41115"/>
                  </a:cubicBezTo>
                  <a:cubicBezTo>
                    <a:pt x="221623" y="33648"/>
                    <a:pt x="215350" y="27734"/>
                    <a:pt x="204000" y="25703"/>
                  </a:cubicBezTo>
                  <a:cubicBezTo>
                    <a:pt x="192650" y="23672"/>
                    <a:pt x="171443" y="29168"/>
                    <a:pt x="159913" y="28929"/>
                  </a:cubicBezTo>
                  <a:cubicBezTo>
                    <a:pt x="148384" y="28690"/>
                    <a:pt x="147308" y="28929"/>
                    <a:pt x="134823" y="24269"/>
                  </a:cubicBezTo>
                  <a:close/>
                </a:path>
              </a:pathLst>
            </a:custGeom>
            <a:solidFill>
              <a:srgbClr val="C7CAEA">
                <a:alpha val="52090"/>
              </a:srgbClr>
            </a:solidFill>
            <a:ln>
              <a:noFill/>
            </a:ln>
          </p:spPr>
        </p:sp>
        <p:sp>
          <p:nvSpPr>
            <p:cNvPr id="2280" name="Google Shape;2280;p48"/>
            <p:cNvSpPr/>
            <p:nvPr/>
          </p:nvSpPr>
          <p:spPr>
            <a:xfrm flipH="1" rot="-10413949">
              <a:off x="5915129" y="3901000"/>
              <a:ext cx="4684551" cy="2907998"/>
            </a:xfrm>
            <a:custGeom>
              <a:rect b="b" l="l" r="r" t="t"/>
              <a:pathLst>
                <a:path extrusionOk="0" h="140790" w="244167">
                  <a:moveTo>
                    <a:pt x="134823" y="24269"/>
                  </a:moveTo>
                  <a:cubicBezTo>
                    <a:pt x="122338" y="19609"/>
                    <a:pt x="100115" y="3779"/>
                    <a:pt x="85001" y="971"/>
                  </a:cubicBezTo>
                  <a:cubicBezTo>
                    <a:pt x="69887" y="-1837"/>
                    <a:pt x="56864" y="1927"/>
                    <a:pt x="44140" y="7423"/>
                  </a:cubicBezTo>
                  <a:cubicBezTo>
                    <a:pt x="31416" y="12919"/>
                    <a:pt x="15943" y="24927"/>
                    <a:pt x="8655" y="33947"/>
                  </a:cubicBezTo>
                  <a:cubicBezTo>
                    <a:pt x="1367" y="42968"/>
                    <a:pt x="-843" y="52167"/>
                    <a:pt x="411" y="61546"/>
                  </a:cubicBezTo>
                  <a:cubicBezTo>
                    <a:pt x="1666" y="70925"/>
                    <a:pt x="3936" y="83710"/>
                    <a:pt x="16182" y="90221"/>
                  </a:cubicBezTo>
                  <a:cubicBezTo>
                    <a:pt x="28429" y="96733"/>
                    <a:pt x="57641" y="99002"/>
                    <a:pt x="73890" y="100615"/>
                  </a:cubicBezTo>
                  <a:cubicBezTo>
                    <a:pt x="90139" y="102228"/>
                    <a:pt x="100712" y="94641"/>
                    <a:pt x="113675" y="99898"/>
                  </a:cubicBezTo>
                  <a:cubicBezTo>
                    <a:pt x="126638" y="105155"/>
                    <a:pt x="140498" y="125347"/>
                    <a:pt x="151669" y="132157"/>
                  </a:cubicBezTo>
                  <a:cubicBezTo>
                    <a:pt x="162840" y="138967"/>
                    <a:pt x="169591" y="140880"/>
                    <a:pt x="180702" y="140760"/>
                  </a:cubicBezTo>
                  <a:cubicBezTo>
                    <a:pt x="191814" y="140641"/>
                    <a:pt x="208242" y="137593"/>
                    <a:pt x="218338" y="131440"/>
                  </a:cubicBezTo>
                  <a:cubicBezTo>
                    <a:pt x="228434" y="125287"/>
                    <a:pt x="237275" y="113997"/>
                    <a:pt x="241277" y="103841"/>
                  </a:cubicBezTo>
                  <a:cubicBezTo>
                    <a:pt x="245280" y="93686"/>
                    <a:pt x="244563" y="80961"/>
                    <a:pt x="242353" y="70507"/>
                  </a:cubicBezTo>
                  <a:cubicBezTo>
                    <a:pt x="240143" y="60053"/>
                    <a:pt x="234407" y="48582"/>
                    <a:pt x="228015" y="41115"/>
                  </a:cubicBezTo>
                  <a:cubicBezTo>
                    <a:pt x="221623" y="33648"/>
                    <a:pt x="215350" y="27734"/>
                    <a:pt x="204000" y="25703"/>
                  </a:cubicBezTo>
                  <a:cubicBezTo>
                    <a:pt x="192650" y="23672"/>
                    <a:pt x="171443" y="29168"/>
                    <a:pt x="159913" y="28929"/>
                  </a:cubicBezTo>
                  <a:cubicBezTo>
                    <a:pt x="148384" y="28690"/>
                    <a:pt x="147308" y="28929"/>
                    <a:pt x="134823" y="24269"/>
                  </a:cubicBezTo>
                  <a:close/>
                </a:path>
              </a:pathLst>
            </a:custGeom>
            <a:noFill/>
            <a:ln cap="flat" cmpd="sng" w="9525">
              <a:solidFill>
                <a:schemeClr val="dk2"/>
              </a:solidFill>
              <a:prstDash val="solid"/>
              <a:round/>
              <a:headEnd len="med" w="med" type="none"/>
              <a:tailEnd len="med" w="med" type="none"/>
            </a:ln>
          </p:spPr>
        </p:sp>
      </p:grpSp>
      <p:grpSp>
        <p:nvGrpSpPr>
          <p:cNvPr id="2281" name="Google Shape;2281;p48"/>
          <p:cNvGrpSpPr/>
          <p:nvPr/>
        </p:nvGrpSpPr>
        <p:grpSpPr>
          <a:xfrm>
            <a:off x="-1415153" y="-2067352"/>
            <a:ext cx="4807566" cy="3362900"/>
            <a:chOff x="-1415194" y="-2067413"/>
            <a:chExt cx="5077163" cy="3551484"/>
          </a:xfrm>
        </p:grpSpPr>
        <p:sp>
          <p:nvSpPr>
            <p:cNvPr id="2282" name="Google Shape;2282;p48"/>
            <p:cNvSpPr/>
            <p:nvPr/>
          </p:nvSpPr>
          <p:spPr>
            <a:xfrm flipH="1" rot="386051">
              <a:off x="-1267159" y="-1814075"/>
              <a:ext cx="4684551" cy="2907998"/>
            </a:xfrm>
            <a:custGeom>
              <a:rect b="b" l="l" r="r" t="t"/>
              <a:pathLst>
                <a:path extrusionOk="0" h="140790" w="244167">
                  <a:moveTo>
                    <a:pt x="134823" y="24269"/>
                  </a:moveTo>
                  <a:cubicBezTo>
                    <a:pt x="122338" y="19609"/>
                    <a:pt x="100115" y="3779"/>
                    <a:pt x="85001" y="971"/>
                  </a:cubicBezTo>
                  <a:cubicBezTo>
                    <a:pt x="69887" y="-1837"/>
                    <a:pt x="56864" y="1927"/>
                    <a:pt x="44140" y="7423"/>
                  </a:cubicBezTo>
                  <a:cubicBezTo>
                    <a:pt x="31416" y="12919"/>
                    <a:pt x="15943" y="24927"/>
                    <a:pt x="8655" y="33947"/>
                  </a:cubicBezTo>
                  <a:cubicBezTo>
                    <a:pt x="1367" y="42968"/>
                    <a:pt x="-843" y="52167"/>
                    <a:pt x="411" y="61546"/>
                  </a:cubicBezTo>
                  <a:cubicBezTo>
                    <a:pt x="1666" y="70925"/>
                    <a:pt x="3936" y="83710"/>
                    <a:pt x="16182" y="90221"/>
                  </a:cubicBezTo>
                  <a:cubicBezTo>
                    <a:pt x="28429" y="96733"/>
                    <a:pt x="57641" y="99002"/>
                    <a:pt x="73890" y="100615"/>
                  </a:cubicBezTo>
                  <a:cubicBezTo>
                    <a:pt x="90139" y="102228"/>
                    <a:pt x="100712" y="94641"/>
                    <a:pt x="113675" y="99898"/>
                  </a:cubicBezTo>
                  <a:cubicBezTo>
                    <a:pt x="126638" y="105155"/>
                    <a:pt x="140498" y="125347"/>
                    <a:pt x="151669" y="132157"/>
                  </a:cubicBezTo>
                  <a:cubicBezTo>
                    <a:pt x="162840" y="138967"/>
                    <a:pt x="169591" y="140880"/>
                    <a:pt x="180702" y="140760"/>
                  </a:cubicBezTo>
                  <a:cubicBezTo>
                    <a:pt x="191814" y="140641"/>
                    <a:pt x="208242" y="137593"/>
                    <a:pt x="218338" y="131440"/>
                  </a:cubicBezTo>
                  <a:cubicBezTo>
                    <a:pt x="228434" y="125287"/>
                    <a:pt x="237275" y="113997"/>
                    <a:pt x="241277" y="103841"/>
                  </a:cubicBezTo>
                  <a:cubicBezTo>
                    <a:pt x="245280" y="93686"/>
                    <a:pt x="244563" y="80961"/>
                    <a:pt x="242353" y="70507"/>
                  </a:cubicBezTo>
                  <a:cubicBezTo>
                    <a:pt x="240143" y="60053"/>
                    <a:pt x="234407" y="48582"/>
                    <a:pt x="228015" y="41115"/>
                  </a:cubicBezTo>
                  <a:cubicBezTo>
                    <a:pt x="221623" y="33648"/>
                    <a:pt x="215350" y="27734"/>
                    <a:pt x="204000" y="25703"/>
                  </a:cubicBezTo>
                  <a:cubicBezTo>
                    <a:pt x="192650" y="23672"/>
                    <a:pt x="171443" y="29168"/>
                    <a:pt x="159913" y="28929"/>
                  </a:cubicBezTo>
                  <a:cubicBezTo>
                    <a:pt x="148384" y="28690"/>
                    <a:pt x="147308" y="28929"/>
                    <a:pt x="134823" y="24269"/>
                  </a:cubicBezTo>
                  <a:close/>
                </a:path>
              </a:pathLst>
            </a:custGeom>
            <a:solidFill>
              <a:srgbClr val="C7CAEA">
                <a:alpha val="52090"/>
              </a:srgbClr>
            </a:solidFill>
            <a:ln>
              <a:noFill/>
            </a:ln>
          </p:spPr>
        </p:sp>
        <p:sp>
          <p:nvSpPr>
            <p:cNvPr id="2283" name="Google Shape;2283;p48"/>
            <p:cNvSpPr/>
            <p:nvPr/>
          </p:nvSpPr>
          <p:spPr>
            <a:xfrm flipH="1" rot="386051">
              <a:off x="-1170616" y="-1677264"/>
              <a:ext cx="4684551" cy="2907998"/>
            </a:xfrm>
            <a:custGeom>
              <a:rect b="b" l="l" r="r" t="t"/>
              <a:pathLst>
                <a:path extrusionOk="0" h="140790" w="244167">
                  <a:moveTo>
                    <a:pt x="134823" y="24269"/>
                  </a:moveTo>
                  <a:cubicBezTo>
                    <a:pt x="122338" y="19609"/>
                    <a:pt x="100115" y="3779"/>
                    <a:pt x="85001" y="971"/>
                  </a:cubicBezTo>
                  <a:cubicBezTo>
                    <a:pt x="69887" y="-1837"/>
                    <a:pt x="56864" y="1927"/>
                    <a:pt x="44140" y="7423"/>
                  </a:cubicBezTo>
                  <a:cubicBezTo>
                    <a:pt x="31416" y="12919"/>
                    <a:pt x="15943" y="24927"/>
                    <a:pt x="8655" y="33947"/>
                  </a:cubicBezTo>
                  <a:cubicBezTo>
                    <a:pt x="1367" y="42968"/>
                    <a:pt x="-843" y="52167"/>
                    <a:pt x="411" y="61546"/>
                  </a:cubicBezTo>
                  <a:cubicBezTo>
                    <a:pt x="1666" y="70925"/>
                    <a:pt x="3936" y="83710"/>
                    <a:pt x="16182" y="90221"/>
                  </a:cubicBezTo>
                  <a:cubicBezTo>
                    <a:pt x="28429" y="96733"/>
                    <a:pt x="57641" y="99002"/>
                    <a:pt x="73890" y="100615"/>
                  </a:cubicBezTo>
                  <a:cubicBezTo>
                    <a:pt x="90139" y="102228"/>
                    <a:pt x="100712" y="94641"/>
                    <a:pt x="113675" y="99898"/>
                  </a:cubicBezTo>
                  <a:cubicBezTo>
                    <a:pt x="126638" y="105155"/>
                    <a:pt x="140498" y="125347"/>
                    <a:pt x="151669" y="132157"/>
                  </a:cubicBezTo>
                  <a:cubicBezTo>
                    <a:pt x="162840" y="138967"/>
                    <a:pt x="169591" y="140880"/>
                    <a:pt x="180702" y="140760"/>
                  </a:cubicBezTo>
                  <a:cubicBezTo>
                    <a:pt x="191814" y="140641"/>
                    <a:pt x="208242" y="137593"/>
                    <a:pt x="218338" y="131440"/>
                  </a:cubicBezTo>
                  <a:cubicBezTo>
                    <a:pt x="228434" y="125287"/>
                    <a:pt x="237275" y="113997"/>
                    <a:pt x="241277" y="103841"/>
                  </a:cubicBezTo>
                  <a:cubicBezTo>
                    <a:pt x="245280" y="93686"/>
                    <a:pt x="244563" y="80961"/>
                    <a:pt x="242353" y="70507"/>
                  </a:cubicBezTo>
                  <a:cubicBezTo>
                    <a:pt x="240143" y="60053"/>
                    <a:pt x="234407" y="48582"/>
                    <a:pt x="228015" y="41115"/>
                  </a:cubicBezTo>
                  <a:cubicBezTo>
                    <a:pt x="221623" y="33648"/>
                    <a:pt x="215350" y="27734"/>
                    <a:pt x="204000" y="25703"/>
                  </a:cubicBezTo>
                  <a:cubicBezTo>
                    <a:pt x="192650" y="23672"/>
                    <a:pt x="171443" y="29168"/>
                    <a:pt x="159913" y="28929"/>
                  </a:cubicBezTo>
                  <a:cubicBezTo>
                    <a:pt x="148384" y="28690"/>
                    <a:pt x="147308" y="28929"/>
                    <a:pt x="134823" y="24269"/>
                  </a:cubicBezTo>
                  <a:close/>
                </a:path>
              </a:pathLst>
            </a:custGeom>
            <a:noFill/>
            <a:ln cap="flat" cmpd="sng" w="9525">
              <a:solidFill>
                <a:schemeClr val="dk2"/>
              </a:solidFill>
              <a:prstDash val="solid"/>
              <a:round/>
              <a:headEnd len="med" w="med" type="none"/>
              <a:tailEnd len="med" w="med" type="none"/>
            </a:ln>
          </p:spPr>
        </p:sp>
      </p:grpSp>
      <p:sp>
        <p:nvSpPr>
          <p:cNvPr id="2284" name="Google Shape;2284;p48"/>
          <p:cNvSpPr/>
          <p:nvPr/>
        </p:nvSpPr>
        <p:spPr>
          <a:xfrm rot="124">
            <a:off x="2647225" y="4501876"/>
            <a:ext cx="244333" cy="213252"/>
          </a:xfrm>
          <a:custGeom>
            <a:rect b="b" l="l" r="r" t="t"/>
            <a:pathLst>
              <a:path extrusionOk="0" h="3078" w="3527">
                <a:moveTo>
                  <a:pt x="1764" y="380"/>
                </a:moveTo>
                <a:lnTo>
                  <a:pt x="3174" y="2823"/>
                </a:lnTo>
                <a:lnTo>
                  <a:pt x="352" y="2823"/>
                </a:lnTo>
                <a:lnTo>
                  <a:pt x="1764" y="380"/>
                </a:lnTo>
                <a:close/>
                <a:moveTo>
                  <a:pt x="1764" y="1"/>
                </a:moveTo>
                <a:cubicBezTo>
                  <a:pt x="1719" y="1"/>
                  <a:pt x="1677" y="25"/>
                  <a:pt x="1652" y="63"/>
                </a:cubicBezTo>
                <a:lnTo>
                  <a:pt x="22" y="2886"/>
                </a:lnTo>
                <a:cubicBezTo>
                  <a:pt x="1" y="2928"/>
                  <a:pt x="1" y="2976"/>
                  <a:pt x="22" y="3015"/>
                </a:cubicBezTo>
                <a:cubicBezTo>
                  <a:pt x="46" y="3053"/>
                  <a:pt x="88" y="3077"/>
                  <a:pt x="133" y="3077"/>
                </a:cubicBezTo>
                <a:lnTo>
                  <a:pt x="3394" y="3077"/>
                </a:lnTo>
                <a:cubicBezTo>
                  <a:pt x="3440" y="3077"/>
                  <a:pt x="3481" y="3053"/>
                  <a:pt x="3506" y="3015"/>
                </a:cubicBezTo>
                <a:cubicBezTo>
                  <a:pt x="3526" y="2976"/>
                  <a:pt x="3526" y="2928"/>
                  <a:pt x="3506" y="2886"/>
                </a:cubicBezTo>
                <a:lnTo>
                  <a:pt x="1875" y="63"/>
                </a:lnTo>
                <a:cubicBezTo>
                  <a:pt x="1851" y="25"/>
                  <a:pt x="1809" y="1"/>
                  <a:pt x="176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5" name="Google Shape;2285;p48"/>
          <p:cNvSpPr/>
          <p:nvPr/>
        </p:nvSpPr>
        <p:spPr>
          <a:xfrm>
            <a:off x="8674773" y="2540824"/>
            <a:ext cx="363704" cy="317403"/>
          </a:xfrm>
          <a:custGeom>
            <a:rect b="b" l="l" r="r" t="t"/>
            <a:pathLst>
              <a:path extrusionOk="0" h="3078" w="3527">
                <a:moveTo>
                  <a:pt x="1764" y="380"/>
                </a:moveTo>
                <a:lnTo>
                  <a:pt x="3174" y="2823"/>
                </a:lnTo>
                <a:lnTo>
                  <a:pt x="352" y="2823"/>
                </a:lnTo>
                <a:lnTo>
                  <a:pt x="1764" y="380"/>
                </a:lnTo>
                <a:close/>
                <a:moveTo>
                  <a:pt x="1764" y="1"/>
                </a:moveTo>
                <a:cubicBezTo>
                  <a:pt x="1719" y="1"/>
                  <a:pt x="1677" y="25"/>
                  <a:pt x="1652" y="63"/>
                </a:cubicBezTo>
                <a:lnTo>
                  <a:pt x="22" y="2886"/>
                </a:lnTo>
                <a:cubicBezTo>
                  <a:pt x="1" y="2928"/>
                  <a:pt x="1" y="2976"/>
                  <a:pt x="22" y="3015"/>
                </a:cubicBezTo>
                <a:cubicBezTo>
                  <a:pt x="46" y="3053"/>
                  <a:pt x="88" y="3077"/>
                  <a:pt x="133" y="3077"/>
                </a:cubicBezTo>
                <a:lnTo>
                  <a:pt x="3394" y="3077"/>
                </a:lnTo>
                <a:cubicBezTo>
                  <a:pt x="3440" y="3077"/>
                  <a:pt x="3481" y="3053"/>
                  <a:pt x="3506" y="3015"/>
                </a:cubicBezTo>
                <a:cubicBezTo>
                  <a:pt x="3526" y="2976"/>
                  <a:pt x="3526" y="2928"/>
                  <a:pt x="3506" y="2886"/>
                </a:cubicBezTo>
                <a:lnTo>
                  <a:pt x="1875" y="63"/>
                </a:lnTo>
                <a:cubicBezTo>
                  <a:pt x="1851" y="25"/>
                  <a:pt x="1809" y="1"/>
                  <a:pt x="17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6" name="Google Shape;2286;p48"/>
          <p:cNvSpPr/>
          <p:nvPr/>
        </p:nvSpPr>
        <p:spPr>
          <a:xfrm flipH="1" rot="-4825201">
            <a:off x="8492457" y="713009"/>
            <a:ext cx="1488965" cy="671094"/>
          </a:xfrm>
          <a:prstGeom prst="ellipse">
            <a:avLst/>
          </a:prstGeom>
          <a:solidFill>
            <a:srgbClr val="C7CAEA">
              <a:alpha val="520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7" name="Google Shape;2287;p48"/>
          <p:cNvSpPr/>
          <p:nvPr/>
        </p:nvSpPr>
        <p:spPr>
          <a:xfrm flipH="1" rot="-4825201">
            <a:off x="8385104" y="764397"/>
            <a:ext cx="1488965" cy="671094"/>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288" name="Google Shape;2288;p48"/>
          <p:cNvGrpSpPr/>
          <p:nvPr/>
        </p:nvGrpSpPr>
        <p:grpSpPr>
          <a:xfrm rot="4387107">
            <a:off x="8892504" y="2301932"/>
            <a:ext cx="416692" cy="539630"/>
            <a:chOff x="5402225" y="3028900"/>
            <a:chExt cx="135050" cy="174900"/>
          </a:xfrm>
        </p:grpSpPr>
        <p:sp>
          <p:nvSpPr>
            <p:cNvPr id="2289" name="Google Shape;2289;p48"/>
            <p:cNvSpPr/>
            <p:nvPr/>
          </p:nvSpPr>
          <p:spPr>
            <a:xfrm>
              <a:off x="5424000" y="3043600"/>
              <a:ext cx="91400" cy="5775"/>
            </a:xfrm>
            <a:custGeom>
              <a:rect b="b" l="l" r="r" t="t"/>
              <a:pathLst>
                <a:path extrusionOk="0" h="231" w="3656">
                  <a:moveTo>
                    <a:pt x="119" y="0"/>
                  </a:moveTo>
                  <a:cubicBezTo>
                    <a:pt x="52" y="0"/>
                    <a:pt x="0" y="49"/>
                    <a:pt x="0" y="115"/>
                  </a:cubicBezTo>
                  <a:cubicBezTo>
                    <a:pt x="0" y="178"/>
                    <a:pt x="52" y="230"/>
                    <a:pt x="119" y="230"/>
                  </a:cubicBezTo>
                  <a:lnTo>
                    <a:pt x="3540" y="230"/>
                  </a:lnTo>
                  <a:cubicBezTo>
                    <a:pt x="3603" y="230"/>
                    <a:pt x="3656" y="178"/>
                    <a:pt x="3656" y="115"/>
                  </a:cubicBezTo>
                  <a:cubicBezTo>
                    <a:pt x="3656" y="49"/>
                    <a:pt x="3603" y="0"/>
                    <a:pt x="35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0" name="Google Shape;2290;p48"/>
            <p:cNvSpPr/>
            <p:nvPr/>
          </p:nvSpPr>
          <p:spPr>
            <a:xfrm>
              <a:off x="5424000" y="3067900"/>
              <a:ext cx="91400" cy="5775"/>
            </a:xfrm>
            <a:custGeom>
              <a:rect b="b" l="l" r="r" t="t"/>
              <a:pathLst>
                <a:path extrusionOk="0" h="231" w="3656">
                  <a:moveTo>
                    <a:pt x="119" y="0"/>
                  </a:moveTo>
                  <a:cubicBezTo>
                    <a:pt x="52" y="0"/>
                    <a:pt x="0" y="53"/>
                    <a:pt x="0" y="116"/>
                  </a:cubicBezTo>
                  <a:cubicBezTo>
                    <a:pt x="0" y="182"/>
                    <a:pt x="52" y="230"/>
                    <a:pt x="119" y="230"/>
                  </a:cubicBezTo>
                  <a:lnTo>
                    <a:pt x="3540" y="230"/>
                  </a:lnTo>
                  <a:cubicBezTo>
                    <a:pt x="3603" y="230"/>
                    <a:pt x="3656" y="182"/>
                    <a:pt x="3656" y="116"/>
                  </a:cubicBezTo>
                  <a:cubicBezTo>
                    <a:pt x="3656" y="53"/>
                    <a:pt x="3603" y="0"/>
                    <a:pt x="35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1" name="Google Shape;2291;p48"/>
            <p:cNvSpPr/>
            <p:nvPr/>
          </p:nvSpPr>
          <p:spPr>
            <a:xfrm>
              <a:off x="5424000" y="3092200"/>
              <a:ext cx="91400" cy="5875"/>
            </a:xfrm>
            <a:custGeom>
              <a:rect b="b" l="l" r="r" t="t"/>
              <a:pathLst>
                <a:path extrusionOk="0" h="235" w="3656">
                  <a:moveTo>
                    <a:pt x="119" y="1"/>
                  </a:moveTo>
                  <a:cubicBezTo>
                    <a:pt x="52" y="1"/>
                    <a:pt x="0" y="53"/>
                    <a:pt x="0" y="119"/>
                  </a:cubicBezTo>
                  <a:cubicBezTo>
                    <a:pt x="0" y="181"/>
                    <a:pt x="52" y="234"/>
                    <a:pt x="119" y="234"/>
                  </a:cubicBezTo>
                  <a:lnTo>
                    <a:pt x="3540" y="234"/>
                  </a:lnTo>
                  <a:cubicBezTo>
                    <a:pt x="3603" y="234"/>
                    <a:pt x="3656" y="181"/>
                    <a:pt x="3656" y="119"/>
                  </a:cubicBezTo>
                  <a:cubicBezTo>
                    <a:pt x="3656" y="53"/>
                    <a:pt x="3603" y="1"/>
                    <a:pt x="35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2" name="Google Shape;2292;p48"/>
            <p:cNvSpPr/>
            <p:nvPr/>
          </p:nvSpPr>
          <p:spPr>
            <a:xfrm>
              <a:off x="5424000" y="3140900"/>
              <a:ext cx="91400" cy="5850"/>
            </a:xfrm>
            <a:custGeom>
              <a:rect b="b" l="l" r="r" t="t"/>
              <a:pathLst>
                <a:path extrusionOk="0" h="234" w="3656">
                  <a:moveTo>
                    <a:pt x="119" y="0"/>
                  </a:moveTo>
                  <a:cubicBezTo>
                    <a:pt x="52" y="0"/>
                    <a:pt x="0" y="52"/>
                    <a:pt x="0" y="115"/>
                  </a:cubicBezTo>
                  <a:cubicBezTo>
                    <a:pt x="0" y="182"/>
                    <a:pt x="52" y="234"/>
                    <a:pt x="119" y="234"/>
                  </a:cubicBezTo>
                  <a:lnTo>
                    <a:pt x="3540" y="234"/>
                  </a:lnTo>
                  <a:cubicBezTo>
                    <a:pt x="3603" y="234"/>
                    <a:pt x="3656" y="182"/>
                    <a:pt x="3656" y="115"/>
                  </a:cubicBezTo>
                  <a:cubicBezTo>
                    <a:pt x="3656" y="52"/>
                    <a:pt x="3603" y="0"/>
                    <a:pt x="35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3" name="Google Shape;2293;p48"/>
            <p:cNvSpPr/>
            <p:nvPr/>
          </p:nvSpPr>
          <p:spPr>
            <a:xfrm>
              <a:off x="5424000" y="3165300"/>
              <a:ext cx="91400" cy="5775"/>
            </a:xfrm>
            <a:custGeom>
              <a:rect b="b" l="l" r="r" t="t"/>
              <a:pathLst>
                <a:path extrusionOk="0" h="231" w="3656">
                  <a:moveTo>
                    <a:pt x="119" y="0"/>
                  </a:moveTo>
                  <a:cubicBezTo>
                    <a:pt x="52" y="0"/>
                    <a:pt x="0" y="52"/>
                    <a:pt x="0" y="115"/>
                  </a:cubicBezTo>
                  <a:cubicBezTo>
                    <a:pt x="0" y="178"/>
                    <a:pt x="52" y="230"/>
                    <a:pt x="119" y="230"/>
                  </a:cubicBezTo>
                  <a:lnTo>
                    <a:pt x="3540" y="230"/>
                  </a:lnTo>
                  <a:cubicBezTo>
                    <a:pt x="3603" y="230"/>
                    <a:pt x="3656" y="178"/>
                    <a:pt x="3656" y="115"/>
                  </a:cubicBezTo>
                  <a:cubicBezTo>
                    <a:pt x="3656" y="52"/>
                    <a:pt x="3603" y="0"/>
                    <a:pt x="35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4" name="Google Shape;2294;p48"/>
            <p:cNvSpPr/>
            <p:nvPr/>
          </p:nvSpPr>
          <p:spPr>
            <a:xfrm>
              <a:off x="5424000" y="3189575"/>
              <a:ext cx="91400" cy="5775"/>
            </a:xfrm>
            <a:custGeom>
              <a:rect b="b" l="l" r="r" t="t"/>
              <a:pathLst>
                <a:path extrusionOk="0" h="231" w="3656">
                  <a:moveTo>
                    <a:pt x="119" y="1"/>
                  </a:moveTo>
                  <a:cubicBezTo>
                    <a:pt x="52" y="1"/>
                    <a:pt x="0" y="54"/>
                    <a:pt x="0" y="116"/>
                  </a:cubicBezTo>
                  <a:cubicBezTo>
                    <a:pt x="0" y="182"/>
                    <a:pt x="52" y="231"/>
                    <a:pt x="119" y="231"/>
                  </a:cubicBezTo>
                  <a:lnTo>
                    <a:pt x="3540" y="231"/>
                  </a:lnTo>
                  <a:cubicBezTo>
                    <a:pt x="3603" y="231"/>
                    <a:pt x="3656" y="182"/>
                    <a:pt x="3656" y="116"/>
                  </a:cubicBezTo>
                  <a:cubicBezTo>
                    <a:pt x="3656" y="54"/>
                    <a:pt x="3603" y="1"/>
                    <a:pt x="35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5" name="Google Shape;2295;p48"/>
            <p:cNvSpPr/>
            <p:nvPr/>
          </p:nvSpPr>
          <p:spPr>
            <a:xfrm>
              <a:off x="5402225" y="3028900"/>
              <a:ext cx="42175" cy="80300"/>
            </a:xfrm>
            <a:custGeom>
              <a:rect b="b" l="l" r="r" t="t"/>
              <a:pathLst>
                <a:path extrusionOk="0" h="3212" w="1687">
                  <a:moveTo>
                    <a:pt x="508" y="0"/>
                  </a:moveTo>
                  <a:cubicBezTo>
                    <a:pt x="385" y="0"/>
                    <a:pt x="277" y="89"/>
                    <a:pt x="258" y="212"/>
                  </a:cubicBezTo>
                  <a:cubicBezTo>
                    <a:pt x="248" y="281"/>
                    <a:pt x="0" y="1919"/>
                    <a:pt x="857" y="2922"/>
                  </a:cubicBezTo>
                  <a:cubicBezTo>
                    <a:pt x="948" y="3031"/>
                    <a:pt x="1053" y="3128"/>
                    <a:pt x="1161" y="3212"/>
                  </a:cubicBezTo>
                  <a:cubicBezTo>
                    <a:pt x="1293" y="3128"/>
                    <a:pt x="1471" y="3034"/>
                    <a:pt x="1687" y="2954"/>
                  </a:cubicBezTo>
                  <a:cubicBezTo>
                    <a:pt x="1513" y="2864"/>
                    <a:pt x="1366" y="2745"/>
                    <a:pt x="1241" y="2599"/>
                  </a:cubicBezTo>
                  <a:cubicBezTo>
                    <a:pt x="805" y="2090"/>
                    <a:pt x="722" y="1338"/>
                    <a:pt x="722" y="832"/>
                  </a:cubicBezTo>
                  <a:cubicBezTo>
                    <a:pt x="722" y="518"/>
                    <a:pt x="753" y="296"/>
                    <a:pt x="753" y="292"/>
                  </a:cubicBezTo>
                  <a:cubicBezTo>
                    <a:pt x="777" y="156"/>
                    <a:pt x="683" y="27"/>
                    <a:pt x="547" y="3"/>
                  </a:cubicBezTo>
                  <a:cubicBezTo>
                    <a:pt x="534" y="1"/>
                    <a:pt x="521" y="0"/>
                    <a:pt x="50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6" name="Google Shape;2296;p48"/>
            <p:cNvSpPr/>
            <p:nvPr/>
          </p:nvSpPr>
          <p:spPr>
            <a:xfrm>
              <a:off x="5494550" y="3121025"/>
              <a:ext cx="42100" cy="82775"/>
            </a:xfrm>
            <a:custGeom>
              <a:rect b="b" l="l" r="r" t="t"/>
              <a:pathLst>
                <a:path extrusionOk="0" h="3311" w="1684">
                  <a:moveTo>
                    <a:pt x="541" y="1"/>
                  </a:moveTo>
                  <a:cubicBezTo>
                    <a:pt x="363" y="102"/>
                    <a:pt x="178" y="175"/>
                    <a:pt x="1" y="231"/>
                  </a:cubicBezTo>
                  <a:cubicBezTo>
                    <a:pt x="147" y="314"/>
                    <a:pt x="276" y="422"/>
                    <a:pt x="387" y="551"/>
                  </a:cubicBezTo>
                  <a:cubicBezTo>
                    <a:pt x="1157" y="1423"/>
                    <a:pt x="966" y="3015"/>
                    <a:pt x="966" y="3029"/>
                  </a:cubicBezTo>
                  <a:cubicBezTo>
                    <a:pt x="948" y="3168"/>
                    <a:pt x="1046" y="3293"/>
                    <a:pt x="1182" y="3311"/>
                  </a:cubicBezTo>
                  <a:lnTo>
                    <a:pt x="1213" y="3311"/>
                  </a:lnTo>
                  <a:cubicBezTo>
                    <a:pt x="1339" y="3311"/>
                    <a:pt x="1447" y="3220"/>
                    <a:pt x="1464" y="3092"/>
                  </a:cubicBezTo>
                  <a:cubicBezTo>
                    <a:pt x="1471" y="3018"/>
                    <a:pt x="1683" y="1262"/>
                    <a:pt x="768" y="220"/>
                  </a:cubicBezTo>
                  <a:cubicBezTo>
                    <a:pt x="694" y="141"/>
                    <a:pt x="621" y="67"/>
                    <a:pt x="5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7" name="Google Shape;2297;p48"/>
            <p:cNvSpPr/>
            <p:nvPr/>
          </p:nvSpPr>
          <p:spPr>
            <a:xfrm>
              <a:off x="5402825" y="3028900"/>
              <a:ext cx="134450" cy="174900"/>
            </a:xfrm>
            <a:custGeom>
              <a:rect b="b" l="l" r="r" t="t"/>
              <a:pathLst>
                <a:path extrusionOk="0" h="6996" w="5378">
                  <a:moveTo>
                    <a:pt x="4868" y="0"/>
                  </a:moveTo>
                  <a:cubicBezTo>
                    <a:pt x="4855" y="0"/>
                    <a:pt x="4842" y="1"/>
                    <a:pt x="4830" y="3"/>
                  </a:cubicBezTo>
                  <a:cubicBezTo>
                    <a:pt x="4694" y="27"/>
                    <a:pt x="4600" y="156"/>
                    <a:pt x="4621" y="292"/>
                  </a:cubicBezTo>
                  <a:cubicBezTo>
                    <a:pt x="4625" y="306"/>
                    <a:pt x="4847" y="1766"/>
                    <a:pt x="4136" y="2595"/>
                  </a:cubicBezTo>
                  <a:cubicBezTo>
                    <a:pt x="3816" y="2975"/>
                    <a:pt x="3335" y="3167"/>
                    <a:pt x="2708" y="3167"/>
                  </a:cubicBezTo>
                  <a:cubicBezTo>
                    <a:pt x="1952" y="3167"/>
                    <a:pt x="1349" y="3414"/>
                    <a:pt x="917" y="3905"/>
                  </a:cubicBezTo>
                  <a:cubicBezTo>
                    <a:pt x="0" y="4947"/>
                    <a:pt x="209" y="6703"/>
                    <a:pt x="220" y="6777"/>
                  </a:cubicBezTo>
                  <a:cubicBezTo>
                    <a:pt x="238" y="6905"/>
                    <a:pt x="346" y="6996"/>
                    <a:pt x="468" y="6996"/>
                  </a:cubicBezTo>
                  <a:lnTo>
                    <a:pt x="502" y="6996"/>
                  </a:lnTo>
                  <a:cubicBezTo>
                    <a:pt x="638" y="6978"/>
                    <a:pt x="736" y="6853"/>
                    <a:pt x="719" y="6714"/>
                  </a:cubicBezTo>
                  <a:cubicBezTo>
                    <a:pt x="715" y="6700"/>
                    <a:pt x="527" y="5108"/>
                    <a:pt x="1293" y="4236"/>
                  </a:cubicBezTo>
                  <a:cubicBezTo>
                    <a:pt x="1628" y="3860"/>
                    <a:pt x="2102" y="3668"/>
                    <a:pt x="2708" y="3668"/>
                  </a:cubicBezTo>
                  <a:cubicBezTo>
                    <a:pt x="3488" y="3668"/>
                    <a:pt x="4095" y="3417"/>
                    <a:pt x="4520" y="2922"/>
                  </a:cubicBezTo>
                  <a:cubicBezTo>
                    <a:pt x="5377" y="1919"/>
                    <a:pt x="5130" y="281"/>
                    <a:pt x="5119" y="212"/>
                  </a:cubicBezTo>
                  <a:cubicBezTo>
                    <a:pt x="5097" y="89"/>
                    <a:pt x="4989" y="0"/>
                    <a:pt x="486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298" name="Google Shape;2298;p48"/>
          <p:cNvSpPr/>
          <p:nvPr/>
        </p:nvSpPr>
        <p:spPr>
          <a:xfrm rot="-1070388">
            <a:off x="417077" y="3498997"/>
            <a:ext cx="469230" cy="409495"/>
          </a:xfrm>
          <a:custGeom>
            <a:rect b="b" l="l" r="r" t="t"/>
            <a:pathLst>
              <a:path extrusionOk="0" h="3078" w="3527">
                <a:moveTo>
                  <a:pt x="1764" y="380"/>
                </a:moveTo>
                <a:lnTo>
                  <a:pt x="3174" y="2823"/>
                </a:lnTo>
                <a:lnTo>
                  <a:pt x="352" y="2823"/>
                </a:lnTo>
                <a:lnTo>
                  <a:pt x="1764" y="380"/>
                </a:lnTo>
                <a:close/>
                <a:moveTo>
                  <a:pt x="1764" y="1"/>
                </a:moveTo>
                <a:cubicBezTo>
                  <a:pt x="1719" y="1"/>
                  <a:pt x="1677" y="25"/>
                  <a:pt x="1652" y="63"/>
                </a:cubicBezTo>
                <a:lnTo>
                  <a:pt x="22" y="2886"/>
                </a:lnTo>
                <a:cubicBezTo>
                  <a:pt x="1" y="2928"/>
                  <a:pt x="1" y="2976"/>
                  <a:pt x="22" y="3015"/>
                </a:cubicBezTo>
                <a:cubicBezTo>
                  <a:pt x="46" y="3053"/>
                  <a:pt x="88" y="3077"/>
                  <a:pt x="133" y="3077"/>
                </a:cubicBezTo>
                <a:lnTo>
                  <a:pt x="3394" y="3077"/>
                </a:lnTo>
                <a:cubicBezTo>
                  <a:pt x="3440" y="3077"/>
                  <a:pt x="3481" y="3053"/>
                  <a:pt x="3506" y="3015"/>
                </a:cubicBezTo>
                <a:cubicBezTo>
                  <a:pt x="3526" y="2976"/>
                  <a:pt x="3526" y="2928"/>
                  <a:pt x="3506" y="2886"/>
                </a:cubicBezTo>
                <a:lnTo>
                  <a:pt x="1875" y="63"/>
                </a:lnTo>
                <a:cubicBezTo>
                  <a:pt x="1851" y="25"/>
                  <a:pt x="1809" y="1"/>
                  <a:pt x="176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299" name="Google Shape;2299;p48" title="Retroviruses-pana.png"/>
          <p:cNvPicPr preferRelativeResize="0"/>
          <p:nvPr/>
        </p:nvPicPr>
        <p:blipFill>
          <a:blip r:embed="rId3">
            <a:alphaModFix/>
          </a:blip>
          <a:stretch>
            <a:fillRect/>
          </a:stretch>
        </p:blipFill>
        <p:spPr>
          <a:xfrm>
            <a:off x="-269761" y="1516534"/>
            <a:ext cx="3724600" cy="37246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3" name="Shape 2303"/>
        <p:cNvGrpSpPr/>
        <p:nvPr/>
      </p:nvGrpSpPr>
      <p:grpSpPr>
        <a:xfrm>
          <a:off x="0" y="0"/>
          <a:ext cx="0" cy="0"/>
          <a:chOff x="0" y="0"/>
          <a:chExt cx="0" cy="0"/>
        </a:xfrm>
      </p:grpSpPr>
      <p:sp>
        <p:nvSpPr>
          <p:cNvPr id="2304" name="Google Shape;2304;p49"/>
          <p:cNvSpPr txBox="1"/>
          <p:nvPr>
            <p:ph type="title"/>
          </p:nvPr>
        </p:nvSpPr>
        <p:spPr>
          <a:xfrm>
            <a:off x="720000" y="535000"/>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Next Steps</a:t>
            </a:r>
            <a:endParaRPr/>
          </a:p>
        </p:txBody>
      </p:sp>
      <p:graphicFrame>
        <p:nvGraphicFramePr>
          <p:cNvPr id="2305" name="Google Shape;2305;p49"/>
          <p:cNvGraphicFramePr/>
          <p:nvPr/>
        </p:nvGraphicFramePr>
        <p:xfrm>
          <a:off x="720000" y="1334475"/>
          <a:ext cx="3000000" cy="3000000"/>
        </p:xfrm>
        <a:graphic>
          <a:graphicData uri="http://schemas.openxmlformats.org/drawingml/2006/table">
            <a:tbl>
              <a:tblPr>
                <a:noFill/>
                <a:tableStyleId>{8B78E818-41E4-494D-9F1C-A6AE39FE0DD5}</a:tableStyleId>
              </a:tblPr>
              <a:tblGrid>
                <a:gridCol w="1367600"/>
                <a:gridCol w="2112125"/>
                <a:gridCol w="2112125"/>
                <a:gridCol w="2112125"/>
              </a:tblGrid>
              <a:tr h="616975">
                <a:tc>
                  <a:txBody>
                    <a:bodyPr/>
                    <a:lstStyle/>
                    <a:p>
                      <a:pPr indent="0" lvl="0" marL="0" rtl="0" algn="ctr">
                        <a:spcBef>
                          <a:spcPts val="0"/>
                        </a:spcBef>
                        <a:spcAft>
                          <a:spcPts val="0"/>
                        </a:spcAft>
                        <a:buNone/>
                      </a:pPr>
                      <a:r>
                        <a:t/>
                      </a:r>
                      <a:endParaRPr sz="1600">
                        <a:solidFill>
                          <a:schemeClr val="dk1"/>
                        </a:solidFill>
                        <a:latin typeface="Sora"/>
                        <a:ea typeface="Sora"/>
                        <a:cs typeface="Sora"/>
                        <a:sym typeface="Sora"/>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38100">
                      <a:solidFill>
                        <a:schemeClr val="dk2">
                          <a:alpha val="0"/>
                        </a:schemeClr>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b="1" lang="en" sz="1800">
                          <a:solidFill>
                            <a:schemeClr val="lt1"/>
                          </a:solidFill>
                          <a:latin typeface="Sora"/>
                          <a:ea typeface="Sora"/>
                          <a:cs typeface="Sora"/>
                          <a:sym typeface="Sora"/>
                        </a:rPr>
                        <a:t>Task(s)</a:t>
                      </a:r>
                      <a:endParaRPr b="1" sz="1800">
                        <a:solidFill>
                          <a:schemeClr val="lt1"/>
                        </a:solidFill>
                        <a:latin typeface="Sora"/>
                        <a:ea typeface="Sora"/>
                        <a:cs typeface="Sora"/>
                        <a:sym typeface="Sora"/>
                      </a:endParaRPr>
                    </a:p>
                  </a:txBody>
                  <a:tcPr marT="91425" marB="91425" marR="91425" marL="91425" anchor="ctr">
                    <a:lnL cap="flat" cmpd="sng" w="9525">
                      <a:solidFill>
                        <a:schemeClr val="dk1">
                          <a:alpha val="0"/>
                        </a:schemeClr>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lt2"/>
                      </a:solidFill>
                      <a:prstDash val="solid"/>
                      <a:round/>
                      <a:headEnd len="sm" w="sm" type="none"/>
                      <a:tailEnd len="sm" w="sm" type="none"/>
                    </a:lnB>
                    <a:solidFill>
                      <a:schemeClr val="accent3"/>
                    </a:solidFill>
                  </a:tcPr>
                </a:tc>
                <a:tc>
                  <a:txBody>
                    <a:bodyPr/>
                    <a:lstStyle/>
                    <a:p>
                      <a:pPr indent="0" lvl="0" marL="0" rtl="0" algn="ctr">
                        <a:spcBef>
                          <a:spcPts val="0"/>
                        </a:spcBef>
                        <a:spcAft>
                          <a:spcPts val="0"/>
                        </a:spcAft>
                        <a:buNone/>
                      </a:pPr>
                      <a:r>
                        <a:rPr b="1" lang="en" sz="1800">
                          <a:solidFill>
                            <a:schemeClr val="lt1"/>
                          </a:solidFill>
                          <a:latin typeface="Sora"/>
                          <a:ea typeface="Sora"/>
                          <a:cs typeface="Sora"/>
                          <a:sym typeface="Sora"/>
                        </a:rPr>
                        <a:t>Deadline</a:t>
                      </a:r>
                      <a:endParaRPr b="1" sz="1800">
                        <a:solidFill>
                          <a:schemeClr val="lt1"/>
                        </a:solidFill>
                        <a:latin typeface="Sora"/>
                        <a:ea typeface="Sora"/>
                        <a:cs typeface="Sora"/>
                        <a:sym typeface="Sora"/>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lt2"/>
                      </a:solidFill>
                      <a:prstDash val="solid"/>
                      <a:round/>
                      <a:headEnd len="sm" w="sm" type="none"/>
                      <a:tailEnd len="sm" w="sm" type="none"/>
                    </a:lnB>
                    <a:solidFill>
                      <a:schemeClr val="accent2"/>
                    </a:solidFill>
                  </a:tcPr>
                </a:tc>
                <a:tc>
                  <a:txBody>
                    <a:bodyPr/>
                    <a:lstStyle/>
                    <a:p>
                      <a:pPr indent="0" lvl="0" marL="0" rtl="0" algn="ctr">
                        <a:spcBef>
                          <a:spcPts val="0"/>
                        </a:spcBef>
                        <a:spcAft>
                          <a:spcPts val="0"/>
                        </a:spcAft>
                        <a:buNone/>
                      </a:pPr>
                      <a:r>
                        <a:rPr b="1" lang="en" sz="1800">
                          <a:solidFill>
                            <a:schemeClr val="lt1"/>
                          </a:solidFill>
                          <a:latin typeface="Sora"/>
                          <a:ea typeface="Sora"/>
                          <a:cs typeface="Sora"/>
                          <a:sym typeface="Sora"/>
                        </a:rPr>
                        <a:t>Assignee</a:t>
                      </a:r>
                      <a:endParaRPr b="1" sz="1800">
                        <a:solidFill>
                          <a:schemeClr val="lt1"/>
                        </a:solidFill>
                        <a:latin typeface="Sora"/>
                        <a:ea typeface="Sora"/>
                        <a:cs typeface="Sora"/>
                        <a:sym typeface="Sora"/>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lt2"/>
                      </a:solidFill>
                      <a:prstDash val="solid"/>
                      <a:round/>
                      <a:headEnd len="sm" w="sm" type="none"/>
                      <a:tailEnd len="sm" w="sm" type="none"/>
                    </a:lnB>
                    <a:solidFill>
                      <a:schemeClr val="accent1"/>
                    </a:solidFill>
                  </a:tcPr>
                </a:tc>
              </a:tr>
              <a:tr h="566575">
                <a:tc>
                  <a:txBody>
                    <a:bodyPr/>
                    <a:lstStyle/>
                    <a:p>
                      <a:pPr indent="0" lvl="0" marL="0" rtl="0" algn="l">
                        <a:spcBef>
                          <a:spcPts val="0"/>
                        </a:spcBef>
                        <a:spcAft>
                          <a:spcPts val="0"/>
                        </a:spcAft>
                        <a:buNone/>
                      </a:pPr>
                      <a:r>
                        <a:rPr b="1" lang="en">
                          <a:solidFill>
                            <a:schemeClr val="dk1"/>
                          </a:solidFill>
                          <a:latin typeface="Sora"/>
                          <a:ea typeface="Sora"/>
                          <a:cs typeface="Sora"/>
                          <a:sym typeface="Sora"/>
                        </a:rPr>
                        <a:t>Deployment</a:t>
                      </a:r>
                      <a:endParaRPr b="1">
                        <a:solidFill>
                          <a:schemeClr val="dk1"/>
                        </a:solidFill>
                        <a:latin typeface="Sora"/>
                        <a:ea typeface="Sora"/>
                        <a:cs typeface="Sora"/>
                        <a:sym typeface="Sora"/>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1200">
                          <a:solidFill>
                            <a:schemeClr val="dk1"/>
                          </a:solidFill>
                          <a:latin typeface="Karla"/>
                          <a:ea typeface="Karla"/>
                          <a:cs typeface="Karla"/>
                          <a:sym typeface="Karla"/>
                        </a:rPr>
                        <a:t>Add file upload option.</a:t>
                      </a:r>
                      <a:endParaRPr sz="1200">
                        <a:solidFill>
                          <a:schemeClr val="dk1"/>
                        </a:solidFill>
                        <a:latin typeface="Karla"/>
                        <a:ea typeface="Karla"/>
                        <a:cs typeface="Karla"/>
                        <a:sym typeface="Karla"/>
                      </a:endParaRPr>
                    </a:p>
                  </a:txBody>
                  <a:tcPr marT="91425" marB="91425" marR="91425" marL="914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Karla"/>
                          <a:ea typeface="Karla"/>
                          <a:cs typeface="Karla"/>
                          <a:sym typeface="Karla"/>
                        </a:rPr>
                        <a:t>8/15/2025</a:t>
                      </a:r>
                      <a:endParaRPr sz="1200">
                        <a:solidFill>
                          <a:schemeClr val="dk1"/>
                        </a:solidFill>
                        <a:latin typeface="Karla"/>
                        <a:ea typeface="Karla"/>
                        <a:cs typeface="Karla"/>
                        <a:sym typeface="Karla"/>
                      </a:endParaRPr>
                    </a:p>
                  </a:txBody>
                  <a:tcPr marT="91425" marB="91425" marR="91425" marL="914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Karla"/>
                          <a:ea typeface="Karla"/>
                          <a:cs typeface="Karla"/>
                          <a:sym typeface="Karla"/>
                        </a:rPr>
                        <a:t>Sebastian</a:t>
                      </a:r>
                      <a:endParaRPr sz="1200">
                        <a:solidFill>
                          <a:schemeClr val="dk1"/>
                        </a:solidFill>
                        <a:latin typeface="Karla"/>
                        <a:ea typeface="Karla"/>
                        <a:cs typeface="Karla"/>
                        <a:sym typeface="Karla"/>
                      </a:endParaRPr>
                    </a:p>
                  </a:txBody>
                  <a:tcPr marT="91425" marB="91425" marR="91425" marL="914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r>
              <a:tr h="566575">
                <a:tc>
                  <a:txBody>
                    <a:bodyPr/>
                    <a:lstStyle/>
                    <a:p>
                      <a:pPr indent="0" lvl="0" marL="0" rtl="0" algn="l">
                        <a:spcBef>
                          <a:spcPts val="0"/>
                        </a:spcBef>
                        <a:spcAft>
                          <a:spcPts val="0"/>
                        </a:spcAft>
                        <a:buNone/>
                      </a:pPr>
                      <a:r>
                        <a:rPr b="1" lang="en">
                          <a:solidFill>
                            <a:schemeClr val="dk1"/>
                          </a:solidFill>
                          <a:latin typeface="Sora"/>
                          <a:ea typeface="Sora"/>
                          <a:cs typeface="Sora"/>
                          <a:sym typeface="Sora"/>
                        </a:rPr>
                        <a:t>Scaling</a:t>
                      </a:r>
                      <a:endParaRPr b="1">
                        <a:solidFill>
                          <a:schemeClr val="dk1"/>
                        </a:solidFill>
                        <a:latin typeface="Sora"/>
                        <a:ea typeface="Sora"/>
                        <a:cs typeface="Sora"/>
                        <a:sym typeface="Sora"/>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1200">
                          <a:solidFill>
                            <a:schemeClr val="dk1"/>
                          </a:solidFill>
                          <a:latin typeface="Karla"/>
                          <a:ea typeface="Karla"/>
                          <a:cs typeface="Karla"/>
                          <a:sym typeface="Karla"/>
                        </a:rPr>
                        <a:t>Review data visualizations to determine if feature scaling would be beneficial.</a:t>
                      </a:r>
                      <a:endParaRPr sz="1200">
                        <a:solidFill>
                          <a:schemeClr val="dk1"/>
                        </a:solidFill>
                        <a:latin typeface="Karla"/>
                        <a:ea typeface="Karla"/>
                        <a:cs typeface="Karla"/>
                        <a:sym typeface="Karla"/>
                      </a:endParaRPr>
                    </a:p>
                  </a:txBody>
                  <a:tcPr marT="91425" marB="91425" marR="91425" marL="914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Karla"/>
                          <a:ea typeface="Karla"/>
                          <a:cs typeface="Karla"/>
                          <a:sym typeface="Karla"/>
                        </a:rPr>
                        <a:t>8/15/2025</a:t>
                      </a:r>
                      <a:endParaRPr sz="1200">
                        <a:solidFill>
                          <a:schemeClr val="dk1"/>
                        </a:solidFill>
                        <a:latin typeface="Karla"/>
                        <a:ea typeface="Karla"/>
                        <a:cs typeface="Karla"/>
                        <a:sym typeface="Karla"/>
                      </a:endParaRPr>
                    </a:p>
                  </a:txBody>
                  <a:tcPr marT="91425" marB="91425" marR="91425" marL="914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Karla"/>
                          <a:ea typeface="Karla"/>
                          <a:cs typeface="Karla"/>
                          <a:sym typeface="Karla"/>
                        </a:rPr>
                        <a:t>Drexana </a:t>
                      </a:r>
                      <a:endParaRPr sz="1200">
                        <a:solidFill>
                          <a:schemeClr val="dk1"/>
                        </a:solidFill>
                        <a:latin typeface="Karla"/>
                        <a:ea typeface="Karla"/>
                        <a:cs typeface="Karla"/>
                        <a:sym typeface="Karla"/>
                      </a:endParaRPr>
                    </a:p>
                  </a:txBody>
                  <a:tcPr marT="91425" marB="91425" marR="91425" marL="914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r>
              <a:tr h="566575">
                <a:tc>
                  <a:txBody>
                    <a:bodyPr/>
                    <a:lstStyle/>
                    <a:p>
                      <a:pPr indent="0" lvl="0" marL="0" rtl="0" algn="l">
                        <a:spcBef>
                          <a:spcPts val="0"/>
                        </a:spcBef>
                        <a:spcAft>
                          <a:spcPts val="0"/>
                        </a:spcAft>
                        <a:buNone/>
                      </a:pPr>
                      <a:r>
                        <a:rPr b="1" lang="en">
                          <a:solidFill>
                            <a:schemeClr val="dk1"/>
                          </a:solidFill>
                          <a:latin typeface="Sora"/>
                          <a:ea typeface="Sora"/>
                          <a:cs typeface="Sora"/>
                          <a:sym typeface="Sora"/>
                        </a:rPr>
                        <a:t>Fraud</a:t>
                      </a:r>
                      <a:endParaRPr b="1">
                        <a:solidFill>
                          <a:schemeClr val="dk1"/>
                        </a:solidFill>
                        <a:latin typeface="Sora"/>
                        <a:ea typeface="Sora"/>
                        <a:cs typeface="Sora"/>
                        <a:sym typeface="Sora"/>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1200">
                          <a:solidFill>
                            <a:schemeClr val="dk1"/>
                          </a:solidFill>
                          <a:latin typeface="Karla"/>
                          <a:ea typeface="Karla"/>
                          <a:cs typeface="Karla"/>
                          <a:sym typeface="Karla"/>
                        </a:rPr>
                        <a:t>Dive deeper into fraud detection.</a:t>
                      </a:r>
                      <a:endParaRPr sz="1200">
                        <a:solidFill>
                          <a:schemeClr val="dk1"/>
                        </a:solidFill>
                        <a:latin typeface="Karla"/>
                        <a:ea typeface="Karla"/>
                        <a:cs typeface="Karla"/>
                        <a:sym typeface="Karla"/>
                      </a:endParaRPr>
                    </a:p>
                  </a:txBody>
                  <a:tcPr marT="91425" marB="91425" marR="91425" marL="914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Karla"/>
                          <a:ea typeface="Karla"/>
                          <a:cs typeface="Karla"/>
                          <a:sym typeface="Karla"/>
                        </a:rPr>
                        <a:t>8/20/2025</a:t>
                      </a:r>
                      <a:endParaRPr sz="1200">
                        <a:solidFill>
                          <a:schemeClr val="dk1"/>
                        </a:solidFill>
                        <a:latin typeface="Karla"/>
                        <a:ea typeface="Karla"/>
                        <a:cs typeface="Karla"/>
                        <a:sym typeface="Karla"/>
                      </a:endParaRPr>
                    </a:p>
                  </a:txBody>
                  <a:tcPr marT="91425" marB="91425" marR="91425" marL="914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Karla"/>
                          <a:ea typeface="Karla"/>
                          <a:cs typeface="Karla"/>
                          <a:sym typeface="Karla"/>
                        </a:rPr>
                        <a:t>Drexana &amp; Sebastian</a:t>
                      </a:r>
                      <a:endParaRPr sz="1200">
                        <a:solidFill>
                          <a:schemeClr val="dk1"/>
                        </a:solidFill>
                        <a:latin typeface="Karla"/>
                        <a:ea typeface="Karla"/>
                        <a:cs typeface="Karla"/>
                        <a:sym typeface="Karla"/>
                      </a:endParaRPr>
                    </a:p>
                  </a:txBody>
                  <a:tcPr marT="91425" marB="91425" marR="91425" marL="914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r>
              <a:tr h="566575">
                <a:tc>
                  <a:txBody>
                    <a:bodyPr/>
                    <a:lstStyle/>
                    <a:p>
                      <a:pPr indent="0" lvl="0" marL="0" rtl="0" algn="l">
                        <a:spcBef>
                          <a:spcPts val="0"/>
                        </a:spcBef>
                        <a:spcAft>
                          <a:spcPts val="0"/>
                        </a:spcAft>
                        <a:buNone/>
                      </a:pPr>
                      <a:r>
                        <a:rPr b="1" lang="en">
                          <a:solidFill>
                            <a:schemeClr val="dk1"/>
                          </a:solidFill>
                          <a:latin typeface="Sora"/>
                          <a:ea typeface="Sora"/>
                          <a:cs typeface="Sora"/>
                          <a:sym typeface="Sora"/>
                        </a:rPr>
                        <a:t>Github</a:t>
                      </a:r>
                      <a:endParaRPr b="1">
                        <a:solidFill>
                          <a:schemeClr val="dk1"/>
                        </a:solidFill>
                        <a:latin typeface="Sora"/>
                        <a:ea typeface="Sora"/>
                        <a:cs typeface="Sora"/>
                        <a:sym typeface="Sora"/>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1200">
                          <a:solidFill>
                            <a:schemeClr val="dk1"/>
                          </a:solidFill>
                          <a:latin typeface="Karla"/>
                          <a:ea typeface="Karla"/>
                          <a:cs typeface="Karla"/>
                          <a:sym typeface="Karla"/>
                        </a:rPr>
                        <a:t>Update repository (ie; add diagrams).</a:t>
                      </a:r>
                      <a:endParaRPr sz="1200">
                        <a:solidFill>
                          <a:schemeClr val="dk1"/>
                        </a:solidFill>
                        <a:latin typeface="Karla"/>
                        <a:ea typeface="Karla"/>
                        <a:cs typeface="Karla"/>
                        <a:sym typeface="Karla"/>
                      </a:endParaRPr>
                    </a:p>
                  </a:txBody>
                  <a:tcPr marT="91425" marB="91425" marR="91425" marL="914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Karla"/>
                          <a:ea typeface="Karla"/>
                          <a:cs typeface="Karla"/>
                          <a:sym typeface="Karla"/>
                        </a:rPr>
                        <a:t>8/21/2025</a:t>
                      </a:r>
                      <a:endParaRPr sz="1200">
                        <a:solidFill>
                          <a:schemeClr val="dk1"/>
                        </a:solidFill>
                        <a:latin typeface="Karla"/>
                        <a:ea typeface="Karla"/>
                        <a:cs typeface="Karla"/>
                        <a:sym typeface="Karla"/>
                      </a:endParaRPr>
                    </a:p>
                  </a:txBody>
                  <a:tcPr marT="91425" marB="91425" marR="91425" marL="914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Karla"/>
                          <a:ea typeface="Karla"/>
                          <a:cs typeface="Karla"/>
                          <a:sym typeface="Karla"/>
                        </a:rPr>
                        <a:t>Drexana &amp; Sebastian</a:t>
                      </a:r>
                      <a:endParaRPr sz="1200">
                        <a:solidFill>
                          <a:schemeClr val="dk1"/>
                        </a:solidFill>
                        <a:latin typeface="Karla"/>
                        <a:ea typeface="Karla"/>
                        <a:cs typeface="Karla"/>
                        <a:sym typeface="Karla"/>
                      </a:endParaRPr>
                    </a:p>
                  </a:txBody>
                  <a:tcPr marT="91425" marB="91425" marR="91425" marL="914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r>
            </a:tbl>
          </a:graphicData>
        </a:graphic>
      </p:graphicFrame>
      <p:grpSp>
        <p:nvGrpSpPr>
          <p:cNvPr id="2306" name="Google Shape;2306;p49"/>
          <p:cNvGrpSpPr/>
          <p:nvPr/>
        </p:nvGrpSpPr>
        <p:grpSpPr>
          <a:xfrm flipH="1" rot="-4387107">
            <a:off x="8854454" y="2985457"/>
            <a:ext cx="416692" cy="539630"/>
            <a:chOff x="5402225" y="3028900"/>
            <a:chExt cx="135050" cy="174900"/>
          </a:xfrm>
        </p:grpSpPr>
        <p:sp>
          <p:nvSpPr>
            <p:cNvPr id="2307" name="Google Shape;2307;p49"/>
            <p:cNvSpPr/>
            <p:nvPr/>
          </p:nvSpPr>
          <p:spPr>
            <a:xfrm>
              <a:off x="5424000" y="3043600"/>
              <a:ext cx="91400" cy="5775"/>
            </a:xfrm>
            <a:custGeom>
              <a:rect b="b" l="l" r="r" t="t"/>
              <a:pathLst>
                <a:path extrusionOk="0" h="231" w="3656">
                  <a:moveTo>
                    <a:pt x="119" y="0"/>
                  </a:moveTo>
                  <a:cubicBezTo>
                    <a:pt x="52" y="0"/>
                    <a:pt x="0" y="49"/>
                    <a:pt x="0" y="115"/>
                  </a:cubicBezTo>
                  <a:cubicBezTo>
                    <a:pt x="0" y="178"/>
                    <a:pt x="52" y="230"/>
                    <a:pt x="119" y="230"/>
                  </a:cubicBezTo>
                  <a:lnTo>
                    <a:pt x="3540" y="230"/>
                  </a:lnTo>
                  <a:cubicBezTo>
                    <a:pt x="3603" y="230"/>
                    <a:pt x="3656" y="178"/>
                    <a:pt x="3656" y="115"/>
                  </a:cubicBezTo>
                  <a:cubicBezTo>
                    <a:pt x="3656" y="49"/>
                    <a:pt x="3603" y="0"/>
                    <a:pt x="35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8" name="Google Shape;2308;p49"/>
            <p:cNvSpPr/>
            <p:nvPr/>
          </p:nvSpPr>
          <p:spPr>
            <a:xfrm>
              <a:off x="5424000" y="3067900"/>
              <a:ext cx="91400" cy="5775"/>
            </a:xfrm>
            <a:custGeom>
              <a:rect b="b" l="l" r="r" t="t"/>
              <a:pathLst>
                <a:path extrusionOk="0" h="231" w="3656">
                  <a:moveTo>
                    <a:pt x="119" y="0"/>
                  </a:moveTo>
                  <a:cubicBezTo>
                    <a:pt x="52" y="0"/>
                    <a:pt x="0" y="53"/>
                    <a:pt x="0" y="116"/>
                  </a:cubicBezTo>
                  <a:cubicBezTo>
                    <a:pt x="0" y="182"/>
                    <a:pt x="52" y="230"/>
                    <a:pt x="119" y="230"/>
                  </a:cubicBezTo>
                  <a:lnTo>
                    <a:pt x="3540" y="230"/>
                  </a:lnTo>
                  <a:cubicBezTo>
                    <a:pt x="3603" y="230"/>
                    <a:pt x="3656" y="182"/>
                    <a:pt x="3656" y="116"/>
                  </a:cubicBezTo>
                  <a:cubicBezTo>
                    <a:pt x="3656" y="53"/>
                    <a:pt x="3603" y="0"/>
                    <a:pt x="35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9" name="Google Shape;2309;p49"/>
            <p:cNvSpPr/>
            <p:nvPr/>
          </p:nvSpPr>
          <p:spPr>
            <a:xfrm>
              <a:off x="5424000" y="3092200"/>
              <a:ext cx="91400" cy="5875"/>
            </a:xfrm>
            <a:custGeom>
              <a:rect b="b" l="l" r="r" t="t"/>
              <a:pathLst>
                <a:path extrusionOk="0" h="235" w="3656">
                  <a:moveTo>
                    <a:pt x="119" y="1"/>
                  </a:moveTo>
                  <a:cubicBezTo>
                    <a:pt x="52" y="1"/>
                    <a:pt x="0" y="53"/>
                    <a:pt x="0" y="119"/>
                  </a:cubicBezTo>
                  <a:cubicBezTo>
                    <a:pt x="0" y="181"/>
                    <a:pt x="52" y="234"/>
                    <a:pt x="119" y="234"/>
                  </a:cubicBezTo>
                  <a:lnTo>
                    <a:pt x="3540" y="234"/>
                  </a:lnTo>
                  <a:cubicBezTo>
                    <a:pt x="3603" y="234"/>
                    <a:pt x="3656" y="181"/>
                    <a:pt x="3656" y="119"/>
                  </a:cubicBezTo>
                  <a:cubicBezTo>
                    <a:pt x="3656" y="53"/>
                    <a:pt x="3603" y="1"/>
                    <a:pt x="35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0" name="Google Shape;2310;p49"/>
            <p:cNvSpPr/>
            <p:nvPr/>
          </p:nvSpPr>
          <p:spPr>
            <a:xfrm>
              <a:off x="5424000" y="3140900"/>
              <a:ext cx="91400" cy="5850"/>
            </a:xfrm>
            <a:custGeom>
              <a:rect b="b" l="l" r="r" t="t"/>
              <a:pathLst>
                <a:path extrusionOk="0" h="234" w="3656">
                  <a:moveTo>
                    <a:pt x="119" y="0"/>
                  </a:moveTo>
                  <a:cubicBezTo>
                    <a:pt x="52" y="0"/>
                    <a:pt x="0" y="52"/>
                    <a:pt x="0" y="115"/>
                  </a:cubicBezTo>
                  <a:cubicBezTo>
                    <a:pt x="0" y="182"/>
                    <a:pt x="52" y="234"/>
                    <a:pt x="119" y="234"/>
                  </a:cubicBezTo>
                  <a:lnTo>
                    <a:pt x="3540" y="234"/>
                  </a:lnTo>
                  <a:cubicBezTo>
                    <a:pt x="3603" y="234"/>
                    <a:pt x="3656" y="182"/>
                    <a:pt x="3656" y="115"/>
                  </a:cubicBezTo>
                  <a:cubicBezTo>
                    <a:pt x="3656" y="52"/>
                    <a:pt x="3603" y="0"/>
                    <a:pt x="35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1" name="Google Shape;2311;p49"/>
            <p:cNvSpPr/>
            <p:nvPr/>
          </p:nvSpPr>
          <p:spPr>
            <a:xfrm>
              <a:off x="5424000" y="3165300"/>
              <a:ext cx="91400" cy="5775"/>
            </a:xfrm>
            <a:custGeom>
              <a:rect b="b" l="l" r="r" t="t"/>
              <a:pathLst>
                <a:path extrusionOk="0" h="231" w="3656">
                  <a:moveTo>
                    <a:pt x="119" y="0"/>
                  </a:moveTo>
                  <a:cubicBezTo>
                    <a:pt x="52" y="0"/>
                    <a:pt x="0" y="52"/>
                    <a:pt x="0" y="115"/>
                  </a:cubicBezTo>
                  <a:cubicBezTo>
                    <a:pt x="0" y="178"/>
                    <a:pt x="52" y="230"/>
                    <a:pt x="119" y="230"/>
                  </a:cubicBezTo>
                  <a:lnTo>
                    <a:pt x="3540" y="230"/>
                  </a:lnTo>
                  <a:cubicBezTo>
                    <a:pt x="3603" y="230"/>
                    <a:pt x="3656" y="178"/>
                    <a:pt x="3656" y="115"/>
                  </a:cubicBezTo>
                  <a:cubicBezTo>
                    <a:pt x="3656" y="52"/>
                    <a:pt x="3603" y="0"/>
                    <a:pt x="35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2" name="Google Shape;2312;p49"/>
            <p:cNvSpPr/>
            <p:nvPr/>
          </p:nvSpPr>
          <p:spPr>
            <a:xfrm>
              <a:off x="5424000" y="3189575"/>
              <a:ext cx="91400" cy="5775"/>
            </a:xfrm>
            <a:custGeom>
              <a:rect b="b" l="l" r="r" t="t"/>
              <a:pathLst>
                <a:path extrusionOk="0" h="231" w="3656">
                  <a:moveTo>
                    <a:pt x="119" y="1"/>
                  </a:moveTo>
                  <a:cubicBezTo>
                    <a:pt x="52" y="1"/>
                    <a:pt x="0" y="54"/>
                    <a:pt x="0" y="116"/>
                  </a:cubicBezTo>
                  <a:cubicBezTo>
                    <a:pt x="0" y="182"/>
                    <a:pt x="52" y="231"/>
                    <a:pt x="119" y="231"/>
                  </a:cubicBezTo>
                  <a:lnTo>
                    <a:pt x="3540" y="231"/>
                  </a:lnTo>
                  <a:cubicBezTo>
                    <a:pt x="3603" y="231"/>
                    <a:pt x="3656" y="182"/>
                    <a:pt x="3656" y="116"/>
                  </a:cubicBezTo>
                  <a:cubicBezTo>
                    <a:pt x="3656" y="54"/>
                    <a:pt x="3603" y="1"/>
                    <a:pt x="35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3" name="Google Shape;2313;p49"/>
            <p:cNvSpPr/>
            <p:nvPr/>
          </p:nvSpPr>
          <p:spPr>
            <a:xfrm>
              <a:off x="5402225" y="3028900"/>
              <a:ext cx="42175" cy="80300"/>
            </a:xfrm>
            <a:custGeom>
              <a:rect b="b" l="l" r="r" t="t"/>
              <a:pathLst>
                <a:path extrusionOk="0" h="3212" w="1687">
                  <a:moveTo>
                    <a:pt x="508" y="0"/>
                  </a:moveTo>
                  <a:cubicBezTo>
                    <a:pt x="385" y="0"/>
                    <a:pt x="277" y="89"/>
                    <a:pt x="258" y="212"/>
                  </a:cubicBezTo>
                  <a:cubicBezTo>
                    <a:pt x="248" y="281"/>
                    <a:pt x="0" y="1919"/>
                    <a:pt x="857" y="2922"/>
                  </a:cubicBezTo>
                  <a:cubicBezTo>
                    <a:pt x="948" y="3031"/>
                    <a:pt x="1053" y="3128"/>
                    <a:pt x="1161" y="3212"/>
                  </a:cubicBezTo>
                  <a:cubicBezTo>
                    <a:pt x="1293" y="3128"/>
                    <a:pt x="1471" y="3034"/>
                    <a:pt x="1687" y="2954"/>
                  </a:cubicBezTo>
                  <a:cubicBezTo>
                    <a:pt x="1513" y="2864"/>
                    <a:pt x="1366" y="2745"/>
                    <a:pt x="1241" y="2599"/>
                  </a:cubicBezTo>
                  <a:cubicBezTo>
                    <a:pt x="805" y="2090"/>
                    <a:pt x="722" y="1338"/>
                    <a:pt x="722" y="832"/>
                  </a:cubicBezTo>
                  <a:cubicBezTo>
                    <a:pt x="722" y="518"/>
                    <a:pt x="753" y="296"/>
                    <a:pt x="753" y="292"/>
                  </a:cubicBezTo>
                  <a:cubicBezTo>
                    <a:pt x="777" y="156"/>
                    <a:pt x="683" y="27"/>
                    <a:pt x="547" y="3"/>
                  </a:cubicBezTo>
                  <a:cubicBezTo>
                    <a:pt x="534" y="1"/>
                    <a:pt x="521" y="0"/>
                    <a:pt x="50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4" name="Google Shape;2314;p49"/>
            <p:cNvSpPr/>
            <p:nvPr/>
          </p:nvSpPr>
          <p:spPr>
            <a:xfrm>
              <a:off x="5494550" y="3121025"/>
              <a:ext cx="42100" cy="82775"/>
            </a:xfrm>
            <a:custGeom>
              <a:rect b="b" l="l" r="r" t="t"/>
              <a:pathLst>
                <a:path extrusionOk="0" h="3311" w="1684">
                  <a:moveTo>
                    <a:pt x="541" y="1"/>
                  </a:moveTo>
                  <a:cubicBezTo>
                    <a:pt x="363" y="102"/>
                    <a:pt x="178" y="175"/>
                    <a:pt x="1" y="231"/>
                  </a:cubicBezTo>
                  <a:cubicBezTo>
                    <a:pt x="147" y="314"/>
                    <a:pt x="276" y="422"/>
                    <a:pt x="387" y="551"/>
                  </a:cubicBezTo>
                  <a:cubicBezTo>
                    <a:pt x="1157" y="1423"/>
                    <a:pt x="966" y="3015"/>
                    <a:pt x="966" y="3029"/>
                  </a:cubicBezTo>
                  <a:cubicBezTo>
                    <a:pt x="948" y="3168"/>
                    <a:pt x="1046" y="3293"/>
                    <a:pt x="1182" y="3311"/>
                  </a:cubicBezTo>
                  <a:lnTo>
                    <a:pt x="1213" y="3311"/>
                  </a:lnTo>
                  <a:cubicBezTo>
                    <a:pt x="1339" y="3311"/>
                    <a:pt x="1447" y="3220"/>
                    <a:pt x="1464" y="3092"/>
                  </a:cubicBezTo>
                  <a:cubicBezTo>
                    <a:pt x="1471" y="3018"/>
                    <a:pt x="1683" y="1262"/>
                    <a:pt x="768" y="220"/>
                  </a:cubicBezTo>
                  <a:cubicBezTo>
                    <a:pt x="694" y="141"/>
                    <a:pt x="621" y="67"/>
                    <a:pt x="5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5" name="Google Shape;2315;p49"/>
            <p:cNvSpPr/>
            <p:nvPr/>
          </p:nvSpPr>
          <p:spPr>
            <a:xfrm>
              <a:off x="5402825" y="3028900"/>
              <a:ext cx="134450" cy="174900"/>
            </a:xfrm>
            <a:custGeom>
              <a:rect b="b" l="l" r="r" t="t"/>
              <a:pathLst>
                <a:path extrusionOk="0" h="6996" w="5378">
                  <a:moveTo>
                    <a:pt x="4868" y="0"/>
                  </a:moveTo>
                  <a:cubicBezTo>
                    <a:pt x="4855" y="0"/>
                    <a:pt x="4842" y="1"/>
                    <a:pt x="4830" y="3"/>
                  </a:cubicBezTo>
                  <a:cubicBezTo>
                    <a:pt x="4694" y="27"/>
                    <a:pt x="4600" y="156"/>
                    <a:pt x="4621" y="292"/>
                  </a:cubicBezTo>
                  <a:cubicBezTo>
                    <a:pt x="4625" y="306"/>
                    <a:pt x="4847" y="1766"/>
                    <a:pt x="4136" y="2595"/>
                  </a:cubicBezTo>
                  <a:cubicBezTo>
                    <a:pt x="3816" y="2975"/>
                    <a:pt x="3335" y="3167"/>
                    <a:pt x="2708" y="3167"/>
                  </a:cubicBezTo>
                  <a:cubicBezTo>
                    <a:pt x="1952" y="3167"/>
                    <a:pt x="1349" y="3414"/>
                    <a:pt x="917" y="3905"/>
                  </a:cubicBezTo>
                  <a:cubicBezTo>
                    <a:pt x="0" y="4947"/>
                    <a:pt x="209" y="6703"/>
                    <a:pt x="220" y="6777"/>
                  </a:cubicBezTo>
                  <a:cubicBezTo>
                    <a:pt x="238" y="6905"/>
                    <a:pt x="346" y="6996"/>
                    <a:pt x="468" y="6996"/>
                  </a:cubicBezTo>
                  <a:lnTo>
                    <a:pt x="502" y="6996"/>
                  </a:lnTo>
                  <a:cubicBezTo>
                    <a:pt x="638" y="6978"/>
                    <a:pt x="736" y="6853"/>
                    <a:pt x="719" y="6714"/>
                  </a:cubicBezTo>
                  <a:cubicBezTo>
                    <a:pt x="715" y="6700"/>
                    <a:pt x="527" y="5108"/>
                    <a:pt x="1293" y="4236"/>
                  </a:cubicBezTo>
                  <a:cubicBezTo>
                    <a:pt x="1628" y="3860"/>
                    <a:pt x="2102" y="3668"/>
                    <a:pt x="2708" y="3668"/>
                  </a:cubicBezTo>
                  <a:cubicBezTo>
                    <a:pt x="3488" y="3668"/>
                    <a:pt x="4095" y="3417"/>
                    <a:pt x="4520" y="2922"/>
                  </a:cubicBezTo>
                  <a:cubicBezTo>
                    <a:pt x="5377" y="1919"/>
                    <a:pt x="5130" y="281"/>
                    <a:pt x="5119" y="212"/>
                  </a:cubicBezTo>
                  <a:cubicBezTo>
                    <a:pt x="5097" y="89"/>
                    <a:pt x="4989" y="0"/>
                    <a:pt x="486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316" name="Google Shape;2316;p49"/>
          <p:cNvSpPr/>
          <p:nvPr/>
        </p:nvSpPr>
        <p:spPr>
          <a:xfrm flipH="1" rot="1070388">
            <a:off x="321854" y="1215722"/>
            <a:ext cx="469230" cy="409495"/>
          </a:xfrm>
          <a:custGeom>
            <a:rect b="b" l="l" r="r" t="t"/>
            <a:pathLst>
              <a:path extrusionOk="0" h="3078" w="3527">
                <a:moveTo>
                  <a:pt x="1764" y="380"/>
                </a:moveTo>
                <a:lnTo>
                  <a:pt x="3174" y="2823"/>
                </a:lnTo>
                <a:lnTo>
                  <a:pt x="352" y="2823"/>
                </a:lnTo>
                <a:lnTo>
                  <a:pt x="1764" y="380"/>
                </a:lnTo>
                <a:close/>
                <a:moveTo>
                  <a:pt x="1764" y="1"/>
                </a:moveTo>
                <a:cubicBezTo>
                  <a:pt x="1719" y="1"/>
                  <a:pt x="1677" y="25"/>
                  <a:pt x="1652" y="63"/>
                </a:cubicBezTo>
                <a:lnTo>
                  <a:pt x="22" y="2886"/>
                </a:lnTo>
                <a:cubicBezTo>
                  <a:pt x="1" y="2928"/>
                  <a:pt x="1" y="2976"/>
                  <a:pt x="22" y="3015"/>
                </a:cubicBezTo>
                <a:cubicBezTo>
                  <a:pt x="46" y="3053"/>
                  <a:pt x="88" y="3077"/>
                  <a:pt x="133" y="3077"/>
                </a:cubicBezTo>
                <a:lnTo>
                  <a:pt x="3394" y="3077"/>
                </a:lnTo>
                <a:cubicBezTo>
                  <a:pt x="3440" y="3077"/>
                  <a:pt x="3481" y="3053"/>
                  <a:pt x="3506" y="3015"/>
                </a:cubicBezTo>
                <a:cubicBezTo>
                  <a:pt x="3526" y="2976"/>
                  <a:pt x="3526" y="2928"/>
                  <a:pt x="3506" y="2886"/>
                </a:cubicBezTo>
                <a:lnTo>
                  <a:pt x="1875" y="63"/>
                </a:lnTo>
                <a:cubicBezTo>
                  <a:pt x="1851" y="25"/>
                  <a:pt x="1809" y="1"/>
                  <a:pt x="176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0" name="Shape 2320"/>
        <p:cNvGrpSpPr/>
        <p:nvPr/>
      </p:nvGrpSpPr>
      <p:grpSpPr>
        <a:xfrm>
          <a:off x="0" y="0"/>
          <a:ext cx="0" cy="0"/>
          <a:chOff x="0" y="0"/>
          <a:chExt cx="0" cy="0"/>
        </a:xfrm>
      </p:grpSpPr>
      <p:sp>
        <p:nvSpPr>
          <p:cNvPr id="2321" name="Google Shape;2321;p50"/>
          <p:cNvSpPr/>
          <p:nvPr/>
        </p:nvSpPr>
        <p:spPr>
          <a:xfrm>
            <a:off x="3871337" y="549919"/>
            <a:ext cx="3251258" cy="1608925"/>
          </a:xfrm>
          <a:custGeom>
            <a:rect b="b" l="l" r="r" t="t"/>
            <a:pathLst>
              <a:path extrusionOk="0" h="31882" w="64426">
                <a:moveTo>
                  <a:pt x="42385" y="2987"/>
                </a:moveTo>
                <a:cubicBezTo>
                  <a:pt x="37964" y="2270"/>
                  <a:pt x="31154" y="359"/>
                  <a:pt x="25897" y="120"/>
                </a:cubicBezTo>
                <a:cubicBezTo>
                  <a:pt x="20640" y="-119"/>
                  <a:pt x="14786" y="657"/>
                  <a:pt x="10843" y="1553"/>
                </a:cubicBezTo>
                <a:cubicBezTo>
                  <a:pt x="6900" y="2449"/>
                  <a:pt x="4032" y="3704"/>
                  <a:pt x="2240" y="5496"/>
                </a:cubicBezTo>
                <a:cubicBezTo>
                  <a:pt x="448" y="7288"/>
                  <a:pt x="-89" y="9678"/>
                  <a:pt x="90" y="12306"/>
                </a:cubicBezTo>
                <a:cubicBezTo>
                  <a:pt x="269" y="14935"/>
                  <a:pt x="90" y="18459"/>
                  <a:pt x="3316" y="21267"/>
                </a:cubicBezTo>
                <a:cubicBezTo>
                  <a:pt x="6542" y="24075"/>
                  <a:pt x="12754" y="27421"/>
                  <a:pt x="19445" y="29153"/>
                </a:cubicBezTo>
                <a:cubicBezTo>
                  <a:pt x="26136" y="30886"/>
                  <a:pt x="36471" y="32379"/>
                  <a:pt x="43460" y="31662"/>
                </a:cubicBezTo>
                <a:cubicBezTo>
                  <a:pt x="50450" y="30945"/>
                  <a:pt x="58037" y="28017"/>
                  <a:pt x="61382" y="24851"/>
                </a:cubicBezTo>
                <a:cubicBezTo>
                  <a:pt x="64727" y="21685"/>
                  <a:pt x="65026" y="16070"/>
                  <a:pt x="63532" y="12665"/>
                </a:cubicBezTo>
                <a:cubicBezTo>
                  <a:pt x="62039" y="9260"/>
                  <a:pt x="55946" y="6034"/>
                  <a:pt x="52421" y="4421"/>
                </a:cubicBezTo>
                <a:cubicBezTo>
                  <a:pt x="48897" y="2808"/>
                  <a:pt x="46806" y="3704"/>
                  <a:pt x="42385" y="2987"/>
                </a:cubicBezTo>
                <a:close/>
              </a:path>
            </a:pathLst>
          </a:custGeom>
          <a:noFill/>
          <a:ln cap="flat" cmpd="sng" w="9525">
            <a:solidFill>
              <a:schemeClr val="dk2"/>
            </a:solidFill>
            <a:prstDash val="solid"/>
            <a:round/>
            <a:headEnd len="med" w="med" type="none"/>
            <a:tailEnd len="med" w="med" type="none"/>
          </a:ln>
        </p:spPr>
      </p:sp>
      <p:sp>
        <p:nvSpPr>
          <p:cNvPr id="2322" name="Google Shape;2322;p50"/>
          <p:cNvSpPr/>
          <p:nvPr/>
        </p:nvSpPr>
        <p:spPr>
          <a:xfrm>
            <a:off x="3762108" y="763660"/>
            <a:ext cx="3251258" cy="1608925"/>
          </a:xfrm>
          <a:custGeom>
            <a:rect b="b" l="l" r="r" t="t"/>
            <a:pathLst>
              <a:path extrusionOk="0" h="31882" w="64426">
                <a:moveTo>
                  <a:pt x="42385" y="2987"/>
                </a:moveTo>
                <a:cubicBezTo>
                  <a:pt x="37964" y="2270"/>
                  <a:pt x="31154" y="359"/>
                  <a:pt x="25897" y="120"/>
                </a:cubicBezTo>
                <a:cubicBezTo>
                  <a:pt x="20640" y="-119"/>
                  <a:pt x="14786" y="657"/>
                  <a:pt x="10843" y="1553"/>
                </a:cubicBezTo>
                <a:cubicBezTo>
                  <a:pt x="6900" y="2449"/>
                  <a:pt x="4032" y="3704"/>
                  <a:pt x="2240" y="5496"/>
                </a:cubicBezTo>
                <a:cubicBezTo>
                  <a:pt x="448" y="7288"/>
                  <a:pt x="-89" y="9678"/>
                  <a:pt x="90" y="12306"/>
                </a:cubicBezTo>
                <a:cubicBezTo>
                  <a:pt x="269" y="14935"/>
                  <a:pt x="90" y="18459"/>
                  <a:pt x="3316" y="21267"/>
                </a:cubicBezTo>
                <a:cubicBezTo>
                  <a:pt x="6542" y="24075"/>
                  <a:pt x="12754" y="27421"/>
                  <a:pt x="19445" y="29153"/>
                </a:cubicBezTo>
                <a:cubicBezTo>
                  <a:pt x="26136" y="30886"/>
                  <a:pt x="36471" y="32379"/>
                  <a:pt x="43460" y="31662"/>
                </a:cubicBezTo>
                <a:cubicBezTo>
                  <a:pt x="50450" y="30945"/>
                  <a:pt x="58037" y="28017"/>
                  <a:pt x="61382" y="24851"/>
                </a:cubicBezTo>
                <a:cubicBezTo>
                  <a:pt x="64727" y="21685"/>
                  <a:pt x="65026" y="16070"/>
                  <a:pt x="63532" y="12665"/>
                </a:cubicBezTo>
                <a:cubicBezTo>
                  <a:pt x="62039" y="9260"/>
                  <a:pt x="55946" y="6034"/>
                  <a:pt x="52421" y="4421"/>
                </a:cubicBezTo>
                <a:cubicBezTo>
                  <a:pt x="48897" y="2808"/>
                  <a:pt x="46806" y="3704"/>
                  <a:pt x="42385" y="2987"/>
                </a:cubicBezTo>
                <a:close/>
              </a:path>
            </a:pathLst>
          </a:custGeom>
          <a:solidFill>
            <a:srgbClr val="C7CAEA">
              <a:alpha val="52090"/>
            </a:srgbClr>
          </a:solidFill>
          <a:ln>
            <a:noFill/>
          </a:ln>
        </p:spPr>
      </p:sp>
      <p:sp>
        <p:nvSpPr>
          <p:cNvPr id="2323" name="Google Shape;2323;p50"/>
          <p:cNvSpPr txBox="1"/>
          <p:nvPr>
            <p:ph idx="2" type="title"/>
          </p:nvPr>
        </p:nvSpPr>
        <p:spPr>
          <a:xfrm>
            <a:off x="3797000" y="1108125"/>
            <a:ext cx="31509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07</a:t>
            </a:r>
            <a:endParaRPr/>
          </a:p>
        </p:txBody>
      </p:sp>
      <p:sp>
        <p:nvSpPr>
          <p:cNvPr id="2324" name="Google Shape;2324;p50"/>
          <p:cNvSpPr txBox="1"/>
          <p:nvPr>
            <p:ph idx="1" type="subTitle"/>
          </p:nvPr>
        </p:nvSpPr>
        <p:spPr>
          <a:xfrm>
            <a:off x="2542850" y="3436975"/>
            <a:ext cx="5881500" cy="683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Our repository and listed sources that aided the project along.</a:t>
            </a:r>
            <a:endParaRPr/>
          </a:p>
        </p:txBody>
      </p:sp>
      <p:sp>
        <p:nvSpPr>
          <p:cNvPr id="2325" name="Google Shape;2325;p50"/>
          <p:cNvSpPr txBox="1"/>
          <p:nvPr>
            <p:ph type="title"/>
          </p:nvPr>
        </p:nvSpPr>
        <p:spPr>
          <a:xfrm>
            <a:off x="2542850" y="2483875"/>
            <a:ext cx="5881500" cy="841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Sources</a:t>
            </a:r>
            <a:endParaRPr/>
          </a:p>
        </p:txBody>
      </p:sp>
      <p:grpSp>
        <p:nvGrpSpPr>
          <p:cNvPr id="2326" name="Google Shape;2326;p50"/>
          <p:cNvGrpSpPr/>
          <p:nvPr/>
        </p:nvGrpSpPr>
        <p:grpSpPr>
          <a:xfrm rot="-1593415">
            <a:off x="6306900" y="3559626"/>
            <a:ext cx="4794549" cy="3353795"/>
            <a:chOff x="5767094" y="3647662"/>
            <a:chExt cx="5077163" cy="3551484"/>
          </a:xfrm>
        </p:grpSpPr>
        <p:sp>
          <p:nvSpPr>
            <p:cNvPr id="2327" name="Google Shape;2327;p50"/>
            <p:cNvSpPr/>
            <p:nvPr/>
          </p:nvSpPr>
          <p:spPr>
            <a:xfrm flipH="1" rot="-949102">
              <a:off x="7746095" y="4236914"/>
              <a:ext cx="669140" cy="301521"/>
            </a:xfrm>
            <a:prstGeom prst="ellipse">
              <a:avLst/>
            </a:prstGeom>
            <a:solidFill>
              <a:srgbClr val="C7CAEA">
                <a:alpha val="520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8" name="Google Shape;2328;p50"/>
            <p:cNvSpPr/>
            <p:nvPr/>
          </p:nvSpPr>
          <p:spPr>
            <a:xfrm flipH="1" rot="-949102">
              <a:off x="7646812" y="4194803"/>
              <a:ext cx="669140" cy="301521"/>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9" name="Google Shape;2329;p50"/>
            <p:cNvSpPr/>
            <p:nvPr/>
          </p:nvSpPr>
          <p:spPr>
            <a:xfrm flipH="1" rot="-10413949">
              <a:off x="6011671" y="4037811"/>
              <a:ext cx="4684551" cy="2907998"/>
            </a:xfrm>
            <a:custGeom>
              <a:rect b="b" l="l" r="r" t="t"/>
              <a:pathLst>
                <a:path extrusionOk="0" h="140790" w="244167">
                  <a:moveTo>
                    <a:pt x="134823" y="24269"/>
                  </a:moveTo>
                  <a:cubicBezTo>
                    <a:pt x="122338" y="19609"/>
                    <a:pt x="100115" y="3779"/>
                    <a:pt x="85001" y="971"/>
                  </a:cubicBezTo>
                  <a:cubicBezTo>
                    <a:pt x="69887" y="-1837"/>
                    <a:pt x="56864" y="1927"/>
                    <a:pt x="44140" y="7423"/>
                  </a:cubicBezTo>
                  <a:cubicBezTo>
                    <a:pt x="31416" y="12919"/>
                    <a:pt x="15943" y="24927"/>
                    <a:pt x="8655" y="33947"/>
                  </a:cubicBezTo>
                  <a:cubicBezTo>
                    <a:pt x="1367" y="42968"/>
                    <a:pt x="-843" y="52167"/>
                    <a:pt x="411" y="61546"/>
                  </a:cubicBezTo>
                  <a:cubicBezTo>
                    <a:pt x="1666" y="70925"/>
                    <a:pt x="3936" y="83710"/>
                    <a:pt x="16182" y="90221"/>
                  </a:cubicBezTo>
                  <a:cubicBezTo>
                    <a:pt x="28429" y="96733"/>
                    <a:pt x="57641" y="99002"/>
                    <a:pt x="73890" y="100615"/>
                  </a:cubicBezTo>
                  <a:cubicBezTo>
                    <a:pt x="90139" y="102228"/>
                    <a:pt x="100712" y="94641"/>
                    <a:pt x="113675" y="99898"/>
                  </a:cubicBezTo>
                  <a:cubicBezTo>
                    <a:pt x="126638" y="105155"/>
                    <a:pt x="140498" y="125347"/>
                    <a:pt x="151669" y="132157"/>
                  </a:cubicBezTo>
                  <a:cubicBezTo>
                    <a:pt x="162840" y="138967"/>
                    <a:pt x="169591" y="140880"/>
                    <a:pt x="180702" y="140760"/>
                  </a:cubicBezTo>
                  <a:cubicBezTo>
                    <a:pt x="191814" y="140641"/>
                    <a:pt x="208242" y="137593"/>
                    <a:pt x="218338" y="131440"/>
                  </a:cubicBezTo>
                  <a:cubicBezTo>
                    <a:pt x="228434" y="125287"/>
                    <a:pt x="237275" y="113997"/>
                    <a:pt x="241277" y="103841"/>
                  </a:cubicBezTo>
                  <a:cubicBezTo>
                    <a:pt x="245280" y="93686"/>
                    <a:pt x="244563" y="80961"/>
                    <a:pt x="242353" y="70507"/>
                  </a:cubicBezTo>
                  <a:cubicBezTo>
                    <a:pt x="240143" y="60053"/>
                    <a:pt x="234407" y="48582"/>
                    <a:pt x="228015" y="41115"/>
                  </a:cubicBezTo>
                  <a:cubicBezTo>
                    <a:pt x="221623" y="33648"/>
                    <a:pt x="215350" y="27734"/>
                    <a:pt x="204000" y="25703"/>
                  </a:cubicBezTo>
                  <a:cubicBezTo>
                    <a:pt x="192650" y="23672"/>
                    <a:pt x="171443" y="29168"/>
                    <a:pt x="159913" y="28929"/>
                  </a:cubicBezTo>
                  <a:cubicBezTo>
                    <a:pt x="148384" y="28690"/>
                    <a:pt x="147308" y="28929"/>
                    <a:pt x="134823" y="24269"/>
                  </a:cubicBezTo>
                  <a:close/>
                </a:path>
              </a:pathLst>
            </a:custGeom>
            <a:solidFill>
              <a:srgbClr val="C7CAEA">
                <a:alpha val="52090"/>
              </a:srgbClr>
            </a:solidFill>
            <a:ln>
              <a:noFill/>
            </a:ln>
          </p:spPr>
        </p:sp>
        <p:sp>
          <p:nvSpPr>
            <p:cNvPr id="2330" name="Google Shape;2330;p50"/>
            <p:cNvSpPr/>
            <p:nvPr/>
          </p:nvSpPr>
          <p:spPr>
            <a:xfrm flipH="1" rot="-10413949">
              <a:off x="5915129" y="3901000"/>
              <a:ext cx="4684551" cy="2907998"/>
            </a:xfrm>
            <a:custGeom>
              <a:rect b="b" l="l" r="r" t="t"/>
              <a:pathLst>
                <a:path extrusionOk="0" h="140790" w="244167">
                  <a:moveTo>
                    <a:pt x="134823" y="24269"/>
                  </a:moveTo>
                  <a:cubicBezTo>
                    <a:pt x="122338" y="19609"/>
                    <a:pt x="100115" y="3779"/>
                    <a:pt x="85001" y="971"/>
                  </a:cubicBezTo>
                  <a:cubicBezTo>
                    <a:pt x="69887" y="-1837"/>
                    <a:pt x="56864" y="1927"/>
                    <a:pt x="44140" y="7423"/>
                  </a:cubicBezTo>
                  <a:cubicBezTo>
                    <a:pt x="31416" y="12919"/>
                    <a:pt x="15943" y="24927"/>
                    <a:pt x="8655" y="33947"/>
                  </a:cubicBezTo>
                  <a:cubicBezTo>
                    <a:pt x="1367" y="42968"/>
                    <a:pt x="-843" y="52167"/>
                    <a:pt x="411" y="61546"/>
                  </a:cubicBezTo>
                  <a:cubicBezTo>
                    <a:pt x="1666" y="70925"/>
                    <a:pt x="3936" y="83710"/>
                    <a:pt x="16182" y="90221"/>
                  </a:cubicBezTo>
                  <a:cubicBezTo>
                    <a:pt x="28429" y="96733"/>
                    <a:pt x="57641" y="99002"/>
                    <a:pt x="73890" y="100615"/>
                  </a:cubicBezTo>
                  <a:cubicBezTo>
                    <a:pt x="90139" y="102228"/>
                    <a:pt x="100712" y="94641"/>
                    <a:pt x="113675" y="99898"/>
                  </a:cubicBezTo>
                  <a:cubicBezTo>
                    <a:pt x="126638" y="105155"/>
                    <a:pt x="140498" y="125347"/>
                    <a:pt x="151669" y="132157"/>
                  </a:cubicBezTo>
                  <a:cubicBezTo>
                    <a:pt x="162840" y="138967"/>
                    <a:pt x="169591" y="140880"/>
                    <a:pt x="180702" y="140760"/>
                  </a:cubicBezTo>
                  <a:cubicBezTo>
                    <a:pt x="191814" y="140641"/>
                    <a:pt x="208242" y="137593"/>
                    <a:pt x="218338" y="131440"/>
                  </a:cubicBezTo>
                  <a:cubicBezTo>
                    <a:pt x="228434" y="125287"/>
                    <a:pt x="237275" y="113997"/>
                    <a:pt x="241277" y="103841"/>
                  </a:cubicBezTo>
                  <a:cubicBezTo>
                    <a:pt x="245280" y="93686"/>
                    <a:pt x="244563" y="80961"/>
                    <a:pt x="242353" y="70507"/>
                  </a:cubicBezTo>
                  <a:cubicBezTo>
                    <a:pt x="240143" y="60053"/>
                    <a:pt x="234407" y="48582"/>
                    <a:pt x="228015" y="41115"/>
                  </a:cubicBezTo>
                  <a:cubicBezTo>
                    <a:pt x="221623" y="33648"/>
                    <a:pt x="215350" y="27734"/>
                    <a:pt x="204000" y="25703"/>
                  </a:cubicBezTo>
                  <a:cubicBezTo>
                    <a:pt x="192650" y="23672"/>
                    <a:pt x="171443" y="29168"/>
                    <a:pt x="159913" y="28929"/>
                  </a:cubicBezTo>
                  <a:cubicBezTo>
                    <a:pt x="148384" y="28690"/>
                    <a:pt x="147308" y="28929"/>
                    <a:pt x="134823" y="24269"/>
                  </a:cubicBezTo>
                  <a:close/>
                </a:path>
              </a:pathLst>
            </a:custGeom>
            <a:noFill/>
            <a:ln cap="flat" cmpd="sng" w="9525">
              <a:solidFill>
                <a:schemeClr val="dk2"/>
              </a:solidFill>
              <a:prstDash val="solid"/>
              <a:round/>
              <a:headEnd len="med" w="med" type="none"/>
              <a:tailEnd len="med" w="med" type="none"/>
            </a:ln>
          </p:spPr>
        </p:sp>
      </p:grpSp>
      <p:grpSp>
        <p:nvGrpSpPr>
          <p:cNvPr id="2331" name="Google Shape;2331;p50"/>
          <p:cNvGrpSpPr/>
          <p:nvPr/>
        </p:nvGrpSpPr>
        <p:grpSpPr>
          <a:xfrm>
            <a:off x="-1415153" y="-2067352"/>
            <a:ext cx="4807566" cy="3362900"/>
            <a:chOff x="-1415194" y="-2067413"/>
            <a:chExt cx="5077163" cy="3551484"/>
          </a:xfrm>
        </p:grpSpPr>
        <p:sp>
          <p:nvSpPr>
            <p:cNvPr id="2332" name="Google Shape;2332;p50"/>
            <p:cNvSpPr/>
            <p:nvPr/>
          </p:nvSpPr>
          <p:spPr>
            <a:xfrm flipH="1" rot="386051">
              <a:off x="-1267159" y="-1814075"/>
              <a:ext cx="4684551" cy="2907998"/>
            </a:xfrm>
            <a:custGeom>
              <a:rect b="b" l="l" r="r" t="t"/>
              <a:pathLst>
                <a:path extrusionOk="0" h="140790" w="244167">
                  <a:moveTo>
                    <a:pt x="134823" y="24269"/>
                  </a:moveTo>
                  <a:cubicBezTo>
                    <a:pt x="122338" y="19609"/>
                    <a:pt x="100115" y="3779"/>
                    <a:pt x="85001" y="971"/>
                  </a:cubicBezTo>
                  <a:cubicBezTo>
                    <a:pt x="69887" y="-1837"/>
                    <a:pt x="56864" y="1927"/>
                    <a:pt x="44140" y="7423"/>
                  </a:cubicBezTo>
                  <a:cubicBezTo>
                    <a:pt x="31416" y="12919"/>
                    <a:pt x="15943" y="24927"/>
                    <a:pt x="8655" y="33947"/>
                  </a:cubicBezTo>
                  <a:cubicBezTo>
                    <a:pt x="1367" y="42968"/>
                    <a:pt x="-843" y="52167"/>
                    <a:pt x="411" y="61546"/>
                  </a:cubicBezTo>
                  <a:cubicBezTo>
                    <a:pt x="1666" y="70925"/>
                    <a:pt x="3936" y="83710"/>
                    <a:pt x="16182" y="90221"/>
                  </a:cubicBezTo>
                  <a:cubicBezTo>
                    <a:pt x="28429" y="96733"/>
                    <a:pt x="57641" y="99002"/>
                    <a:pt x="73890" y="100615"/>
                  </a:cubicBezTo>
                  <a:cubicBezTo>
                    <a:pt x="90139" y="102228"/>
                    <a:pt x="100712" y="94641"/>
                    <a:pt x="113675" y="99898"/>
                  </a:cubicBezTo>
                  <a:cubicBezTo>
                    <a:pt x="126638" y="105155"/>
                    <a:pt x="140498" y="125347"/>
                    <a:pt x="151669" y="132157"/>
                  </a:cubicBezTo>
                  <a:cubicBezTo>
                    <a:pt x="162840" y="138967"/>
                    <a:pt x="169591" y="140880"/>
                    <a:pt x="180702" y="140760"/>
                  </a:cubicBezTo>
                  <a:cubicBezTo>
                    <a:pt x="191814" y="140641"/>
                    <a:pt x="208242" y="137593"/>
                    <a:pt x="218338" y="131440"/>
                  </a:cubicBezTo>
                  <a:cubicBezTo>
                    <a:pt x="228434" y="125287"/>
                    <a:pt x="237275" y="113997"/>
                    <a:pt x="241277" y="103841"/>
                  </a:cubicBezTo>
                  <a:cubicBezTo>
                    <a:pt x="245280" y="93686"/>
                    <a:pt x="244563" y="80961"/>
                    <a:pt x="242353" y="70507"/>
                  </a:cubicBezTo>
                  <a:cubicBezTo>
                    <a:pt x="240143" y="60053"/>
                    <a:pt x="234407" y="48582"/>
                    <a:pt x="228015" y="41115"/>
                  </a:cubicBezTo>
                  <a:cubicBezTo>
                    <a:pt x="221623" y="33648"/>
                    <a:pt x="215350" y="27734"/>
                    <a:pt x="204000" y="25703"/>
                  </a:cubicBezTo>
                  <a:cubicBezTo>
                    <a:pt x="192650" y="23672"/>
                    <a:pt x="171443" y="29168"/>
                    <a:pt x="159913" y="28929"/>
                  </a:cubicBezTo>
                  <a:cubicBezTo>
                    <a:pt x="148384" y="28690"/>
                    <a:pt x="147308" y="28929"/>
                    <a:pt x="134823" y="24269"/>
                  </a:cubicBezTo>
                  <a:close/>
                </a:path>
              </a:pathLst>
            </a:custGeom>
            <a:solidFill>
              <a:srgbClr val="C7CAEA">
                <a:alpha val="52090"/>
              </a:srgbClr>
            </a:solidFill>
            <a:ln>
              <a:noFill/>
            </a:ln>
          </p:spPr>
        </p:sp>
        <p:sp>
          <p:nvSpPr>
            <p:cNvPr id="2333" name="Google Shape;2333;p50"/>
            <p:cNvSpPr/>
            <p:nvPr/>
          </p:nvSpPr>
          <p:spPr>
            <a:xfrm flipH="1" rot="386051">
              <a:off x="-1170616" y="-1677264"/>
              <a:ext cx="4684551" cy="2907998"/>
            </a:xfrm>
            <a:custGeom>
              <a:rect b="b" l="l" r="r" t="t"/>
              <a:pathLst>
                <a:path extrusionOk="0" h="140790" w="244167">
                  <a:moveTo>
                    <a:pt x="134823" y="24269"/>
                  </a:moveTo>
                  <a:cubicBezTo>
                    <a:pt x="122338" y="19609"/>
                    <a:pt x="100115" y="3779"/>
                    <a:pt x="85001" y="971"/>
                  </a:cubicBezTo>
                  <a:cubicBezTo>
                    <a:pt x="69887" y="-1837"/>
                    <a:pt x="56864" y="1927"/>
                    <a:pt x="44140" y="7423"/>
                  </a:cubicBezTo>
                  <a:cubicBezTo>
                    <a:pt x="31416" y="12919"/>
                    <a:pt x="15943" y="24927"/>
                    <a:pt x="8655" y="33947"/>
                  </a:cubicBezTo>
                  <a:cubicBezTo>
                    <a:pt x="1367" y="42968"/>
                    <a:pt x="-843" y="52167"/>
                    <a:pt x="411" y="61546"/>
                  </a:cubicBezTo>
                  <a:cubicBezTo>
                    <a:pt x="1666" y="70925"/>
                    <a:pt x="3936" y="83710"/>
                    <a:pt x="16182" y="90221"/>
                  </a:cubicBezTo>
                  <a:cubicBezTo>
                    <a:pt x="28429" y="96733"/>
                    <a:pt x="57641" y="99002"/>
                    <a:pt x="73890" y="100615"/>
                  </a:cubicBezTo>
                  <a:cubicBezTo>
                    <a:pt x="90139" y="102228"/>
                    <a:pt x="100712" y="94641"/>
                    <a:pt x="113675" y="99898"/>
                  </a:cubicBezTo>
                  <a:cubicBezTo>
                    <a:pt x="126638" y="105155"/>
                    <a:pt x="140498" y="125347"/>
                    <a:pt x="151669" y="132157"/>
                  </a:cubicBezTo>
                  <a:cubicBezTo>
                    <a:pt x="162840" y="138967"/>
                    <a:pt x="169591" y="140880"/>
                    <a:pt x="180702" y="140760"/>
                  </a:cubicBezTo>
                  <a:cubicBezTo>
                    <a:pt x="191814" y="140641"/>
                    <a:pt x="208242" y="137593"/>
                    <a:pt x="218338" y="131440"/>
                  </a:cubicBezTo>
                  <a:cubicBezTo>
                    <a:pt x="228434" y="125287"/>
                    <a:pt x="237275" y="113997"/>
                    <a:pt x="241277" y="103841"/>
                  </a:cubicBezTo>
                  <a:cubicBezTo>
                    <a:pt x="245280" y="93686"/>
                    <a:pt x="244563" y="80961"/>
                    <a:pt x="242353" y="70507"/>
                  </a:cubicBezTo>
                  <a:cubicBezTo>
                    <a:pt x="240143" y="60053"/>
                    <a:pt x="234407" y="48582"/>
                    <a:pt x="228015" y="41115"/>
                  </a:cubicBezTo>
                  <a:cubicBezTo>
                    <a:pt x="221623" y="33648"/>
                    <a:pt x="215350" y="27734"/>
                    <a:pt x="204000" y="25703"/>
                  </a:cubicBezTo>
                  <a:cubicBezTo>
                    <a:pt x="192650" y="23672"/>
                    <a:pt x="171443" y="29168"/>
                    <a:pt x="159913" y="28929"/>
                  </a:cubicBezTo>
                  <a:cubicBezTo>
                    <a:pt x="148384" y="28690"/>
                    <a:pt x="147308" y="28929"/>
                    <a:pt x="134823" y="24269"/>
                  </a:cubicBezTo>
                  <a:close/>
                </a:path>
              </a:pathLst>
            </a:custGeom>
            <a:noFill/>
            <a:ln cap="flat" cmpd="sng" w="9525">
              <a:solidFill>
                <a:schemeClr val="dk2"/>
              </a:solidFill>
              <a:prstDash val="solid"/>
              <a:round/>
              <a:headEnd len="med" w="med" type="none"/>
              <a:tailEnd len="med" w="med" type="none"/>
            </a:ln>
          </p:spPr>
        </p:sp>
      </p:grpSp>
      <p:sp>
        <p:nvSpPr>
          <p:cNvPr id="2334" name="Google Shape;2334;p50"/>
          <p:cNvSpPr/>
          <p:nvPr/>
        </p:nvSpPr>
        <p:spPr>
          <a:xfrm rot="2980326">
            <a:off x="3392424" y="4724999"/>
            <a:ext cx="244335" cy="213252"/>
          </a:xfrm>
          <a:custGeom>
            <a:rect b="b" l="l" r="r" t="t"/>
            <a:pathLst>
              <a:path extrusionOk="0" h="3078" w="3527">
                <a:moveTo>
                  <a:pt x="1764" y="380"/>
                </a:moveTo>
                <a:lnTo>
                  <a:pt x="3174" y="2823"/>
                </a:lnTo>
                <a:lnTo>
                  <a:pt x="352" y="2823"/>
                </a:lnTo>
                <a:lnTo>
                  <a:pt x="1764" y="380"/>
                </a:lnTo>
                <a:close/>
                <a:moveTo>
                  <a:pt x="1764" y="1"/>
                </a:moveTo>
                <a:cubicBezTo>
                  <a:pt x="1719" y="1"/>
                  <a:pt x="1677" y="25"/>
                  <a:pt x="1652" y="63"/>
                </a:cubicBezTo>
                <a:lnTo>
                  <a:pt x="22" y="2886"/>
                </a:lnTo>
                <a:cubicBezTo>
                  <a:pt x="1" y="2928"/>
                  <a:pt x="1" y="2976"/>
                  <a:pt x="22" y="3015"/>
                </a:cubicBezTo>
                <a:cubicBezTo>
                  <a:pt x="46" y="3053"/>
                  <a:pt x="88" y="3077"/>
                  <a:pt x="133" y="3077"/>
                </a:cubicBezTo>
                <a:lnTo>
                  <a:pt x="3394" y="3077"/>
                </a:lnTo>
                <a:cubicBezTo>
                  <a:pt x="3440" y="3077"/>
                  <a:pt x="3481" y="3053"/>
                  <a:pt x="3506" y="3015"/>
                </a:cubicBezTo>
                <a:cubicBezTo>
                  <a:pt x="3526" y="2976"/>
                  <a:pt x="3526" y="2928"/>
                  <a:pt x="3506" y="2886"/>
                </a:cubicBezTo>
                <a:lnTo>
                  <a:pt x="1875" y="63"/>
                </a:lnTo>
                <a:cubicBezTo>
                  <a:pt x="1851" y="25"/>
                  <a:pt x="1809" y="1"/>
                  <a:pt x="176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5" name="Google Shape;2335;p50"/>
          <p:cNvSpPr/>
          <p:nvPr/>
        </p:nvSpPr>
        <p:spPr>
          <a:xfrm>
            <a:off x="8674773" y="2540824"/>
            <a:ext cx="363704" cy="317403"/>
          </a:xfrm>
          <a:custGeom>
            <a:rect b="b" l="l" r="r" t="t"/>
            <a:pathLst>
              <a:path extrusionOk="0" h="3078" w="3527">
                <a:moveTo>
                  <a:pt x="1764" y="380"/>
                </a:moveTo>
                <a:lnTo>
                  <a:pt x="3174" y="2823"/>
                </a:lnTo>
                <a:lnTo>
                  <a:pt x="352" y="2823"/>
                </a:lnTo>
                <a:lnTo>
                  <a:pt x="1764" y="380"/>
                </a:lnTo>
                <a:close/>
                <a:moveTo>
                  <a:pt x="1764" y="1"/>
                </a:moveTo>
                <a:cubicBezTo>
                  <a:pt x="1719" y="1"/>
                  <a:pt x="1677" y="25"/>
                  <a:pt x="1652" y="63"/>
                </a:cubicBezTo>
                <a:lnTo>
                  <a:pt x="22" y="2886"/>
                </a:lnTo>
                <a:cubicBezTo>
                  <a:pt x="1" y="2928"/>
                  <a:pt x="1" y="2976"/>
                  <a:pt x="22" y="3015"/>
                </a:cubicBezTo>
                <a:cubicBezTo>
                  <a:pt x="46" y="3053"/>
                  <a:pt x="88" y="3077"/>
                  <a:pt x="133" y="3077"/>
                </a:cubicBezTo>
                <a:lnTo>
                  <a:pt x="3394" y="3077"/>
                </a:lnTo>
                <a:cubicBezTo>
                  <a:pt x="3440" y="3077"/>
                  <a:pt x="3481" y="3053"/>
                  <a:pt x="3506" y="3015"/>
                </a:cubicBezTo>
                <a:cubicBezTo>
                  <a:pt x="3526" y="2976"/>
                  <a:pt x="3526" y="2928"/>
                  <a:pt x="3506" y="2886"/>
                </a:cubicBezTo>
                <a:lnTo>
                  <a:pt x="1875" y="63"/>
                </a:lnTo>
                <a:cubicBezTo>
                  <a:pt x="1851" y="25"/>
                  <a:pt x="1809" y="1"/>
                  <a:pt x="176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6" name="Google Shape;2336;p50"/>
          <p:cNvSpPr/>
          <p:nvPr/>
        </p:nvSpPr>
        <p:spPr>
          <a:xfrm flipH="1" rot="-4825201">
            <a:off x="8492457" y="713009"/>
            <a:ext cx="1488965" cy="671094"/>
          </a:xfrm>
          <a:prstGeom prst="ellipse">
            <a:avLst/>
          </a:prstGeom>
          <a:solidFill>
            <a:srgbClr val="C7CAEA">
              <a:alpha val="520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7" name="Google Shape;2337;p50"/>
          <p:cNvSpPr/>
          <p:nvPr/>
        </p:nvSpPr>
        <p:spPr>
          <a:xfrm flipH="1" rot="-4825201">
            <a:off x="8385104" y="764397"/>
            <a:ext cx="1488965" cy="671094"/>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338" name="Google Shape;2338;p50"/>
          <p:cNvGrpSpPr/>
          <p:nvPr/>
        </p:nvGrpSpPr>
        <p:grpSpPr>
          <a:xfrm rot="4387107">
            <a:off x="8892504" y="2301932"/>
            <a:ext cx="416692" cy="539630"/>
            <a:chOff x="5402225" y="3028900"/>
            <a:chExt cx="135050" cy="174900"/>
          </a:xfrm>
        </p:grpSpPr>
        <p:sp>
          <p:nvSpPr>
            <p:cNvPr id="2339" name="Google Shape;2339;p50"/>
            <p:cNvSpPr/>
            <p:nvPr/>
          </p:nvSpPr>
          <p:spPr>
            <a:xfrm>
              <a:off x="5424000" y="3043600"/>
              <a:ext cx="91400" cy="5775"/>
            </a:xfrm>
            <a:custGeom>
              <a:rect b="b" l="l" r="r" t="t"/>
              <a:pathLst>
                <a:path extrusionOk="0" h="231" w="3656">
                  <a:moveTo>
                    <a:pt x="119" y="0"/>
                  </a:moveTo>
                  <a:cubicBezTo>
                    <a:pt x="52" y="0"/>
                    <a:pt x="0" y="49"/>
                    <a:pt x="0" y="115"/>
                  </a:cubicBezTo>
                  <a:cubicBezTo>
                    <a:pt x="0" y="178"/>
                    <a:pt x="52" y="230"/>
                    <a:pt x="119" y="230"/>
                  </a:cubicBezTo>
                  <a:lnTo>
                    <a:pt x="3540" y="230"/>
                  </a:lnTo>
                  <a:cubicBezTo>
                    <a:pt x="3603" y="230"/>
                    <a:pt x="3656" y="178"/>
                    <a:pt x="3656" y="115"/>
                  </a:cubicBezTo>
                  <a:cubicBezTo>
                    <a:pt x="3656" y="49"/>
                    <a:pt x="3603" y="0"/>
                    <a:pt x="35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0" name="Google Shape;2340;p50"/>
            <p:cNvSpPr/>
            <p:nvPr/>
          </p:nvSpPr>
          <p:spPr>
            <a:xfrm>
              <a:off x="5424000" y="3067900"/>
              <a:ext cx="91400" cy="5775"/>
            </a:xfrm>
            <a:custGeom>
              <a:rect b="b" l="l" r="r" t="t"/>
              <a:pathLst>
                <a:path extrusionOk="0" h="231" w="3656">
                  <a:moveTo>
                    <a:pt x="119" y="0"/>
                  </a:moveTo>
                  <a:cubicBezTo>
                    <a:pt x="52" y="0"/>
                    <a:pt x="0" y="53"/>
                    <a:pt x="0" y="116"/>
                  </a:cubicBezTo>
                  <a:cubicBezTo>
                    <a:pt x="0" y="182"/>
                    <a:pt x="52" y="230"/>
                    <a:pt x="119" y="230"/>
                  </a:cubicBezTo>
                  <a:lnTo>
                    <a:pt x="3540" y="230"/>
                  </a:lnTo>
                  <a:cubicBezTo>
                    <a:pt x="3603" y="230"/>
                    <a:pt x="3656" y="182"/>
                    <a:pt x="3656" y="116"/>
                  </a:cubicBezTo>
                  <a:cubicBezTo>
                    <a:pt x="3656" y="53"/>
                    <a:pt x="3603" y="0"/>
                    <a:pt x="35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1" name="Google Shape;2341;p50"/>
            <p:cNvSpPr/>
            <p:nvPr/>
          </p:nvSpPr>
          <p:spPr>
            <a:xfrm>
              <a:off x="5424000" y="3092200"/>
              <a:ext cx="91400" cy="5875"/>
            </a:xfrm>
            <a:custGeom>
              <a:rect b="b" l="l" r="r" t="t"/>
              <a:pathLst>
                <a:path extrusionOk="0" h="235" w="3656">
                  <a:moveTo>
                    <a:pt x="119" y="1"/>
                  </a:moveTo>
                  <a:cubicBezTo>
                    <a:pt x="52" y="1"/>
                    <a:pt x="0" y="53"/>
                    <a:pt x="0" y="119"/>
                  </a:cubicBezTo>
                  <a:cubicBezTo>
                    <a:pt x="0" y="181"/>
                    <a:pt x="52" y="234"/>
                    <a:pt x="119" y="234"/>
                  </a:cubicBezTo>
                  <a:lnTo>
                    <a:pt x="3540" y="234"/>
                  </a:lnTo>
                  <a:cubicBezTo>
                    <a:pt x="3603" y="234"/>
                    <a:pt x="3656" y="181"/>
                    <a:pt x="3656" y="119"/>
                  </a:cubicBezTo>
                  <a:cubicBezTo>
                    <a:pt x="3656" y="53"/>
                    <a:pt x="3603" y="1"/>
                    <a:pt x="35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2" name="Google Shape;2342;p50"/>
            <p:cNvSpPr/>
            <p:nvPr/>
          </p:nvSpPr>
          <p:spPr>
            <a:xfrm>
              <a:off x="5424000" y="3140900"/>
              <a:ext cx="91400" cy="5850"/>
            </a:xfrm>
            <a:custGeom>
              <a:rect b="b" l="l" r="r" t="t"/>
              <a:pathLst>
                <a:path extrusionOk="0" h="234" w="3656">
                  <a:moveTo>
                    <a:pt x="119" y="0"/>
                  </a:moveTo>
                  <a:cubicBezTo>
                    <a:pt x="52" y="0"/>
                    <a:pt x="0" y="52"/>
                    <a:pt x="0" y="115"/>
                  </a:cubicBezTo>
                  <a:cubicBezTo>
                    <a:pt x="0" y="182"/>
                    <a:pt x="52" y="234"/>
                    <a:pt x="119" y="234"/>
                  </a:cubicBezTo>
                  <a:lnTo>
                    <a:pt x="3540" y="234"/>
                  </a:lnTo>
                  <a:cubicBezTo>
                    <a:pt x="3603" y="234"/>
                    <a:pt x="3656" y="182"/>
                    <a:pt x="3656" y="115"/>
                  </a:cubicBezTo>
                  <a:cubicBezTo>
                    <a:pt x="3656" y="52"/>
                    <a:pt x="3603" y="0"/>
                    <a:pt x="35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3" name="Google Shape;2343;p50"/>
            <p:cNvSpPr/>
            <p:nvPr/>
          </p:nvSpPr>
          <p:spPr>
            <a:xfrm>
              <a:off x="5424000" y="3165300"/>
              <a:ext cx="91400" cy="5775"/>
            </a:xfrm>
            <a:custGeom>
              <a:rect b="b" l="l" r="r" t="t"/>
              <a:pathLst>
                <a:path extrusionOk="0" h="231" w="3656">
                  <a:moveTo>
                    <a:pt x="119" y="0"/>
                  </a:moveTo>
                  <a:cubicBezTo>
                    <a:pt x="52" y="0"/>
                    <a:pt x="0" y="52"/>
                    <a:pt x="0" y="115"/>
                  </a:cubicBezTo>
                  <a:cubicBezTo>
                    <a:pt x="0" y="178"/>
                    <a:pt x="52" y="230"/>
                    <a:pt x="119" y="230"/>
                  </a:cubicBezTo>
                  <a:lnTo>
                    <a:pt x="3540" y="230"/>
                  </a:lnTo>
                  <a:cubicBezTo>
                    <a:pt x="3603" y="230"/>
                    <a:pt x="3656" y="178"/>
                    <a:pt x="3656" y="115"/>
                  </a:cubicBezTo>
                  <a:cubicBezTo>
                    <a:pt x="3656" y="52"/>
                    <a:pt x="3603" y="0"/>
                    <a:pt x="35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4" name="Google Shape;2344;p50"/>
            <p:cNvSpPr/>
            <p:nvPr/>
          </p:nvSpPr>
          <p:spPr>
            <a:xfrm>
              <a:off x="5424000" y="3189575"/>
              <a:ext cx="91400" cy="5775"/>
            </a:xfrm>
            <a:custGeom>
              <a:rect b="b" l="l" r="r" t="t"/>
              <a:pathLst>
                <a:path extrusionOk="0" h="231" w="3656">
                  <a:moveTo>
                    <a:pt x="119" y="1"/>
                  </a:moveTo>
                  <a:cubicBezTo>
                    <a:pt x="52" y="1"/>
                    <a:pt x="0" y="54"/>
                    <a:pt x="0" y="116"/>
                  </a:cubicBezTo>
                  <a:cubicBezTo>
                    <a:pt x="0" y="182"/>
                    <a:pt x="52" y="231"/>
                    <a:pt x="119" y="231"/>
                  </a:cubicBezTo>
                  <a:lnTo>
                    <a:pt x="3540" y="231"/>
                  </a:lnTo>
                  <a:cubicBezTo>
                    <a:pt x="3603" y="231"/>
                    <a:pt x="3656" y="182"/>
                    <a:pt x="3656" y="116"/>
                  </a:cubicBezTo>
                  <a:cubicBezTo>
                    <a:pt x="3656" y="54"/>
                    <a:pt x="3603" y="1"/>
                    <a:pt x="35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5" name="Google Shape;2345;p50"/>
            <p:cNvSpPr/>
            <p:nvPr/>
          </p:nvSpPr>
          <p:spPr>
            <a:xfrm>
              <a:off x="5402225" y="3028900"/>
              <a:ext cx="42175" cy="80300"/>
            </a:xfrm>
            <a:custGeom>
              <a:rect b="b" l="l" r="r" t="t"/>
              <a:pathLst>
                <a:path extrusionOk="0" h="3212" w="1687">
                  <a:moveTo>
                    <a:pt x="508" y="0"/>
                  </a:moveTo>
                  <a:cubicBezTo>
                    <a:pt x="385" y="0"/>
                    <a:pt x="277" y="89"/>
                    <a:pt x="258" y="212"/>
                  </a:cubicBezTo>
                  <a:cubicBezTo>
                    <a:pt x="248" y="281"/>
                    <a:pt x="0" y="1919"/>
                    <a:pt x="857" y="2922"/>
                  </a:cubicBezTo>
                  <a:cubicBezTo>
                    <a:pt x="948" y="3031"/>
                    <a:pt x="1053" y="3128"/>
                    <a:pt x="1161" y="3212"/>
                  </a:cubicBezTo>
                  <a:cubicBezTo>
                    <a:pt x="1293" y="3128"/>
                    <a:pt x="1471" y="3034"/>
                    <a:pt x="1687" y="2954"/>
                  </a:cubicBezTo>
                  <a:cubicBezTo>
                    <a:pt x="1513" y="2864"/>
                    <a:pt x="1366" y="2745"/>
                    <a:pt x="1241" y="2599"/>
                  </a:cubicBezTo>
                  <a:cubicBezTo>
                    <a:pt x="805" y="2090"/>
                    <a:pt x="722" y="1338"/>
                    <a:pt x="722" y="832"/>
                  </a:cubicBezTo>
                  <a:cubicBezTo>
                    <a:pt x="722" y="518"/>
                    <a:pt x="753" y="296"/>
                    <a:pt x="753" y="292"/>
                  </a:cubicBezTo>
                  <a:cubicBezTo>
                    <a:pt x="777" y="156"/>
                    <a:pt x="683" y="27"/>
                    <a:pt x="547" y="3"/>
                  </a:cubicBezTo>
                  <a:cubicBezTo>
                    <a:pt x="534" y="1"/>
                    <a:pt x="521" y="0"/>
                    <a:pt x="50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6" name="Google Shape;2346;p50"/>
            <p:cNvSpPr/>
            <p:nvPr/>
          </p:nvSpPr>
          <p:spPr>
            <a:xfrm>
              <a:off x="5494550" y="3121025"/>
              <a:ext cx="42100" cy="82775"/>
            </a:xfrm>
            <a:custGeom>
              <a:rect b="b" l="l" r="r" t="t"/>
              <a:pathLst>
                <a:path extrusionOk="0" h="3311" w="1684">
                  <a:moveTo>
                    <a:pt x="541" y="1"/>
                  </a:moveTo>
                  <a:cubicBezTo>
                    <a:pt x="363" y="102"/>
                    <a:pt x="178" y="175"/>
                    <a:pt x="1" y="231"/>
                  </a:cubicBezTo>
                  <a:cubicBezTo>
                    <a:pt x="147" y="314"/>
                    <a:pt x="276" y="422"/>
                    <a:pt x="387" y="551"/>
                  </a:cubicBezTo>
                  <a:cubicBezTo>
                    <a:pt x="1157" y="1423"/>
                    <a:pt x="966" y="3015"/>
                    <a:pt x="966" y="3029"/>
                  </a:cubicBezTo>
                  <a:cubicBezTo>
                    <a:pt x="948" y="3168"/>
                    <a:pt x="1046" y="3293"/>
                    <a:pt x="1182" y="3311"/>
                  </a:cubicBezTo>
                  <a:lnTo>
                    <a:pt x="1213" y="3311"/>
                  </a:lnTo>
                  <a:cubicBezTo>
                    <a:pt x="1339" y="3311"/>
                    <a:pt x="1447" y="3220"/>
                    <a:pt x="1464" y="3092"/>
                  </a:cubicBezTo>
                  <a:cubicBezTo>
                    <a:pt x="1471" y="3018"/>
                    <a:pt x="1683" y="1262"/>
                    <a:pt x="768" y="220"/>
                  </a:cubicBezTo>
                  <a:cubicBezTo>
                    <a:pt x="694" y="141"/>
                    <a:pt x="621" y="67"/>
                    <a:pt x="5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7" name="Google Shape;2347;p50"/>
            <p:cNvSpPr/>
            <p:nvPr/>
          </p:nvSpPr>
          <p:spPr>
            <a:xfrm>
              <a:off x="5402825" y="3028900"/>
              <a:ext cx="134450" cy="174900"/>
            </a:xfrm>
            <a:custGeom>
              <a:rect b="b" l="l" r="r" t="t"/>
              <a:pathLst>
                <a:path extrusionOk="0" h="6996" w="5378">
                  <a:moveTo>
                    <a:pt x="4868" y="0"/>
                  </a:moveTo>
                  <a:cubicBezTo>
                    <a:pt x="4855" y="0"/>
                    <a:pt x="4842" y="1"/>
                    <a:pt x="4830" y="3"/>
                  </a:cubicBezTo>
                  <a:cubicBezTo>
                    <a:pt x="4694" y="27"/>
                    <a:pt x="4600" y="156"/>
                    <a:pt x="4621" y="292"/>
                  </a:cubicBezTo>
                  <a:cubicBezTo>
                    <a:pt x="4625" y="306"/>
                    <a:pt x="4847" y="1766"/>
                    <a:pt x="4136" y="2595"/>
                  </a:cubicBezTo>
                  <a:cubicBezTo>
                    <a:pt x="3816" y="2975"/>
                    <a:pt x="3335" y="3167"/>
                    <a:pt x="2708" y="3167"/>
                  </a:cubicBezTo>
                  <a:cubicBezTo>
                    <a:pt x="1952" y="3167"/>
                    <a:pt x="1349" y="3414"/>
                    <a:pt x="917" y="3905"/>
                  </a:cubicBezTo>
                  <a:cubicBezTo>
                    <a:pt x="0" y="4947"/>
                    <a:pt x="209" y="6703"/>
                    <a:pt x="220" y="6777"/>
                  </a:cubicBezTo>
                  <a:cubicBezTo>
                    <a:pt x="238" y="6905"/>
                    <a:pt x="346" y="6996"/>
                    <a:pt x="468" y="6996"/>
                  </a:cubicBezTo>
                  <a:lnTo>
                    <a:pt x="502" y="6996"/>
                  </a:lnTo>
                  <a:cubicBezTo>
                    <a:pt x="638" y="6978"/>
                    <a:pt x="736" y="6853"/>
                    <a:pt x="719" y="6714"/>
                  </a:cubicBezTo>
                  <a:cubicBezTo>
                    <a:pt x="715" y="6700"/>
                    <a:pt x="527" y="5108"/>
                    <a:pt x="1293" y="4236"/>
                  </a:cubicBezTo>
                  <a:cubicBezTo>
                    <a:pt x="1628" y="3860"/>
                    <a:pt x="2102" y="3668"/>
                    <a:pt x="2708" y="3668"/>
                  </a:cubicBezTo>
                  <a:cubicBezTo>
                    <a:pt x="3488" y="3668"/>
                    <a:pt x="4095" y="3417"/>
                    <a:pt x="4520" y="2922"/>
                  </a:cubicBezTo>
                  <a:cubicBezTo>
                    <a:pt x="5377" y="1919"/>
                    <a:pt x="5130" y="281"/>
                    <a:pt x="5119" y="212"/>
                  </a:cubicBezTo>
                  <a:cubicBezTo>
                    <a:pt x="5097" y="89"/>
                    <a:pt x="4989" y="0"/>
                    <a:pt x="486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348" name="Google Shape;2348;p50"/>
          <p:cNvSpPr/>
          <p:nvPr/>
        </p:nvSpPr>
        <p:spPr>
          <a:xfrm rot="-1070388">
            <a:off x="480489" y="1687322"/>
            <a:ext cx="469230" cy="409495"/>
          </a:xfrm>
          <a:custGeom>
            <a:rect b="b" l="l" r="r" t="t"/>
            <a:pathLst>
              <a:path extrusionOk="0" h="3078" w="3527">
                <a:moveTo>
                  <a:pt x="1764" y="380"/>
                </a:moveTo>
                <a:lnTo>
                  <a:pt x="3174" y="2823"/>
                </a:lnTo>
                <a:lnTo>
                  <a:pt x="352" y="2823"/>
                </a:lnTo>
                <a:lnTo>
                  <a:pt x="1764" y="380"/>
                </a:lnTo>
                <a:close/>
                <a:moveTo>
                  <a:pt x="1764" y="1"/>
                </a:moveTo>
                <a:cubicBezTo>
                  <a:pt x="1719" y="1"/>
                  <a:pt x="1677" y="25"/>
                  <a:pt x="1652" y="63"/>
                </a:cubicBezTo>
                <a:lnTo>
                  <a:pt x="22" y="2886"/>
                </a:lnTo>
                <a:cubicBezTo>
                  <a:pt x="1" y="2928"/>
                  <a:pt x="1" y="2976"/>
                  <a:pt x="22" y="3015"/>
                </a:cubicBezTo>
                <a:cubicBezTo>
                  <a:pt x="46" y="3053"/>
                  <a:pt x="88" y="3077"/>
                  <a:pt x="133" y="3077"/>
                </a:cubicBezTo>
                <a:lnTo>
                  <a:pt x="3394" y="3077"/>
                </a:lnTo>
                <a:cubicBezTo>
                  <a:pt x="3440" y="3077"/>
                  <a:pt x="3481" y="3053"/>
                  <a:pt x="3506" y="3015"/>
                </a:cubicBezTo>
                <a:cubicBezTo>
                  <a:pt x="3526" y="2976"/>
                  <a:pt x="3526" y="2928"/>
                  <a:pt x="3506" y="2886"/>
                </a:cubicBezTo>
                <a:lnTo>
                  <a:pt x="1875" y="63"/>
                </a:lnTo>
                <a:cubicBezTo>
                  <a:pt x="1851" y="25"/>
                  <a:pt x="1809" y="1"/>
                  <a:pt x="176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349" name="Google Shape;2349;p50" title="Research paper-pana.png"/>
          <p:cNvPicPr preferRelativeResize="0"/>
          <p:nvPr/>
        </p:nvPicPr>
        <p:blipFill>
          <a:blip r:embed="rId3">
            <a:alphaModFix/>
          </a:blip>
          <a:stretch>
            <a:fillRect/>
          </a:stretch>
        </p:blipFill>
        <p:spPr>
          <a:xfrm>
            <a:off x="185541" y="2386620"/>
            <a:ext cx="2972025" cy="29720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3" name="Shape 2353"/>
        <p:cNvGrpSpPr/>
        <p:nvPr/>
      </p:nvGrpSpPr>
      <p:grpSpPr>
        <a:xfrm>
          <a:off x="0" y="0"/>
          <a:ext cx="0" cy="0"/>
          <a:chOff x="0" y="0"/>
          <a:chExt cx="0" cy="0"/>
        </a:xfrm>
      </p:grpSpPr>
      <p:sp>
        <p:nvSpPr>
          <p:cNvPr id="2354" name="Google Shape;2354;p51"/>
          <p:cNvSpPr txBox="1"/>
          <p:nvPr>
            <p:ph type="title"/>
          </p:nvPr>
        </p:nvSpPr>
        <p:spPr>
          <a:xfrm>
            <a:off x="720000" y="535000"/>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Sources</a:t>
            </a:r>
            <a:endParaRPr/>
          </a:p>
        </p:txBody>
      </p:sp>
      <p:sp>
        <p:nvSpPr>
          <p:cNvPr id="2355" name="Google Shape;2355;p51"/>
          <p:cNvSpPr txBox="1"/>
          <p:nvPr>
            <p:ph idx="3" type="subTitle"/>
          </p:nvPr>
        </p:nvSpPr>
        <p:spPr>
          <a:xfrm>
            <a:off x="1443175" y="1531721"/>
            <a:ext cx="2907600" cy="20766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Clr>
                <a:schemeClr val="dk1"/>
              </a:buClr>
              <a:buSzPts val="1400"/>
              <a:buFont typeface="Karla"/>
              <a:buChar char="●"/>
            </a:pPr>
            <a:r>
              <a:rPr lang="en" u="sng">
                <a:hlinkClick r:id="rId3"/>
              </a:rPr>
              <a:t>Github Repository</a:t>
            </a:r>
            <a:endParaRPr/>
          </a:p>
          <a:p>
            <a:pPr indent="-317500" lvl="0" marL="457200" rtl="0" algn="l">
              <a:spcBef>
                <a:spcPts val="0"/>
              </a:spcBef>
              <a:spcAft>
                <a:spcPts val="0"/>
              </a:spcAft>
              <a:buClr>
                <a:schemeClr val="dk1"/>
              </a:buClr>
              <a:buSzPts val="1400"/>
              <a:buFont typeface="Karla"/>
              <a:buChar char="●"/>
            </a:pPr>
            <a:r>
              <a:rPr lang="en" u="sng">
                <a:hlinkClick r:id="rId4"/>
              </a:rPr>
              <a:t>Streamlit</a:t>
            </a:r>
            <a:endParaRPr/>
          </a:p>
          <a:p>
            <a:pPr indent="-317500" lvl="0" marL="457200" rtl="0" algn="l">
              <a:lnSpc>
                <a:spcPct val="115000"/>
              </a:lnSpc>
              <a:spcBef>
                <a:spcPts val="0"/>
              </a:spcBef>
              <a:spcAft>
                <a:spcPts val="0"/>
              </a:spcAft>
              <a:buClr>
                <a:schemeClr val="dk1"/>
              </a:buClr>
              <a:buSzPts val="1400"/>
              <a:buFont typeface="Karla"/>
              <a:buChar char="●"/>
            </a:pPr>
            <a:r>
              <a:rPr lang="en" u="sng">
                <a:hlinkClick r:id="rId5"/>
              </a:rPr>
              <a:t>Exploiting Machine Learning Bias to predict medical denials</a:t>
            </a:r>
            <a:endParaRPr/>
          </a:p>
          <a:p>
            <a:pPr indent="-317500" lvl="0" marL="457200" rtl="0" algn="l">
              <a:lnSpc>
                <a:spcPct val="115000"/>
              </a:lnSpc>
              <a:spcBef>
                <a:spcPts val="0"/>
              </a:spcBef>
              <a:spcAft>
                <a:spcPts val="0"/>
              </a:spcAft>
              <a:buClr>
                <a:schemeClr val="dk1"/>
              </a:buClr>
              <a:buSzPts val="1400"/>
              <a:buFont typeface="Karla"/>
              <a:buChar char="●"/>
            </a:pPr>
            <a:r>
              <a:rPr lang="en" u="sng">
                <a:hlinkClick r:id="rId6"/>
              </a:rPr>
              <a:t>Medical Underwriting</a:t>
            </a:r>
            <a:endParaRPr/>
          </a:p>
          <a:p>
            <a:pPr indent="-317500" lvl="0" marL="457200" rtl="0" algn="l">
              <a:lnSpc>
                <a:spcPct val="115000"/>
              </a:lnSpc>
              <a:spcBef>
                <a:spcPts val="0"/>
              </a:spcBef>
              <a:spcAft>
                <a:spcPts val="0"/>
              </a:spcAft>
              <a:buClr>
                <a:schemeClr val="dk1"/>
              </a:buClr>
              <a:buSzPts val="1400"/>
              <a:buFont typeface="Karla"/>
              <a:buChar char="●"/>
            </a:pPr>
            <a:r>
              <a:rPr lang="en" u="sng">
                <a:hlinkClick r:id="rId7"/>
              </a:rPr>
              <a:t>Random Forest</a:t>
            </a:r>
            <a:endParaRPr sz="1700"/>
          </a:p>
          <a:p>
            <a:pPr indent="-336550" lvl="0" marL="457200" rtl="0" algn="l">
              <a:lnSpc>
                <a:spcPct val="115000"/>
              </a:lnSpc>
              <a:spcBef>
                <a:spcPts val="0"/>
              </a:spcBef>
              <a:spcAft>
                <a:spcPts val="0"/>
              </a:spcAft>
              <a:buSzPts val="1700"/>
              <a:buChar char="●"/>
            </a:pPr>
            <a:r>
              <a:rPr lang="en" sz="1700" u="sng">
                <a:solidFill>
                  <a:schemeClr val="hlink"/>
                </a:solidFill>
                <a:hlinkClick r:id="rId8"/>
              </a:rPr>
              <a:t>Dataset</a:t>
            </a:r>
            <a:endParaRPr sz="1700" u="sng"/>
          </a:p>
        </p:txBody>
      </p:sp>
      <p:sp>
        <p:nvSpPr>
          <p:cNvPr id="2356" name="Google Shape;2356;p51"/>
          <p:cNvSpPr txBox="1"/>
          <p:nvPr>
            <p:ph idx="4" type="subTitle"/>
          </p:nvPr>
        </p:nvSpPr>
        <p:spPr>
          <a:xfrm>
            <a:off x="4793250" y="1531726"/>
            <a:ext cx="2907600" cy="2254800"/>
          </a:xfrm>
          <a:prstGeom prst="rect">
            <a:avLst/>
          </a:prstGeom>
        </p:spPr>
        <p:txBody>
          <a:bodyPr anchorCtr="0" anchor="t" bIns="91425" lIns="91425" spcFirstLastPara="1" rIns="91425" wrap="square" tIns="91425">
            <a:noAutofit/>
          </a:bodyPr>
          <a:lstStyle/>
          <a:p>
            <a:pPr indent="-317500" lvl="0" marL="457200" rtl="0" algn="l">
              <a:lnSpc>
                <a:spcPct val="115000"/>
              </a:lnSpc>
              <a:spcBef>
                <a:spcPts val="0"/>
              </a:spcBef>
              <a:spcAft>
                <a:spcPts val="0"/>
              </a:spcAft>
              <a:buClr>
                <a:schemeClr val="dk1"/>
              </a:buClr>
              <a:buSzPts val="1400"/>
              <a:buFont typeface="Karla"/>
              <a:buChar char="●"/>
            </a:pPr>
            <a:r>
              <a:rPr lang="en" u="sng">
                <a:hlinkClick r:id="rId9"/>
              </a:rPr>
              <a:t>Forbes Fraud Statistics</a:t>
            </a:r>
            <a:endParaRPr/>
          </a:p>
          <a:p>
            <a:pPr indent="-317500" lvl="0" marL="457200" rtl="0" algn="l">
              <a:lnSpc>
                <a:spcPct val="115000"/>
              </a:lnSpc>
              <a:spcBef>
                <a:spcPts val="0"/>
              </a:spcBef>
              <a:spcAft>
                <a:spcPts val="0"/>
              </a:spcAft>
              <a:buClr>
                <a:schemeClr val="dk1"/>
              </a:buClr>
              <a:buSzPts val="1400"/>
              <a:buFont typeface="Karla"/>
              <a:buChar char="●"/>
            </a:pPr>
            <a:r>
              <a:rPr lang="en" u="sng">
                <a:hlinkClick r:id="rId10"/>
              </a:rPr>
              <a:t>Healthcare Expenditures</a:t>
            </a:r>
            <a:endParaRPr/>
          </a:p>
          <a:p>
            <a:pPr indent="-317500" lvl="0" marL="457200" rtl="0" algn="l">
              <a:lnSpc>
                <a:spcPct val="115000"/>
              </a:lnSpc>
              <a:spcBef>
                <a:spcPts val="0"/>
              </a:spcBef>
              <a:spcAft>
                <a:spcPts val="0"/>
              </a:spcAft>
              <a:buClr>
                <a:schemeClr val="dk1"/>
              </a:buClr>
              <a:buSzPts val="1400"/>
              <a:buFont typeface="Karla"/>
              <a:buChar char="●"/>
            </a:pPr>
            <a:r>
              <a:rPr lang="en" u="sng">
                <a:hlinkClick r:id="rId11"/>
              </a:rPr>
              <a:t>Linear Regression</a:t>
            </a:r>
            <a:endParaRPr/>
          </a:p>
          <a:p>
            <a:pPr indent="-317500" lvl="0" marL="457200" rtl="0" algn="l">
              <a:lnSpc>
                <a:spcPct val="115000"/>
              </a:lnSpc>
              <a:spcBef>
                <a:spcPts val="0"/>
              </a:spcBef>
              <a:spcAft>
                <a:spcPts val="0"/>
              </a:spcAft>
              <a:buClr>
                <a:schemeClr val="dk1"/>
              </a:buClr>
              <a:buSzPts val="1400"/>
              <a:buFont typeface="Karla"/>
              <a:buChar char="●"/>
            </a:pPr>
            <a:r>
              <a:rPr lang="en" u="sng">
                <a:hlinkClick r:id="rId12"/>
              </a:rPr>
              <a:t>Insurance Risk Class</a:t>
            </a:r>
            <a:endParaRPr/>
          </a:p>
          <a:p>
            <a:pPr indent="-317500" lvl="0" marL="457200" rtl="0" algn="l">
              <a:lnSpc>
                <a:spcPct val="115000"/>
              </a:lnSpc>
              <a:spcBef>
                <a:spcPts val="0"/>
              </a:spcBef>
              <a:spcAft>
                <a:spcPts val="0"/>
              </a:spcAft>
              <a:buClr>
                <a:schemeClr val="dk1"/>
              </a:buClr>
              <a:buSzPts val="1400"/>
              <a:buFont typeface="Karla"/>
              <a:buChar char="●"/>
            </a:pPr>
            <a:r>
              <a:rPr lang="en" u="sng">
                <a:hlinkClick r:id="rId13"/>
              </a:rPr>
              <a:t>AI in Healthcare Bias &amp; Mitigations </a:t>
            </a:r>
            <a:endParaRPr/>
          </a:p>
          <a:p>
            <a:pPr indent="-317500" lvl="0" marL="457200" rtl="0" algn="l">
              <a:lnSpc>
                <a:spcPct val="115000"/>
              </a:lnSpc>
              <a:spcBef>
                <a:spcPts val="0"/>
              </a:spcBef>
              <a:spcAft>
                <a:spcPts val="0"/>
              </a:spcAft>
              <a:buClr>
                <a:schemeClr val="dk1"/>
              </a:buClr>
              <a:buSzPts val="1400"/>
              <a:buFont typeface="Karla"/>
              <a:buChar char="●"/>
            </a:pPr>
            <a:r>
              <a:rPr lang="en" u="sng">
                <a:hlinkClick r:id="rId14"/>
              </a:rPr>
              <a:t>Isolation Forest</a:t>
            </a:r>
            <a:endParaRPr sz="2000"/>
          </a:p>
        </p:txBody>
      </p:sp>
      <p:grpSp>
        <p:nvGrpSpPr>
          <p:cNvPr id="2357" name="Google Shape;2357;p51"/>
          <p:cNvGrpSpPr/>
          <p:nvPr/>
        </p:nvGrpSpPr>
        <p:grpSpPr>
          <a:xfrm flipH="1" rot="-1999179">
            <a:off x="8619849" y="1648597"/>
            <a:ext cx="434060" cy="457810"/>
            <a:chOff x="1369189" y="306367"/>
            <a:chExt cx="340667" cy="359315"/>
          </a:xfrm>
        </p:grpSpPr>
        <p:sp>
          <p:nvSpPr>
            <p:cNvPr id="2358" name="Google Shape;2358;p51"/>
            <p:cNvSpPr/>
            <p:nvPr/>
          </p:nvSpPr>
          <p:spPr>
            <a:xfrm>
              <a:off x="1369189" y="306367"/>
              <a:ext cx="340667" cy="359315"/>
            </a:xfrm>
            <a:custGeom>
              <a:rect b="b" l="l" r="r" t="t"/>
              <a:pathLst>
                <a:path extrusionOk="0" h="8767" w="8312">
                  <a:moveTo>
                    <a:pt x="4155" y="0"/>
                  </a:moveTo>
                  <a:lnTo>
                    <a:pt x="4134" y="10"/>
                  </a:lnTo>
                  <a:lnTo>
                    <a:pt x="1" y="1728"/>
                  </a:lnTo>
                  <a:cubicBezTo>
                    <a:pt x="1" y="6345"/>
                    <a:pt x="3688" y="8512"/>
                    <a:pt x="4134" y="8756"/>
                  </a:cubicBezTo>
                  <a:cubicBezTo>
                    <a:pt x="4140" y="8760"/>
                    <a:pt x="4148" y="8767"/>
                    <a:pt x="4155" y="8767"/>
                  </a:cubicBezTo>
                  <a:cubicBezTo>
                    <a:pt x="4161" y="8767"/>
                    <a:pt x="4169" y="8760"/>
                    <a:pt x="4176" y="8756"/>
                  </a:cubicBezTo>
                  <a:cubicBezTo>
                    <a:pt x="4621" y="8512"/>
                    <a:pt x="8312" y="6345"/>
                    <a:pt x="8312" y="1728"/>
                  </a:cubicBezTo>
                  <a:lnTo>
                    <a:pt x="4176" y="10"/>
                  </a:lnTo>
                  <a:lnTo>
                    <a:pt x="415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9" name="Google Shape;2359;p51"/>
            <p:cNvSpPr/>
            <p:nvPr/>
          </p:nvSpPr>
          <p:spPr>
            <a:xfrm>
              <a:off x="1394354" y="331614"/>
              <a:ext cx="290379" cy="306773"/>
            </a:xfrm>
            <a:custGeom>
              <a:rect b="b" l="l" r="r" t="t"/>
              <a:pathLst>
                <a:path extrusionOk="0" h="7485" w="7085">
                  <a:moveTo>
                    <a:pt x="3541" y="0"/>
                  </a:moveTo>
                  <a:lnTo>
                    <a:pt x="1" y="1475"/>
                  </a:lnTo>
                  <a:cubicBezTo>
                    <a:pt x="161" y="5000"/>
                    <a:pt x="2642" y="6906"/>
                    <a:pt x="3541" y="7485"/>
                  </a:cubicBezTo>
                  <a:cubicBezTo>
                    <a:pt x="4440" y="6906"/>
                    <a:pt x="6924" y="5000"/>
                    <a:pt x="7085" y="1475"/>
                  </a:cubicBezTo>
                  <a:lnTo>
                    <a:pt x="3541"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0" name="Google Shape;2360;p51"/>
            <p:cNvSpPr/>
            <p:nvPr/>
          </p:nvSpPr>
          <p:spPr>
            <a:xfrm>
              <a:off x="1459356" y="398174"/>
              <a:ext cx="158571" cy="147300"/>
            </a:xfrm>
            <a:custGeom>
              <a:rect b="b" l="l" r="r" t="t"/>
              <a:pathLst>
                <a:path extrusionOk="0" h="3594" w="3869">
                  <a:moveTo>
                    <a:pt x="1342" y="0"/>
                  </a:moveTo>
                  <a:lnTo>
                    <a:pt x="1342" y="1247"/>
                  </a:lnTo>
                  <a:lnTo>
                    <a:pt x="0" y="1247"/>
                  </a:lnTo>
                  <a:lnTo>
                    <a:pt x="0" y="2345"/>
                  </a:lnTo>
                  <a:lnTo>
                    <a:pt x="1342" y="2345"/>
                  </a:lnTo>
                  <a:lnTo>
                    <a:pt x="1342" y="3593"/>
                  </a:lnTo>
                  <a:lnTo>
                    <a:pt x="2522" y="3593"/>
                  </a:lnTo>
                  <a:lnTo>
                    <a:pt x="2522" y="2345"/>
                  </a:lnTo>
                  <a:lnTo>
                    <a:pt x="3868" y="2345"/>
                  </a:lnTo>
                  <a:lnTo>
                    <a:pt x="3868" y="1247"/>
                  </a:lnTo>
                  <a:lnTo>
                    <a:pt x="2522" y="1247"/>
                  </a:lnTo>
                  <a:lnTo>
                    <a:pt x="252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61" name="Google Shape;2361;p51"/>
          <p:cNvGrpSpPr/>
          <p:nvPr/>
        </p:nvGrpSpPr>
        <p:grpSpPr>
          <a:xfrm flipH="1" rot="737414">
            <a:off x="104994" y="2134979"/>
            <a:ext cx="476862" cy="406801"/>
            <a:chOff x="682975" y="237527"/>
            <a:chExt cx="348700" cy="297469"/>
          </a:xfrm>
        </p:grpSpPr>
        <p:sp>
          <p:nvSpPr>
            <p:cNvPr id="2362" name="Google Shape;2362;p51"/>
            <p:cNvSpPr/>
            <p:nvPr/>
          </p:nvSpPr>
          <p:spPr>
            <a:xfrm>
              <a:off x="682975" y="237527"/>
              <a:ext cx="348700" cy="297469"/>
            </a:xfrm>
            <a:custGeom>
              <a:rect b="b" l="l" r="r" t="t"/>
              <a:pathLst>
                <a:path extrusionOk="0" h="7258" w="8508">
                  <a:moveTo>
                    <a:pt x="2187" y="0"/>
                  </a:moveTo>
                  <a:cubicBezTo>
                    <a:pt x="1033" y="0"/>
                    <a:pt x="0" y="1009"/>
                    <a:pt x="108" y="2418"/>
                  </a:cubicBezTo>
                  <a:cubicBezTo>
                    <a:pt x="250" y="4265"/>
                    <a:pt x="2850" y="6390"/>
                    <a:pt x="3863" y="7129"/>
                  </a:cubicBezTo>
                  <a:cubicBezTo>
                    <a:pt x="3980" y="7215"/>
                    <a:pt x="4117" y="7257"/>
                    <a:pt x="4254" y="7257"/>
                  </a:cubicBezTo>
                  <a:cubicBezTo>
                    <a:pt x="4390" y="7257"/>
                    <a:pt x="4527" y="7215"/>
                    <a:pt x="4644" y="7129"/>
                  </a:cubicBezTo>
                  <a:cubicBezTo>
                    <a:pt x="5658" y="6390"/>
                    <a:pt x="8257" y="4265"/>
                    <a:pt x="8400" y="2418"/>
                  </a:cubicBezTo>
                  <a:cubicBezTo>
                    <a:pt x="8507" y="1009"/>
                    <a:pt x="7475" y="0"/>
                    <a:pt x="6320" y="0"/>
                  </a:cubicBezTo>
                  <a:cubicBezTo>
                    <a:pt x="5596" y="0"/>
                    <a:pt x="4823" y="397"/>
                    <a:pt x="4254" y="1341"/>
                  </a:cubicBezTo>
                  <a:cubicBezTo>
                    <a:pt x="3684" y="397"/>
                    <a:pt x="2912" y="0"/>
                    <a:pt x="218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3" name="Google Shape;2363;p51"/>
            <p:cNvSpPr/>
            <p:nvPr/>
          </p:nvSpPr>
          <p:spPr>
            <a:xfrm>
              <a:off x="712771" y="325767"/>
              <a:ext cx="289108" cy="126726"/>
            </a:xfrm>
            <a:custGeom>
              <a:rect b="b" l="l" r="r" t="t"/>
              <a:pathLst>
                <a:path extrusionOk="0" h="3092" w="7054">
                  <a:moveTo>
                    <a:pt x="5896" y="0"/>
                  </a:moveTo>
                  <a:cubicBezTo>
                    <a:pt x="5865" y="0"/>
                    <a:pt x="5837" y="21"/>
                    <a:pt x="5823" y="52"/>
                  </a:cubicBezTo>
                  <a:lnTo>
                    <a:pt x="5614" y="583"/>
                  </a:lnTo>
                  <a:lnTo>
                    <a:pt x="5265" y="583"/>
                  </a:lnTo>
                  <a:lnTo>
                    <a:pt x="5067" y="77"/>
                  </a:lnTo>
                  <a:cubicBezTo>
                    <a:pt x="5053" y="49"/>
                    <a:pt x="5025" y="28"/>
                    <a:pt x="4994" y="28"/>
                  </a:cubicBezTo>
                  <a:cubicBezTo>
                    <a:pt x="4958" y="28"/>
                    <a:pt x="4931" y="49"/>
                    <a:pt x="4917" y="77"/>
                  </a:cubicBezTo>
                  <a:lnTo>
                    <a:pt x="4377" y="1450"/>
                  </a:lnTo>
                  <a:lnTo>
                    <a:pt x="4101" y="750"/>
                  </a:lnTo>
                  <a:cubicBezTo>
                    <a:pt x="4088" y="721"/>
                    <a:pt x="4060" y="700"/>
                    <a:pt x="4025" y="700"/>
                  </a:cubicBezTo>
                  <a:cubicBezTo>
                    <a:pt x="3993" y="700"/>
                    <a:pt x="3966" y="721"/>
                    <a:pt x="3955" y="750"/>
                  </a:cubicBezTo>
                  <a:lnTo>
                    <a:pt x="3147" y="2799"/>
                  </a:lnTo>
                  <a:lnTo>
                    <a:pt x="2332" y="736"/>
                  </a:lnTo>
                  <a:cubicBezTo>
                    <a:pt x="2321" y="704"/>
                    <a:pt x="2290" y="683"/>
                    <a:pt x="2258" y="683"/>
                  </a:cubicBezTo>
                  <a:lnTo>
                    <a:pt x="1927" y="683"/>
                  </a:lnTo>
                  <a:lnTo>
                    <a:pt x="1705" y="115"/>
                  </a:lnTo>
                  <a:cubicBezTo>
                    <a:pt x="1690" y="84"/>
                    <a:pt x="1663" y="63"/>
                    <a:pt x="1631" y="63"/>
                  </a:cubicBezTo>
                  <a:cubicBezTo>
                    <a:pt x="1597" y="63"/>
                    <a:pt x="1568" y="84"/>
                    <a:pt x="1558" y="115"/>
                  </a:cubicBezTo>
                  <a:lnTo>
                    <a:pt x="1293" y="781"/>
                  </a:lnTo>
                  <a:lnTo>
                    <a:pt x="84" y="781"/>
                  </a:lnTo>
                  <a:cubicBezTo>
                    <a:pt x="39" y="781"/>
                    <a:pt x="0" y="823"/>
                    <a:pt x="8" y="871"/>
                  </a:cubicBezTo>
                  <a:cubicBezTo>
                    <a:pt x="15" y="909"/>
                    <a:pt x="50" y="938"/>
                    <a:pt x="87" y="938"/>
                  </a:cubicBezTo>
                  <a:lnTo>
                    <a:pt x="1349" y="938"/>
                  </a:lnTo>
                  <a:cubicBezTo>
                    <a:pt x="1380" y="938"/>
                    <a:pt x="1409" y="917"/>
                    <a:pt x="1419" y="889"/>
                  </a:cubicBezTo>
                  <a:lnTo>
                    <a:pt x="1631" y="359"/>
                  </a:lnTo>
                  <a:lnTo>
                    <a:pt x="1802" y="792"/>
                  </a:lnTo>
                  <a:cubicBezTo>
                    <a:pt x="1812" y="823"/>
                    <a:pt x="1843" y="843"/>
                    <a:pt x="1875" y="843"/>
                  </a:cubicBezTo>
                  <a:lnTo>
                    <a:pt x="2206" y="843"/>
                  </a:lnTo>
                  <a:lnTo>
                    <a:pt x="3074" y="3039"/>
                  </a:lnTo>
                  <a:cubicBezTo>
                    <a:pt x="3084" y="3070"/>
                    <a:pt x="3112" y="3091"/>
                    <a:pt x="3147" y="3091"/>
                  </a:cubicBezTo>
                  <a:cubicBezTo>
                    <a:pt x="3178" y="3091"/>
                    <a:pt x="3207" y="3070"/>
                    <a:pt x="3220" y="3039"/>
                  </a:cubicBezTo>
                  <a:lnTo>
                    <a:pt x="4025" y="993"/>
                  </a:lnTo>
                  <a:lnTo>
                    <a:pt x="4304" y="1694"/>
                  </a:lnTo>
                  <a:cubicBezTo>
                    <a:pt x="4315" y="1725"/>
                    <a:pt x="4346" y="1746"/>
                    <a:pt x="4377" y="1746"/>
                  </a:cubicBezTo>
                  <a:cubicBezTo>
                    <a:pt x="4408" y="1746"/>
                    <a:pt x="4436" y="1725"/>
                    <a:pt x="4450" y="1694"/>
                  </a:cubicBezTo>
                  <a:lnTo>
                    <a:pt x="4994" y="321"/>
                  </a:lnTo>
                  <a:lnTo>
                    <a:pt x="5137" y="690"/>
                  </a:lnTo>
                  <a:cubicBezTo>
                    <a:pt x="5151" y="718"/>
                    <a:pt x="5178" y="739"/>
                    <a:pt x="5209" y="739"/>
                  </a:cubicBezTo>
                  <a:lnTo>
                    <a:pt x="5666" y="739"/>
                  </a:lnTo>
                  <a:cubicBezTo>
                    <a:pt x="5701" y="739"/>
                    <a:pt x="5729" y="718"/>
                    <a:pt x="5740" y="690"/>
                  </a:cubicBezTo>
                  <a:lnTo>
                    <a:pt x="5896" y="293"/>
                  </a:lnTo>
                  <a:lnTo>
                    <a:pt x="6092" y="787"/>
                  </a:lnTo>
                  <a:lnTo>
                    <a:pt x="6129" y="882"/>
                  </a:lnTo>
                  <a:cubicBezTo>
                    <a:pt x="6143" y="917"/>
                    <a:pt x="6175" y="938"/>
                    <a:pt x="6210" y="938"/>
                  </a:cubicBezTo>
                  <a:lnTo>
                    <a:pt x="6966" y="938"/>
                  </a:lnTo>
                  <a:cubicBezTo>
                    <a:pt x="7004" y="938"/>
                    <a:pt x="7039" y="909"/>
                    <a:pt x="7046" y="871"/>
                  </a:cubicBezTo>
                  <a:cubicBezTo>
                    <a:pt x="7053" y="823"/>
                    <a:pt x="7018" y="781"/>
                    <a:pt x="6970" y="781"/>
                  </a:cubicBezTo>
                  <a:lnTo>
                    <a:pt x="6259" y="781"/>
                  </a:lnTo>
                  <a:lnTo>
                    <a:pt x="5970" y="52"/>
                  </a:lnTo>
                  <a:cubicBezTo>
                    <a:pt x="5959" y="21"/>
                    <a:pt x="5928" y="0"/>
                    <a:pt x="589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64" name="Google Shape;2364;p51"/>
          <p:cNvGrpSpPr/>
          <p:nvPr/>
        </p:nvGrpSpPr>
        <p:grpSpPr>
          <a:xfrm rot="1794042">
            <a:off x="3471973" y="4432494"/>
            <a:ext cx="572130" cy="961524"/>
            <a:chOff x="7181190" y="176967"/>
            <a:chExt cx="285092" cy="479115"/>
          </a:xfrm>
        </p:grpSpPr>
        <p:sp>
          <p:nvSpPr>
            <p:cNvPr id="2365" name="Google Shape;2365;p51"/>
            <p:cNvSpPr/>
            <p:nvPr/>
          </p:nvSpPr>
          <p:spPr>
            <a:xfrm>
              <a:off x="7181190" y="258486"/>
              <a:ext cx="285092" cy="397595"/>
            </a:xfrm>
            <a:custGeom>
              <a:rect b="b" l="l" r="r" t="t"/>
              <a:pathLst>
                <a:path extrusionOk="0" h="9701" w="6956">
                  <a:moveTo>
                    <a:pt x="726" y="0"/>
                  </a:moveTo>
                  <a:cubicBezTo>
                    <a:pt x="335" y="0"/>
                    <a:pt x="15" y="317"/>
                    <a:pt x="15" y="711"/>
                  </a:cubicBezTo>
                  <a:lnTo>
                    <a:pt x="1" y="9684"/>
                  </a:lnTo>
                  <a:cubicBezTo>
                    <a:pt x="1239" y="9697"/>
                    <a:pt x="2476" y="9701"/>
                    <a:pt x="3713" y="9701"/>
                  </a:cubicBezTo>
                  <a:cubicBezTo>
                    <a:pt x="4788" y="9701"/>
                    <a:pt x="5864" y="9698"/>
                    <a:pt x="6942" y="9694"/>
                  </a:cubicBezTo>
                  <a:lnTo>
                    <a:pt x="6956" y="721"/>
                  </a:lnTo>
                  <a:cubicBezTo>
                    <a:pt x="6956" y="332"/>
                    <a:pt x="6639" y="11"/>
                    <a:pt x="6249" y="11"/>
                  </a:cubicBezTo>
                  <a:lnTo>
                    <a:pt x="72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6" name="Google Shape;2366;p51"/>
            <p:cNvSpPr/>
            <p:nvPr/>
          </p:nvSpPr>
          <p:spPr>
            <a:xfrm>
              <a:off x="7215330" y="300208"/>
              <a:ext cx="215704" cy="331938"/>
            </a:xfrm>
            <a:custGeom>
              <a:rect b="b" l="l" r="r" t="t"/>
              <a:pathLst>
                <a:path extrusionOk="0" h="8099" w="5263">
                  <a:moveTo>
                    <a:pt x="387" y="0"/>
                  </a:moveTo>
                  <a:cubicBezTo>
                    <a:pt x="181" y="0"/>
                    <a:pt x="12" y="170"/>
                    <a:pt x="12" y="380"/>
                  </a:cubicBezTo>
                  <a:lnTo>
                    <a:pt x="1" y="8000"/>
                  </a:lnTo>
                  <a:cubicBezTo>
                    <a:pt x="910" y="8065"/>
                    <a:pt x="1818" y="8098"/>
                    <a:pt x="2725" y="8098"/>
                  </a:cubicBezTo>
                  <a:cubicBezTo>
                    <a:pt x="3567" y="8098"/>
                    <a:pt x="4408" y="8070"/>
                    <a:pt x="5248" y="8011"/>
                  </a:cubicBezTo>
                  <a:lnTo>
                    <a:pt x="5259" y="387"/>
                  </a:lnTo>
                  <a:cubicBezTo>
                    <a:pt x="5262" y="177"/>
                    <a:pt x="5092" y="7"/>
                    <a:pt x="4879" y="7"/>
                  </a:cubicBezTo>
                  <a:lnTo>
                    <a:pt x="395" y="0"/>
                  </a:lnTo>
                  <a:cubicBezTo>
                    <a:pt x="392" y="0"/>
                    <a:pt x="390" y="0"/>
                    <a:pt x="38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7" name="Google Shape;2367;p51"/>
            <p:cNvSpPr/>
            <p:nvPr/>
          </p:nvSpPr>
          <p:spPr>
            <a:xfrm>
              <a:off x="7207215" y="176967"/>
              <a:ext cx="233983" cy="67707"/>
            </a:xfrm>
            <a:custGeom>
              <a:rect b="b" l="l" r="r" t="t"/>
              <a:pathLst>
                <a:path extrusionOk="0" h="1652" w="5709">
                  <a:moveTo>
                    <a:pt x="310" y="0"/>
                  </a:moveTo>
                  <a:cubicBezTo>
                    <a:pt x="293" y="0"/>
                    <a:pt x="279" y="0"/>
                    <a:pt x="261" y="3"/>
                  </a:cubicBezTo>
                  <a:cubicBezTo>
                    <a:pt x="115" y="24"/>
                    <a:pt x="1" y="153"/>
                    <a:pt x="1" y="306"/>
                  </a:cubicBezTo>
                  <a:lnTo>
                    <a:pt x="1" y="1641"/>
                  </a:lnTo>
                  <a:lnTo>
                    <a:pt x="5708" y="1652"/>
                  </a:lnTo>
                  <a:lnTo>
                    <a:pt x="5708" y="317"/>
                  </a:lnTo>
                  <a:cubicBezTo>
                    <a:pt x="5708" y="167"/>
                    <a:pt x="5603" y="45"/>
                    <a:pt x="5464" y="13"/>
                  </a:cubicBezTo>
                  <a:cubicBezTo>
                    <a:pt x="5443" y="10"/>
                    <a:pt x="5422" y="7"/>
                    <a:pt x="5401" y="7"/>
                  </a:cubicBezTo>
                  <a:lnTo>
                    <a:pt x="31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8" name="Google Shape;2368;p51"/>
            <p:cNvSpPr/>
            <p:nvPr/>
          </p:nvSpPr>
          <p:spPr>
            <a:xfrm>
              <a:off x="7244061" y="244182"/>
              <a:ext cx="160087" cy="14755"/>
            </a:xfrm>
            <a:custGeom>
              <a:rect b="b" l="l" r="r" t="t"/>
              <a:pathLst>
                <a:path extrusionOk="0" h="360" w="3906">
                  <a:moveTo>
                    <a:pt x="1" y="1"/>
                  </a:moveTo>
                  <a:lnTo>
                    <a:pt x="1" y="353"/>
                  </a:lnTo>
                  <a:lnTo>
                    <a:pt x="3906" y="360"/>
                  </a:lnTo>
                  <a:lnTo>
                    <a:pt x="3906" y="8"/>
                  </a:ln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9" name="Google Shape;2369;p51"/>
            <p:cNvSpPr/>
            <p:nvPr/>
          </p:nvSpPr>
          <p:spPr>
            <a:xfrm>
              <a:off x="7244061" y="244182"/>
              <a:ext cx="160087" cy="2910"/>
            </a:xfrm>
            <a:custGeom>
              <a:rect b="b" l="l" r="r" t="t"/>
              <a:pathLst>
                <a:path extrusionOk="0" h="71" w="3906">
                  <a:moveTo>
                    <a:pt x="4" y="1"/>
                  </a:moveTo>
                  <a:cubicBezTo>
                    <a:pt x="1" y="1"/>
                    <a:pt x="1" y="4"/>
                    <a:pt x="1" y="4"/>
                  </a:cubicBezTo>
                  <a:lnTo>
                    <a:pt x="1" y="67"/>
                  </a:lnTo>
                  <a:cubicBezTo>
                    <a:pt x="1" y="71"/>
                    <a:pt x="1" y="71"/>
                    <a:pt x="4" y="71"/>
                  </a:cubicBezTo>
                  <a:lnTo>
                    <a:pt x="3903" y="71"/>
                  </a:lnTo>
                  <a:cubicBezTo>
                    <a:pt x="3906" y="71"/>
                    <a:pt x="3906" y="71"/>
                    <a:pt x="3906" y="67"/>
                  </a:cubicBezTo>
                  <a:lnTo>
                    <a:pt x="3906" y="4"/>
                  </a:lnTo>
                  <a:cubicBezTo>
                    <a:pt x="3906" y="4"/>
                    <a:pt x="3906" y="1"/>
                    <a:pt x="390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0" name="Google Shape;2370;p51"/>
            <p:cNvSpPr/>
            <p:nvPr/>
          </p:nvSpPr>
          <p:spPr>
            <a:xfrm>
              <a:off x="7181354" y="395294"/>
              <a:ext cx="284805" cy="142136"/>
            </a:xfrm>
            <a:custGeom>
              <a:rect b="b" l="l" r="r" t="t"/>
              <a:pathLst>
                <a:path extrusionOk="0" h="3468" w="6949">
                  <a:moveTo>
                    <a:pt x="8" y="1"/>
                  </a:moveTo>
                  <a:lnTo>
                    <a:pt x="0" y="3457"/>
                  </a:lnTo>
                  <a:lnTo>
                    <a:pt x="6941" y="3467"/>
                  </a:lnTo>
                  <a:lnTo>
                    <a:pt x="6949" y="11"/>
                  </a:lnTo>
                  <a:lnTo>
                    <a:pt x="8"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1" name="Google Shape;2371;p51"/>
            <p:cNvSpPr/>
            <p:nvPr/>
          </p:nvSpPr>
          <p:spPr>
            <a:xfrm>
              <a:off x="7270455" y="413122"/>
              <a:ext cx="106602" cy="106479"/>
            </a:xfrm>
            <a:custGeom>
              <a:rect b="b" l="l" r="r" t="t"/>
              <a:pathLst>
                <a:path extrusionOk="0" h="2598" w="2601">
                  <a:moveTo>
                    <a:pt x="816" y="1"/>
                  </a:moveTo>
                  <a:lnTo>
                    <a:pt x="816" y="813"/>
                  </a:lnTo>
                  <a:lnTo>
                    <a:pt x="5" y="809"/>
                  </a:lnTo>
                  <a:lnTo>
                    <a:pt x="0" y="1782"/>
                  </a:lnTo>
                  <a:lnTo>
                    <a:pt x="812" y="1785"/>
                  </a:lnTo>
                  <a:lnTo>
                    <a:pt x="812" y="2597"/>
                  </a:lnTo>
                  <a:lnTo>
                    <a:pt x="1785" y="2597"/>
                  </a:lnTo>
                  <a:lnTo>
                    <a:pt x="1785" y="1785"/>
                  </a:lnTo>
                  <a:lnTo>
                    <a:pt x="2597" y="1789"/>
                  </a:lnTo>
                  <a:lnTo>
                    <a:pt x="2600" y="816"/>
                  </a:lnTo>
                  <a:lnTo>
                    <a:pt x="1788" y="813"/>
                  </a:lnTo>
                  <a:lnTo>
                    <a:pt x="1788"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372" name="Google Shape;2372;p51"/>
          <p:cNvSpPr/>
          <p:nvPr/>
        </p:nvSpPr>
        <p:spPr>
          <a:xfrm rot="-1070388">
            <a:off x="5113227" y="-197603"/>
            <a:ext cx="469230" cy="409495"/>
          </a:xfrm>
          <a:custGeom>
            <a:rect b="b" l="l" r="r" t="t"/>
            <a:pathLst>
              <a:path extrusionOk="0" h="3078" w="3527">
                <a:moveTo>
                  <a:pt x="1764" y="380"/>
                </a:moveTo>
                <a:lnTo>
                  <a:pt x="3174" y="2823"/>
                </a:lnTo>
                <a:lnTo>
                  <a:pt x="352" y="2823"/>
                </a:lnTo>
                <a:lnTo>
                  <a:pt x="1764" y="380"/>
                </a:lnTo>
                <a:close/>
                <a:moveTo>
                  <a:pt x="1764" y="1"/>
                </a:moveTo>
                <a:cubicBezTo>
                  <a:pt x="1719" y="1"/>
                  <a:pt x="1677" y="25"/>
                  <a:pt x="1652" y="63"/>
                </a:cubicBezTo>
                <a:lnTo>
                  <a:pt x="22" y="2886"/>
                </a:lnTo>
                <a:cubicBezTo>
                  <a:pt x="1" y="2928"/>
                  <a:pt x="1" y="2976"/>
                  <a:pt x="22" y="3015"/>
                </a:cubicBezTo>
                <a:cubicBezTo>
                  <a:pt x="46" y="3053"/>
                  <a:pt x="88" y="3077"/>
                  <a:pt x="133" y="3077"/>
                </a:cubicBezTo>
                <a:lnTo>
                  <a:pt x="3394" y="3077"/>
                </a:lnTo>
                <a:cubicBezTo>
                  <a:pt x="3440" y="3077"/>
                  <a:pt x="3481" y="3053"/>
                  <a:pt x="3506" y="3015"/>
                </a:cubicBezTo>
                <a:cubicBezTo>
                  <a:pt x="3526" y="2976"/>
                  <a:pt x="3526" y="2928"/>
                  <a:pt x="3506" y="2886"/>
                </a:cubicBezTo>
                <a:lnTo>
                  <a:pt x="1875" y="63"/>
                </a:lnTo>
                <a:cubicBezTo>
                  <a:pt x="1851" y="25"/>
                  <a:pt x="1809" y="1"/>
                  <a:pt x="176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6" name="Shape 2376"/>
        <p:cNvGrpSpPr/>
        <p:nvPr/>
      </p:nvGrpSpPr>
      <p:grpSpPr>
        <a:xfrm>
          <a:off x="0" y="0"/>
          <a:ext cx="0" cy="0"/>
          <a:chOff x="0" y="0"/>
          <a:chExt cx="0" cy="0"/>
        </a:xfrm>
      </p:grpSpPr>
      <p:sp>
        <p:nvSpPr>
          <p:cNvPr id="2377" name="Google Shape;2377;p52"/>
          <p:cNvSpPr/>
          <p:nvPr/>
        </p:nvSpPr>
        <p:spPr>
          <a:xfrm rot="10296739">
            <a:off x="2649572" y="1701729"/>
            <a:ext cx="4435737" cy="1774471"/>
          </a:xfrm>
          <a:custGeom>
            <a:rect b="b" l="l" r="r" t="t"/>
            <a:pathLst>
              <a:path extrusionOk="0" h="140790" w="244167">
                <a:moveTo>
                  <a:pt x="134823" y="24269"/>
                </a:moveTo>
                <a:cubicBezTo>
                  <a:pt x="122338" y="19609"/>
                  <a:pt x="100115" y="3779"/>
                  <a:pt x="85001" y="971"/>
                </a:cubicBezTo>
                <a:cubicBezTo>
                  <a:pt x="69887" y="-1837"/>
                  <a:pt x="56864" y="1927"/>
                  <a:pt x="44140" y="7423"/>
                </a:cubicBezTo>
                <a:cubicBezTo>
                  <a:pt x="31416" y="12919"/>
                  <a:pt x="15943" y="24927"/>
                  <a:pt x="8655" y="33947"/>
                </a:cubicBezTo>
                <a:cubicBezTo>
                  <a:pt x="1367" y="42968"/>
                  <a:pt x="-843" y="52167"/>
                  <a:pt x="411" y="61546"/>
                </a:cubicBezTo>
                <a:cubicBezTo>
                  <a:pt x="1666" y="70925"/>
                  <a:pt x="3936" y="83710"/>
                  <a:pt x="16182" y="90221"/>
                </a:cubicBezTo>
                <a:cubicBezTo>
                  <a:pt x="28429" y="96733"/>
                  <a:pt x="57641" y="99002"/>
                  <a:pt x="73890" y="100615"/>
                </a:cubicBezTo>
                <a:cubicBezTo>
                  <a:pt x="90139" y="102228"/>
                  <a:pt x="100712" y="94641"/>
                  <a:pt x="113675" y="99898"/>
                </a:cubicBezTo>
                <a:cubicBezTo>
                  <a:pt x="126638" y="105155"/>
                  <a:pt x="140498" y="125347"/>
                  <a:pt x="151669" y="132157"/>
                </a:cubicBezTo>
                <a:cubicBezTo>
                  <a:pt x="162840" y="138967"/>
                  <a:pt x="169591" y="140880"/>
                  <a:pt x="180702" y="140760"/>
                </a:cubicBezTo>
                <a:cubicBezTo>
                  <a:pt x="191814" y="140641"/>
                  <a:pt x="208242" y="137593"/>
                  <a:pt x="218338" y="131440"/>
                </a:cubicBezTo>
                <a:cubicBezTo>
                  <a:pt x="228434" y="125287"/>
                  <a:pt x="237275" y="113997"/>
                  <a:pt x="241277" y="103841"/>
                </a:cubicBezTo>
                <a:cubicBezTo>
                  <a:pt x="245280" y="93686"/>
                  <a:pt x="244563" y="80961"/>
                  <a:pt x="242353" y="70507"/>
                </a:cubicBezTo>
                <a:cubicBezTo>
                  <a:pt x="240143" y="60053"/>
                  <a:pt x="234407" y="48582"/>
                  <a:pt x="228015" y="41115"/>
                </a:cubicBezTo>
                <a:cubicBezTo>
                  <a:pt x="221623" y="33648"/>
                  <a:pt x="215350" y="27734"/>
                  <a:pt x="204000" y="25703"/>
                </a:cubicBezTo>
                <a:cubicBezTo>
                  <a:pt x="192650" y="23672"/>
                  <a:pt x="171443" y="29168"/>
                  <a:pt x="159913" y="28929"/>
                </a:cubicBezTo>
                <a:cubicBezTo>
                  <a:pt x="148384" y="28690"/>
                  <a:pt x="147308" y="28929"/>
                  <a:pt x="134823" y="24269"/>
                </a:cubicBezTo>
                <a:close/>
              </a:path>
            </a:pathLst>
          </a:custGeom>
          <a:noFill/>
          <a:ln cap="flat" cmpd="sng" w="9525">
            <a:solidFill>
              <a:schemeClr val="dk2"/>
            </a:solidFill>
            <a:prstDash val="solid"/>
            <a:round/>
            <a:headEnd len="med" w="med" type="none"/>
            <a:tailEnd len="med" w="med" type="none"/>
          </a:ln>
        </p:spPr>
      </p:sp>
      <p:sp>
        <p:nvSpPr>
          <p:cNvPr id="2378" name="Google Shape;2378;p52"/>
          <p:cNvSpPr/>
          <p:nvPr/>
        </p:nvSpPr>
        <p:spPr>
          <a:xfrm rot="10296739">
            <a:off x="2504291" y="1615447"/>
            <a:ext cx="4435737" cy="1774471"/>
          </a:xfrm>
          <a:custGeom>
            <a:rect b="b" l="l" r="r" t="t"/>
            <a:pathLst>
              <a:path extrusionOk="0" h="140790" w="244167">
                <a:moveTo>
                  <a:pt x="134823" y="24269"/>
                </a:moveTo>
                <a:cubicBezTo>
                  <a:pt x="122338" y="19609"/>
                  <a:pt x="100115" y="3779"/>
                  <a:pt x="85001" y="971"/>
                </a:cubicBezTo>
                <a:cubicBezTo>
                  <a:pt x="69887" y="-1837"/>
                  <a:pt x="56864" y="1927"/>
                  <a:pt x="44140" y="7423"/>
                </a:cubicBezTo>
                <a:cubicBezTo>
                  <a:pt x="31416" y="12919"/>
                  <a:pt x="15943" y="24927"/>
                  <a:pt x="8655" y="33947"/>
                </a:cubicBezTo>
                <a:cubicBezTo>
                  <a:pt x="1367" y="42968"/>
                  <a:pt x="-843" y="52167"/>
                  <a:pt x="411" y="61546"/>
                </a:cubicBezTo>
                <a:cubicBezTo>
                  <a:pt x="1666" y="70925"/>
                  <a:pt x="3936" y="83710"/>
                  <a:pt x="16182" y="90221"/>
                </a:cubicBezTo>
                <a:cubicBezTo>
                  <a:pt x="28429" y="96733"/>
                  <a:pt x="57641" y="99002"/>
                  <a:pt x="73890" y="100615"/>
                </a:cubicBezTo>
                <a:cubicBezTo>
                  <a:pt x="90139" y="102228"/>
                  <a:pt x="100712" y="94641"/>
                  <a:pt x="113675" y="99898"/>
                </a:cubicBezTo>
                <a:cubicBezTo>
                  <a:pt x="126638" y="105155"/>
                  <a:pt x="140498" y="125347"/>
                  <a:pt x="151669" y="132157"/>
                </a:cubicBezTo>
                <a:cubicBezTo>
                  <a:pt x="162840" y="138967"/>
                  <a:pt x="169591" y="140880"/>
                  <a:pt x="180702" y="140760"/>
                </a:cubicBezTo>
                <a:cubicBezTo>
                  <a:pt x="191814" y="140641"/>
                  <a:pt x="208242" y="137593"/>
                  <a:pt x="218338" y="131440"/>
                </a:cubicBezTo>
                <a:cubicBezTo>
                  <a:pt x="228434" y="125287"/>
                  <a:pt x="237275" y="113997"/>
                  <a:pt x="241277" y="103841"/>
                </a:cubicBezTo>
                <a:cubicBezTo>
                  <a:pt x="245280" y="93686"/>
                  <a:pt x="244563" y="80961"/>
                  <a:pt x="242353" y="70507"/>
                </a:cubicBezTo>
                <a:cubicBezTo>
                  <a:pt x="240143" y="60053"/>
                  <a:pt x="234407" y="48582"/>
                  <a:pt x="228015" y="41115"/>
                </a:cubicBezTo>
                <a:cubicBezTo>
                  <a:pt x="221623" y="33648"/>
                  <a:pt x="215350" y="27734"/>
                  <a:pt x="204000" y="25703"/>
                </a:cubicBezTo>
                <a:cubicBezTo>
                  <a:pt x="192650" y="23672"/>
                  <a:pt x="171443" y="29168"/>
                  <a:pt x="159913" y="28929"/>
                </a:cubicBezTo>
                <a:cubicBezTo>
                  <a:pt x="148384" y="28690"/>
                  <a:pt x="147308" y="28929"/>
                  <a:pt x="134823" y="24269"/>
                </a:cubicBezTo>
                <a:close/>
              </a:path>
            </a:pathLst>
          </a:custGeom>
          <a:solidFill>
            <a:srgbClr val="C7CAEA">
              <a:alpha val="52090"/>
            </a:srgbClr>
          </a:solidFill>
          <a:ln>
            <a:noFill/>
          </a:ln>
        </p:spPr>
      </p:sp>
      <p:sp>
        <p:nvSpPr>
          <p:cNvPr id="2379" name="Google Shape;2379;p52"/>
          <p:cNvSpPr/>
          <p:nvPr/>
        </p:nvSpPr>
        <p:spPr>
          <a:xfrm flipH="1" rot="302954">
            <a:off x="-955152" y="4044498"/>
            <a:ext cx="1897964" cy="1273530"/>
          </a:xfrm>
          <a:custGeom>
            <a:rect b="b" l="l" r="r" t="t"/>
            <a:pathLst>
              <a:path extrusionOk="0" h="27472" w="40942">
                <a:moveTo>
                  <a:pt x="26941" y="3084"/>
                </a:moveTo>
                <a:cubicBezTo>
                  <a:pt x="22042" y="-22"/>
                  <a:pt x="15889" y="-321"/>
                  <a:pt x="11528" y="217"/>
                </a:cubicBezTo>
                <a:cubicBezTo>
                  <a:pt x="7167" y="755"/>
                  <a:pt x="2030" y="3263"/>
                  <a:pt x="775" y="6310"/>
                </a:cubicBezTo>
                <a:cubicBezTo>
                  <a:pt x="-479" y="9357"/>
                  <a:pt x="-539" y="14973"/>
                  <a:pt x="4001" y="18497"/>
                </a:cubicBezTo>
                <a:cubicBezTo>
                  <a:pt x="8541" y="22022"/>
                  <a:pt x="21863" y="27397"/>
                  <a:pt x="28016" y="27457"/>
                </a:cubicBezTo>
                <a:cubicBezTo>
                  <a:pt x="34169" y="27517"/>
                  <a:pt x="41099" y="22917"/>
                  <a:pt x="40920" y="18855"/>
                </a:cubicBezTo>
                <a:cubicBezTo>
                  <a:pt x="40741" y="14793"/>
                  <a:pt x="31840" y="6190"/>
                  <a:pt x="26941" y="3084"/>
                </a:cubicBezTo>
                <a:close/>
              </a:path>
            </a:pathLst>
          </a:custGeom>
          <a:solidFill>
            <a:srgbClr val="C7CAEA">
              <a:alpha val="52090"/>
            </a:srgbClr>
          </a:solidFill>
          <a:ln>
            <a:noFill/>
          </a:ln>
        </p:spPr>
      </p:sp>
      <p:sp>
        <p:nvSpPr>
          <p:cNvPr id="2380" name="Google Shape;2380;p52"/>
          <p:cNvSpPr/>
          <p:nvPr/>
        </p:nvSpPr>
        <p:spPr>
          <a:xfrm flipH="1" rot="302954">
            <a:off x="-1119786" y="3971671"/>
            <a:ext cx="1897964" cy="1273530"/>
          </a:xfrm>
          <a:custGeom>
            <a:rect b="b" l="l" r="r" t="t"/>
            <a:pathLst>
              <a:path extrusionOk="0" h="27472" w="40942">
                <a:moveTo>
                  <a:pt x="26941" y="3084"/>
                </a:moveTo>
                <a:cubicBezTo>
                  <a:pt x="22042" y="-22"/>
                  <a:pt x="15889" y="-321"/>
                  <a:pt x="11528" y="217"/>
                </a:cubicBezTo>
                <a:cubicBezTo>
                  <a:pt x="7167" y="755"/>
                  <a:pt x="2030" y="3263"/>
                  <a:pt x="775" y="6310"/>
                </a:cubicBezTo>
                <a:cubicBezTo>
                  <a:pt x="-479" y="9357"/>
                  <a:pt x="-539" y="14973"/>
                  <a:pt x="4001" y="18497"/>
                </a:cubicBezTo>
                <a:cubicBezTo>
                  <a:pt x="8541" y="22022"/>
                  <a:pt x="21863" y="27397"/>
                  <a:pt x="28016" y="27457"/>
                </a:cubicBezTo>
                <a:cubicBezTo>
                  <a:pt x="34169" y="27517"/>
                  <a:pt x="41099" y="22917"/>
                  <a:pt x="40920" y="18855"/>
                </a:cubicBezTo>
                <a:cubicBezTo>
                  <a:pt x="40741" y="14793"/>
                  <a:pt x="31840" y="6190"/>
                  <a:pt x="26941" y="3084"/>
                </a:cubicBezTo>
                <a:close/>
              </a:path>
            </a:pathLst>
          </a:custGeom>
          <a:noFill/>
          <a:ln cap="flat" cmpd="sng" w="9525">
            <a:solidFill>
              <a:schemeClr val="dk2"/>
            </a:solidFill>
            <a:prstDash val="solid"/>
            <a:round/>
            <a:headEnd len="med" w="med" type="none"/>
            <a:tailEnd len="med" w="med" type="none"/>
          </a:ln>
        </p:spPr>
      </p:sp>
      <p:sp>
        <p:nvSpPr>
          <p:cNvPr id="2381" name="Google Shape;2381;p52"/>
          <p:cNvSpPr txBox="1"/>
          <p:nvPr>
            <p:ph type="title"/>
          </p:nvPr>
        </p:nvSpPr>
        <p:spPr>
          <a:xfrm>
            <a:off x="1855626" y="540000"/>
            <a:ext cx="4940400" cy="1058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Thanks!</a:t>
            </a:r>
            <a:endParaRPr/>
          </a:p>
        </p:txBody>
      </p:sp>
      <p:sp>
        <p:nvSpPr>
          <p:cNvPr id="2382" name="Google Shape;2382;p52"/>
          <p:cNvSpPr txBox="1"/>
          <p:nvPr>
            <p:ph idx="1" type="subTitle"/>
          </p:nvPr>
        </p:nvSpPr>
        <p:spPr>
          <a:xfrm>
            <a:off x="2873938" y="2321963"/>
            <a:ext cx="3373500" cy="534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a:t>DO YOU HAVE ANY QUESTIONS?</a:t>
            </a:r>
            <a:endParaRPr b="1"/>
          </a:p>
          <a:p>
            <a:pPr indent="0" lvl="0" marL="0" rtl="0" algn="ctr">
              <a:spcBef>
                <a:spcPts val="0"/>
              </a:spcBef>
              <a:spcAft>
                <a:spcPts val="0"/>
              </a:spcAft>
              <a:buNone/>
            </a:pPr>
            <a:r>
              <a:t/>
            </a:r>
            <a:endParaRPr>
              <a:solidFill>
                <a:schemeClr val="dk1"/>
              </a:solidFill>
            </a:endParaRPr>
          </a:p>
        </p:txBody>
      </p:sp>
      <p:sp>
        <p:nvSpPr>
          <p:cNvPr id="2383" name="Google Shape;2383;p52"/>
          <p:cNvSpPr/>
          <p:nvPr/>
        </p:nvSpPr>
        <p:spPr>
          <a:xfrm rot="-120997">
            <a:off x="3491235" y="-2840960"/>
            <a:ext cx="7285572" cy="4523201"/>
          </a:xfrm>
          <a:custGeom>
            <a:rect b="b" l="l" r="r" t="t"/>
            <a:pathLst>
              <a:path extrusionOk="0" h="140790" w="244167">
                <a:moveTo>
                  <a:pt x="134823" y="24269"/>
                </a:moveTo>
                <a:cubicBezTo>
                  <a:pt x="122338" y="19609"/>
                  <a:pt x="100115" y="3779"/>
                  <a:pt x="85001" y="971"/>
                </a:cubicBezTo>
                <a:cubicBezTo>
                  <a:pt x="69887" y="-1837"/>
                  <a:pt x="56864" y="1927"/>
                  <a:pt x="44140" y="7423"/>
                </a:cubicBezTo>
                <a:cubicBezTo>
                  <a:pt x="31416" y="12919"/>
                  <a:pt x="15943" y="24927"/>
                  <a:pt x="8655" y="33947"/>
                </a:cubicBezTo>
                <a:cubicBezTo>
                  <a:pt x="1367" y="42968"/>
                  <a:pt x="-843" y="52167"/>
                  <a:pt x="411" y="61546"/>
                </a:cubicBezTo>
                <a:cubicBezTo>
                  <a:pt x="1666" y="70925"/>
                  <a:pt x="3936" y="83710"/>
                  <a:pt x="16182" y="90221"/>
                </a:cubicBezTo>
                <a:cubicBezTo>
                  <a:pt x="28429" y="96733"/>
                  <a:pt x="57641" y="99002"/>
                  <a:pt x="73890" y="100615"/>
                </a:cubicBezTo>
                <a:cubicBezTo>
                  <a:pt x="90139" y="102228"/>
                  <a:pt x="100712" y="94641"/>
                  <a:pt x="113675" y="99898"/>
                </a:cubicBezTo>
                <a:cubicBezTo>
                  <a:pt x="126638" y="105155"/>
                  <a:pt x="140498" y="125347"/>
                  <a:pt x="151669" y="132157"/>
                </a:cubicBezTo>
                <a:cubicBezTo>
                  <a:pt x="162840" y="138967"/>
                  <a:pt x="169591" y="140880"/>
                  <a:pt x="180702" y="140760"/>
                </a:cubicBezTo>
                <a:cubicBezTo>
                  <a:pt x="191814" y="140641"/>
                  <a:pt x="208242" y="137593"/>
                  <a:pt x="218338" y="131440"/>
                </a:cubicBezTo>
                <a:cubicBezTo>
                  <a:pt x="228434" y="125287"/>
                  <a:pt x="237275" y="113997"/>
                  <a:pt x="241277" y="103841"/>
                </a:cubicBezTo>
                <a:cubicBezTo>
                  <a:pt x="245280" y="93686"/>
                  <a:pt x="244563" y="80961"/>
                  <a:pt x="242353" y="70507"/>
                </a:cubicBezTo>
                <a:cubicBezTo>
                  <a:pt x="240143" y="60053"/>
                  <a:pt x="234407" y="48582"/>
                  <a:pt x="228015" y="41115"/>
                </a:cubicBezTo>
                <a:cubicBezTo>
                  <a:pt x="221623" y="33648"/>
                  <a:pt x="215350" y="27734"/>
                  <a:pt x="204000" y="25703"/>
                </a:cubicBezTo>
                <a:cubicBezTo>
                  <a:pt x="192650" y="23672"/>
                  <a:pt x="171443" y="29168"/>
                  <a:pt x="159913" y="28929"/>
                </a:cubicBezTo>
                <a:cubicBezTo>
                  <a:pt x="148384" y="28690"/>
                  <a:pt x="147308" y="28929"/>
                  <a:pt x="134823" y="24269"/>
                </a:cubicBezTo>
                <a:close/>
              </a:path>
            </a:pathLst>
          </a:custGeom>
          <a:noFill/>
          <a:ln cap="flat" cmpd="sng" w="9525">
            <a:solidFill>
              <a:schemeClr val="dk2"/>
            </a:solidFill>
            <a:prstDash val="solid"/>
            <a:round/>
            <a:headEnd len="med" w="med" type="none"/>
            <a:tailEnd len="med" w="med" type="none"/>
          </a:ln>
        </p:spPr>
      </p:sp>
      <p:sp>
        <p:nvSpPr>
          <p:cNvPr id="2384" name="Google Shape;2384;p52"/>
          <p:cNvSpPr/>
          <p:nvPr/>
        </p:nvSpPr>
        <p:spPr>
          <a:xfrm rot="-120997">
            <a:off x="3579081" y="-2945796"/>
            <a:ext cx="7285572" cy="4523201"/>
          </a:xfrm>
          <a:custGeom>
            <a:rect b="b" l="l" r="r" t="t"/>
            <a:pathLst>
              <a:path extrusionOk="0" h="140790" w="244167">
                <a:moveTo>
                  <a:pt x="134823" y="24269"/>
                </a:moveTo>
                <a:cubicBezTo>
                  <a:pt x="122338" y="19609"/>
                  <a:pt x="100115" y="3779"/>
                  <a:pt x="85001" y="971"/>
                </a:cubicBezTo>
                <a:cubicBezTo>
                  <a:pt x="69887" y="-1837"/>
                  <a:pt x="56864" y="1927"/>
                  <a:pt x="44140" y="7423"/>
                </a:cubicBezTo>
                <a:cubicBezTo>
                  <a:pt x="31416" y="12919"/>
                  <a:pt x="15943" y="24927"/>
                  <a:pt x="8655" y="33947"/>
                </a:cubicBezTo>
                <a:cubicBezTo>
                  <a:pt x="1367" y="42968"/>
                  <a:pt x="-843" y="52167"/>
                  <a:pt x="411" y="61546"/>
                </a:cubicBezTo>
                <a:cubicBezTo>
                  <a:pt x="1666" y="70925"/>
                  <a:pt x="3936" y="83710"/>
                  <a:pt x="16182" y="90221"/>
                </a:cubicBezTo>
                <a:cubicBezTo>
                  <a:pt x="28429" y="96733"/>
                  <a:pt x="57641" y="99002"/>
                  <a:pt x="73890" y="100615"/>
                </a:cubicBezTo>
                <a:cubicBezTo>
                  <a:pt x="90139" y="102228"/>
                  <a:pt x="100712" y="94641"/>
                  <a:pt x="113675" y="99898"/>
                </a:cubicBezTo>
                <a:cubicBezTo>
                  <a:pt x="126638" y="105155"/>
                  <a:pt x="140498" y="125347"/>
                  <a:pt x="151669" y="132157"/>
                </a:cubicBezTo>
                <a:cubicBezTo>
                  <a:pt x="162840" y="138967"/>
                  <a:pt x="169591" y="140880"/>
                  <a:pt x="180702" y="140760"/>
                </a:cubicBezTo>
                <a:cubicBezTo>
                  <a:pt x="191814" y="140641"/>
                  <a:pt x="208242" y="137593"/>
                  <a:pt x="218338" y="131440"/>
                </a:cubicBezTo>
                <a:cubicBezTo>
                  <a:pt x="228434" y="125287"/>
                  <a:pt x="237275" y="113997"/>
                  <a:pt x="241277" y="103841"/>
                </a:cubicBezTo>
                <a:cubicBezTo>
                  <a:pt x="245280" y="93686"/>
                  <a:pt x="244563" y="80961"/>
                  <a:pt x="242353" y="70507"/>
                </a:cubicBezTo>
                <a:cubicBezTo>
                  <a:pt x="240143" y="60053"/>
                  <a:pt x="234407" y="48582"/>
                  <a:pt x="228015" y="41115"/>
                </a:cubicBezTo>
                <a:cubicBezTo>
                  <a:pt x="221623" y="33648"/>
                  <a:pt x="215350" y="27734"/>
                  <a:pt x="204000" y="25703"/>
                </a:cubicBezTo>
                <a:cubicBezTo>
                  <a:pt x="192650" y="23672"/>
                  <a:pt x="171443" y="29168"/>
                  <a:pt x="159913" y="28929"/>
                </a:cubicBezTo>
                <a:cubicBezTo>
                  <a:pt x="148384" y="28690"/>
                  <a:pt x="147308" y="28929"/>
                  <a:pt x="134823" y="24269"/>
                </a:cubicBezTo>
                <a:close/>
              </a:path>
            </a:pathLst>
          </a:custGeom>
          <a:solidFill>
            <a:srgbClr val="C7CAEA">
              <a:alpha val="52090"/>
            </a:srgbClr>
          </a:solidFill>
          <a:ln>
            <a:noFill/>
          </a:ln>
        </p:spPr>
      </p:sp>
      <p:sp>
        <p:nvSpPr>
          <p:cNvPr id="2385" name="Google Shape;2385;p52"/>
          <p:cNvSpPr/>
          <p:nvPr/>
        </p:nvSpPr>
        <p:spPr>
          <a:xfrm flipH="1" rot="8071492">
            <a:off x="574171" y="1065090"/>
            <a:ext cx="669136" cy="301519"/>
          </a:xfrm>
          <a:prstGeom prst="ellipse">
            <a:avLst/>
          </a:prstGeom>
          <a:solidFill>
            <a:srgbClr val="C7CAEA">
              <a:alpha val="520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6" name="Google Shape;2386;p52"/>
          <p:cNvSpPr/>
          <p:nvPr/>
        </p:nvSpPr>
        <p:spPr>
          <a:xfrm flipH="1" rot="8071662">
            <a:off x="681239" y="1052478"/>
            <a:ext cx="669087" cy="301662"/>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7" name="Google Shape;2387;p52"/>
          <p:cNvSpPr/>
          <p:nvPr/>
        </p:nvSpPr>
        <p:spPr>
          <a:xfrm flipH="1" rot="-1393355">
            <a:off x="-2217331" y="-1062415"/>
            <a:ext cx="4684523" cy="2907980"/>
          </a:xfrm>
          <a:custGeom>
            <a:rect b="b" l="l" r="r" t="t"/>
            <a:pathLst>
              <a:path extrusionOk="0" h="140790" w="244167">
                <a:moveTo>
                  <a:pt x="134823" y="24269"/>
                </a:moveTo>
                <a:cubicBezTo>
                  <a:pt x="122338" y="19609"/>
                  <a:pt x="100115" y="3779"/>
                  <a:pt x="85001" y="971"/>
                </a:cubicBezTo>
                <a:cubicBezTo>
                  <a:pt x="69887" y="-1837"/>
                  <a:pt x="56864" y="1927"/>
                  <a:pt x="44140" y="7423"/>
                </a:cubicBezTo>
                <a:cubicBezTo>
                  <a:pt x="31416" y="12919"/>
                  <a:pt x="15943" y="24927"/>
                  <a:pt x="8655" y="33947"/>
                </a:cubicBezTo>
                <a:cubicBezTo>
                  <a:pt x="1367" y="42968"/>
                  <a:pt x="-843" y="52167"/>
                  <a:pt x="411" y="61546"/>
                </a:cubicBezTo>
                <a:cubicBezTo>
                  <a:pt x="1666" y="70925"/>
                  <a:pt x="3936" y="83710"/>
                  <a:pt x="16182" y="90221"/>
                </a:cubicBezTo>
                <a:cubicBezTo>
                  <a:pt x="28429" y="96733"/>
                  <a:pt x="57641" y="99002"/>
                  <a:pt x="73890" y="100615"/>
                </a:cubicBezTo>
                <a:cubicBezTo>
                  <a:pt x="90139" y="102228"/>
                  <a:pt x="100712" y="94641"/>
                  <a:pt x="113675" y="99898"/>
                </a:cubicBezTo>
                <a:cubicBezTo>
                  <a:pt x="126638" y="105155"/>
                  <a:pt x="140498" y="125347"/>
                  <a:pt x="151669" y="132157"/>
                </a:cubicBezTo>
                <a:cubicBezTo>
                  <a:pt x="162840" y="138967"/>
                  <a:pt x="169591" y="140880"/>
                  <a:pt x="180702" y="140760"/>
                </a:cubicBezTo>
                <a:cubicBezTo>
                  <a:pt x="191814" y="140641"/>
                  <a:pt x="208242" y="137593"/>
                  <a:pt x="218338" y="131440"/>
                </a:cubicBezTo>
                <a:cubicBezTo>
                  <a:pt x="228434" y="125287"/>
                  <a:pt x="237275" y="113997"/>
                  <a:pt x="241277" y="103841"/>
                </a:cubicBezTo>
                <a:cubicBezTo>
                  <a:pt x="245280" y="93686"/>
                  <a:pt x="244563" y="80961"/>
                  <a:pt x="242353" y="70507"/>
                </a:cubicBezTo>
                <a:cubicBezTo>
                  <a:pt x="240143" y="60053"/>
                  <a:pt x="234407" y="48582"/>
                  <a:pt x="228015" y="41115"/>
                </a:cubicBezTo>
                <a:cubicBezTo>
                  <a:pt x="221623" y="33648"/>
                  <a:pt x="215350" y="27734"/>
                  <a:pt x="204000" y="25703"/>
                </a:cubicBezTo>
                <a:cubicBezTo>
                  <a:pt x="192650" y="23672"/>
                  <a:pt x="171443" y="29168"/>
                  <a:pt x="159913" y="28929"/>
                </a:cubicBezTo>
                <a:cubicBezTo>
                  <a:pt x="148384" y="28690"/>
                  <a:pt x="147308" y="28929"/>
                  <a:pt x="134823" y="24269"/>
                </a:cubicBezTo>
                <a:close/>
              </a:path>
            </a:pathLst>
          </a:custGeom>
          <a:solidFill>
            <a:srgbClr val="C7CAEA">
              <a:alpha val="52090"/>
            </a:srgbClr>
          </a:solidFill>
          <a:ln>
            <a:noFill/>
          </a:ln>
        </p:spPr>
      </p:sp>
      <p:sp>
        <p:nvSpPr>
          <p:cNvPr id="2388" name="Google Shape;2388;p52"/>
          <p:cNvSpPr/>
          <p:nvPr/>
        </p:nvSpPr>
        <p:spPr>
          <a:xfrm flipH="1" rot="-1393268">
            <a:off x="-2142306" y="-991267"/>
            <a:ext cx="4684790" cy="2907855"/>
          </a:xfrm>
          <a:custGeom>
            <a:rect b="b" l="l" r="r" t="t"/>
            <a:pathLst>
              <a:path extrusionOk="0" h="140790" w="244167">
                <a:moveTo>
                  <a:pt x="134823" y="24269"/>
                </a:moveTo>
                <a:cubicBezTo>
                  <a:pt x="122338" y="19609"/>
                  <a:pt x="100115" y="3779"/>
                  <a:pt x="85001" y="971"/>
                </a:cubicBezTo>
                <a:cubicBezTo>
                  <a:pt x="69887" y="-1837"/>
                  <a:pt x="56864" y="1927"/>
                  <a:pt x="44140" y="7423"/>
                </a:cubicBezTo>
                <a:cubicBezTo>
                  <a:pt x="31416" y="12919"/>
                  <a:pt x="15943" y="24927"/>
                  <a:pt x="8655" y="33947"/>
                </a:cubicBezTo>
                <a:cubicBezTo>
                  <a:pt x="1367" y="42968"/>
                  <a:pt x="-843" y="52167"/>
                  <a:pt x="411" y="61546"/>
                </a:cubicBezTo>
                <a:cubicBezTo>
                  <a:pt x="1666" y="70925"/>
                  <a:pt x="3936" y="83710"/>
                  <a:pt x="16182" y="90221"/>
                </a:cubicBezTo>
                <a:cubicBezTo>
                  <a:pt x="28429" y="96733"/>
                  <a:pt x="57641" y="99002"/>
                  <a:pt x="73890" y="100615"/>
                </a:cubicBezTo>
                <a:cubicBezTo>
                  <a:pt x="90139" y="102228"/>
                  <a:pt x="100712" y="94641"/>
                  <a:pt x="113675" y="99898"/>
                </a:cubicBezTo>
                <a:cubicBezTo>
                  <a:pt x="126638" y="105155"/>
                  <a:pt x="140498" y="125347"/>
                  <a:pt x="151669" y="132157"/>
                </a:cubicBezTo>
                <a:cubicBezTo>
                  <a:pt x="162840" y="138967"/>
                  <a:pt x="169591" y="140880"/>
                  <a:pt x="180702" y="140760"/>
                </a:cubicBezTo>
                <a:cubicBezTo>
                  <a:pt x="191814" y="140641"/>
                  <a:pt x="208242" y="137593"/>
                  <a:pt x="218338" y="131440"/>
                </a:cubicBezTo>
                <a:cubicBezTo>
                  <a:pt x="228434" y="125287"/>
                  <a:pt x="237275" y="113997"/>
                  <a:pt x="241277" y="103841"/>
                </a:cubicBezTo>
                <a:cubicBezTo>
                  <a:pt x="245280" y="93686"/>
                  <a:pt x="244563" y="80961"/>
                  <a:pt x="242353" y="70507"/>
                </a:cubicBezTo>
                <a:cubicBezTo>
                  <a:pt x="240143" y="60053"/>
                  <a:pt x="234407" y="48582"/>
                  <a:pt x="228015" y="41115"/>
                </a:cubicBezTo>
                <a:cubicBezTo>
                  <a:pt x="221623" y="33648"/>
                  <a:pt x="215350" y="27734"/>
                  <a:pt x="204000" y="25703"/>
                </a:cubicBezTo>
                <a:cubicBezTo>
                  <a:pt x="192650" y="23672"/>
                  <a:pt x="171443" y="29168"/>
                  <a:pt x="159913" y="28929"/>
                </a:cubicBezTo>
                <a:cubicBezTo>
                  <a:pt x="148384" y="28690"/>
                  <a:pt x="147308" y="28929"/>
                  <a:pt x="134823" y="24269"/>
                </a:cubicBezTo>
                <a:close/>
              </a:path>
            </a:pathLst>
          </a:custGeom>
          <a:noFill/>
          <a:ln cap="flat" cmpd="sng" w="9525">
            <a:solidFill>
              <a:schemeClr val="dk2"/>
            </a:solidFill>
            <a:prstDash val="solid"/>
            <a:round/>
            <a:headEnd len="med" w="med" type="none"/>
            <a:tailEnd len="med" w="med" type="none"/>
          </a:ln>
        </p:spPr>
      </p:sp>
      <p:sp>
        <p:nvSpPr>
          <p:cNvPr id="2389" name="Google Shape;2389;p52"/>
          <p:cNvSpPr/>
          <p:nvPr/>
        </p:nvSpPr>
        <p:spPr>
          <a:xfrm flipH="1" rot="-10413949">
            <a:off x="5850957" y="4071117"/>
            <a:ext cx="4684551" cy="2907998"/>
          </a:xfrm>
          <a:custGeom>
            <a:rect b="b" l="l" r="r" t="t"/>
            <a:pathLst>
              <a:path extrusionOk="0" h="140790" w="244167">
                <a:moveTo>
                  <a:pt x="134823" y="24269"/>
                </a:moveTo>
                <a:cubicBezTo>
                  <a:pt x="122338" y="19609"/>
                  <a:pt x="100115" y="3779"/>
                  <a:pt x="85001" y="971"/>
                </a:cubicBezTo>
                <a:cubicBezTo>
                  <a:pt x="69887" y="-1837"/>
                  <a:pt x="56864" y="1927"/>
                  <a:pt x="44140" y="7423"/>
                </a:cubicBezTo>
                <a:cubicBezTo>
                  <a:pt x="31416" y="12919"/>
                  <a:pt x="15943" y="24927"/>
                  <a:pt x="8655" y="33947"/>
                </a:cubicBezTo>
                <a:cubicBezTo>
                  <a:pt x="1367" y="42968"/>
                  <a:pt x="-843" y="52167"/>
                  <a:pt x="411" y="61546"/>
                </a:cubicBezTo>
                <a:cubicBezTo>
                  <a:pt x="1666" y="70925"/>
                  <a:pt x="3936" y="83710"/>
                  <a:pt x="16182" y="90221"/>
                </a:cubicBezTo>
                <a:cubicBezTo>
                  <a:pt x="28429" y="96733"/>
                  <a:pt x="57641" y="99002"/>
                  <a:pt x="73890" y="100615"/>
                </a:cubicBezTo>
                <a:cubicBezTo>
                  <a:pt x="90139" y="102228"/>
                  <a:pt x="100712" y="94641"/>
                  <a:pt x="113675" y="99898"/>
                </a:cubicBezTo>
                <a:cubicBezTo>
                  <a:pt x="126638" y="105155"/>
                  <a:pt x="140498" y="125347"/>
                  <a:pt x="151669" y="132157"/>
                </a:cubicBezTo>
                <a:cubicBezTo>
                  <a:pt x="162840" y="138967"/>
                  <a:pt x="169591" y="140880"/>
                  <a:pt x="180702" y="140760"/>
                </a:cubicBezTo>
                <a:cubicBezTo>
                  <a:pt x="191814" y="140641"/>
                  <a:pt x="208242" y="137593"/>
                  <a:pt x="218338" y="131440"/>
                </a:cubicBezTo>
                <a:cubicBezTo>
                  <a:pt x="228434" y="125287"/>
                  <a:pt x="237275" y="113997"/>
                  <a:pt x="241277" y="103841"/>
                </a:cubicBezTo>
                <a:cubicBezTo>
                  <a:pt x="245280" y="93686"/>
                  <a:pt x="244563" y="80961"/>
                  <a:pt x="242353" y="70507"/>
                </a:cubicBezTo>
                <a:cubicBezTo>
                  <a:pt x="240143" y="60053"/>
                  <a:pt x="234407" y="48582"/>
                  <a:pt x="228015" y="41115"/>
                </a:cubicBezTo>
                <a:cubicBezTo>
                  <a:pt x="221623" y="33648"/>
                  <a:pt x="215350" y="27734"/>
                  <a:pt x="204000" y="25703"/>
                </a:cubicBezTo>
                <a:cubicBezTo>
                  <a:pt x="192650" y="23672"/>
                  <a:pt x="171443" y="29168"/>
                  <a:pt x="159913" y="28929"/>
                </a:cubicBezTo>
                <a:cubicBezTo>
                  <a:pt x="148384" y="28690"/>
                  <a:pt x="147308" y="28929"/>
                  <a:pt x="134823" y="24269"/>
                </a:cubicBezTo>
                <a:close/>
              </a:path>
            </a:pathLst>
          </a:custGeom>
          <a:solidFill>
            <a:srgbClr val="C7CAEA">
              <a:alpha val="52090"/>
            </a:srgbClr>
          </a:solidFill>
          <a:ln>
            <a:noFill/>
          </a:ln>
        </p:spPr>
      </p:sp>
      <p:sp>
        <p:nvSpPr>
          <p:cNvPr id="2390" name="Google Shape;2390;p52"/>
          <p:cNvSpPr/>
          <p:nvPr/>
        </p:nvSpPr>
        <p:spPr>
          <a:xfrm flipH="1" rot="-10413949">
            <a:off x="5830614" y="4010507"/>
            <a:ext cx="4684551" cy="2907998"/>
          </a:xfrm>
          <a:custGeom>
            <a:rect b="b" l="l" r="r" t="t"/>
            <a:pathLst>
              <a:path extrusionOk="0" h="140790" w="244167">
                <a:moveTo>
                  <a:pt x="134823" y="24269"/>
                </a:moveTo>
                <a:cubicBezTo>
                  <a:pt x="122338" y="19609"/>
                  <a:pt x="100115" y="3779"/>
                  <a:pt x="85001" y="971"/>
                </a:cubicBezTo>
                <a:cubicBezTo>
                  <a:pt x="69887" y="-1837"/>
                  <a:pt x="56864" y="1927"/>
                  <a:pt x="44140" y="7423"/>
                </a:cubicBezTo>
                <a:cubicBezTo>
                  <a:pt x="31416" y="12919"/>
                  <a:pt x="15943" y="24927"/>
                  <a:pt x="8655" y="33947"/>
                </a:cubicBezTo>
                <a:cubicBezTo>
                  <a:pt x="1367" y="42968"/>
                  <a:pt x="-843" y="52167"/>
                  <a:pt x="411" y="61546"/>
                </a:cubicBezTo>
                <a:cubicBezTo>
                  <a:pt x="1666" y="70925"/>
                  <a:pt x="3936" y="83710"/>
                  <a:pt x="16182" y="90221"/>
                </a:cubicBezTo>
                <a:cubicBezTo>
                  <a:pt x="28429" y="96733"/>
                  <a:pt x="57641" y="99002"/>
                  <a:pt x="73890" y="100615"/>
                </a:cubicBezTo>
                <a:cubicBezTo>
                  <a:pt x="90139" y="102228"/>
                  <a:pt x="100712" y="94641"/>
                  <a:pt x="113675" y="99898"/>
                </a:cubicBezTo>
                <a:cubicBezTo>
                  <a:pt x="126638" y="105155"/>
                  <a:pt x="140498" y="125347"/>
                  <a:pt x="151669" y="132157"/>
                </a:cubicBezTo>
                <a:cubicBezTo>
                  <a:pt x="162840" y="138967"/>
                  <a:pt x="169591" y="140880"/>
                  <a:pt x="180702" y="140760"/>
                </a:cubicBezTo>
                <a:cubicBezTo>
                  <a:pt x="191814" y="140641"/>
                  <a:pt x="208242" y="137593"/>
                  <a:pt x="218338" y="131440"/>
                </a:cubicBezTo>
                <a:cubicBezTo>
                  <a:pt x="228434" y="125287"/>
                  <a:pt x="237275" y="113997"/>
                  <a:pt x="241277" y="103841"/>
                </a:cubicBezTo>
                <a:cubicBezTo>
                  <a:pt x="245280" y="93686"/>
                  <a:pt x="244563" y="80961"/>
                  <a:pt x="242353" y="70507"/>
                </a:cubicBezTo>
                <a:cubicBezTo>
                  <a:pt x="240143" y="60053"/>
                  <a:pt x="234407" y="48582"/>
                  <a:pt x="228015" y="41115"/>
                </a:cubicBezTo>
                <a:cubicBezTo>
                  <a:pt x="221623" y="33648"/>
                  <a:pt x="215350" y="27734"/>
                  <a:pt x="204000" y="25703"/>
                </a:cubicBezTo>
                <a:cubicBezTo>
                  <a:pt x="192650" y="23672"/>
                  <a:pt x="171443" y="29168"/>
                  <a:pt x="159913" y="28929"/>
                </a:cubicBezTo>
                <a:cubicBezTo>
                  <a:pt x="148384" y="28690"/>
                  <a:pt x="147308" y="28929"/>
                  <a:pt x="134823" y="24269"/>
                </a:cubicBezTo>
                <a:close/>
              </a:path>
            </a:pathLst>
          </a:custGeom>
          <a:noFill/>
          <a:ln cap="flat" cmpd="sng" w="9525">
            <a:solidFill>
              <a:schemeClr val="dk2"/>
            </a:solidFill>
            <a:prstDash val="solid"/>
            <a:round/>
            <a:headEnd len="med" w="med" type="none"/>
            <a:tailEnd len="med" w="med" type="none"/>
          </a:ln>
        </p:spPr>
      </p:sp>
      <p:grpSp>
        <p:nvGrpSpPr>
          <p:cNvPr id="2391" name="Google Shape;2391;p52"/>
          <p:cNvGrpSpPr/>
          <p:nvPr/>
        </p:nvGrpSpPr>
        <p:grpSpPr>
          <a:xfrm>
            <a:off x="489503" y="1451633"/>
            <a:ext cx="1509508" cy="3691875"/>
            <a:chOff x="2192453" y="3383633"/>
            <a:chExt cx="1509508" cy="3691875"/>
          </a:xfrm>
        </p:grpSpPr>
        <p:sp>
          <p:nvSpPr>
            <p:cNvPr id="2392" name="Google Shape;2392;p52"/>
            <p:cNvSpPr/>
            <p:nvPr/>
          </p:nvSpPr>
          <p:spPr>
            <a:xfrm>
              <a:off x="3381302" y="4448663"/>
              <a:ext cx="45609" cy="137497"/>
            </a:xfrm>
            <a:custGeom>
              <a:rect b="b" l="l" r="r" t="t"/>
              <a:pathLst>
                <a:path extrusionOk="0" h="2463" w="817">
                  <a:moveTo>
                    <a:pt x="287" y="0"/>
                  </a:moveTo>
                  <a:cubicBezTo>
                    <a:pt x="262" y="0"/>
                    <a:pt x="237" y="14"/>
                    <a:pt x="227" y="46"/>
                  </a:cubicBezTo>
                  <a:cubicBezTo>
                    <a:pt x="1" y="864"/>
                    <a:pt x="161" y="1753"/>
                    <a:pt x="674" y="2437"/>
                  </a:cubicBezTo>
                  <a:cubicBezTo>
                    <a:pt x="687" y="2455"/>
                    <a:pt x="706" y="2463"/>
                    <a:pt x="725" y="2463"/>
                  </a:cubicBezTo>
                  <a:cubicBezTo>
                    <a:pt x="771" y="2463"/>
                    <a:pt x="816" y="2418"/>
                    <a:pt x="782" y="2374"/>
                  </a:cubicBezTo>
                  <a:cubicBezTo>
                    <a:pt x="290" y="1715"/>
                    <a:pt x="130" y="869"/>
                    <a:pt x="350" y="78"/>
                  </a:cubicBezTo>
                  <a:cubicBezTo>
                    <a:pt x="362" y="31"/>
                    <a:pt x="324" y="0"/>
                    <a:pt x="28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3" name="Google Shape;2393;p52"/>
            <p:cNvSpPr/>
            <p:nvPr/>
          </p:nvSpPr>
          <p:spPr>
            <a:xfrm>
              <a:off x="3220582" y="4484781"/>
              <a:ext cx="72907" cy="54541"/>
            </a:xfrm>
            <a:custGeom>
              <a:rect b="b" l="l" r="r" t="t"/>
              <a:pathLst>
                <a:path extrusionOk="0" h="977" w="1306">
                  <a:moveTo>
                    <a:pt x="1211" y="1"/>
                  </a:moveTo>
                  <a:cubicBezTo>
                    <a:pt x="1201" y="1"/>
                    <a:pt x="1190" y="3"/>
                    <a:pt x="1180" y="8"/>
                  </a:cubicBezTo>
                  <a:cubicBezTo>
                    <a:pt x="758" y="235"/>
                    <a:pt x="379" y="521"/>
                    <a:pt x="44" y="866"/>
                  </a:cubicBezTo>
                  <a:cubicBezTo>
                    <a:pt x="1" y="911"/>
                    <a:pt x="45" y="976"/>
                    <a:pt x="93" y="976"/>
                  </a:cubicBezTo>
                  <a:cubicBezTo>
                    <a:pt x="107" y="976"/>
                    <a:pt x="122" y="970"/>
                    <a:pt x="134" y="957"/>
                  </a:cubicBezTo>
                  <a:cubicBezTo>
                    <a:pt x="459" y="619"/>
                    <a:pt x="831" y="340"/>
                    <a:pt x="1242" y="117"/>
                  </a:cubicBezTo>
                  <a:cubicBezTo>
                    <a:pt x="1305" y="84"/>
                    <a:pt x="1269" y="1"/>
                    <a:pt x="121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4" name="Google Shape;2394;p52"/>
            <p:cNvSpPr/>
            <p:nvPr/>
          </p:nvSpPr>
          <p:spPr>
            <a:xfrm>
              <a:off x="3250448" y="4459158"/>
              <a:ext cx="20934" cy="52866"/>
            </a:xfrm>
            <a:custGeom>
              <a:rect b="b" l="l" r="r" t="t"/>
              <a:pathLst>
                <a:path extrusionOk="0" h="947" w="375">
                  <a:moveTo>
                    <a:pt x="296" y="0"/>
                  </a:moveTo>
                  <a:cubicBezTo>
                    <a:pt x="272" y="0"/>
                    <a:pt x="250" y="14"/>
                    <a:pt x="244" y="46"/>
                  </a:cubicBezTo>
                  <a:cubicBezTo>
                    <a:pt x="196" y="329"/>
                    <a:pt x="122" y="604"/>
                    <a:pt x="17" y="872"/>
                  </a:cubicBezTo>
                  <a:cubicBezTo>
                    <a:pt x="1" y="916"/>
                    <a:pt x="39" y="946"/>
                    <a:pt x="78" y="946"/>
                  </a:cubicBezTo>
                  <a:cubicBezTo>
                    <a:pt x="103" y="946"/>
                    <a:pt x="129" y="934"/>
                    <a:pt x="140" y="903"/>
                  </a:cubicBezTo>
                  <a:cubicBezTo>
                    <a:pt x="241" y="635"/>
                    <a:pt x="317" y="363"/>
                    <a:pt x="366" y="81"/>
                  </a:cubicBezTo>
                  <a:cubicBezTo>
                    <a:pt x="374" y="33"/>
                    <a:pt x="333" y="0"/>
                    <a:pt x="29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5" name="Google Shape;2395;p52"/>
            <p:cNvSpPr/>
            <p:nvPr/>
          </p:nvSpPr>
          <p:spPr>
            <a:xfrm>
              <a:off x="3119873" y="4032766"/>
              <a:ext cx="87813" cy="424103"/>
            </a:xfrm>
            <a:custGeom>
              <a:rect b="b" l="l" r="r" t="t"/>
              <a:pathLst>
                <a:path extrusionOk="0" h="7597" w="1573">
                  <a:moveTo>
                    <a:pt x="223" y="1"/>
                  </a:moveTo>
                  <a:cubicBezTo>
                    <a:pt x="199" y="1"/>
                    <a:pt x="175" y="14"/>
                    <a:pt x="168" y="46"/>
                  </a:cubicBezTo>
                  <a:cubicBezTo>
                    <a:pt x="29" y="698"/>
                    <a:pt x="298" y="1304"/>
                    <a:pt x="583" y="1872"/>
                  </a:cubicBezTo>
                  <a:cubicBezTo>
                    <a:pt x="907" y="2517"/>
                    <a:pt x="1294" y="3276"/>
                    <a:pt x="942" y="3991"/>
                  </a:cubicBezTo>
                  <a:cubicBezTo>
                    <a:pt x="809" y="4259"/>
                    <a:pt x="615" y="4489"/>
                    <a:pt x="523" y="4778"/>
                  </a:cubicBezTo>
                  <a:cubicBezTo>
                    <a:pt x="440" y="5036"/>
                    <a:pt x="454" y="5301"/>
                    <a:pt x="513" y="5562"/>
                  </a:cubicBezTo>
                  <a:cubicBezTo>
                    <a:pt x="670" y="6245"/>
                    <a:pt x="991" y="6893"/>
                    <a:pt x="1224" y="7552"/>
                  </a:cubicBezTo>
                  <a:cubicBezTo>
                    <a:pt x="1235" y="7583"/>
                    <a:pt x="1261" y="7596"/>
                    <a:pt x="1287" y="7596"/>
                  </a:cubicBezTo>
                  <a:cubicBezTo>
                    <a:pt x="1326" y="7596"/>
                    <a:pt x="1363" y="7566"/>
                    <a:pt x="1346" y="7520"/>
                  </a:cubicBezTo>
                  <a:cubicBezTo>
                    <a:pt x="1120" y="6879"/>
                    <a:pt x="820" y="6256"/>
                    <a:pt x="649" y="5593"/>
                  </a:cubicBezTo>
                  <a:cubicBezTo>
                    <a:pt x="559" y="5245"/>
                    <a:pt x="573" y="4918"/>
                    <a:pt x="737" y="4590"/>
                  </a:cubicBezTo>
                  <a:cubicBezTo>
                    <a:pt x="865" y="4339"/>
                    <a:pt x="1050" y="4116"/>
                    <a:pt x="1137" y="3845"/>
                  </a:cubicBezTo>
                  <a:cubicBezTo>
                    <a:pt x="1573" y="2486"/>
                    <a:pt x="1" y="1430"/>
                    <a:pt x="290" y="77"/>
                  </a:cubicBezTo>
                  <a:cubicBezTo>
                    <a:pt x="301" y="32"/>
                    <a:pt x="261" y="1"/>
                    <a:pt x="22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6" name="Google Shape;2396;p52"/>
            <p:cNvSpPr/>
            <p:nvPr/>
          </p:nvSpPr>
          <p:spPr>
            <a:xfrm>
              <a:off x="2549677" y="4202307"/>
              <a:ext cx="135431" cy="140902"/>
            </a:xfrm>
            <a:custGeom>
              <a:rect b="b" l="l" r="r" t="t"/>
              <a:pathLst>
                <a:path extrusionOk="0" h="2524" w="2426">
                  <a:moveTo>
                    <a:pt x="2335" y="1"/>
                  </a:moveTo>
                  <a:cubicBezTo>
                    <a:pt x="2321" y="1"/>
                    <a:pt x="2307" y="6"/>
                    <a:pt x="2295" y="20"/>
                  </a:cubicBezTo>
                  <a:cubicBezTo>
                    <a:pt x="1574" y="845"/>
                    <a:pt x="845" y="1668"/>
                    <a:pt x="48" y="2417"/>
                  </a:cubicBezTo>
                  <a:cubicBezTo>
                    <a:pt x="1" y="2461"/>
                    <a:pt x="44" y="2524"/>
                    <a:pt x="94" y="2524"/>
                  </a:cubicBezTo>
                  <a:cubicBezTo>
                    <a:pt x="108" y="2524"/>
                    <a:pt x="122" y="2519"/>
                    <a:pt x="134" y="2508"/>
                  </a:cubicBezTo>
                  <a:cubicBezTo>
                    <a:pt x="936" y="1755"/>
                    <a:pt x="1664" y="936"/>
                    <a:pt x="2386" y="110"/>
                  </a:cubicBezTo>
                  <a:cubicBezTo>
                    <a:pt x="2426" y="65"/>
                    <a:pt x="2381" y="1"/>
                    <a:pt x="233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7" name="Google Shape;2397;p52"/>
            <p:cNvSpPr/>
            <p:nvPr/>
          </p:nvSpPr>
          <p:spPr>
            <a:xfrm>
              <a:off x="2329949" y="4479366"/>
              <a:ext cx="108245" cy="15910"/>
            </a:xfrm>
            <a:custGeom>
              <a:rect b="b" l="l" r="r" t="t"/>
              <a:pathLst>
                <a:path extrusionOk="0" h="285" w="1939">
                  <a:moveTo>
                    <a:pt x="1858" y="1"/>
                  </a:moveTo>
                  <a:cubicBezTo>
                    <a:pt x="1857" y="1"/>
                    <a:pt x="1855" y="1"/>
                    <a:pt x="1854" y="1"/>
                  </a:cubicBezTo>
                  <a:cubicBezTo>
                    <a:pt x="1259" y="15"/>
                    <a:pt x="666" y="68"/>
                    <a:pt x="77" y="161"/>
                  </a:cubicBezTo>
                  <a:cubicBezTo>
                    <a:pt x="0" y="175"/>
                    <a:pt x="30" y="284"/>
                    <a:pt x="103" y="284"/>
                  </a:cubicBezTo>
                  <a:cubicBezTo>
                    <a:pt x="106" y="284"/>
                    <a:pt x="109" y="284"/>
                    <a:pt x="112" y="284"/>
                  </a:cubicBezTo>
                  <a:cubicBezTo>
                    <a:pt x="687" y="193"/>
                    <a:pt x="1269" y="141"/>
                    <a:pt x="1854" y="126"/>
                  </a:cubicBezTo>
                  <a:cubicBezTo>
                    <a:pt x="1937" y="126"/>
                    <a:pt x="1938" y="1"/>
                    <a:pt x="1858" y="1"/>
                  </a:cubicBezTo>
                  <a:close/>
                </a:path>
              </a:pathLst>
            </a:custGeom>
            <a:solidFill>
              <a:srgbClr val="41B0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8" name="Google Shape;2398;p52"/>
            <p:cNvSpPr/>
            <p:nvPr/>
          </p:nvSpPr>
          <p:spPr>
            <a:xfrm>
              <a:off x="2374219" y="4463735"/>
              <a:ext cx="37347" cy="23112"/>
            </a:xfrm>
            <a:custGeom>
              <a:rect b="b" l="l" r="r" t="t"/>
              <a:pathLst>
                <a:path extrusionOk="0" h="414" w="669">
                  <a:moveTo>
                    <a:pt x="77" y="1"/>
                  </a:moveTo>
                  <a:cubicBezTo>
                    <a:pt x="21" y="1"/>
                    <a:pt x="0" y="100"/>
                    <a:pt x="69" y="128"/>
                  </a:cubicBezTo>
                  <a:cubicBezTo>
                    <a:pt x="233" y="197"/>
                    <a:pt x="389" y="288"/>
                    <a:pt x="532" y="400"/>
                  </a:cubicBezTo>
                  <a:cubicBezTo>
                    <a:pt x="545" y="410"/>
                    <a:pt x="559" y="414"/>
                    <a:pt x="572" y="414"/>
                  </a:cubicBezTo>
                  <a:cubicBezTo>
                    <a:pt x="624" y="414"/>
                    <a:pt x="669" y="351"/>
                    <a:pt x="619" y="313"/>
                  </a:cubicBezTo>
                  <a:cubicBezTo>
                    <a:pt x="458" y="184"/>
                    <a:pt x="288" y="86"/>
                    <a:pt x="100" y="6"/>
                  </a:cubicBezTo>
                  <a:cubicBezTo>
                    <a:pt x="92" y="2"/>
                    <a:pt x="84" y="1"/>
                    <a:pt x="77" y="1"/>
                  </a:cubicBezTo>
                  <a:close/>
                </a:path>
              </a:pathLst>
            </a:custGeom>
            <a:solidFill>
              <a:srgbClr val="41B0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9" name="Google Shape;2399;p52"/>
            <p:cNvSpPr/>
            <p:nvPr/>
          </p:nvSpPr>
          <p:spPr>
            <a:xfrm>
              <a:off x="2582837" y="3383633"/>
              <a:ext cx="496508" cy="428066"/>
            </a:xfrm>
            <a:custGeom>
              <a:rect b="b" l="l" r="r" t="t"/>
              <a:pathLst>
                <a:path extrusionOk="0" h="7668" w="8894">
                  <a:moveTo>
                    <a:pt x="4700" y="1"/>
                  </a:moveTo>
                  <a:cubicBezTo>
                    <a:pt x="2810" y="1"/>
                    <a:pt x="1751" y="1368"/>
                    <a:pt x="1600" y="2841"/>
                  </a:cubicBezTo>
                  <a:cubicBezTo>
                    <a:pt x="1433" y="4486"/>
                    <a:pt x="0" y="4023"/>
                    <a:pt x="523" y="5684"/>
                  </a:cubicBezTo>
                  <a:cubicBezTo>
                    <a:pt x="771" y="6472"/>
                    <a:pt x="761" y="7134"/>
                    <a:pt x="314" y="7521"/>
                  </a:cubicBezTo>
                  <a:lnTo>
                    <a:pt x="8360" y="7667"/>
                  </a:lnTo>
                  <a:cubicBezTo>
                    <a:pt x="8893" y="6800"/>
                    <a:pt x="8203" y="6608"/>
                    <a:pt x="7952" y="6065"/>
                  </a:cubicBezTo>
                  <a:cubicBezTo>
                    <a:pt x="7370" y="4799"/>
                    <a:pt x="8141" y="4706"/>
                    <a:pt x="7973" y="2736"/>
                  </a:cubicBezTo>
                  <a:cubicBezTo>
                    <a:pt x="7806" y="765"/>
                    <a:pt x="5771" y="134"/>
                    <a:pt x="5771" y="134"/>
                  </a:cubicBezTo>
                  <a:cubicBezTo>
                    <a:pt x="5388" y="43"/>
                    <a:pt x="5031" y="1"/>
                    <a:pt x="47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0" name="Google Shape;2400;p52"/>
            <p:cNvSpPr/>
            <p:nvPr/>
          </p:nvSpPr>
          <p:spPr>
            <a:xfrm>
              <a:off x="2670203" y="3441077"/>
              <a:ext cx="338467" cy="316416"/>
            </a:xfrm>
            <a:custGeom>
              <a:rect b="b" l="l" r="r" t="t"/>
              <a:pathLst>
                <a:path extrusionOk="0" h="5668" w="6063">
                  <a:moveTo>
                    <a:pt x="3677" y="1"/>
                  </a:moveTo>
                  <a:cubicBezTo>
                    <a:pt x="3630" y="1"/>
                    <a:pt x="3584" y="2"/>
                    <a:pt x="3537" y="4"/>
                  </a:cubicBezTo>
                  <a:cubicBezTo>
                    <a:pt x="0" y="171"/>
                    <a:pt x="927" y="2300"/>
                    <a:pt x="1272" y="3280"/>
                  </a:cubicBezTo>
                  <a:cubicBezTo>
                    <a:pt x="1512" y="3962"/>
                    <a:pt x="1721" y="4179"/>
                    <a:pt x="2272" y="4822"/>
                  </a:cubicBezTo>
                  <a:cubicBezTo>
                    <a:pt x="2763" y="5398"/>
                    <a:pt x="3565" y="5655"/>
                    <a:pt x="3966" y="5666"/>
                  </a:cubicBezTo>
                  <a:cubicBezTo>
                    <a:pt x="4000" y="5667"/>
                    <a:pt x="4033" y="5667"/>
                    <a:pt x="4066" y="5667"/>
                  </a:cubicBezTo>
                  <a:cubicBezTo>
                    <a:pt x="5458" y="5667"/>
                    <a:pt x="6063" y="5024"/>
                    <a:pt x="5777" y="3108"/>
                  </a:cubicBezTo>
                  <a:cubicBezTo>
                    <a:pt x="5596" y="1889"/>
                    <a:pt x="5896" y="1185"/>
                    <a:pt x="5558" y="732"/>
                  </a:cubicBezTo>
                  <a:cubicBezTo>
                    <a:pt x="5537" y="711"/>
                    <a:pt x="5513" y="691"/>
                    <a:pt x="5492" y="670"/>
                  </a:cubicBezTo>
                  <a:cubicBezTo>
                    <a:pt x="4990" y="233"/>
                    <a:pt x="4343" y="1"/>
                    <a:pt x="3677" y="1"/>
                  </a:cubicBezTo>
                  <a:close/>
                </a:path>
              </a:pathLst>
            </a:custGeom>
            <a:solidFill>
              <a:srgbClr val="FDA1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1" name="Google Shape;2401;p52"/>
            <p:cNvSpPr/>
            <p:nvPr/>
          </p:nvSpPr>
          <p:spPr>
            <a:xfrm>
              <a:off x="2702860" y="3419920"/>
              <a:ext cx="298999" cy="195890"/>
            </a:xfrm>
            <a:custGeom>
              <a:rect b="b" l="l" r="r" t="t"/>
              <a:pathLst>
                <a:path extrusionOk="0" h="3509" w="5356">
                  <a:moveTo>
                    <a:pt x="3093" y="0"/>
                  </a:moveTo>
                  <a:cubicBezTo>
                    <a:pt x="1550" y="0"/>
                    <a:pt x="493" y="921"/>
                    <a:pt x="266" y="1568"/>
                  </a:cubicBezTo>
                  <a:cubicBezTo>
                    <a:pt x="1" y="2321"/>
                    <a:pt x="34" y="3509"/>
                    <a:pt x="381" y="3509"/>
                  </a:cubicBezTo>
                  <a:cubicBezTo>
                    <a:pt x="413" y="3509"/>
                    <a:pt x="447" y="3499"/>
                    <a:pt x="485" y="3477"/>
                  </a:cubicBezTo>
                  <a:cubicBezTo>
                    <a:pt x="931" y="3223"/>
                    <a:pt x="1436" y="3160"/>
                    <a:pt x="1732" y="2990"/>
                  </a:cubicBezTo>
                  <a:cubicBezTo>
                    <a:pt x="2028" y="2822"/>
                    <a:pt x="1972" y="1979"/>
                    <a:pt x="1972" y="1979"/>
                  </a:cubicBezTo>
                  <a:cubicBezTo>
                    <a:pt x="2520" y="1174"/>
                    <a:pt x="3102" y="914"/>
                    <a:pt x="3626" y="914"/>
                  </a:cubicBezTo>
                  <a:cubicBezTo>
                    <a:pt x="4589" y="914"/>
                    <a:pt x="5356" y="1794"/>
                    <a:pt x="5356" y="1794"/>
                  </a:cubicBezTo>
                  <a:cubicBezTo>
                    <a:pt x="5335" y="1108"/>
                    <a:pt x="4457" y="230"/>
                    <a:pt x="4457" y="230"/>
                  </a:cubicBezTo>
                  <a:cubicBezTo>
                    <a:pt x="3971" y="69"/>
                    <a:pt x="3514" y="0"/>
                    <a:pt x="309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2" name="Google Shape;2402;p52"/>
            <p:cNvSpPr/>
            <p:nvPr/>
          </p:nvSpPr>
          <p:spPr>
            <a:xfrm>
              <a:off x="2846777" y="3458941"/>
              <a:ext cx="98699" cy="64255"/>
            </a:xfrm>
            <a:custGeom>
              <a:rect b="b" l="l" r="r" t="t"/>
              <a:pathLst>
                <a:path extrusionOk="0" h="1151" w="1768">
                  <a:moveTo>
                    <a:pt x="1285" y="1"/>
                  </a:moveTo>
                  <a:cubicBezTo>
                    <a:pt x="1142" y="1"/>
                    <a:pt x="1029" y="46"/>
                    <a:pt x="1029" y="46"/>
                  </a:cubicBezTo>
                  <a:cubicBezTo>
                    <a:pt x="820" y="848"/>
                    <a:pt x="1" y="1141"/>
                    <a:pt x="1" y="1141"/>
                  </a:cubicBezTo>
                  <a:cubicBezTo>
                    <a:pt x="76" y="1147"/>
                    <a:pt x="148" y="1150"/>
                    <a:pt x="217" y="1150"/>
                  </a:cubicBezTo>
                  <a:cubicBezTo>
                    <a:pt x="1365" y="1150"/>
                    <a:pt x="1768" y="308"/>
                    <a:pt x="1768" y="308"/>
                  </a:cubicBezTo>
                  <a:cubicBezTo>
                    <a:pt x="1649" y="59"/>
                    <a:pt x="1448" y="1"/>
                    <a:pt x="128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3" name="Google Shape;2403;p52"/>
            <p:cNvSpPr/>
            <p:nvPr/>
          </p:nvSpPr>
          <p:spPr>
            <a:xfrm>
              <a:off x="2956473" y="3651258"/>
              <a:ext cx="73856" cy="70842"/>
            </a:xfrm>
            <a:custGeom>
              <a:rect b="b" l="l" r="r" t="t"/>
              <a:pathLst>
                <a:path extrusionOk="0" h="1269" w="1323">
                  <a:moveTo>
                    <a:pt x="662" y="140"/>
                  </a:moveTo>
                  <a:cubicBezTo>
                    <a:pt x="915" y="140"/>
                    <a:pt x="1131" y="339"/>
                    <a:pt x="1151" y="598"/>
                  </a:cubicBezTo>
                  <a:cubicBezTo>
                    <a:pt x="1172" y="866"/>
                    <a:pt x="970" y="1103"/>
                    <a:pt x="698" y="1124"/>
                  </a:cubicBezTo>
                  <a:cubicBezTo>
                    <a:pt x="686" y="1125"/>
                    <a:pt x="673" y="1126"/>
                    <a:pt x="660" y="1126"/>
                  </a:cubicBezTo>
                  <a:cubicBezTo>
                    <a:pt x="407" y="1126"/>
                    <a:pt x="188" y="930"/>
                    <a:pt x="168" y="671"/>
                  </a:cubicBezTo>
                  <a:cubicBezTo>
                    <a:pt x="147" y="403"/>
                    <a:pt x="353" y="163"/>
                    <a:pt x="625" y="142"/>
                  </a:cubicBezTo>
                  <a:cubicBezTo>
                    <a:pt x="637" y="141"/>
                    <a:pt x="650" y="140"/>
                    <a:pt x="662" y="140"/>
                  </a:cubicBezTo>
                  <a:close/>
                  <a:moveTo>
                    <a:pt x="662" y="0"/>
                  </a:moveTo>
                  <a:cubicBezTo>
                    <a:pt x="645" y="0"/>
                    <a:pt x="628" y="1"/>
                    <a:pt x="611" y="2"/>
                  </a:cubicBezTo>
                  <a:cubicBezTo>
                    <a:pt x="263" y="26"/>
                    <a:pt x="1" y="333"/>
                    <a:pt x="29" y="685"/>
                  </a:cubicBezTo>
                  <a:cubicBezTo>
                    <a:pt x="52" y="1016"/>
                    <a:pt x="331" y="1269"/>
                    <a:pt x="657" y="1269"/>
                  </a:cubicBezTo>
                  <a:cubicBezTo>
                    <a:pt x="674" y="1269"/>
                    <a:pt x="691" y="1268"/>
                    <a:pt x="708" y="1267"/>
                  </a:cubicBezTo>
                  <a:cubicBezTo>
                    <a:pt x="1060" y="1242"/>
                    <a:pt x="1322" y="936"/>
                    <a:pt x="1294" y="584"/>
                  </a:cubicBezTo>
                  <a:cubicBezTo>
                    <a:pt x="1271" y="252"/>
                    <a:pt x="992" y="0"/>
                    <a:pt x="66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4" name="Google Shape;2404;p52"/>
            <p:cNvSpPr/>
            <p:nvPr/>
          </p:nvSpPr>
          <p:spPr>
            <a:xfrm>
              <a:off x="2852527" y="3550327"/>
              <a:ext cx="47284" cy="29699"/>
            </a:xfrm>
            <a:custGeom>
              <a:rect b="b" l="l" r="r" t="t"/>
              <a:pathLst>
                <a:path extrusionOk="0" h="532" w="847">
                  <a:moveTo>
                    <a:pt x="547" y="0"/>
                  </a:moveTo>
                  <a:cubicBezTo>
                    <a:pt x="310" y="0"/>
                    <a:pt x="96" y="151"/>
                    <a:pt x="27" y="388"/>
                  </a:cubicBezTo>
                  <a:cubicBezTo>
                    <a:pt x="1" y="478"/>
                    <a:pt x="70" y="531"/>
                    <a:pt x="143" y="531"/>
                  </a:cubicBezTo>
                  <a:cubicBezTo>
                    <a:pt x="198" y="531"/>
                    <a:pt x="255" y="501"/>
                    <a:pt x="274" y="434"/>
                  </a:cubicBezTo>
                  <a:cubicBezTo>
                    <a:pt x="311" y="310"/>
                    <a:pt x="427" y="256"/>
                    <a:pt x="544" y="256"/>
                  </a:cubicBezTo>
                  <a:cubicBezTo>
                    <a:pt x="583" y="256"/>
                    <a:pt x="622" y="262"/>
                    <a:pt x="658" y="273"/>
                  </a:cubicBezTo>
                  <a:cubicBezTo>
                    <a:pt x="671" y="277"/>
                    <a:pt x="683" y="279"/>
                    <a:pt x="695" y="279"/>
                  </a:cubicBezTo>
                  <a:cubicBezTo>
                    <a:pt x="820" y="279"/>
                    <a:pt x="846" y="64"/>
                    <a:pt x="703" y="22"/>
                  </a:cubicBezTo>
                  <a:cubicBezTo>
                    <a:pt x="651" y="7"/>
                    <a:pt x="598" y="0"/>
                    <a:pt x="547" y="0"/>
                  </a:cubicBezTo>
                  <a:close/>
                </a:path>
              </a:pathLst>
            </a:custGeom>
            <a:solidFill>
              <a:srgbClr val="2729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5" name="Google Shape;2405;p52"/>
            <p:cNvSpPr/>
            <p:nvPr/>
          </p:nvSpPr>
          <p:spPr>
            <a:xfrm>
              <a:off x="2935148" y="3542232"/>
              <a:ext cx="49796" cy="28750"/>
            </a:xfrm>
            <a:custGeom>
              <a:rect b="b" l="l" r="r" t="t"/>
              <a:pathLst>
                <a:path extrusionOk="0" h="515" w="892">
                  <a:moveTo>
                    <a:pt x="297" y="1"/>
                  </a:moveTo>
                  <a:cubicBezTo>
                    <a:pt x="246" y="1"/>
                    <a:pt x="194" y="9"/>
                    <a:pt x="139" y="28"/>
                  </a:cubicBezTo>
                  <a:cubicBezTo>
                    <a:pt x="1" y="75"/>
                    <a:pt x="58" y="273"/>
                    <a:pt x="183" y="273"/>
                  </a:cubicBezTo>
                  <a:cubicBezTo>
                    <a:pt x="197" y="273"/>
                    <a:pt x="211" y="270"/>
                    <a:pt x="226" y="265"/>
                  </a:cubicBezTo>
                  <a:cubicBezTo>
                    <a:pt x="251" y="256"/>
                    <a:pt x="276" y="252"/>
                    <a:pt x="299" y="252"/>
                  </a:cubicBezTo>
                  <a:cubicBezTo>
                    <a:pt x="436" y="252"/>
                    <a:pt x="549" y="385"/>
                    <a:pt x="641" y="477"/>
                  </a:cubicBezTo>
                  <a:cubicBezTo>
                    <a:pt x="666" y="504"/>
                    <a:pt x="693" y="514"/>
                    <a:pt x="719" y="514"/>
                  </a:cubicBezTo>
                  <a:cubicBezTo>
                    <a:pt x="811" y="514"/>
                    <a:pt x="892" y="376"/>
                    <a:pt x="805" y="286"/>
                  </a:cubicBezTo>
                  <a:cubicBezTo>
                    <a:pt x="660" y="136"/>
                    <a:pt x="495" y="1"/>
                    <a:pt x="297" y="1"/>
                  </a:cubicBezTo>
                  <a:close/>
                </a:path>
              </a:pathLst>
            </a:custGeom>
            <a:solidFill>
              <a:srgbClr val="2729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6" name="Google Shape;2406;p52"/>
            <p:cNvSpPr/>
            <p:nvPr/>
          </p:nvSpPr>
          <p:spPr>
            <a:xfrm>
              <a:off x="2620962" y="4730523"/>
              <a:ext cx="109139" cy="150589"/>
            </a:xfrm>
            <a:custGeom>
              <a:rect b="b" l="l" r="r" t="t"/>
              <a:pathLst>
                <a:path extrusionOk="0" h="4792" w="3473">
                  <a:moveTo>
                    <a:pt x="3343" y="0"/>
                  </a:moveTo>
                  <a:cubicBezTo>
                    <a:pt x="3300" y="0"/>
                    <a:pt x="3258" y="22"/>
                    <a:pt x="3241" y="73"/>
                  </a:cubicBezTo>
                  <a:cubicBezTo>
                    <a:pt x="2656" y="1819"/>
                    <a:pt x="1942" y="3819"/>
                    <a:pt x="109" y="4599"/>
                  </a:cubicBezTo>
                  <a:cubicBezTo>
                    <a:pt x="0" y="4645"/>
                    <a:pt x="68" y="4791"/>
                    <a:pt x="170" y="4791"/>
                  </a:cubicBezTo>
                  <a:cubicBezTo>
                    <a:pt x="185" y="4791"/>
                    <a:pt x="201" y="4788"/>
                    <a:pt x="217" y="4781"/>
                  </a:cubicBezTo>
                  <a:cubicBezTo>
                    <a:pt x="2099" y="3980"/>
                    <a:pt x="2844" y="1923"/>
                    <a:pt x="3447" y="129"/>
                  </a:cubicBezTo>
                  <a:cubicBezTo>
                    <a:pt x="3472" y="51"/>
                    <a:pt x="3407" y="0"/>
                    <a:pt x="334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7" name="Google Shape;2407;p52"/>
            <p:cNvSpPr/>
            <p:nvPr/>
          </p:nvSpPr>
          <p:spPr>
            <a:xfrm>
              <a:off x="2846052" y="6654308"/>
              <a:ext cx="230725" cy="326632"/>
            </a:xfrm>
            <a:custGeom>
              <a:rect b="b" l="l" r="r" t="t"/>
              <a:pathLst>
                <a:path extrusionOk="0" h="5851" w="4133">
                  <a:moveTo>
                    <a:pt x="1398" y="1"/>
                  </a:moveTo>
                  <a:lnTo>
                    <a:pt x="0" y="5332"/>
                  </a:lnTo>
                  <a:cubicBezTo>
                    <a:pt x="418" y="5673"/>
                    <a:pt x="716" y="5850"/>
                    <a:pt x="1005" y="5850"/>
                  </a:cubicBezTo>
                  <a:cubicBezTo>
                    <a:pt x="1277" y="5850"/>
                    <a:pt x="1541" y="5693"/>
                    <a:pt x="1889" y="5367"/>
                  </a:cubicBezTo>
                  <a:lnTo>
                    <a:pt x="4132" y="1063"/>
                  </a:lnTo>
                  <a:lnTo>
                    <a:pt x="1398" y="1"/>
                  </a:lnTo>
                  <a:close/>
                </a:path>
              </a:pathLst>
            </a:custGeom>
            <a:solidFill>
              <a:srgbClr val="FDA1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8" name="Google Shape;2408;p52"/>
            <p:cNvSpPr/>
            <p:nvPr/>
          </p:nvSpPr>
          <p:spPr>
            <a:xfrm>
              <a:off x="2834552" y="6919366"/>
              <a:ext cx="274324" cy="156143"/>
            </a:xfrm>
            <a:custGeom>
              <a:rect b="b" l="l" r="r" t="t"/>
              <a:pathLst>
                <a:path extrusionOk="0" h="2797" w="4914">
                  <a:moveTo>
                    <a:pt x="1702" y="0"/>
                  </a:moveTo>
                  <a:cubicBezTo>
                    <a:pt x="1062" y="0"/>
                    <a:pt x="739" y="820"/>
                    <a:pt x="739" y="820"/>
                  </a:cubicBezTo>
                  <a:cubicBezTo>
                    <a:pt x="739" y="820"/>
                    <a:pt x="266" y="611"/>
                    <a:pt x="272" y="273"/>
                  </a:cubicBezTo>
                  <a:lnTo>
                    <a:pt x="272" y="273"/>
                  </a:lnTo>
                  <a:cubicBezTo>
                    <a:pt x="272" y="273"/>
                    <a:pt x="46" y="319"/>
                    <a:pt x="31" y="671"/>
                  </a:cubicBezTo>
                  <a:cubicBezTo>
                    <a:pt x="1" y="1560"/>
                    <a:pt x="31" y="1605"/>
                    <a:pt x="31" y="2051"/>
                  </a:cubicBezTo>
                  <a:lnTo>
                    <a:pt x="31" y="2796"/>
                  </a:lnTo>
                  <a:lnTo>
                    <a:pt x="4816" y="2796"/>
                  </a:lnTo>
                  <a:cubicBezTo>
                    <a:pt x="4816" y="2796"/>
                    <a:pt x="4914" y="2612"/>
                    <a:pt x="4907" y="2357"/>
                  </a:cubicBezTo>
                  <a:cubicBezTo>
                    <a:pt x="4903" y="2214"/>
                    <a:pt x="4865" y="2047"/>
                    <a:pt x="4756" y="1877"/>
                  </a:cubicBezTo>
                  <a:cubicBezTo>
                    <a:pt x="4457" y="1399"/>
                    <a:pt x="2680" y="820"/>
                    <a:pt x="2680" y="820"/>
                  </a:cubicBezTo>
                  <a:cubicBezTo>
                    <a:pt x="2680" y="820"/>
                    <a:pt x="2419" y="40"/>
                    <a:pt x="1746" y="2"/>
                  </a:cubicBezTo>
                  <a:cubicBezTo>
                    <a:pt x="1731" y="1"/>
                    <a:pt x="1717" y="0"/>
                    <a:pt x="170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9" name="Google Shape;2409;p52"/>
            <p:cNvSpPr/>
            <p:nvPr/>
          </p:nvSpPr>
          <p:spPr>
            <a:xfrm>
              <a:off x="2836282" y="7050945"/>
              <a:ext cx="272593" cy="24563"/>
            </a:xfrm>
            <a:custGeom>
              <a:rect b="b" l="l" r="r" t="t"/>
              <a:pathLst>
                <a:path extrusionOk="0" h="440" w="4883">
                  <a:moveTo>
                    <a:pt x="0" y="0"/>
                  </a:moveTo>
                  <a:lnTo>
                    <a:pt x="0" y="439"/>
                  </a:lnTo>
                  <a:lnTo>
                    <a:pt x="4785" y="439"/>
                  </a:lnTo>
                  <a:cubicBezTo>
                    <a:pt x="4785" y="439"/>
                    <a:pt x="4883" y="255"/>
                    <a:pt x="4876" y="0"/>
                  </a:cubicBezTo>
                  <a:close/>
                </a:path>
              </a:pathLst>
            </a:custGeom>
            <a:solidFill>
              <a:srgbClr val="2729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0" name="Google Shape;2410;p52"/>
            <p:cNvSpPr/>
            <p:nvPr/>
          </p:nvSpPr>
          <p:spPr>
            <a:xfrm>
              <a:off x="2834161" y="6988421"/>
              <a:ext cx="52364" cy="78937"/>
            </a:xfrm>
            <a:custGeom>
              <a:rect b="b" l="l" r="r" t="t"/>
              <a:pathLst>
                <a:path extrusionOk="0" h="1414" w="938">
                  <a:moveTo>
                    <a:pt x="79" y="0"/>
                  </a:moveTo>
                  <a:cubicBezTo>
                    <a:pt x="31" y="0"/>
                    <a:pt x="0" y="73"/>
                    <a:pt x="53" y="103"/>
                  </a:cubicBezTo>
                  <a:cubicBezTo>
                    <a:pt x="498" y="371"/>
                    <a:pt x="788" y="838"/>
                    <a:pt x="823" y="1360"/>
                  </a:cubicBezTo>
                  <a:cubicBezTo>
                    <a:pt x="826" y="1396"/>
                    <a:pt x="856" y="1413"/>
                    <a:pt x="884" y="1413"/>
                  </a:cubicBezTo>
                  <a:cubicBezTo>
                    <a:pt x="912" y="1413"/>
                    <a:pt x="938" y="1396"/>
                    <a:pt x="934" y="1360"/>
                  </a:cubicBezTo>
                  <a:cubicBezTo>
                    <a:pt x="896" y="799"/>
                    <a:pt x="590" y="298"/>
                    <a:pt x="109" y="9"/>
                  </a:cubicBezTo>
                  <a:cubicBezTo>
                    <a:pt x="99" y="3"/>
                    <a:pt x="89" y="0"/>
                    <a:pt x="79" y="0"/>
                  </a:cubicBezTo>
                  <a:close/>
                </a:path>
              </a:pathLst>
            </a:custGeom>
            <a:solidFill>
              <a:srgbClr val="2729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1" name="Google Shape;2411;p52"/>
            <p:cNvSpPr/>
            <p:nvPr/>
          </p:nvSpPr>
          <p:spPr>
            <a:xfrm>
              <a:off x="2472750" y="6654308"/>
              <a:ext cx="188130" cy="322334"/>
            </a:xfrm>
            <a:custGeom>
              <a:rect b="b" l="l" r="r" t="t"/>
              <a:pathLst>
                <a:path extrusionOk="0" h="5774" w="3370">
                  <a:moveTo>
                    <a:pt x="603" y="1"/>
                  </a:moveTo>
                  <a:lnTo>
                    <a:pt x="1" y="4914"/>
                  </a:lnTo>
                  <a:cubicBezTo>
                    <a:pt x="343" y="5153"/>
                    <a:pt x="691" y="5774"/>
                    <a:pt x="1150" y="5774"/>
                  </a:cubicBezTo>
                  <a:cubicBezTo>
                    <a:pt x="1299" y="5774"/>
                    <a:pt x="1459" y="5709"/>
                    <a:pt x="1635" y="5544"/>
                  </a:cubicBezTo>
                  <a:lnTo>
                    <a:pt x="3370" y="684"/>
                  </a:lnTo>
                  <a:lnTo>
                    <a:pt x="603" y="1"/>
                  </a:lnTo>
                  <a:close/>
                </a:path>
              </a:pathLst>
            </a:custGeom>
            <a:solidFill>
              <a:srgbClr val="FDA1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2" name="Google Shape;2412;p52"/>
            <p:cNvSpPr/>
            <p:nvPr/>
          </p:nvSpPr>
          <p:spPr>
            <a:xfrm>
              <a:off x="2353731" y="6919366"/>
              <a:ext cx="233237" cy="156143"/>
            </a:xfrm>
            <a:custGeom>
              <a:rect b="b" l="l" r="r" t="t"/>
              <a:pathLst>
                <a:path extrusionOk="0" h="2797" w="4178">
                  <a:moveTo>
                    <a:pt x="2363" y="0"/>
                  </a:moveTo>
                  <a:cubicBezTo>
                    <a:pt x="2351" y="0"/>
                    <a:pt x="2339" y="1"/>
                    <a:pt x="2327" y="2"/>
                  </a:cubicBezTo>
                  <a:cubicBezTo>
                    <a:pt x="1787" y="37"/>
                    <a:pt x="1795" y="820"/>
                    <a:pt x="1795" y="820"/>
                  </a:cubicBezTo>
                  <a:cubicBezTo>
                    <a:pt x="1795" y="820"/>
                    <a:pt x="370" y="1399"/>
                    <a:pt x="129" y="1877"/>
                  </a:cubicBezTo>
                  <a:cubicBezTo>
                    <a:pt x="42" y="2047"/>
                    <a:pt x="14" y="2214"/>
                    <a:pt x="7" y="2357"/>
                  </a:cubicBezTo>
                  <a:cubicBezTo>
                    <a:pt x="0" y="2612"/>
                    <a:pt x="80" y="2796"/>
                    <a:pt x="80" y="2796"/>
                  </a:cubicBezTo>
                  <a:lnTo>
                    <a:pt x="3916" y="2796"/>
                  </a:lnTo>
                  <a:lnTo>
                    <a:pt x="3916" y="2051"/>
                  </a:lnTo>
                  <a:cubicBezTo>
                    <a:pt x="3916" y="1605"/>
                    <a:pt x="3955" y="1396"/>
                    <a:pt x="4101" y="733"/>
                  </a:cubicBezTo>
                  <a:cubicBezTo>
                    <a:pt x="4178" y="389"/>
                    <a:pt x="3972" y="214"/>
                    <a:pt x="3972" y="214"/>
                  </a:cubicBezTo>
                  <a:lnTo>
                    <a:pt x="3972" y="214"/>
                  </a:lnTo>
                  <a:cubicBezTo>
                    <a:pt x="3979" y="552"/>
                    <a:pt x="3348" y="820"/>
                    <a:pt x="3348" y="820"/>
                  </a:cubicBezTo>
                  <a:cubicBezTo>
                    <a:pt x="3348" y="820"/>
                    <a:pt x="2885" y="0"/>
                    <a:pt x="236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3" name="Google Shape;2413;p52"/>
            <p:cNvSpPr/>
            <p:nvPr/>
          </p:nvSpPr>
          <p:spPr>
            <a:xfrm>
              <a:off x="2353731" y="7050945"/>
              <a:ext cx="218667" cy="24563"/>
            </a:xfrm>
            <a:custGeom>
              <a:rect b="b" l="l" r="r" t="t"/>
              <a:pathLst>
                <a:path extrusionOk="0" h="440" w="3917">
                  <a:moveTo>
                    <a:pt x="7" y="0"/>
                  </a:moveTo>
                  <a:cubicBezTo>
                    <a:pt x="0" y="255"/>
                    <a:pt x="80" y="439"/>
                    <a:pt x="80" y="439"/>
                  </a:cubicBezTo>
                  <a:lnTo>
                    <a:pt x="3916" y="439"/>
                  </a:lnTo>
                  <a:lnTo>
                    <a:pt x="3916" y="0"/>
                  </a:lnTo>
                  <a:close/>
                </a:path>
              </a:pathLst>
            </a:custGeom>
            <a:solidFill>
              <a:srgbClr val="2729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4" name="Google Shape;2414;p52"/>
            <p:cNvSpPr/>
            <p:nvPr/>
          </p:nvSpPr>
          <p:spPr>
            <a:xfrm>
              <a:off x="2522043" y="6988421"/>
              <a:ext cx="52364" cy="78937"/>
            </a:xfrm>
            <a:custGeom>
              <a:rect b="b" l="l" r="r" t="t"/>
              <a:pathLst>
                <a:path extrusionOk="0" h="1414" w="938">
                  <a:moveTo>
                    <a:pt x="858" y="0"/>
                  </a:moveTo>
                  <a:cubicBezTo>
                    <a:pt x="848" y="0"/>
                    <a:pt x="839" y="3"/>
                    <a:pt x="829" y="9"/>
                  </a:cubicBezTo>
                  <a:cubicBezTo>
                    <a:pt x="348" y="298"/>
                    <a:pt x="41" y="799"/>
                    <a:pt x="2" y="1360"/>
                  </a:cubicBezTo>
                  <a:cubicBezTo>
                    <a:pt x="1" y="1396"/>
                    <a:pt x="28" y="1413"/>
                    <a:pt x="56" y="1413"/>
                  </a:cubicBezTo>
                  <a:cubicBezTo>
                    <a:pt x="83" y="1413"/>
                    <a:pt x="112" y="1396"/>
                    <a:pt x="114" y="1360"/>
                  </a:cubicBezTo>
                  <a:cubicBezTo>
                    <a:pt x="152" y="838"/>
                    <a:pt x="438" y="371"/>
                    <a:pt x="888" y="103"/>
                  </a:cubicBezTo>
                  <a:cubicBezTo>
                    <a:pt x="937" y="73"/>
                    <a:pt x="906" y="0"/>
                    <a:pt x="858" y="0"/>
                  </a:cubicBezTo>
                  <a:close/>
                </a:path>
              </a:pathLst>
            </a:custGeom>
            <a:solidFill>
              <a:srgbClr val="2729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5" name="Google Shape;2415;p52"/>
            <p:cNvSpPr/>
            <p:nvPr/>
          </p:nvSpPr>
          <p:spPr>
            <a:xfrm>
              <a:off x="2826010" y="4776802"/>
              <a:ext cx="555961" cy="2028680"/>
            </a:xfrm>
            <a:custGeom>
              <a:rect b="b" l="l" r="r" t="t"/>
              <a:pathLst>
                <a:path extrusionOk="0" h="36340" w="9959">
                  <a:moveTo>
                    <a:pt x="7074" y="1"/>
                  </a:moveTo>
                  <a:lnTo>
                    <a:pt x="1990" y="2949"/>
                  </a:lnTo>
                  <a:cubicBezTo>
                    <a:pt x="1990" y="2949"/>
                    <a:pt x="3366" y="12280"/>
                    <a:pt x="3397" y="17984"/>
                  </a:cubicBezTo>
                  <a:cubicBezTo>
                    <a:pt x="3433" y="23688"/>
                    <a:pt x="1" y="35918"/>
                    <a:pt x="1" y="35918"/>
                  </a:cubicBezTo>
                  <a:lnTo>
                    <a:pt x="6046" y="36340"/>
                  </a:lnTo>
                  <a:cubicBezTo>
                    <a:pt x="6046" y="36340"/>
                    <a:pt x="8310" y="27740"/>
                    <a:pt x="9137" y="20183"/>
                  </a:cubicBezTo>
                  <a:cubicBezTo>
                    <a:pt x="9959" y="12625"/>
                    <a:pt x="7074" y="1"/>
                    <a:pt x="707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6" name="Google Shape;2416;p52"/>
            <p:cNvSpPr/>
            <p:nvPr/>
          </p:nvSpPr>
          <p:spPr>
            <a:xfrm>
              <a:off x="3212096" y="5871809"/>
              <a:ext cx="123150" cy="22553"/>
            </a:xfrm>
            <a:custGeom>
              <a:rect b="b" l="l" r="r" t="t"/>
              <a:pathLst>
                <a:path extrusionOk="0" h="404" w="2206">
                  <a:moveTo>
                    <a:pt x="103" y="1"/>
                  </a:moveTo>
                  <a:cubicBezTo>
                    <a:pt x="25" y="1"/>
                    <a:pt x="1" y="133"/>
                    <a:pt x="88" y="167"/>
                  </a:cubicBezTo>
                  <a:cubicBezTo>
                    <a:pt x="498" y="325"/>
                    <a:pt x="896" y="403"/>
                    <a:pt x="1302" y="403"/>
                  </a:cubicBezTo>
                  <a:cubicBezTo>
                    <a:pt x="1565" y="403"/>
                    <a:pt x="1832" y="371"/>
                    <a:pt x="2109" y="306"/>
                  </a:cubicBezTo>
                  <a:cubicBezTo>
                    <a:pt x="2206" y="284"/>
                    <a:pt x="2176" y="140"/>
                    <a:pt x="2087" y="140"/>
                  </a:cubicBezTo>
                  <a:cubicBezTo>
                    <a:pt x="2081" y="140"/>
                    <a:pt x="2074" y="141"/>
                    <a:pt x="2067" y="142"/>
                  </a:cubicBezTo>
                  <a:cubicBezTo>
                    <a:pt x="1804" y="205"/>
                    <a:pt x="1551" y="235"/>
                    <a:pt x="1303" y="235"/>
                  </a:cubicBezTo>
                  <a:cubicBezTo>
                    <a:pt x="911" y="235"/>
                    <a:pt x="530" y="158"/>
                    <a:pt x="133" y="7"/>
                  </a:cubicBezTo>
                  <a:cubicBezTo>
                    <a:pt x="123" y="3"/>
                    <a:pt x="113" y="1"/>
                    <a:pt x="103" y="1"/>
                  </a:cubicBezTo>
                  <a:close/>
                </a:path>
              </a:pathLst>
            </a:custGeom>
            <a:solidFill>
              <a:srgbClr val="63636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7" name="Google Shape;2417;p52"/>
            <p:cNvSpPr/>
            <p:nvPr/>
          </p:nvSpPr>
          <p:spPr>
            <a:xfrm>
              <a:off x="2871117" y="5079262"/>
              <a:ext cx="205883" cy="1638129"/>
            </a:xfrm>
            <a:custGeom>
              <a:rect b="b" l="l" r="r" t="t"/>
              <a:pathLst>
                <a:path extrusionOk="0" h="29344" w="3688">
                  <a:moveTo>
                    <a:pt x="2535" y="0"/>
                  </a:moveTo>
                  <a:cubicBezTo>
                    <a:pt x="2493" y="0"/>
                    <a:pt x="2453" y="27"/>
                    <a:pt x="2457" y="81"/>
                  </a:cubicBezTo>
                  <a:cubicBezTo>
                    <a:pt x="2701" y="3524"/>
                    <a:pt x="3189" y="6946"/>
                    <a:pt x="3419" y="10391"/>
                  </a:cubicBezTo>
                  <a:cubicBezTo>
                    <a:pt x="3506" y="11750"/>
                    <a:pt x="3590" y="13138"/>
                    <a:pt x="3426" y="14489"/>
                  </a:cubicBezTo>
                  <a:cubicBezTo>
                    <a:pt x="3154" y="16737"/>
                    <a:pt x="2708" y="18960"/>
                    <a:pt x="2189" y="21158"/>
                  </a:cubicBezTo>
                  <a:cubicBezTo>
                    <a:pt x="1610" y="23598"/>
                    <a:pt x="711" y="26907"/>
                    <a:pt x="0" y="29308"/>
                  </a:cubicBezTo>
                  <a:cubicBezTo>
                    <a:pt x="53" y="29326"/>
                    <a:pt x="116" y="29333"/>
                    <a:pt x="171" y="29344"/>
                  </a:cubicBezTo>
                  <a:cubicBezTo>
                    <a:pt x="1450" y="25037"/>
                    <a:pt x="2851" y="19793"/>
                    <a:pt x="3478" y="15336"/>
                  </a:cubicBezTo>
                  <a:cubicBezTo>
                    <a:pt x="3579" y="14629"/>
                    <a:pt x="3659" y="13932"/>
                    <a:pt x="3673" y="13218"/>
                  </a:cubicBezTo>
                  <a:cubicBezTo>
                    <a:pt x="3687" y="12486"/>
                    <a:pt x="3662" y="11754"/>
                    <a:pt x="3620" y="11023"/>
                  </a:cubicBezTo>
                  <a:cubicBezTo>
                    <a:pt x="3530" y="9291"/>
                    <a:pt x="3353" y="7566"/>
                    <a:pt x="3175" y="5841"/>
                  </a:cubicBezTo>
                  <a:cubicBezTo>
                    <a:pt x="2977" y="3925"/>
                    <a:pt x="2760" y="2004"/>
                    <a:pt x="2625" y="81"/>
                  </a:cubicBezTo>
                  <a:cubicBezTo>
                    <a:pt x="2621" y="27"/>
                    <a:pt x="2577" y="0"/>
                    <a:pt x="2535" y="0"/>
                  </a:cubicBezTo>
                  <a:close/>
                </a:path>
              </a:pathLst>
            </a:custGeom>
            <a:solidFill>
              <a:srgbClr val="63636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8" name="Google Shape;2418;p52"/>
            <p:cNvSpPr/>
            <p:nvPr/>
          </p:nvSpPr>
          <p:spPr>
            <a:xfrm>
              <a:off x="2845605" y="6713204"/>
              <a:ext cx="335620" cy="35728"/>
            </a:xfrm>
            <a:custGeom>
              <a:rect b="b" l="l" r="r" t="t"/>
              <a:pathLst>
                <a:path extrusionOk="0" h="640" w="6012">
                  <a:moveTo>
                    <a:pt x="89" y="0"/>
                  </a:moveTo>
                  <a:cubicBezTo>
                    <a:pt x="1" y="0"/>
                    <a:pt x="4" y="141"/>
                    <a:pt x="99" y="151"/>
                  </a:cubicBezTo>
                  <a:cubicBezTo>
                    <a:pt x="2036" y="311"/>
                    <a:pt x="3977" y="475"/>
                    <a:pt x="5914" y="639"/>
                  </a:cubicBezTo>
                  <a:cubicBezTo>
                    <a:pt x="5916" y="639"/>
                    <a:pt x="5918" y="639"/>
                    <a:pt x="5920" y="639"/>
                  </a:cubicBezTo>
                  <a:cubicBezTo>
                    <a:pt x="6012" y="639"/>
                    <a:pt x="6010" y="496"/>
                    <a:pt x="5914" y="486"/>
                  </a:cubicBezTo>
                  <a:cubicBezTo>
                    <a:pt x="3977" y="325"/>
                    <a:pt x="2036" y="161"/>
                    <a:pt x="99" y="1"/>
                  </a:cubicBezTo>
                  <a:cubicBezTo>
                    <a:pt x="95" y="1"/>
                    <a:pt x="92" y="0"/>
                    <a:pt x="8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9" name="Google Shape;2419;p52"/>
            <p:cNvSpPr/>
            <p:nvPr/>
          </p:nvSpPr>
          <p:spPr>
            <a:xfrm>
              <a:off x="2610303" y="4552330"/>
              <a:ext cx="664262" cy="397083"/>
            </a:xfrm>
            <a:custGeom>
              <a:rect b="b" l="l" r="r" t="t"/>
              <a:pathLst>
                <a:path extrusionOk="0" h="7113" w="11899">
                  <a:moveTo>
                    <a:pt x="8865" y="1"/>
                  </a:moveTo>
                  <a:cubicBezTo>
                    <a:pt x="8865" y="1"/>
                    <a:pt x="8865" y="1"/>
                    <a:pt x="8864" y="1"/>
                  </a:cubicBezTo>
                  <a:cubicBezTo>
                    <a:pt x="8864" y="1"/>
                    <a:pt x="7142" y="904"/>
                    <a:pt x="4779" y="904"/>
                  </a:cubicBezTo>
                  <a:cubicBezTo>
                    <a:pt x="3788" y="904"/>
                    <a:pt x="2684" y="745"/>
                    <a:pt x="1547" y="294"/>
                  </a:cubicBezTo>
                  <a:cubicBezTo>
                    <a:pt x="1547" y="294"/>
                    <a:pt x="0" y="3635"/>
                    <a:pt x="31" y="5799"/>
                  </a:cubicBezTo>
                  <a:cubicBezTo>
                    <a:pt x="45" y="6734"/>
                    <a:pt x="1792" y="7113"/>
                    <a:pt x="3893" y="7113"/>
                  </a:cubicBezTo>
                  <a:cubicBezTo>
                    <a:pt x="6645" y="7113"/>
                    <a:pt x="10005" y="6464"/>
                    <a:pt x="10878" y="5569"/>
                  </a:cubicBezTo>
                  <a:cubicBezTo>
                    <a:pt x="11899" y="4520"/>
                    <a:pt x="8915" y="1"/>
                    <a:pt x="886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0" name="Google Shape;2420;p52"/>
            <p:cNvSpPr/>
            <p:nvPr/>
          </p:nvSpPr>
          <p:spPr>
            <a:xfrm>
              <a:off x="3055674" y="4629089"/>
              <a:ext cx="168703" cy="151900"/>
            </a:xfrm>
            <a:custGeom>
              <a:rect b="b" l="l" r="r" t="t"/>
              <a:pathLst>
                <a:path extrusionOk="0" h="2721" w="3022">
                  <a:moveTo>
                    <a:pt x="78" y="0"/>
                  </a:moveTo>
                  <a:cubicBezTo>
                    <a:pt x="39" y="0"/>
                    <a:pt x="1" y="31"/>
                    <a:pt x="15" y="79"/>
                  </a:cubicBezTo>
                  <a:cubicBezTo>
                    <a:pt x="259" y="786"/>
                    <a:pt x="562" y="1508"/>
                    <a:pt x="1109" y="2037"/>
                  </a:cubicBezTo>
                  <a:cubicBezTo>
                    <a:pt x="1535" y="2451"/>
                    <a:pt x="2093" y="2720"/>
                    <a:pt x="2684" y="2720"/>
                  </a:cubicBezTo>
                  <a:cubicBezTo>
                    <a:pt x="2770" y="2720"/>
                    <a:pt x="2858" y="2715"/>
                    <a:pt x="2945" y="2703"/>
                  </a:cubicBezTo>
                  <a:cubicBezTo>
                    <a:pt x="3021" y="2692"/>
                    <a:pt x="2994" y="2580"/>
                    <a:pt x="2923" y="2580"/>
                  </a:cubicBezTo>
                  <a:cubicBezTo>
                    <a:pt x="2919" y="2580"/>
                    <a:pt x="2915" y="2580"/>
                    <a:pt x="2911" y="2581"/>
                  </a:cubicBezTo>
                  <a:cubicBezTo>
                    <a:pt x="2818" y="2593"/>
                    <a:pt x="2728" y="2599"/>
                    <a:pt x="2640" y="2599"/>
                  </a:cubicBezTo>
                  <a:cubicBezTo>
                    <a:pt x="1293" y="2599"/>
                    <a:pt x="527" y="1175"/>
                    <a:pt x="141" y="44"/>
                  </a:cubicBezTo>
                  <a:cubicBezTo>
                    <a:pt x="130" y="14"/>
                    <a:pt x="104" y="0"/>
                    <a:pt x="78" y="0"/>
                  </a:cubicBezTo>
                  <a:close/>
                </a:path>
              </a:pathLst>
            </a:custGeom>
            <a:solidFill>
              <a:srgbClr val="63636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1" name="Google Shape;2421;p52"/>
            <p:cNvSpPr/>
            <p:nvPr/>
          </p:nvSpPr>
          <p:spPr>
            <a:xfrm>
              <a:off x="2975956" y="4691948"/>
              <a:ext cx="37012" cy="318091"/>
            </a:xfrm>
            <a:custGeom>
              <a:rect b="b" l="l" r="r" t="t"/>
              <a:pathLst>
                <a:path extrusionOk="0" h="5698" w="663">
                  <a:moveTo>
                    <a:pt x="63" y="1"/>
                  </a:moveTo>
                  <a:cubicBezTo>
                    <a:pt x="31" y="1"/>
                    <a:pt x="1" y="21"/>
                    <a:pt x="4" y="61"/>
                  </a:cubicBezTo>
                  <a:cubicBezTo>
                    <a:pt x="179" y="1921"/>
                    <a:pt x="356" y="3779"/>
                    <a:pt x="530" y="5636"/>
                  </a:cubicBezTo>
                  <a:cubicBezTo>
                    <a:pt x="534" y="5676"/>
                    <a:pt x="568" y="5697"/>
                    <a:pt x="601" y="5697"/>
                  </a:cubicBezTo>
                  <a:cubicBezTo>
                    <a:pt x="633" y="5697"/>
                    <a:pt x="663" y="5677"/>
                    <a:pt x="660" y="5636"/>
                  </a:cubicBezTo>
                  <a:cubicBezTo>
                    <a:pt x="485" y="3779"/>
                    <a:pt x="307" y="1921"/>
                    <a:pt x="133" y="61"/>
                  </a:cubicBezTo>
                  <a:cubicBezTo>
                    <a:pt x="129" y="21"/>
                    <a:pt x="95" y="1"/>
                    <a:pt x="63" y="1"/>
                  </a:cubicBezTo>
                  <a:close/>
                </a:path>
              </a:pathLst>
            </a:custGeom>
            <a:solidFill>
              <a:srgbClr val="63636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2" name="Google Shape;2422;p52"/>
            <p:cNvSpPr/>
            <p:nvPr/>
          </p:nvSpPr>
          <p:spPr>
            <a:xfrm>
              <a:off x="2926942" y="4706742"/>
              <a:ext cx="76480" cy="191591"/>
            </a:xfrm>
            <a:custGeom>
              <a:rect b="b" l="l" r="r" t="t"/>
              <a:pathLst>
                <a:path extrusionOk="0" h="3432" w="1370">
                  <a:moveTo>
                    <a:pt x="63" y="0"/>
                  </a:moveTo>
                  <a:cubicBezTo>
                    <a:pt x="31" y="0"/>
                    <a:pt x="0" y="21"/>
                    <a:pt x="4" y="61"/>
                  </a:cubicBezTo>
                  <a:cubicBezTo>
                    <a:pt x="87" y="908"/>
                    <a:pt x="77" y="1778"/>
                    <a:pt x="213" y="2618"/>
                  </a:cubicBezTo>
                  <a:cubicBezTo>
                    <a:pt x="255" y="2869"/>
                    <a:pt x="342" y="3197"/>
                    <a:pt x="576" y="3336"/>
                  </a:cubicBezTo>
                  <a:cubicBezTo>
                    <a:pt x="685" y="3400"/>
                    <a:pt x="817" y="3431"/>
                    <a:pt x="948" y="3431"/>
                  </a:cubicBezTo>
                  <a:cubicBezTo>
                    <a:pt x="1075" y="3431"/>
                    <a:pt x="1202" y="3402"/>
                    <a:pt x="1308" y="3343"/>
                  </a:cubicBezTo>
                  <a:cubicBezTo>
                    <a:pt x="1370" y="3310"/>
                    <a:pt x="1333" y="3224"/>
                    <a:pt x="1275" y="3224"/>
                  </a:cubicBezTo>
                  <a:cubicBezTo>
                    <a:pt x="1266" y="3224"/>
                    <a:pt x="1255" y="3226"/>
                    <a:pt x="1245" y="3232"/>
                  </a:cubicBezTo>
                  <a:cubicBezTo>
                    <a:pt x="1156" y="3281"/>
                    <a:pt x="1057" y="3305"/>
                    <a:pt x="959" y="3305"/>
                  </a:cubicBezTo>
                  <a:cubicBezTo>
                    <a:pt x="766" y="3305"/>
                    <a:pt x="577" y="3212"/>
                    <a:pt x="478" y="3036"/>
                  </a:cubicBezTo>
                  <a:cubicBezTo>
                    <a:pt x="321" y="2754"/>
                    <a:pt x="317" y="2413"/>
                    <a:pt x="290" y="2103"/>
                  </a:cubicBezTo>
                  <a:cubicBezTo>
                    <a:pt x="234" y="1423"/>
                    <a:pt x="200" y="741"/>
                    <a:pt x="133" y="61"/>
                  </a:cubicBezTo>
                  <a:cubicBezTo>
                    <a:pt x="129" y="21"/>
                    <a:pt x="95" y="0"/>
                    <a:pt x="63" y="0"/>
                  </a:cubicBezTo>
                  <a:close/>
                </a:path>
              </a:pathLst>
            </a:custGeom>
            <a:solidFill>
              <a:srgbClr val="63636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3" name="Google Shape;2423;p52"/>
            <p:cNvSpPr/>
            <p:nvPr/>
          </p:nvSpPr>
          <p:spPr>
            <a:xfrm>
              <a:off x="2672994" y="4598553"/>
              <a:ext cx="453801" cy="73131"/>
            </a:xfrm>
            <a:custGeom>
              <a:rect b="b" l="l" r="r" t="t"/>
              <a:pathLst>
                <a:path extrusionOk="0" h="1310" w="8129">
                  <a:moveTo>
                    <a:pt x="8037" y="0"/>
                  </a:moveTo>
                  <a:cubicBezTo>
                    <a:pt x="8027" y="0"/>
                    <a:pt x="8016" y="3"/>
                    <a:pt x="8006" y="9"/>
                  </a:cubicBezTo>
                  <a:cubicBezTo>
                    <a:pt x="6619" y="794"/>
                    <a:pt x="5037" y="1192"/>
                    <a:pt x="3455" y="1192"/>
                  </a:cubicBezTo>
                  <a:cubicBezTo>
                    <a:pt x="2318" y="1192"/>
                    <a:pt x="1180" y="987"/>
                    <a:pt x="114" y="570"/>
                  </a:cubicBezTo>
                  <a:cubicBezTo>
                    <a:pt x="106" y="567"/>
                    <a:pt x="98" y="565"/>
                    <a:pt x="90" y="565"/>
                  </a:cubicBezTo>
                  <a:cubicBezTo>
                    <a:pt x="34" y="565"/>
                    <a:pt x="0" y="650"/>
                    <a:pt x="61" y="675"/>
                  </a:cubicBezTo>
                  <a:cubicBezTo>
                    <a:pt x="1145" y="1099"/>
                    <a:pt x="2303" y="1310"/>
                    <a:pt x="3461" y="1310"/>
                  </a:cubicBezTo>
                  <a:cubicBezTo>
                    <a:pt x="4452" y="1310"/>
                    <a:pt x="5443" y="1156"/>
                    <a:pt x="6389" y="849"/>
                  </a:cubicBezTo>
                  <a:cubicBezTo>
                    <a:pt x="6975" y="657"/>
                    <a:pt x="7536" y="406"/>
                    <a:pt x="8073" y="103"/>
                  </a:cubicBezTo>
                  <a:cubicBezTo>
                    <a:pt x="8128" y="74"/>
                    <a:pt x="8090" y="0"/>
                    <a:pt x="8037" y="0"/>
                  </a:cubicBezTo>
                  <a:close/>
                </a:path>
              </a:pathLst>
            </a:custGeom>
            <a:solidFill>
              <a:srgbClr val="63636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4" name="Google Shape;2424;p52"/>
            <p:cNvSpPr/>
            <p:nvPr/>
          </p:nvSpPr>
          <p:spPr>
            <a:xfrm>
              <a:off x="2868214" y="4605419"/>
              <a:ext cx="13007" cy="60403"/>
            </a:xfrm>
            <a:custGeom>
              <a:rect b="b" l="l" r="r" t="t"/>
              <a:pathLst>
                <a:path extrusionOk="0" h="1082" w="233">
                  <a:moveTo>
                    <a:pt x="167" y="1"/>
                  </a:moveTo>
                  <a:cubicBezTo>
                    <a:pt x="141" y="1"/>
                    <a:pt x="116" y="15"/>
                    <a:pt x="108" y="47"/>
                  </a:cubicBezTo>
                  <a:cubicBezTo>
                    <a:pt x="21" y="370"/>
                    <a:pt x="0" y="698"/>
                    <a:pt x="39" y="1029"/>
                  </a:cubicBezTo>
                  <a:cubicBezTo>
                    <a:pt x="44" y="1065"/>
                    <a:pt x="72" y="1082"/>
                    <a:pt x="99" y="1082"/>
                  </a:cubicBezTo>
                  <a:cubicBezTo>
                    <a:pt x="130" y="1082"/>
                    <a:pt x="161" y="1061"/>
                    <a:pt x="157" y="1022"/>
                  </a:cubicBezTo>
                  <a:cubicBezTo>
                    <a:pt x="118" y="698"/>
                    <a:pt x="139" y="381"/>
                    <a:pt x="223" y="68"/>
                  </a:cubicBezTo>
                  <a:cubicBezTo>
                    <a:pt x="233" y="26"/>
                    <a:pt x="200" y="1"/>
                    <a:pt x="167" y="1"/>
                  </a:cubicBezTo>
                  <a:close/>
                </a:path>
              </a:pathLst>
            </a:custGeom>
            <a:solidFill>
              <a:srgbClr val="63636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5" name="Google Shape;2425;p52"/>
            <p:cNvSpPr/>
            <p:nvPr/>
          </p:nvSpPr>
          <p:spPr>
            <a:xfrm>
              <a:off x="2939782" y="4610276"/>
              <a:ext cx="33718" cy="32267"/>
            </a:xfrm>
            <a:custGeom>
              <a:rect b="b" l="l" r="r" t="t"/>
              <a:pathLst>
                <a:path extrusionOk="0" h="578" w="604">
                  <a:moveTo>
                    <a:pt x="299" y="1"/>
                  </a:moveTo>
                  <a:cubicBezTo>
                    <a:pt x="293" y="1"/>
                    <a:pt x="286" y="1"/>
                    <a:pt x="279" y="2"/>
                  </a:cubicBezTo>
                  <a:cubicBezTo>
                    <a:pt x="119" y="15"/>
                    <a:pt x="0" y="155"/>
                    <a:pt x="15" y="311"/>
                  </a:cubicBezTo>
                  <a:cubicBezTo>
                    <a:pt x="24" y="463"/>
                    <a:pt x="150" y="577"/>
                    <a:pt x="299" y="577"/>
                  </a:cubicBezTo>
                  <a:cubicBezTo>
                    <a:pt x="308" y="577"/>
                    <a:pt x="316" y="577"/>
                    <a:pt x="325" y="576"/>
                  </a:cubicBezTo>
                  <a:cubicBezTo>
                    <a:pt x="485" y="566"/>
                    <a:pt x="603" y="426"/>
                    <a:pt x="589" y="266"/>
                  </a:cubicBezTo>
                  <a:cubicBezTo>
                    <a:pt x="580" y="116"/>
                    <a:pt x="451" y="1"/>
                    <a:pt x="299" y="1"/>
                  </a:cubicBezTo>
                  <a:close/>
                </a:path>
              </a:pathLst>
            </a:custGeom>
            <a:solidFill>
              <a:srgbClr val="63636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6" name="Google Shape;2426;p52"/>
            <p:cNvSpPr/>
            <p:nvPr/>
          </p:nvSpPr>
          <p:spPr>
            <a:xfrm>
              <a:off x="2413408" y="4876003"/>
              <a:ext cx="558138" cy="1914742"/>
            </a:xfrm>
            <a:custGeom>
              <a:rect b="b" l="l" r="r" t="t"/>
              <a:pathLst>
                <a:path extrusionOk="0" h="34299" w="9998">
                  <a:moveTo>
                    <a:pt x="3558" y="1"/>
                  </a:moveTo>
                  <a:cubicBezTo>
                    <a:pt x="3558" y="1"/>
                    <a:pt x="3632" y="13434"/>
                    <a:pt x="3408" y="17890"/>
                  </a:cubicBezTo>
                  <a:cubicBezTo>
                    <a:pt x="3189" y="22350"/>
                    <a:pt x="1" y="34149"/>
                    <a:pt x="1" y="34149"/>
                  </a:cubicBezTo>
                  <a:lnTo>
                    <a:pt x="5165" y="34298"/>
                  </a:lnTo>
                  <a:cubicBezTo>
                    <a:pt x="5165" y="34298"/>
                    <a:pt x="9465" y="20058"/>
                    <a:pt x="9729" y="16872"/>
                  </a:cubicBezTo>
                  <a:cubicBezTo>
                    <a:pt x="9997" y="13688"/>
                    <a:pt x="9802" y="928"/>
                    <a:pt x="9802" y="928"/>
                  </a:cubicBezTo>
                  <a:lnTo>
                    <a:pt x="3558"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7" name="Google Shape;2427;p52"/>
            <p:cNvSpPr/>
            <p:nvPr/>
          </p:nvSpPr>
          <p:spPr>
            <a:xfrm>
              <a:off x="2800666" y="5857016"/>
              <a:ext cx="144754" cy="26573"/>
            </a:xfrm>
            <a:custGeom>
              <a:rect b="b" l="l" r="r" t="t"/>
              <a:pathLst>
                <a:path extrusionOk="0" h="476" w="2593">
                  <a:moveTo>
                    <a:pt x="104" y="1"/>
                  </a:moveTo>
                  <a:cubicBezTo>
                    <a:pt x="25" y="1"/>
                    <a:pt x="1" y="136"/>
                    <a:pt x="88" y="167"/>
                  </a:cubicBezTo>
                  <a:cubicBezTo>
                    <a:pt x="642" y="372"/>
                    <a:pt x="1221" y="475"/>
                    <a:pt x="1805" y="475"/>
                  </a:cubicBezTo>
                  <a:cubicBezTo>
                    <a:pt x="2033" y="475"/>
                    <a:pt x="2261" y="460"/>
                    <a:pt x="2489" y="428"/>
                  </a:cubicBezTo>
                  <a:cubicBezTo>
                    <a:pt x="2593" y="415"/>
                    <a:pt x="2555" y="264"/>
                    <a:pt x="2459" y="264"/>
                  </a:cubicBezTo>
                  <a:cubicBezTo>
                    <a:pt x="2455" y="264"/>
                    <a:pt x="2451" y="264"/>
                    <a:pt x="2447" y="264"/>
                  </a:cubicBezTo>
                  <a:cubicBezTo>
                    <a:pt x="2232" y="294"/>
                    <a:pt x="2016" y="309"/>
                    <a:pt x="1801" y="309"/>
                  </a:cubicBezTo>
                  <a:cubicBezTo>
                    <a:pt x="1233" y="309"/>
                    <a:pt x="672" y="206"/>
                    <a:pt x="133" y="7"/>
                  </a:cubicBezTo>
                  <a:cubicBezTo>
                    <a:pt x="123" y="3"/>
                    <a:pt x="113" y="1"/>
                    <a:pt x="104" y="1"/>
                  </a:cubicBezTo>
                  <a:close/>
                </a:path>
              </a:pathLst>
            </a:custGeom>
            <a:solidFill>
              <a:srgbClr val="63636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8" name="Google Shape;2428;p52"/>
            <p:cNvSpPr/>
            <p:nvPr/>
          </p:nvSpPr>
          <p:spPr>
            <a:xfrm>
              <a:off x="2467502" y="5028740"/>
              <a:ext cx="212079" cy="1683403"/>
            </a:xfrm>
            <a:custGeom>
              <a:rect b="b" l="l" r="r" t="t"/>
              <a:pathLst>
                <a:path extrusionOk="0" h="30155" w="3799">
                  <a:moveTo>
                    <a:pt x="3446" y="0"/>
                  </a:moveTo>
                  <a:cubicBezTo>
                    <a:pt x="3446" y="126"/>
                    <a:pt x="3607" y="12394"/>
                    <a:pt x="3370" y="15453"/>
                  </a:cubicBezTo>
                  <a:cubicBezTo>
                    <a:pt x="3136" y="18451"/>
                    <a:pt x="32" y="29987"/>
                    <a:pt x="0" y="30106"/>
                  </a:cubicBezTo>
                  <a:lnTo>
                    <a:pt x="188" y="30154"/>
                  </a:lnTo>
                  <a:cubicBezTo>
                    <a:pt x="220" y="30039"/>
                    <a:pt x="3328" y="18481"/>
                    <a:pt x="3562" y="15468"/>
                  </a:cubicBezTo>
                  <a:cubicBezTo>
                    <a:pt x="3798" y="12401"/>
                    <a:pt x="3638" y="122"/>
                    <a:pt x="3638" y="0"/>
                  </a:cubicBezTo>
                  <a:close/>
                </a:path>
              </a:pathLst>
            </a:custGeom>
            <a:solidFill>
              <a:srgbClr val="63636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9" name="Google Shape;2429;p52"/>
            <p:cNvSpPr/>
            <p:nvPr/>
          </p:nvSpPr>
          <p:spPr>
            <a:xfrm>
              <a:off x="2431272" y="6705444"/>
              <a:ext cx="291686" cy="23837"/>
            </a:xfrm>
            <a:custGeom>
              <a:rect b="b" l="l" r="r" t="t"/>
              <a:pathLst>
                <a:path extrusionOk="0" h="427" w="5225">
                  <a:moveTo>
                    <a:pt x="92" y="1"/>
                  </a:moveTo>
                  <a:cubicBezTo>
                    <a:pt x="1" y="1"/>
                    <a:pt x="3" y="148"/>
                    <a:pt x="99" y="151"/>
                  </a:cubicBezTo>
                  <a:cubicBezTo>
                    <a:pt x="1775" y="244"/>
                    <a:pt x="3451" y="336"/>
                    <a:pt x="5127" y="426"/>
                  </a:cubicBezTo>
                  <a:cubicBezTo>
                    <a:pt x="5129" y="426"/>
                    <a:pt x="5131" y="426"/>
                    <a:pt x="5133" y="426"/>
                  </a:cubicBezTo>
                  <a:cubicBezTo>
                    <a:pt x="5224" y="426"/>
                    <a:pt x="5219" y="283"/>
                    <a:pt x="5127" y="276"/>
                  </a:cubicBezTo>
                  <a:cubicBezTo>
                    <a:pt x="3451" y="186"/>
                    <a:pt x="1775" y="91"/>
                    <a:pt x="99" y="1"/>
                  </a:cubicBezTo>
                  <a:cubicBezTo>
                    <a:pt x="96" y="1"/>
                    <a:pt x="94" y="1"/>
                    <a:pt x="92"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0" name="Google Shape;2430;p52"/>
            <p:cNvSpPr/>
            <p:nvPr/>
          </p:nvSpPr>
          <p:spPr>
            <a:xfrm>
              <a:off x="2937605" y="3948582"/>
              <a:ext cx="503095" cy="832909"/>
            </a:xfrm>
            <a:custGeom>
              <a:rect b="b" l="l" r="r" t="t"/>
              <a:pathLst>
                <a:path extrusionOk="0" h="14920" w="9012">
                  <a:moveTo>
                    <a:pt x="3259" y="1"/>
                  </a:moveTo>
                  <a:lnTo>
                    <a:pt x="1" y="3035"/>
                  </a:lnTo>
                  <a:cubicBezTo>
                    <a:pt x="1" y="3035"/>
                    <a:pt x="3074" y="10987"/>
                    <a:pt x="4604" y="13091"/>
                  </a:cubicBezTo>
                  <a:cubicBezTo>
                    <a:pt x="5661" y="14546"/>
                    <a:pt x="6271" y="14920"/>
                    <a:pt x="6620" y="14920"/>
                  </a:cubicBezTo>
                  <a:cubicBezTo>
                    <a:pt x="6989" y="14920"/>
                    <a:pt x="7064" y="14499"/>
                    <a:pt x="7064" y="14499"/>
                  </a:cubicBezTo>
                  <a:lnTo>
                    <a:pt x="8304" y="12628"/>
                  </a:lnTo>
                  <a:cubicBezTo>
                    <a:pt x="8918" y="11533"/>
                    <a:pt x="9012" y="10318"/>
                    <a:pt x="8399" y="9220"/>
                  </a:cubicBezTo>
                  <a:lnTo>
                    <a:pt x="3259"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1" name="Google Shape;2431;p52"/>
            <p:cNvSpPr/>
            <p:nvPr/>
          </p:nvSpPr>
          <p:spPr>
            <a:xfrm>
              <a:off x="2540242" y="3821246"/>
              <a:ext cx="747385" cy="923122"/>
            </a:xfrm>
            <a:custGeom>
              <a:rect b="b" l="l" r="r" t="t"/>
              <a:pathLst>
                <a:path extrusionOk="0" h="16536" w="13388">
                  <a:moveTo>
                    <a:pt x="5139" y="0"/>
                  </a:moveTo>
                  <a:cubicBezTo>
                    <a:pt x="4865" y="0"/>
                    <a:pt x="4574" y="19"/>
                    <a:pt x="4272" y="66"/>
                  </a:cubicBezTo>
                  <a:cubicBezTo>
                    <a:pt x="1728" y="459"/>
                    <a:pt x="1" y="971"/>
                    <a:pt x="1178" y="4504"/>
                  </a:cubicBezTo>
                  <a:cubicBezTo>
                    <a:pt x="2112" y="7303"/>
                    <a:pt x="3137" y="8501"/>
                    <a:pt x="2851" y="10310"/>
                  </a:cubicBezTo>
                  <a:cubicBezTo>
                    <a:pt x="2565" y="12114"/>
                    <a:pt x="1757" y="13449"/>
                    <a:pt x="1286" y="14403"/>
                  </a:cubicBezTo>
                  <a:cubicBezTo>
                    <a:pt x="824" y="15336"/>
                    <a:pt x="1814" y="16496"/>
                    <a:pt x="3921" y="16496"/>
                  </a:cubicBezTo>
                  <a:cubicBezTo>
                    <a:pt x="3970" y="16496"/>
                    <a:pt x="4020" y="16495"/>
                    <a:pt x="4070" y="16494"/>
                  </a:cubicBezTo>
                  <a:cubicBezTo>
                    <a:pt x="4326" y="16488"/>
                    <a:pt x="4561" y="16485"/>
                    <a:pt x="4781" y="16485"/>
                  </a:cubicBezTo>
                  <a:cubicBezTo>
                    <a:pt x="5768" y="16485"/>
                    <a:pt x="6459" y="16535"/>
                    <a:pt x="7410" y="16535"/>
                  </a:cubicBezTo>
                  <a:cubicBezTo>
                    <a:pt x="7827" y="16535"/>
                    <a:pt x="8294" y="16526"/>
                    <a:pt x="8858" y="16498"/>
                  </a:cubicBezTo>
                  <a:cubicBezTo>
                    <a:pt x="10990" y="16393"/>
                    <a:pt x="13388" y="15163"/>
                    <a:pt x="12495" y="14355"/>
                  </a:cubicBezTo>
                  <a:cubicBezTo>
                    <a:pt x="11607" y="13546"/>
                    <a:pt x="10416" y="9072"/>
                    <a:pt x="10248" y="8630"/>
                  </a:cubicBezTo>
                  <a:cubicBezTo>
                    <a:pt x="10084" y="8184"/>
                    <a:pt x="11224" y="7407"/>
                    <a:pt x="11332" y="6584"/>
                  </a:cubicBezTo>
                  <a:cubicBezTo>
                    <a:pt x="11440" y="5762"/>
                    <a:pt x="10702" y="4741"/>
                    <a:pt x="10377" y="4284"/>
                  </a:cubicBezTo>
                  <a:cubicBezTo>
                    <a:pt x="10057" y="3829"/>
                    <a:pt x="11154" y="2351"/>
                    <a:pt x="10001" y="1880"/>
                  </a:cubicBezTo>
                  <a:cubicBezTo>
                    <a:pt x="8816" y="1396"/>
                    <a:pt x="7199" y="354"/>
                    <a:pt x="7199" y="354"/>
                  </a:cubicBezTo>
                  <a:cubicBezTo>
                    <a:pt x="7199" y="354"/>
                    <a:pt x="6328" y="0"/>
                    <a:pt x="5139"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2" name="Google Shape;2432;p52"/>
            <p:cNvSpPr/>
            <p:nvPr/>
          </p:nvSpPr>
          <p:spPr>
            <a:xfrm>
              <a:off x="2192453" y="3823367"/>
              <a:ext cx="768989" cy="1636231"/>
            </a:xfrm>
            <a:custGeom>
              <a:rect b="b" l="l" r="r" t="t"/>
              <a:pathLst>
                <a:path extrusionOk="0" h="29310" w="13775">
                  <a:moveTo>
                    <a:pt x="10131" y="1"/>
                  </a:moveTo>
                  <a:cubicBezTo>
                    <a:pt x="9040" y="1"/>
                    <a:pt x="8101" y="668"/>
                    <a:pt x="8101" y="668"/>
                  </a:cubicBezTo>
                  <a:cubicBezTo>
                    <a:pt x="8101" y="668"/>
                    <a:pt x="6416" y="919"/>
                    <a:pt x="6966" y="4794"/>
                  </a:cubicBezTo>
                  <a:cubicBezTo>
                    <a:pt x="7373" y="7665"/>
                    <a:pt x="4087" y="18746"/>
                    <a:pt x="3338" y="20993"/>
                  </a:cubicBezTo>
                  <a:cubicBezTo>
                    <a:pt x="2586" y="23244"/>
                    <a:pt x="1" y="26589"/>
                    <a:pt x="335" y="27551"/>
                  </a:cubicBezTo>
                  <a:cubicBezTo>
                    <a:pt x="596" y="28299"/>
                    <a:pt x="1792" y="29166"/>
                    <a:pt x="4426" y="29166"/>
                  </a:cubicBezTo>
                  <a:cubicBezTo>
                    <a:pt x="5175" y="29166"/>
                    <a:pt x="6040" y="29096"/>
                    <a:pt x="7032" y="28934"/>
                  </a:cubicBezTo>
                  <a:cubicBezTo>
                    <a:pt x="7658" y="28831"/>
                    <a:pt x="8232" y="28790"/>
                    <a:pt x="8757" y="28790"/>
                  </a:cubicBezTo>
                  <a:cubicBezTo>
                    <a:pt x="10642" y="28790"/>
                    <a:pt x="11896" y="29310"/>
                    <a:pt x="12652" y="29310"/>
                  </a:cubicBezTo>
                  <a:cubicBezTo>
                    <a:pt x="13194" y="29310"/>
                    <a:pt x="13479" y="29044"/>
                    <a:pt x="13558" y="28129"/>
                  </a:cubicBezTo>
                  <a:cubicBezTo>
                    <a:pt x="13775" y="25582"/>
                    <a:pt x="13004" y="15996"/>
                    <a:pt x="12241" y="11296"/>
                  </a:cubicBezTo>
                  <a:cubicBezTo>
                    <a:pt x="11478" y="6599"/>
                    <a:pt x="10502" y="28"/>
                    <a:pt x="10502" y="28"/>
                  </a:cubicBezTo>
                  <a:cubicBezTo>
                    <a:pt x="10378" y="9"/>
                    <a:pt x="10253" y="1"/>
                    <a:pt x="1013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3" name="Google Shape;2433;p52"/>
            <p:cNvSpPr/>
            <p:nvPr/>
          </p:nvSpPr>
          <p:spPr>
            <a:xfrm>
              <a:off x="2777387" y="3648802"/>
              <a:ext cx="159715" cy="233069"/>
            </a:xfrm>
            <a:custGeom>
              <a:rect b="b" l="l" r="r" t="t"/>
              <a:pathLst>
                <a:path extrusionOk="0" h="4175" w="2861">
                  <a:moveTo>
                    <a:pt x="49" y="1"/>
                  </a:moveTo>
                  <a:lnTo>
                    <a:pt x="0" y="3430"/>
                  </a:lnTo>
                  <a:cubicBezTo>
                    <a:pt x="0" y="3430"/>
                    <a:pt x="703" y="4174"/>
                    <a:pt x="1618" y="4174"/>
                  </a:cubicBezTo>
                  <a:cubicBezTo>
                    <a:pt x="2007" y="4174"/>
                    <a:pt x="2434" y="4040"/>
                    <a:pt x="2861" y="3656"/>
                  </a:cubicBezTo>
                  <a:lnTo>
                    <a:pt x="2641" y="2757"/>
                  </a:lnTo>
                  <a:lnTo>
                    <a:pt x="2404" y="1775"/>
                  </a:lnTo>
                  <a:lnTo>
                    <a:pt x="2237" y="1085"/>
                  </a:lnTo>
                  <a:lnTo>
                    <a:pt x="49" y="1"/>
                  </a:lnTo>
                  <a:close/>
                </a:path>
              </a:pathLst>
            </a:custGeom>
            <a:solidFill>
              <a:srgbClr val="FDA1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4" name="Google Shape;2434;p52"/>
            <p:cNvSpPr/>
            <p:nvPr/>
          </p:nvSpPr>
          <p:spPr>
            <a:xfrm>
              <a:off x="2811952" y="3719892"/>
              <a:ext cx="114999" cy="92614"/>
            </a:xfrm>
            <a:custGeom>
              <a:rect b="b" l="l" r="r" t="t"/>
              <a:pathLst>
                <a:path extrusionOk="0" h="1659" w="2060">
                  <a:moveTo>
                    <a:pt x="0" y="0"/>
                  </a:moveTo>
                  <a:cubicBezTo>
                    <a:pt x="862" y="1432"/>
                    <a:pt x="1558" y="1659"/>
                    <a:pt x="1914" y="1659"/>
                  </a:cubicBezTo>
                  <a:cubicBezTo>
                    <a:pt x="1972" y="1659"/>
                    <a:pt x="2020" y="1653"/>
                    <a:pt x="2059" y="1645"/>
                  </a:cubicBezTo>
                  <a:lnTo>
                    <a:pt x="1822" y="663"/>
                  </a:lnTo>
                  <a:lnTo>
                    <a:pt x="0" y="0"/>
                  </a:lnTo>
                  <a:close/>
                </a:path>
              </a:pathLst>
            </a:custGeom>
            <a:solidFill>
              <a:srgbClr val="2729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5" name="Google Shape;2435;p52"/>
            <p:cNvSpPr/>
            <p:nvPr/>
          </p:nvSpPr>
          <p:spPr>
            <a:xfrm>
              <a:off x="2889037" y="3646681"/>
              <a:ext cx="74303" cy="48791"/>
            </a:xfrm>
            <a:custGeom>
              <a:rect b="b" l="l" r="r" t="t"/>
              <a:pathLst>
                <a:path extrusionOk="0" h="874" w="1331">
                  <a:moveTo>
                    <a:pt x="1279" y="1"/>
                  </a:moveTo>
                  <a:cubicBezTo>
                    <a:pt x="1279" y="1"/>
                    <a:pt x="847" y="25"/>
                    <a:pt x="0" y="84"/>
                  </a:cubicBezTo>
                  <a:cubicBezTo>
                    <a:pt x="0" y="84"/>
                    <a:pt x="183" y="873"/>
                    <a:pt x="715" y="873"/>
                  </a:cubicBezTo>
                  <a:cubicBezTo>
                    <a:pt x="747" y="873"/>
                    <a:pt x="781" y="871"/>
                    <a:pt x="816" y="864"/>
                  </a:cubicBezTo>
                  <a:cubicBezTo>
                    <a:pt x="1331" y="774"/>
                    <a:pt x="1279" y="1"/>
                    <a:pt x="127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6" name="Google Shape;2436;p52"/>
            <p:cNvSpPr/>
            <p:nvPr/>
          </p:nvSpPr>
          <p:spPr>
            <a:xfrm>
              <a:off x="2941903" y="3590409"/>
              <a:ext cx="16580" cy="20209"/>
            </a:xfrm>
            <a:custGeom>
              <a:rect b="b" l="l" r="r" t="t"/>
              <a:pathLst>
                <a:path extrusionOk="0" h="362" w="297">
                  <a:moveTo>
                    <a:pt x="141" y="1"/>
                  </a:moveTo>
                  <a:cubicBezTo>
                    <a:pt x="136" y="1"/>
                    <a:pt x="131" y="1"/>
                    <a:pt x="126" y="2"/>
                  </a:cubicBezTo>
                  <a:cubicBezTo>
                    <a:pt x="49" y="12"/>
                    <a:pt x="1" y="99"/>
                    <a:pt x="15" y="200"/>
                  </a:cubicBezTo>
                  <a:cubicBezTo>
                    <a:pt x="28" y="292"/>
                    <a:pt x="93" y="361"/>
                    <a:pt x="161" y="361"/>
                  </a:cubicBezTo>
                  <a:cubicBezTo>
                    <a:pt x="166" y="361"/>
                    <a:pt x="170" y="361"/>
                    <a:pt x="175" y="360"/>
                  </a:cubicBezTo>
                  <a:cubicBezTo>
                    <a:pt x="248" y="350"/>
                    <a:pt x="297" y="259"/>
                    <a:pt x="283" y="161"/>
                  </a:cubicBezTo>
                  <a:cubicBezTo>
                    <a:pt x="270" y="71"/>
                    <a:pt x="208" y="1"/>
                    <a:pt x="141" y="1"/>
                  </a:cubicBezTo>
                  <a:close/>
                </a:path>
              </a:pathLst>
            </a:custGeom>
            <a:solidFill>
              <a:srgbClr val="2729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7" name="Google Shape;2437;p52"/>
            <p:cNvSpPr/>
            <p:nvPr/>
          </p:nvSpPr>
          <p:spPr>
            <a:xfrm>
              <a:off x="2876923" y="3590800"/>
              <a:ext cx="16580" cy="19985"/>
            </a:xfrm>
            <a:custGeom>
              <a:rect b="b" l="l" r="r" t="t"/>
              <a:pathLst>
                <a:path extrusionOk="0" h="358" w="297">
                  <a:moveTo>
                    <a:pt x="137" y="0"/>
                  </a:moveTo>
                  <a:cubicBezTo>
                    <a:pt x="132" y="0"/>
                    <a:pt x="128" y="1"/>
                    <a:pt x="123" y="1"/>
                  </a:cubicBezTo>
                  <a:cubicBezTo>
                    <a:pt x="50" y="12"/>
                    <a:pt x="1" y="99"/>
                    <a:pt x="15" y="200"/>
                  </a:cubicBezTo>
                  <a:cubicBezTo>
                    <a:pt x="28" y="291"/>
                    <a:pt x="89" y="358"/>
                    <a:pt x="160" y="358"/>
                  </a:cubicBezTo>
                  <a:cubicBezTo>
                    <a:pt x="165" y="358"/>
                    <a:pt x="170" y="358"/>
                    <a:pt x="176" y="357"/>
                  </a:cubicBezTo>
                  <a:cubicBezTo>
                    <a:pt x="248" y="347"/>
                    <a:pt x="297" y="259"/>
                    <a:pt x="284" y="162"/>
                  </a:cubicBezTo>
                  <a:cubicBezTo>
                    <a:pt x="270" y="67"/>
                    <a:pt x="206" y="0"/>
                    <a:pt x="137" y="0"/>
                  </a:cubicBezTo>
                  <a:close/>
                </a:path>
              </a:pathLst>
            </a:custGeom>
            <a:solidFill>
              <a:srgbClr val="2729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8" name="Google Shape;2438;p52"/>
            <p:cNvSpPr/>
            <p:nvPr/>
          </p:nvSpPr>
          <p:spPr>
            <a:xfrm>
              <a:off x="2913656" y="3700887"/>
              <a:ext cx="29978" cy="10272"/>
            </a:xfrm>
            <a:custGeom>
              <a:rect b="b" l="l" r="r" t="t"/>
              <a:pathLst>
                <a:path extrusionOk="0" h="184" w="537">
                  <a:moveTo>
                    <a:pt x="95" y="1"/>
                  </a:moveTo>
                  <a:cubicBezTo>
                    <a:pt x="44" y="1"/>
                    <a:pt x="1" y="71"/>
                    <a:pt x="54" y="110"/>
                  </a:cubicBezTo>
                  <a:cubicBezTo>
                    <a:pt x="119" y="162"/>
                    <a:pt x="193" y="184"/>
                    <a:pt x="267" y="184"/>
                  </a:cubicBezTo>
                  <a:cubicBezTo>
                    <a:pt x="336" y="184"/>
                    <a:pt x="406" y="166"/>
                    <a:pt x="472" y="138"/>
                  </a:cubicBezTo>
                  <a:cubicBezTo>
                    <a:pt x="537" y="109"/>
                    <a:pt x="512" y="14"/>
                    <a:pt x="454" y="14"/>
                  </a:cubicBezTo>
                  <a:cubicBezTo>
                    <a:pt x="446" y="14"/>
                    <a:pt x="438" y="15"/>
                    <a:pt x="430" y="19"/>
                  </a:cubicBezTo>
                  <a:cubicBezTo>
                    <a:pt x="377" y="42"/>
                    <a:pt x="321" y="59"/>
                    <a:pt x="266" y="59"/>
                  </a:cubicBezTo>
                  <a:cubicBezTo>
                    <a:pt x="220" y="59"/>
                    <a:pt x="175" y="47"/>
                    <a:pt x="134" y="15"/>
                  </a:cubicBezTo>
                  <a:cubicBezTo>
                    <a:pt x="121" y="5"/>
                    <a:pt x="108" y="1"/>
                    <a:pt x="95" y="1"/>
                  </a:cubicBezTo>
                  <a:close/>
                </a:path>
              </a:pathLst>
            </a:custGeom>
            <a:solidFill>
              <a:srgbClr val="CA68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9" name="Google Shape;2439;p52"/>
            <p:cNvSpPr/>
            <p:nvPr/>
          </p:nvSpPr>
          <p:spPr>
            <a:xfrm>
              <a:off x="2842535" y="3616368"/>
              <a:ext cx="41645" cy="21548"/>
            </a:xfrm>
            <a:custGeom>
              <a:rect b="b" l="l" r="r" t="t"/>
              <a:pathLst>
                <a:path extrusionOk="0" h="386" w="746">
                  <a:moveTo>
                    <a:pt x="417" y="1"/>
                  </a:moveTo>
                  <a:cubicBezTo>
                    <a:pt x="397" y="1"/>
                    <a:pt x="377" y="1"/>
                    <a:pt x="356" y="3"/>
                  </a:cubicBezTo>
                  <a:cubicBezTo>
                    <a:pt x="154" y="21"/>
                    <a:pt x="1" y="119"/>
                    <a:pt x="7" y="223"/>
                  </a:cubicBezTo>
                  <a:cubicBezTo>
                    <a:pt x="17" y="317"/>
                    <a:pt x="156" y="386"/>
                    <a:pt x="331" y="386"/>
                  </a:cubicBezTo>
                  <a:cubicBezTo>
                    <a:pt x="350" y="386"/>
                    <a:pt x="370" y="385"/>
                    <a:pt x="390" y="383"/>
                  </a:cubicBezTo>
                  <a:cubicBezTo>
                    <a:pt x="589" y="365"/>
                    <a:pt x="746" y="268"/>
                    <a:pt x="739" y="161"/>
                  </a:cubicBezTo>
                  <a:cubicBezTo>
                    <a:pt x="730" y="67"/>
                    <a:pt x="591" y="1"/>
                    <a:pt x="417" y="1"/>
                  </a:cubicBezTo>
                  <a:close/>
                </a:path>
              </a:pathLst>
            </a:custGeom>
            <a:solidFill>
              <a:srgbClr val="CA68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0" name="Google Shape;2440;p52"/>
            <p:cNvSpPr/>
            <p:nvPr/>
          </p:nvSpPr>
          <p:spPr>
            <a:xfrm>
              <a:off x="2959432" y="3612516"/>
              <a:ext cx="35449" cy="21548"/>
            </a:xfrm>
            <a:custGeom>
              <a:rect b="b" l="l" r="r" t="t"/>
              <a:pathLst>
                <a:path extrusionOk="0" h="386" w="635">
                  <a:moveTo>
                    <a:pt x="423" y="0"/>
                  </a:moveTo>
                  <a:cubicBezTo>
                    <a:pt x="402" y="0"/>
                    <a:pt x="381" y="1"/>
                    <a:pt x="359" y="3"/>
                  </a:cubicBezTo>
                  <a:cubicBezTo>
                    <a:pt x="157" y="20"/>
                    <a:pt x="1" y="117"/>
                    <a:pt x="11" y="222"/>
                  </a:cubicBezTo>
                  <a:cubicBezTo>
                    <a:pt x="20" y="316"/>
                    <a:pt x="160" y="385"/>
                    <a:pt x="333" y="385"/>
                  </a:cubicBezTo>
                  <a:cubicBezTo>
                    <a:pt x="352" y="385"/>
                    <a:pt x="371" y="384"/>
                    <a:pt x="391" y="383"/>
                  </a:cubicBezTo>
                  <a:cubicBezTo>
                    <a:pt x="488" y="376"/>
                    <a:pt x="572" y="347"/>
                    <a:pt x="634" y="313"/>
                  </a:cubicBezTo>
                  <a:cubicBezTo>
                    <a:pt x="624" y="222"/>
                    <a:pt x="610" y="132"/>
                    <a:pt x="596" y="37"/>
                  </a:cubicBezTo>
                  <a:lnTo>
                    <a:pt x="596" y="27"/>
                  </a:lnTo>
                  <a:cubicBezTo>
                    <a:pt x="546" y="9"/>
                    <a:pt x="486" y="0"/>
                    <a:pt x="423" y="0"/>
                  </a:cubicBezTo>
                  <a:close/>
                </a:path>
              </a:pathLst>
            </a:custGeom>
            <a:solidFill>
              <a:srgbClr val="CA68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1" name="Google Shape;2441;p52"/>
            <p:cNvSpPr/>
            <p:nvPr/>
          </p:nvSpPr>
          <p:spPr>
            <a:xfrm>
              <a:off x="2730047" y="3571875"/>
              <a:ext cx="94456" cy="105900"/>
            </a:xfrm>
            <a:custGeom>
              <a:rect b="b" l="l" r="r" t="t"/>
              <a:pathLst>
                <a:path extrusionOk="0" h="1897" w="1692">
                  <a:moveTo>
                    <a:pt x="599" y="0"/>
                  </a:moveTo>
                  <a:cubicBezTo>
                    <a:pt x="572" y="0"/>
                    <a:pt x="544" y="3"/>
                    <a:pt x="517" y="9"/>
                  </a:cubicBezTo>
                  <a:cubicBezTo>
                    <a:pt x="26" y="117"/>
                    <a:pt x="1" y="564"/>
                    <a:pt x="89" y="1009"/>
                  </a:cubicBezTo>
                  <a:cubicBezTo>
                    <a:pt x="166" y="1406"/>
                    <a:pt x="448" y="1897"/>
                    <a:pt x="938" y="1897"/>
                  </a:cubicBezTo>
                  <a:cubicBezTo>
                    <a:pt x="999" y="1897"/>
                    <a:pt x="1063" y="1889"/>
                    <a:pt x="1130" y="1873"/>
                  </a:cubicBezTo>
                  <a:cubicBezTo>
                    <a:pt x="1437" y="1800"/>
                    <a:pt x="1573" y="1591"/>
                    <a:pt x="1628" y="1376"/>
                  </a:cubicBezTo>
                  <a:cubicBezTo>
                    <a:pt x="1691" y="1114"/>
                    <a:pt x="1622" y="839"/>
                    <a:pt x="1454" y="626"/>
                  </a:cubicBezTo>
                  <a:cubicBezTo>
                    <a:pt x="1256" y="374"/>
                    <a:pt x="913" y="0"/>
                    <a:pt x="599" y="0"/>
                  </a:cubicBezTo>
                  <a:close/>
                </a:path>
              </a:pathLst>
            </a:custGeom>
            <a:solidFill>
              <a:srgbClr val="FDA1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2" name="Google Shape;2442;p52"/>
            <p:cNvSpPr/>
            <p:nvPr/>
          </p:nvSpPr>
          <p:spPr>
            <a:xfrm>
              <a:off x="2722120" y="3661363"/>
              <a:ext cx="73801" cy="70898"/>
            </a:xfrm>
            <a:custGeom>
              <a:rect b="b" l="l" r="r" t="t"/>
              <a:pathLst>
                <a:path extrusionOk="0" h="1270" w="1322">
                  <a:moveTo>
                    <a:pt x="661" y="140"/>
                  </a:moveTo>
                  <a:cubicBezTo>
                    <a:pt x="914" y="140"/>
                    <a:pt x="1131" y="339"/>
                    <a:pt x="1151" y="598"/>
                  </a:cubicBezTo>
                  <a:cubicBezTo>
                    <a:pt x="1172" y="866"/>
                    <a:pt x="969" y="1106"/>
                    <a:pt x="697" y="1127"/>
                  </a:cubicBezTo>
                  <a:cubicBezTo>
                    <a:pt x="685" y="1128"/>
                    <a:pt x="672" y="1129"/>
                    <a:pt x="660" y="1129"/>
                  </a:cubicBezTo>
                  <a:cubicBezTo>
                    <a:pt x="407" y="1129"/>
                    <a:pt x="188" y="931"/>
                    <a:pt x="168" y="672"/>
                  </a:cubicBezTo>
                  <a:cubicBezTo>
                    <a:pt x="147" y="403"/>
                    <a:pt x="352" y="162"/>
                    <a:pt x="624" y="141"/>
                  </a:cubicBezTo>
                  <a:cubicBezTo>
                    <a:pt x="636" y="140"/>
                    <a:pt x="649" y="140"/>
                    <a:pt x="661" y="140"/>
                  </a:cubicBezTo>
                  <a:close/>
                  <a:moveTo>
                    <a:pt x="663" y="0"/>
                  </a:moveTo>
                  <a:cubicBezTo>
                    <a:pt x="645" y="0"/>
                    <a:pt x="628" y="1"/>
                    <a:pt x="610" y="3"/>
                  </a:cubicBezTo>
                  <a:cubicBezTo>
                    <a:pt x="262" y="27"/>
                    <a:pt x="1" y="333"/>
                    <a:pt x="28" y="685"/>
                  </a:cubicBezTo>
                  <a:cubicBezTo>
                    <a:pt x="51" y="1017"/>
                    <a:pt x="330" y="1269"/>
                    <a:pt x="657" y="1269"/>
                  </a:cubicBezTo>
                  <a:cubicBezTo>
                    <a:pt x="674" y="1269"/>
                    <a:pt x="691" y="1268"/>
                    <a:pt x="707" y="1267"/>
                  </a:cubicBezTo>
                  <a:cubicBezTo>
                    <a:pt x="1060" y="1243"/>
                    <a:pt x="1321" y="936"/>
                    <a:pt x="1293" y="584"/>
                  </a:cubicBezTo>
                  <a:cubicBezTo>
                    <a:pt x="1270" y="253"/>
                    <a:pt x="992" y="0"/>
                    <a:pt x="66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3" name="Google Shape;2443;p52"/>
            <p:cNvSpPr/>
            <p:nvPr/>
          </p:nvSpPr>
          <p:spPr>
            <a:xfrm>
              <a:off x="2748414" y="3592698"/>
              <a:ext cx="42818" cy="57500"/>
            </a:xfrm>
            <a:custGeom>
              <a:rect b="b" l="l" r="r" t="t"/>
              <a:pathLst>
                <a:path extrusionOk="0" h="1030" w="767">
                  <a:moveTo>
                    <a:pt x="192" y="1"/>
                  </a:moveTo>
                  <a:cubicBezTo>
                    <a:pt x="148" y="1"/>
                    <a:pt x="104" y="9"/>
                    <a:pt x="59" y="27"/>
                  </a:cubicBezTo>
                  <a:cubicBezTo>
                    <a:pt x="0" y="51"/>
                    <a:pt x="35" y="132"/>
                    <a:pt x="90" y="132"/>
                  </a:cubicBezTo>
                  <a:cubicBezTo>
                    <a:pt x="97" y="132"/>
                    <a:pt x="104" y="131"/>
                    <a:pt x="111" y="128"/>
                  </a:cubicBezTo>
                  <a:cubicBezTo>
                    <a:pt x="140" y="116"/>
                    <a:pt x="169" y="111"/>
                    <a:pt x="198" y="111"/>
                  </a:cubicBezTo>
                  <a:cubicBezTo>
                    <a:pt x="364" y="111"/>
                    <a:pt x="512" y="289"/>
                    <a:pt x="571" y="421"/>
                  </a:cubicBezTo>
                  <a:cubicBezTo>
                    <a:pt x="651" y="595"/>
                    <a:pt x="648" y="786"/>
                    <a:pt x="638" y="974"/>
                  </a:cubicBezTo>
                  <a:cubicBezTo>
                    <a:pt x="634" y="1011"/>
                    <a:pt x="662" y="1030"/>
                    <a:pt x="691" y="1030"/>
                  </a:cubicBezTo>
                  <a:cubicBezTo>
                    <a:pt x="718" y="1030"/>
                    <a:pt x="746" y="1013"/>
                    <a:pt x="749" y="978"/>
                  </a:cubicBezTo>
                  <a:cubicBezTo>
                    <a:pt x="767" y="710"/>
                    <a:pt x="749" y="424"/>
                    <a:pt x="568" y="204"/>
                  </a:cubicBezTo>
                  <a:cubicBezTo>
                    <a:pt x="471" y="89"/>
                    <a:pt x="336" y="1"/>
                    <a:pt x="192" y="1"/>
                  </a:cubicBezTo>
                  <a:close/>
                </a:path>
              </a:pathLst>
            </a:custGeom>
            <a:solidFill>
              <a:srgbClr val="2729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4" name="Google Shape;2444;p52"/>
            <p:cNvSpPr/>
            <p:nvPr/>
          </p:nvSpPr>
          <p:spPr>
            <a:xfrm>
              <a:off x="2920745" y="3599174"/>
              <a:ext cx="25289" cy="40585"/>
            </a:xfrm>
            <a:custGeom>
              <a:rect b="b" l="l" r="r" t="t"/>
              <a:pathLst>
                <a:path extrusionOk="0" h="727" w="453">
                  <a:moveTo>
                    <a:pt x="58" y="1"/>
                  </a:moveTo>
                  <a:cubicBezTo>
                    <a:pt x="51" y="1"/>
                    <a:pt x="45" y="2"/>
                    <a:pt x="39" y="4"/>
                  </a:cubicBezTo>
                  <a:cubicBezTo>
                    <a:pt x="14" y="15"/>
                    <a:pt x="0" y="46"/>
                    <a:pt x="14" y="71"/>
                  </a:cubicBezTo>
                  <a:lnTo>
                    <a:pt x="115" y="301"/>
                  </a:lnTo>
                  <a:cubicBezTo>
                    <a:pt x="126" y="318"/>
                    <a:pt x="139" y="329"/>
                    <a:pt x="160" y="329"/>
                  </a:cubicBezTo>
                  <a:cubicBezTo>
                    <a:pt x="168" y="332"/>
                    <a:pt x="338" y="339"/>
                    <a:pt x="345" y="472"/>
                  </a:cubicBezTo>
                  <a:cubicBezTo>
                    <a:pt x="352" y="597"/>
                    <a:pt x="198" y="625"/>
                    <a:pt x="192" y="628"/>
                  </a:cubicBezTo>
                  <a:cubicBezTo>
                    <a:pt x="164" y="632"/>
                    <a:pt x="147" y="660"/>
                    <a:pt x="153" y="684"/>
                  </a:cubicBezTo>
                  <a:cubicBezTo>
                    <a:pt x="156" y="710"/>
                    <a:pt x="177" y="726"/>
                    <a:pt x="202" y="726"/>
                  </a:cubicBezTo>
                  <a:cubicBezTo>
                    <a:pt x="205" y="726"/>
                    <a:pt x="207" y="726"/>
                    <a:pt x="209" y="726"/>
                  </a:cubicBezTo>
                  <a:cubicBezTo>
                    <a:pt x="296" y="709"/>
                    <a:pt x="453" y="636"/>
                    <a:pt x="443" y="464"/>
                  </a:cubicBezTo>
                  <a:cubicBezTo>
                    <a:pt x="432" y="308"/>
                    <a:pt x="290" y="249"/>
                    <a:pt x="195" y="234"/>
                  </a:cubicBezTo>
                  <a:lnTo>
                    <a:pt x="101" y="29"/>
                  </a:lnTo>
                  <a:cubicBezTo>
                    <a:pt x="93" y="11"/>
                    <a:pt x="76" y="1"/>
                    <a:pt x="58" y="1"/>
                  </a:cubicBezTo>
                  <a:close/>
                </a:path>
              </a:pathLst>
            </a:custGeom>
            <a:solidFill>
              <a:srgbClr val="2729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5" name="Google Shape;2445;p52"/>
            <p:cNvSpPr/>
            <p:nvPr/>
          </p:nvSpPr>
          <p:spPr>
            <a:xfrm>
              <a:off x="2714807" y="4028970"/>
              <a:ext cx="365542" cy="51973"/>
            </a:xfrm>
            <a:custGeom>
              <a:rect b="b" l="l" r="r" t="t"/>
              <a:pathLst>
                <a:path extrusionOk="0" h="931" w="6548">
                  <a:moveTo>
                    <a:pt x="6448" y="0"/>
                  </a:moveTo>
                  <a:cubicBezTo>
                    <a:pt x="6425" y="0"/>
                    <a:pt x="6403" y="12"/>
                    <a:pt x="6390" y="41"/>
                  </a:cubicBezTo>
                  <a:cubicBezTo>
                    <a:pt x="6191" y="470"/>
                    <a:pt x="5738" y="626"/>
                    <a:pt x="5299" y="700"/>
                  </a:cubicBezTo>
                  <a:cubicBezTo>
                    <a:pt x="4924" y="761"/>
                    <a:pt x="4537" y="779"/>
                    <a:pt x="4153" y="779"/>
                  </a:cubicBezTo>
                  <a:cubicBezTo>
                    <a:pt x="3969" y="779"/>
                    <a:pt x="3786" y="775"/>
                    <a:pt x="3606" y="769"/>
                  </a:cubicBezTo>
                  <a:cubicBezTo>
                    <a:pt x="2424" y="738"/>
                    <a:pt x="1257" y="550"/>
                    <a:pt x="124" y="216"/>
                  </a:cubicBezTo>
                  <a:cubicBezTo>
                    <a:pt x="116" y="213"/>
                    <a:pt x="108" y="212"/>
                    <a:pt x="101" y="212"/>
                  </a:cubicBezTo>
                  <a:cubicBezTo>
                    <a:pt x="25" y="212"/>
                    <a:pt x="1" y="333"/>
                    <a:pt x="86" y="359"/>
                  </a:cubicBezTo>
                  <a:cubicBezTo>
                    <a:pt x="1319" y="724"/>
                    <a:pt x="2602" y="919"/>
                    <a:pt x="3887" y="926"/>
                  </a:cubicBezTo>
                  <a:cubicBezTo>
                    <a:pt x="4029" y="927"/>
                    <a:pt x="4189" y="930"/>
                    <a:pt x="4357" y="930"/>
                  </a:cubicBezTo>
                  <a:cubicBezTo>
                    <a:pt x="5160" y="930"/>
                    <a:pt x="6176" y="860"/>
                    <a:pt x="6522" y="114"/>
                  </a:cubicBezTo>
                  <a:cubicBezTo>
                    <a:pt x="6548" y="55"/>
                    <a:pt x="6496" y="0"/>
                    <a:pt x="6448"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6" name="Google Shape;2446;p52"/>
            <p:cNvSpPr/>
            <p:nvPr/>
          </p:nvSpPr>
          <p:spPr>
            <a:xfrm>
              <a:off x="2796256" y="4288668"/>
              <a:ext cx="301734" cy="41143"/>
            </a:xfrm>
            <a:custGeom>
              <a:rect b="b" l="l" r="r" t="t"/>
              <a:pathLst>
                <a:path extrusionOk="0" h="737" w="5405">
                  <a:moveTo>
                    <a:pt x="4437" y="0"/>
                  </a:moveTo>
                  <a:cubicBezTo>
                    <a:pt x="2968" y="0"/>
                    <a:pt x="1504" y="198"/>
                    <a:pt x="87" y="588"/>
                  </a:cubicBezTo>
                  <a:cubicBezTo>
                    <a:pt x="0" y="610"/>
                    <a:pt x="27" y="737"/>
                    <a:pt x="105" y="737"/>
                  </a:cubicBezTo>
                  <a:cubicBezTo>
                    <a:pt x="111" y="737"/>
                    <a:pt x="118" y="736"/>
                    <a:pt x="125" y="734"/>
                  </a:cubicBezTo>
                  <a:cubicBezTo>
                    <a:pt x="1532" y="345"/>
                    <a:pt x="2978" y="150"/>
                    <a:pt x="4434" y="150"/>
                  </a:cubicBezTo>
                  <a:cubicBezTo>
                    <a:pt x="4725" y="150"/>
                    <a:pt x="5016" y="157"/>
                    <a:pt x="5307" y="173"/>
                  </a:cubicBezTo>
                  <a:cubicBezTo>
                    <a:pt x="5309" y="173"/>
                    <a:pt x="5312" y="173"/>
                    <a:pt x="5314" y="173"/>
                  </a:cubicBezTo>
                  <a:cubicBezTo>
                    <a:pt x="5405" y="173"/>
                    <a:pt x="5402" y="30"/>
                    <a:pt x="5307" y="23"/>
                  </a:cubicBezTo>
                  <a:cubicBezTo>
                    <a:pt x="5017" y="8"/>
                    <a:pt x="4727" y="0"/>
                    <a:pt x="4437"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7" name="Google Shape;2447;p52"/>
            <p:cNvSpPr/>
            <p:nvPr/>
          </p:nvSpPr>
          <p:spPr>
            <a:xfrm>
              <a:off x="2727200" y="3832243"/>
              <a:ext cx="255790" cy="120247"/>
            </a:xfrm>
            <a:custGeom>
              <a:rect b="b" l="l" r="r" t="t"/>
              <a:pathLst>
                <a:path extrusionOk="0" h="2154" w="4582">
                  <a:moveTo>
                    <a:pt x="140" y="1"/>
                  </a:moveTo>
                  <a:cubicBezTo>
                    <a:pt x="90" y="11"/>
                    <a:pt x="45" y="18"/>
                    <a:pt x="0" y="28"/>
                  </a:cubicBezTo>
                  <a:cubicBezTo>
                    <a:pt x="153" y="450"/>
                    <a:pt x="443" y="813"/>
                    <a:pt x="798" y="1098"/>
                  </a:cubicBezTo>
                  <a:cubicBezTo>
                    <a:pt x="1321" y="1516"/>
                    <a:pt x="1986" y="1850"/>
                    <a:pt x="2623" y="2053"/>
                  </a:cubicBezTo>
                  <a:cubicBezTo>
                    <a:pt x="2825" y="2116"/>
                    <a:pt x="3040" y="2153"/>
                    <a:pt x="3252" y="2153"/>
                  </a:cubicBezTo>
                  <a:cubicBezTo>
                    <a:pt x="3628" y="2153"/>
                    <a:pt x="3992" y="2034"/>
                    <a:pt x="4244" y="1722"/>
                  </a:cubicBezTo>
                  <a:cubicBezTo>
                    <a:pt x="4505" y="1401"/>
                    <a:pt x="4579" y="1008"/>
                    <a:pt x="4582" y="607"/>
                  </a:cubicBezTo>
                  <a:cubicBezTo>
                    <a:pt x="4533" y="575"/>
                    <a:pt x="4484" y="548"/>
                    <a:pt x="4439" y="520"/>
                  </a:cubicBezTo>
                  <a:lnTo>
                    <a:pt x="4439" y="520"/>
                  </a:lnTo>
                  <a:cubicBezTo>
                    <a:pt x="4450" y="917"/>
                    <a:pt x="4390" y="1311"/>
                    <a:pt x="4136" y="1628"/>
                  </a:cubicBezTo>
                  <a:cubicBezTo>
                    <a:pt x="3913" y="1910"/>
                    <a:pt x="3597" y="2013"/>
                    <a:pt x="3268" y="2013"/>
                  </a:cubicBezTo>
                  <a:cubicBezTo>
                    <a:pt x="3007" y="2013"/>
                    <a:pt x="2738" y="1949"/>
                    <a:pt x="2498" y="1858"/>
                  </a:cubicBezTo>
                  <a:cubicBezTo>
                    <a:pt x="1596" y="1523"/>
                    <a:pt x="491" y="956"/>
                    <a:pt x="140"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8" name="Google Shape;2448;p52"/>
            <p:cNvSpPr/>
            <p:nvPr/>
          </p:nvSpPr>
          <p:spPr>
            <a:xfrm>
              <a:off x="2942126" y="3841008"/>
              <a:ext cx="759834" cy="1531112"/>
            </a:xfrm>
            <a:custGeom>
              <a:rect b="b" l="l" r="r" t="t"/>
              <a:pathLst>
                <a:path extrusionOk="0" h="27427" w="13611">
                  <a:moveTo>
                    <a:pt x="0" y="0"/>
                  </a:moveTo>
                  <a:cubicBezTo>
                    <a:pt x="0" y="0"/>
                    <a:pt x="446" y="3959"/>
                    <a:pt x="1307" y="6548"/>
                  </a:cubicBezTo>
                  <a:cubicBezTo>
                    <a:pt x="2102" y="8931"/>
                    <a:pt x="2321" y="12209"/>
                    <a:pt x="3136" y="13670"/>
                  </a:cubicBezTo>
                  <a:cubicBezTo>
                    <a:pt x="3175" y="13740"/>
                    <a:pt x="3217" y="13806"/>
                    <a:pt x="3258" y="13869"/>
                  </a:cubicBezTo>
                  <a:cubicBezTo>
                    <a:pt x="3390" y="14049"/>
                    <a:pt x="3638" y="14572"/>
                    <a:pt x="3955" y="15311"/>
                  </a:cubicBezTo>
                  <a:cubicBezTo>
                    <a:pt x="4185" y="15847"/>
                    <a:pt x="4460" y="16503"/>
                    <a:pt x="4736" y="17231"/>
                  </a:cubicBezTo>
                  <a:cubicBezTo>
                    <a:pt x="6000" y="20559"/>
                    <a:pt x="6544" y="25513"/>
                    <a:pt x="6788" y="27426"/>
                  </a:cubicBezTo>
                  <a:cubicBezTo>
                    <a:pt x="6788" y="27426"/>
                    <a:pt x="9356" y="26712"/>
                    <a:pt x="10820" y="25991"/>
                  </a:cubicBezTo>
                  <a:cubicBezTo>
                    <a:pt x="12297" y="25263"/>
                    <a:pt x="13610" y="24332"/>
                    <a:pt x="12931" y="23524"/>
                  </a:cubicBezTo>
                  <a:cubicBezTo>
                    <a:pt x="11576" y="21910"/>
                    <a:pt x="6457" y="15488"/>
                    <a:pt x="6091" y="14726"/>
                  </a:cubicBezTo>
                  <a:cubicBezTo>
                    <a:pt x="5464" y="13422"/>
                    <a:pt x="3934" y="9788"/>
                    <a:pt x="3802" y="9112"/>
                  </a:cubicBezTo>
                  <a:cubicBezTo>
                    <a:pt x="3670" y="8436"/>
                    <a:pt x="4297" y="6704"/>
                    <a:pt x="4286" y="6077"/>
                  </a:cubicBezTo>
                  <a:cubicBezTo>
                    <a:pt x="4279" y="5453"/>
                    <a:pt x="3297" y="4094"/>
                    <a:pt x="3390" y="3429"/>
                  </a:cubicBezTo>
                  <a:cubicBezTo>
                    <a:pt x="3488" y="2764"/>
                    <a:pt x="3680" y="2126"/>
                    <a:pt x="3262" y="1760"/>
                  </a:cubicBezTo>
                  <a:cubicBezTo>
                    <a:pt x="2840" y="1391"/>
                    <a:pt x="1" y="0"/>
                    <a:pt x="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9" name="Google Shape;2449;p52"/>
            <p:cNvSpPr/>
            <p:nvPr/>
          </p:nvSpPr>
          <p:spPr>
            <a:xfrm>
              <a:off x="3511430" y="5132072"/>
              <a:ext cx="133645" cy="106347"/>
            </a:xfrm>
            <a:custGeom>
              <a:rect b="b" l="l" r="r" t="t"/>
              <a:pathLst>
                <a:path extrusionOk="0" h="1905" w="2394">
                  <a:moveTo>
                    <a:pt x="2304" y="0"/>
                  </a:moveTo>
                  <a:cubicBezTo>
                    <a:pt x="2284" y="0"/>
                    <a:pt x="2264" y="10"/>
                    <a:pt x="2252" y="34"/>
                  </a:cubicBezTo>
                  <a:cubicBezTo>
                    <a:pt x="1796" y="902"/>
                    <a:pt x="1026" y="1522"/>
                    <a:pt x="78" y="1773"/>
                  </a:cubicBezTo>
                  <a:cubicBezTo>
                    <a:pt x="1" y="1792"/>
                    <a:pt x="24" y="1905"/>
                    <a:pt x="95" y="1905"/>
                  </a:cubicBezTo>
                  <a:cubicBezTo>
                    <a:pt x="100" y="1905"/>
                    <a:pt x="106" y="1904"/>
                    <a:pt x="113" y="1902"/>
                  </a:cubicBezTo>
                  <a:cubicBezTo>
                    <a:pt x="1092" y="1641"/>
                    <a:pt x="1897" y="999"/>
                    <a:pt x="2367" y="100"/>
                  </a:cubicBezTo>
                  <a:cubicBezTo>
                    <a:pt x="2393" y="48"/>
                    <a:pt x="2347" y="0"/>
                    <a:pt x="230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0" name="Google Shape;2450;p52"/>
            <p:cNvSpPr/>
            <p:nvPr/>
          </p:nvSpPr>
          <p:spPr>
            <a:xfrm>
              <a:off x="2995216" y="4079659"/>
              <a:ext cx="549541" cy="1114658"/>
            </a:xfrm>
            <a:custGeom>
              <a:rect b="b" l="l" r="r" t="t"/>
              <a:pathLst>
                <a:path extrusionOk="0" h="19967" w="9844">
                  <a:moveTo>
                    <a:pt x="219" y="1"/>
                  </a:moveTo>
                  <a:cubicBezTo>
                    <a:pt x="206" y="1"/>
                    <a:pt x="194" y="2"/>
                    <a:pt x="182" y="4"/>
                  </a:cubicBezTo>
                  <a:cubicBezTo>
                    <a:pt x="74" y="25"/>
                    <a:pt x="1" y="130"/>
                    <a:pt x="22" y="237"/>
                  </a:cubicBezTo>
                  <a:cubicBezTo>
                    <a:pt x="43" y="335"/>
                    <a:pt x="126" y="401"/>
                    <a:pt x="220" y="401"/>
                  </a:cubicBezTo>
                  <a:cubicBezTo>
                    <a:pt x="231" y="401"/>
                    <a:pt x="244" y="401"/>
                    <a:pt x="259" y="398"/>
                  </a:cubicBezTo>
                  <a:cubicBezTo>
                    <a:pt x="366" y="380"/>
                    <a:pt x="440" y="273"/>
                    <a:pt x="419" y="165"/>
                  </a:cubicBezTo>
                  <a:cubicBezTo>
                    <a:pt x="401" y="69"/>
                    <a:pt x="313" y="1"/>
                    <a:pt x="219" y="1"/>
                  </a:cubicBezTo>
                  <a:close/>
                  <a:moveTo>
                    <a:pt x="591" y="1804"/>
                  </a:moveTo>
                  <a:cubicBezTo>
                    <a:pt x="577" y="1804"/>
                    <a:pt x="562" y="1806"/>
                    <a:pt x="548" y="1809"/>
                  </a:cubicBezTo>
                  <a:cubicBezTo>
                    <a:pt x="440" y="1830"/>
                    <a:pt x="370" y="1938"/>
                    <a:pt x="394" y="2046"/>
                  </a:cubicBezTo>
                  <a:cubicBezTo>
                    <a:pt x="412" y="2140"/>
                    <a:pt x="495" y="2206"/>
                    <a:pt x="590" y="2206"/>
                  </a:cubicBezTo>
                  <a:cubicBezTo>
                    <a:pt x="603" y="2206"/>
                    <a:pt x="617" y="2203"/>
                    <a:pt x="631" y="2199"/>
                  </a:cubicBezTo>
                  <a:cubicBezTo>
                    <a:pt x="739" y="2178"/>
                    <a:pt x="809" y="2071"/>
                    <a:pt x="785" y="1963"/>
                  </a:cubicBezTo>
                  <a:cubicBezTo>
                    <a:pt x="766" y="1869"/>
                    <a:pt x="683" y="1804"/>
                    <a:pt x="591" y="1804"/>
                  </a:cubicBezTo>
                  <a:close/>
                  <a:moveTo>
                    <a:pt x="998" y="3594"/>
                  </a:moveTo>
                  <a:cubicBezTo>
                    <a:pt x="982" y="3594"/>
                    <a:pt x="965" y="3596"/>
                    <a:pt x="948" y="3600"/>
                  </a:cubicBezTo>
                  <a:cubicBezTo>
                    <a:pt x="841" y="3624"/>
                    <a:pt x="774" y="3732"/>
                    <a:pt x="799" y="3841"/>
                  </a:cubicBezTo>
                  <a:cubicBezTo>
                    <a:pt x="823" y="3935"/>
                    <a:pt x="903" y="3997"/>
                    <a:pt x="994" y="3997"/>
                  </a:cubicBezTo>
                  <a:cubicBezTo>
                    <a:pt x="1011" y="3997"/>
                    <a:pt x="1025" y="3994"/>
                    <a:pt x="1042" y="3991"/>
                  </a:cubicBezTo>
                  <a:cubicBezTo>
                    <a:pt x="1151" y="3966"/>
                    <a:pt x="1217" y="3854"/>
                    <a:pt x="1193" y="3746"/>
                  </a:cubicBezTo>
                  <a:cubicBezTo>
                    <a:pt x="1169" y="3655"/>
                    <a:pt x="1088" y="3594"/>
                    <a:pt x="998" y="3594"/>
                  </a:cubicBezTo>
                  <a:close/>
                  <a:moveTo>
                    <a:pt x="1445" y="5373"/>
                  </a:moveTo>
                  <a:cubicBezTo>
                    <a:pt x="1427" y="5373"/>
                    <a:pt x="1409" y="5375"/>
                    <a:pt x="1391" y="5380"/>
                  </a:cubicBezTo>
                  <a:cubicBezTo>
                    <a:pt x="1286" y="5409"/>
                    <a:pt x="1220" y="5520"/>
                    <a:pt x="1251" y="5628"/>
                  </a:cubicBezTo>
                  <a:cubicBezTo>
                    <a:pt x="1276" y="5715"/>
                    <a:pt x="1356" y="5774"/>
                    <a:pt x="1443" y="5774"/>
                  </a:cubicBezTo>
                  <a:cubicBezTo>
                    <a:pt x="1460" y="5774"/>
                    <a:pt x="1481" y="5774"/>
                    <a:pt x="1499" y="5768"/>
                  </a:cubicBezTo>
                  <a:cubicBezTo>
                    <a:pt x="1603" y="5739"/>
                    <a:pt x="1669" y="5628"/>
                    <a:pt x="1638" y="5520"/>
                  </a:cubicBezTo>
                  <a:cubicBezTo>
                    <a:pt x="1615" y="5433"/>
                    <a:pt x="1534" y="5373"/>
                    <a:pt x="1445" y="5373"/>
                  </a:cubicBezTo>
                  <a:close/>
                  <a:moveTo>
                    <a:pt x="1967" y="7134"/>
                  </a:moveTo>
                  <a:cubicBezTo>
                    <a:pt x="1946" y="7134"/>
                    <a:pt x="1924" y="7137"/>
                    <a:pt x="1903" y="7144"/>
                  </a:cubicBezTo>
                  <a:cubicBezTo>
                    <a:pt x="1799" y="7178"/>
                    <a:pt x="1740" y="7294"/>
                    <a:pt x="1774" y="7398"/>
                  </a:cubicBezTo>
                  <a:cubicBezTo>
                    <a:pt x="1802" y="7482"/>
                    <a:pt x="1883" y="7534"/>
                    <a:pt x="1966" y="7534"/>
                  </a:cubicBezTo>
                  <a:cubicBezTo>
                    <a:pt x="1987" y="7534"/>
                    <a:pt x="2008" y="7534"/>
                    <a:pt x="2029" y="7524"/>
                  </a:cubicBezTo>
                  <a:cubicBezTo>
                    <a:pt x="2133" y="7492"/>
                    <a:pt x="2192" y="7377"/>
                    <a:pt x="2158" y="7273"/>
                  </a:cubicBezTo>
                  <a:cubicBezTo>
                    <a:pt x="2130" y="7187"/>
                    <a:pt x="2051" y="7134"/>
                    <a:pt x="1967" y="7134"/>
                  </a:cubicBezTo>
                  <a:close/>
                  <a:moveTo>
                    <a:pt x="2656" y="8832"/>
                  </a:moveTo>
                  <a:cubicBezTo>
                    <a:pt x="2623" y="8832"/>
                    <a:pt x="2589" y="8841"/>
                    <a:pt x="2558" y="8858"/>
                  </a:cubicBezTo>
                  <a:cubicBezTo>
                    <a:pt x="2460" y="8910"/>
                    <a:pt x="2426" y="9032"/>
                    <a:pt x="2478" y="9130"/>
                  </a:cubicBezTo>
                  <a:cubicBezTo>
                    <a:pt x="2516" y="9196"/>
                    <a:pt x="2582" y="9235"/>
                    <a:pt x="2656" y="9235"/>
                  </a:cubicBezTo>
                  <a:cubicBezTo>
                    <a:pt x="2687" y="9235"/>
                    <a:pt x="2722" y="9227"/>
                    <a:pt x="2753" y="9210"/>
                  </a:cubicBezTo>
                  <a:cubicBezTo>
                    <a:pt x="2848" y="9155"/>
                    <a:pt x="2886" y="9032"/>
                    <a:pt x="2830" y="8935"/>
                  </a:cubicBezTo>
                  <a:cubicBezTo>
                    <a:pt x="2794" y="8871"/>
                    <a:pt x="2726" y="8832"/>
                    <a:pt x="2656" y="8832"/>
                  </a:cubicBezTo>
                  <a:close/>
                  <a:moveTo>
                    <a:pt x="3483" y="10465"/>
                  </a:moveTo>
                  <a:cubicBezTo>
                    <a:pt x="3455" y="10465"/>
                    <a:pt x="3426" y="10472"/>
                    <a:pt x="3398" y="10485"/>
                  </a:cubicBezTo>
                  <a:cubicBezTo>
                    <a:pt x="3297" y="10531"/>
                    <a:pt x="3251" y="10649"/>
                    <a:pt x="3300" y="10750"/>
                  </a:cubicBezTo>
                  <a:cubicBezTo>
                    <a:pt x="3332" y="10827"/>
                    <a:pt x="3405" y="10869"/>
                    <a:pt x="3481" y="10869"/>
                  </a:cubicBezTo>
                  <a:cubicBezTo>
                    <a:pt x="3509" y="10869"/>
                    <a:pt x="3537" y="10861"/>
                    <a:pt x="3565" y="10851"/>
                  </a:cubicBezTo>
                  <a:cubicBezTo>
                    <a:pt x="3666" y="10803"/>
                    <a:pt x="3711" y="10684"/>
                    <a:pt x="3663" y="10583"/>
                  </a:cubicBezTo>
                  <a:lnTo>
                    <a:pt x="3666" y="10583"/>
                  </a:lnTo>
                  <a:cubicBezTo>
                    <a:pt x="3631" y="10509"/>
                    <a:pt x="3559" y="10465"/>
                    <a:pt x="3483" y="10465"/>
                  </a:cubicBezTo>
                  <a:close/>
                  <a:moveTo>
                    <a:pt x="4272" y="12120"/>
                  </a:moveTo>
                  <a:cubicBezTo>
                    <a:pt x="4240" y="12120"/>
                    <a:pt x="4208" y="12128"/>
                    <a:pt x="4178" y="12144"/>
                  </a:cubicBezTo>
                  <a:cubicBezTo>
                    <a:pt x="4078" y="12193"/>
                    <a:pt x="4039" y="12315"/>
                    <a:pt x="4091" y="12413"/>
                  </a:cubicBezTo>
                  <a:cubicBezTo>
                    <a:pt x="4126" y="12482"/>
                    <a:pt x="4196" y="12524"/>
                    <a:pt x="4269" y="12524"/>
                  </a:cubicBezTo>
                  <a:cubicBezTo>
                    <a:pt x="4300" y="12524"/>
                    <a:pt x="4332" y="12513"/>
                    <a:pt x="4363" y="12500"/>
                  </a:cubicBezTo>
                  <a:cubicBezTo>
                    <a:pt x="4461" y="12447"/>
                    <a:pt x="4499" y="12325"/>
                    <a:pt x="4446" y="12228"/>
                  </a:cubicBezTo>
                  <a:cubicBezTo>
                    <a:pt x="4413" y="12160"/>
                    <a:pt x="4344" y="12120"/>
                    <a:pt x="4272" y="12120"/>
                  </a:cubicBezTo>
                  <a:close/>
                  <a:moveTo>
                    <a:pt x="5227" y="13677"/>
                  </a:moveTo>
                  <a:cubicBezTo>
                    <a:pt x="5186" y="13677"/>
                    <a:pt x="5145" y="13689"/>
                    <a:pt x="5109" y="13715"/>
                  </a:cubicBezTo>
                  <a:cubicBezTo>
                    <a:pt x="5022" y="13782"/>
                    <a:pt x="5001" y="13907"/>
                    <a:pt x="5067" y="13997"/>
                  </a:cubicBezTo>
                  <a:cubicBezTo>
                    <a:pt x="5105" y="14050"/>
                    <a:pt x="5168" y="14081"/>
                    <a:pt x="5231" y="14081"/>
                  </a:cubicBezTo>
                  <a:cubicBezTo>
                    <a:pt x="5269" y="14081"/>
                    <a:pt x="5311" y="14068"/>
                    <a:pt x="5349" y="14039"/>
                  </a:cubicBezTo>
                  <a:cubicBezTo>
                    <a:pt x="5437" y="13973"/>
                    <a:pt x="5458" y="13848"/>
                    <a:pt x="5391" y="13761"/>
                  </a:cubicBezTo>
                  <a:cubicBezTo>
                    <a:pt x="5351" y="13706"/>
                    <a:pt x="5289" y="13677"/>
                    <a:pt x="5227" y="13677"/>
                  </a:cubicBezTo>
                  <a:close/>
                  <a:moveTo>
                    <a:pt x="6373" y="15113"/>
                  </a:moveTo>
                  <a:cubicBezTo>
                    <a:pt x="6329" y="15113"/>
                    <a:pt x="6285" y="15127"/>
                    <a:pt x="6248" y="15155"/>
                  </a:cubicBezTo>
                  <a:cubicBezTo>
                    <a:pt x="6161" y="15224"/>
                    <a:pt x="6143" y="15350"/>
                    <a:pt x="6214" y="15437"/>
                  </a:cubicBezTo>
                  <a:cubicBezTo>
                    <a:pt x="6252" y="15489"/>
                    <a:pt x="6311" y="15513"/>
                    <a:pt x="6370" y="15513"/>
                  </a:cubicBezTo>
                  <a:cubicBezTo>
                    <a:pt x="6415" y="15513"/>
                    <a:pt x="6457" y="15499"/>
                    <a:pt x="6495" y="15472"/>
                  </a:cubicBezTo>
                  <a:cubicBezTo>
                    <a:pt x="6582" y="15406"/>
                    <a:pt x="6597" y="15280"/>
                    <a:pt x="6530" y="15189"/>
                  </a:cubicBezTo>
                  <a:cubicBezTo>
                    <a:pt x="6492" y="15139"/>
                    <a:pt x="6433" y="15113"/>
                    <a:pt x="6373" y="15113"/>
                  </a:cubicBezTo>
                  <a:close/>
                  <a:moveTo>
                    <a:pt x="7472" y="16581"/>
                  </a:moveTo>
                  <a:cubicBezTo>
                    <a:pt x="7430" y="16581"/>
                    <a:pt x="7389" y="16593"/>
                    <a:pt x="7352" y="16618"/>
                  </a:cubicBezTo>
                  <a:cubicBezTo>
                    <a:pt x="7266" y="16684"/>
                    <a:pt x="7245" y="16810"/>
                    <a:pt x="7311" y="16900"/>
                  </a:cubicBezTo>
                  <a:cubicBezTo>
                    <a:pt x="7352" y="16956"/>
                    <a:pt x="7412" y="16984"/>
                    <a:pt x="7475" y="16984"/>
                  </a:cubicBezTo>
                  <a:cubicBezTo>
                    <a:pt x="7516" y="16984"/>
                    <a:pt x="7558" y="16970"/>
                    <a:pt x="7593" y="16942"/>
                  </a:cubicBezTo>
                  <a:cubicBezTo>
                    <a:pt x="7684" y="16876"/>
                    <a:pt x="7701" y="16750"/>
                    <a:pt x="7635" y="16663"/>
                  </a:cubicBezTo>
                  <a:cubicBezTo>
                    <a:pt x="7595" y="16609"/>
                    <a:pt x="7534" y="16581"/>
                    <a:pt x="7472" y="16581"/>
                  </a:cubicBezTo>
                  <a:close/>
                  <a:moveTo>
                    <a:pt x="8548" y="18066"/>
                  </a:moveTo>
                  <a:cubicBezTo>
                    <a:pt x="8508" y="18066"/>
                    <a:pt x="8468" y="18078"/>
                    <a:pt x="8433" y="18103"/>
                  </a:cubicBezTo>
                  <a:cubicBezTo>
                    <a:pt x="8346" y="18169"/>
                    <a:pt x="8325" y="18294"/>
                    <a:pt x="8388" y="18384"/>
                  </a:cubicBezTo>
                  <a:cubicBezTo>
                    <a:pt x="8430" y="18440"/>
                    <a:pt x="8489" y="18468"/>
                    <a:pt x="8552" y="18468"/>
                  </a:cubicBezTo>
                  <a:cubicBezTo>
                    <a:pt x="8593" y="18468"/>
                    <a:pt x="8631" y="18455"/>
                    <a:pt x="8670" y="18429"/>
                  </a:cubicBezTo>
                  <a:cubicBezTo>
                    <a:pt x="8761" y="18367"/>
                    <a:pt x="8782" y="18238"/>
                    <a:pt x="8715" y="18151"/>
                  </a:cubicBezTo>
                  <a:cubicBezTo>
                    <a:pt x="8674" y="18096"/>
                    <a:pt x="8612" y="18066"/>
                    <a:pt x="8548" y="18066"/>
                  </a:cubicBezTo>
                  <a:close/>
                  <a:moveTo>
                    <a:pt x="9614" y="19564"/>
                  </a:moveTo>
                  <a:cubicBezTo>
                    <a:pt x="9574" y="19564"/>
                    <a:pt x="9534" y="19576"/>
                    <a:pt x="9499" y="19600"/>
                  </a:cubicBezTo>
                  <a:cubicBezTo>
                    <a:pt x="9409" y="19663"/>
                    <a:pt x="9388" y="19788"/>
                    <a:pt x="9451" y="19880"/>
                  </a:cubicBezTo>
                  <a:cubicBezTo>
                    <a:pt x="9488" y="19935"/>
                    <a:pt x="9551" y="19967"/>
                    <a:pt x="9618" y="19967"/>
                  </a:cubicBezTo>
                  <a:cubicBezTo>
                    <a:pt x="9656" y="19967"/>
                    <a:pt x="9697" y="19952"/>
                    <a:pt x="9732" y="19928"/>
                  </a:cubicBezTo>
                  <a:cubicBezTo>
                    <a:pt x="9823" y="19865"/>
                    <a:pt x="9844" y="19740"/>
                    <a:pt x="9781" y="19650"/>
                  </a:cubicBezTo>
                  <a:cubicBezTo>
                    <a:pt x="9740" y="19594"/>
                    <a:pt x="9678" y="19564"/>
                    <a:pt x="9614" y="19564"/>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1" name="Google Shape;2451;p52"/>
            <p:cNvSpPr/>
            <p:nvPr/>
          </p:nvSpPr>
          <p:spPr>
            <a:xfrm>
              <a:off x="3026255" y="4094397"/>
              <a:ext cx="574551" cy="1102376"/>
            </a:xfrm>
            <a:custGeom>
              <a:rect b="b" l="l" r="r" t="t"/>
              <a:pathLst>
                <a:path extrusionOk="0" h="19747" w="10292">
                  <a:moveTo>
                    <a:pt x="83" y="0"/>
                  </a:moveTo>
                  <a:cubicBezTo>
                    <a:pt x="43" y="0"/>
                    <a:pt x="0" y="35"/>
                    <a:pt x="13" y="86"/>
                  </a:cubicBezTo>
                  <a:cubicBezTo>
                    <a:pt x="452" y="1803"/>
                    <a:pt x="894" y="3524"/>
                    <a:pt x="1417" y="5221"/>
                  </a:cubicBezTo>
                  <a:cubicBezTo>
                    <a:pt x="2274" y="7998"/>
                    <a:pt x="3358" y="10734"/>
                    <a:pt x="4964" y="13169"/>
                  </a:cubicBezTo>
                  <a:cubicBezTo>
                    <a:pt x="5738" y="14347"/>
                    <a:pt x="6643" y="15396"/>
                    <a:pt x="7623" y="16406"/>
                  </a:cubicBezTo>
                  <a:cubicBezTo>
                    <a:pt x="8594" y="17406"/>
                    <a:pt x="9564" y="18427"/>
                    <a:pt x="10152" y="19713"/>
                  </a:cubicBezTo>
                  <a:cubicBezTo>
                    <a:pt x="10163" y="19737"/>
                    <a:pt x="10182" y="19747"/>
                    <a:pt x="10201" y="19747"/>
                  </a:cubicBezTo>
                  <a:cubicBezTo>
                    <a:pt x="10244" y="19747"/>
                    <a:pt x="10291" y="19698"/>
                    <a:pt x="10267" y="19643"/>
                  </a:cubicBezTo>
                  <a:cubicBezTo>
                    <a:pt x="9619" y="18232"/>
                    <a:pt x="8518" y="17138"/>
                    <a:pt x="7452" y="16037"/>
                  </a:cubicBezTo>
                  <a:cubicBezTo>
                    <a:pt x="5455" y="13974"/>
                    <a:pt x="3977" y="11538"/>
                    <a:pt x="2869" y="8897"/>
                  </a:cubicBezTo>
                  <a:cubicBezTo>
                    <a:pt x="1678" y="6044"/>
                    <a:pt x="908" y="3037"/>
                    <a:pt x="142" y="47"/>
                  </a:cubicBezTo>
                  <a:cubicBezTo>
                    <a:pt x="133" y="14"/>
                    <a:pt x="109" y="0"/>
                    <a:pt x="8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2" name="Google Shape;2452;p52"/>
            <p:cNvSpPr/>
            <p:nvPr/>
          </p:nvSpPr>
          <p:spPr>
            <a:xfrm>
              <a:off x="3184519" y="4443471"/>
              <a:ext cx="132417" cy="264778"/>
            </a:xfrm>
            <a:custGeom>
              <a:rect b="b" l="l" r="r" t="t"/>
              <a:pathLst>
                <a:path extrusionOk="0" h="4743" w="2372">
                  <a:moveTo>
                    <a:pt x="81" y="1"/>
                  </a:moveTo>
                  <a:cubicBezTo>
                    <a:pt x="40" y="1"/>
                    <a:pt x="1" y="33"/>
                    <a:pt x="18" y="84"/>
                  </a:cubicBezTo>
                  <a:cubicBezTo>
                    <a:pt x="586" y="1697"/>
                    <a:pt x="1268" y="3286"/>
                    <a:pt x="2223" y="4711"/>
                  </a:cubicBezTo>
                  <a:cubicBezTo>
                    <a:pt x="2238" y="4733"/>
                    <a:pt x="2259" y="4742"/>
                    <a:pt x="2280" y="4742"/>
                  </a:cubicBezTo>
                  <a:cubicBezTo>
                    <a:pt x="2327" y="4742"/>
                    <a:pt x="2372" y="4695"/>
                    <a:pt x="2338" y="4645"/>
                  </a:cubicBezTo>
                  <a:cubicBezTo>
                    <a:pt x="1390" y="3226"/>
                    <a:pt x="711" y="1652"/>
                    <a:pt x="146" y="48"/>
                  </a:cubicBezTo>
                  <a:cubicBezTo>
                    <a:pt x="135" y="15"/>
                    <a:pt x="108" y="1"/>
                    <a:pt x="8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3" name="Google Shape;2453;p52"/>
            <p:cNvSpPr/>
            <p:nvPr/>
          </p:nvSpPr>
          <p:spPr>
            <a:xfrm>
              <a:off x="2932971" y="3824874"/>
              <a:ext cx="114050" cy="310499"/>
            </a:xfrm>
            <a:custGeom>
              <a:rect b="b" l="l" r="r" t="t"/>
              <a:pathLst>
                <a:path extrusionOk="0" h="5562" w="2043">
                  <a:moveTo>
                    <a:pt x="21" y="1"/>
                  </a:moveTo>
                  <a:lnTo>
                    <a:pt x="21" y="1"/>
                  </a:lnTo>
                  <a:cubicBezTo>
                    <a:pt x="0" y="1857"/>
                    <a:pt x="1105" y="5562"/>
                    <a:pt x="1105" y="5562"/>
                  </a:cubicBezTo>
                  <a:lnTo>
                    <a:pt x="2043" y="5098"/>
                  </a:lnTo>
                  <a:lnTo>
                    <a:pt x="1576" y="2774"/>
                  </a:lnTo>
                  <a:lnTo>
                    <a:pt x="941" y="2373"/>
                  </a:lnTo>
                  <a:lnTo>
                    <a:pt x="1576" y="2049"/>
                  </a:lnTo>
                  <a:lnTo>
                    <a:pt x="1440" y="930"/>
                  </a:lnTo>
                  <a:cubicBezTo>
                    <a:pt x="1063" y="112"/>
                    <a:pt x="21" y="1"/>
                    <a:pt x="2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4" name="Google Shape;2454;p52"/>
            <p:cNvSpPr/>
            <p:nvPr/>
          </p:nvSpPr>
          <p:spPr>
            <a:xfrm>
              <a:off x="3206514" y="4802928"/>
              <a:ext cx="339639" cy="569192"/>
            </a:xfrm>
            <a:custGeom>
              <a:rect b="b" l="l" r="r" t="t"/>
              <a:pathLst>
                <a:path extrusionOk="0" h="10196" w="6084">
                  <a:moveTo>
                    <a:pt x="0" y="0"/>
                  </a:moveTo>
                  <a:lnTo>
                    <a:pt x="0" y="0"/>
                  </a:lnTo>
                  <a:cubicBezTo>
                    <a:pt x="1271" y="3310"/>
                    <a:pt x="1777" y="8139"/>
                    <a:pt x="2052" y="10195"/>
                  </a:cubicBezTo>
                  <a:cubicBezTo>
                    <a:pt x="2052" y="10195"/>
                    <a:pt x="4620" y="9481"/>
                    <a:pt x="6084" y="8760"/>
                  </a:cubicBezTo>
                  <a:cubicBezTo>
                    <a:pt x="5230" y="7317"/>
                    <a:pt x="3592" y="4721"/>
                    <a:pt x="1919" y="3021"/>
                  </a:cubicBezTo>
                  <a:cubicBezTo>
                    <a:pt x="1184" y="2271"/>
                    <a:pt x="539" y="1171"/>
                    <a:pt x="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5" name="Google Shape;2455;p52"/>
            <p:cNvSpPr/>
            <p:nvPr/>
          </p:nvSpPr>
          <p:spPr>
            <a:xfrm>
              <a:off x="2569104" y="4878124"/>
              <a:ext cx="160106" cy="186121"/>
            </a:xfrm>
            <a:custGeom>
              <a:rect b="b" l="l" r="r" t="t"/>
              <a:pathLst>
                <a:path extrusionOk="0" h="3334" w="2868">
                  <a:moveTo>
                    <a:pt x="2805" y="0"/>
                  </a:moveTo>
                  <a:cubicBezTo>
                    <a:pt x="2773" y="0"/>
                    <a:pt x="2742" y="20"/>
                    <a:pt x="2742" y="61"/>
                  </a:cubicBezTo>
                  <a:cubicBezTo>
                    <a:pt x="2707" y="1587"/>
                    <a:pt x="1546" y="2883"/>
                    <a:pt x="76" y="3211"/>
                  </a:cubicBezTo>
                  <a:cubicBezTo>
                    <a:pt x="1" y="3226"/>
                    <a:pt x="26" y="3334"/>
                    <a:pt x="93" y="3334"/>
                  </a:cubicBezTo>
                  <a:cubicBezTo>
                    <a:pt x="98" y="3334"/>
                    <a:pt x="102" y="3333"/>
                    <a:pt x="108" y="3332"/>
                  </a:cubicBezTo>
                  <a:cubicBezTo>
                    <a:pt x="1634" y="2994"/>
                    <a:pt x="2832" y="1643"/>
                    <a:pt x="2867" y="61"/>
                  </a:cubicBezTo>
                  <a:cubicBezTo>
                    <a:pt x="2867" y="20"/>
                    <a:pt x="2836" y="0"/>
                    <a:pt x="280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6" name="Google Shape;2456;p52"/>
            <p:cNvSpPr/>
            <p:nvPr/>
          </p:nvSpPr>
          <p:spPr>
            <a:xfrm>
              <a:off x="2773702" y="4137829"/>
              <a:ext cx="143414" cy="1141342"/>
            </a:xfrm>
            <a:custGeom>
              <a:rect b="b" l="l" r="r" t="t"/>
              <a:pathLst>
                <a:path extrusionOk="0" h="20445" w="2569">
                  <a:moveTo>
                    <a:pt x="218" y="1"/>
                  </a:moveTo>
                  <a:cubicBezTo>
                    <a:pt x="206" y="1"/>
                    <a:pt x="193" y="2"/>
                    <a:pt x="181" y="4"/>
                  </a:cubicBezTo>
                  <a:cubicBezTo>
                    <a:pt x="69" y="25"/>
                    <a:pt x="0" y="130"/>
                    <a:pt x="21" y="241"/>
                  </a:cubicBezTo>
                  <a:cubicBezTo>
                    <a:pt x="39" y="335"/>
                    <a:pt x="122" y="405"/>
                    <a:pt x="216" y="405"/>
                  </a:cubicBezTo>
                  <a:cubicBezTo>
                    <a:pt x="230" y="405"/>
                    <a:pt x="243" y="401"/>
                    <a:pt x="254" y="401"/>
                  </a:cubicBezTo>
                  <a:cubicBezTo>
                    <a:pt x="362" y="380"/>
                    <a:pt x="436" y="276"/>
                    <a:pt x="415" y="165"/>
                  </a:cubicBezTo>
                  <a:cubicBezTo>
                    <a:pt x="396" y="69"/>
                    <a:pt x="312" y="1"/>
                    <a:pt x="218" y="1"/>
                  </a:cubicBezTo>
                  <a:close/>
                  <a:moveTo>
                    <a:pt x="537" y="1814"/>
                  </a:moveTo>
                  <a:cubicBezTo>
                    <a:pt x="527" y="1814"/>
                    <a:pt x="516" y="1815"/>
                    <a:pt x="505" y="1816"/>
                  </a:cubicBezTo>
                  <a:cubicBezTo>
                    <a:pt x="397" y="1833"/>
                    <a:pt x="320" y="1938"/>
                    <a:pt x="341" y="2050"/>
                  </a:cubicBezTo>
                  <a:cubicBezTo>
                    <a:pt x="359" y="2147"/>
                    <a:pt x="442" y="2217"/>
                    <a:pt x="540" y="2217"/>
                  </a:cubicBezTo>
                  <a:cubicBezTo>
                    <a:pt x="550" y="2217"/>
                    <a:pt x="561" y="2214"/>
                    <a:pt x="571" y="2214"/>
                  </a:cubicBezTo>
                  <a:cubicBezTo>
                    <a:pt x="682" y="2196"/>
                    <a:pt x="756" y="2091"/>
                    <a:pt x="738" y="1979"/>
                  </a:cubicBezTo>
                  <a:cubicBezTo>
                    <a:pt x="720" y="1882"/>
                    <a:pt x="633" y="1814"/>
                    <a:pt x="537" y="1814"/>
                  </a:cubicBezTo>
                  <a:close/>
                  <a:moveTo>
                    <a:pt x="840" y="3625"/>
                  </a:moveTo>
                  <a:cubicBezTo>
                    <a:pt x="829" y="3625"/>
                    <a:pt x="819" y="3626"/>
                    <a:pt x="808" y="3628"/>
                  </a:cubicBezTo>
                  <a:cubicBezTo>
                    <a:pt x="697" y="3645"/>
                    <a:pt x="624" y="3750"/>
                    <a:pt x="641" y="3858"/>
                  </a:cubicBezTo>
                  <a:cubicBezTo>
                    <a:pt x="655" y="3955"/>
                    <a:pt x="742" y="4028"/>
                    <a:pt x="840" y="4028"/>
                  </a:cubicBezTo>
                  <a:cubicBezTo>
                    <a:pt x="850" y="4028"/>
                    <a:pt x="861" y="4025"/>
                    <a:pt x="871" y="4025"/>
                  </a:cubicBezTo>
                  <a:cubicBezTo>
                    <a:pt x="979" y="4007"/>
                    <a:pt x="1055" y="3903"/>
                    <a:pt x="1038" y="3795"/>
                  </a:cubicBezTo>
                  <a:cubicBezTo>
                    <a:pt x="1023" y="3695"/>
                    <a:pt x="936" y="3625"/>
                    <a:pt x="840" y="3625"/>
                  </a:cubicBezTo>
                  <a:close/>
                  <a:moveTo>
                    <a:pt x="1122" y="5437"/>
                  </a:moveTo>
                  <a:cubicBezTo>
                    <a:pt x="1112" y="5437"/>
                    <a:pt x="1101" y="5438"/>
                    <a:pt x="1091" y="5440"/>
                  </a:cubicBezTo>
                  <a:cubicBezTo>
                    <a:pt x="983" y="5457"/>
                    <a:pt x="906" y="5559"/>
                    <a:pt x="923" y="5670"/>
                  </a:cubicBezTo>
                  <a:cubicBezTo>
                    <a:pt x="938" y="5771"/>
                    <a:pt x="1021" y="5840"/>
                    <a:pt x="1121" y="5840"/>
                  </a:cubicBezTo>
                  <a:cubicBezTo>
                    <a:pt x="1129" y="5840"/>
                    <a:pt x="1139" y="5840"/>
                    <a:pt x="1150" y="5837"/>
                  </a:cubicBezTo>
                  <a:cubicBezTo>
                    <a:pt x="1261" y="5823"/>
                    <a:pt x="1338" y="5718"/>
                    <a:pt x="1321" y="5610"/>
                  </a:cubicBezTo>
                  <a:cubicBezTo>
                    <a:pt x="1305" y="5510"/>
                    <a:pt x="1220" y="5437"/>
                    <a:pt x="1122" y="5437"/>
                  </a:cubicBezTo>
                  <a:close/>
                  <a:moveTo>
                    <a:pt x="1382" y="7254"/>
                  </a:moveTo>
                  <a:cubicBezTo>
                    <a:pt x="1373" y="7254"/>
                    <a:pt x="1365" y="7254"/>
                    <a:pt x="1356" y="7255"/>
                  </a:cubicBezTo>
                  <a:cubicBezTo>
                    <a:pt x="1247" y="7273"/>
                    <a:pt x="1171" y="7373"/>
                    <a:pt x="1184" y="7482"/>
                  </a:cubicBezTo>
                  <a:cubicBezTo>
                    <a:pt x="1198" y="7582"/>
                    <a:pt x="1285" y="7656"/>
                    <a:pt x="1383" y="7656"/>
                  </a:cubicBezTo>
                  <a:cubicBezTo>
                    <a:pt x="1393" y="7656"/>
                    <a:pt x="1401" y="7656"/>
                    <a:pt x="1411" y="7653"/>
                  </a:cubicBezTo>
                  <a:cubicBezTo>
                    <a:pt x="1523" y="7638"/>
                    <a:pt x="1599" y="7537"/>
                    <a:pt x="1581" y="7426"/>
                  </a:cubicBezTo>
                  <a:cubicBezTo>
                    <a:pt x="1569" y="7327"/>
                    <a:pt x="1483" y="7254"/>
                    <a:pt x="1382" y="7254"/>
                  </a:cubicBezTo>
                  <a:close/>
                  <a:moveTo>
                    <a:pt x="1628" y="9073"/>
                  </a:moveTo>
                  <a:cubicBezTo>
                    <a:pt x="1620" y="9073"/>
                    <a:pt x="1611" y="9073"/>
                    <a:pt x="1602" y="9074"/>
                  </a:cubicBezTo>
                  <a:cubicBezTo>
                    <a:pt x="1491" y="9088"/>
                    <a:pt x="1414" y="9189"/>
                    <a:pt x="1428" y="9297"/>
                  </a:cubicBezTo>
                  <a:cubicBezTo>
                    <a:pt x="1439" y="9401"/>
                    <a:pt x="1526" y="9475"/>
                    <a:pt x="1627" y="9475"/>
                  </a:cubicBezTo>
                  <a:cubicBezTo>
                    <a:pt x="1634" y="9475"/>
                    <a:pt x="1644" y="9475"/>
                    <a:pt x="1652" y="9471"/>
                  </a:cubicBezTo>
                  <a:cubicBezTo>
                    <a:pt x="1763" y="9457"/>
                    <a:pt x="1840" y="9359"/>
                    <a:pt x="1826" y="9248"/>
                  </a:cubicBezTo>
                  <a:cubicBezTo>
                    <a:pt x="1813" y="9146"/>
                    <a:pt x="1727" y="9073"/>
                    <a:pt x="1628" y="9073"/>
                  </a:cubicBezTo>
                  <a:close/>
                  <a:moveTo>
                    <a:pt x="1842" y="10892"/>
                  </a:moveTo>
                  <a:cubicBezTo>
                    <a:pt x="1836" y="10892"/>
                    <a:pt x="1829" y="10892"/>
                    <a:pt x="1822" y="10893"/>
                  </a:cubicBezTo>
                  <a:cubicBezTo>
                    <a:pt x="1714" y="10906"/>
                    <a:pt x="1634" y="11008"/>
                    <a:pt x="1644" y="11116"/>
                  </a:cubicBezTo>
                  <a:cubicBezTo>
                    <a:pt x="1658" y="11220"/>
                    <a:pt x="1745" y="11294"/>
                    <a:pt x="1847" y="11294"/>
                  </a:cubicBezTo>
                  <a:lnTo>
                    <a:pt x="1867" y="11294"/>
                  </a:lnTo>
                  <a:cubicBezTo>
                    <a:pt x="1979" y="11283"/>
                    <a:pt x="2059" y="11182"/>
                    <a:pt x="2046" y="11070"/>
                  </a:cubicBezTo>
                  <a:cubicBezTo>
                    <a:pt x="2032" y="10969"/>
                    <a:pt x="1945" y="10892"/>
                    <a:pt x="1842" y="10892"/>
                  </a:cubicBezTo>
                  <a:close/>
                  <a:moveTo>
                    <a:pt x="2036" y="12718"/>
                  </a:moveTo>
                  <a:cubicBezTo>
                    <a:pt x="2030" y="12718"/>
                    <a:pt x="2024" y="12718"/>
                    <a:pt x="2017" y="12719"/>
                  </a:cubicBezTo>
                  <a:cubicBezTo>
                    <a:pt x="1909" y="12730"/>
                    <a:pt x="1826" y="12827"/>
                    <a:pt x="1836" y="12939"/>
                  </a:cubicBezTo>
                  <a:cubicBezTo>
                    <a:pt x="1847" y="13043"/>
                    <a:pt x="1933" y="13119"/>
                    <a:pt x="2038" y="13119"/>
                  </a:cubicBezTo>
                  <a:lnTo>
                    <a:pt x="2056" y="13119"/>
                  </a:lnTo>
                  <a:cubicBezTo>
                    <a:pt x="2167" y="13109"/>
                    <a:pt x="2247" y="13008"/>
                    <a:pt x="2237" y="12900"/>
                  </a:cubicBezTo>
                  <a:cubicBezTo>
                    <a:pt x="2227" y="12794"/>
                    <a:pt x="2140" y="12718"/>
                    <a:pt x="2036" y="12718"/>
                  </a:cubicBezTo>
                  <a:close/>
                  <a:moveTo>
                    <a:pt x="2193" y="14544"/>
                  </a:moveTo>
                  <a:cubicBezTo>
                    <a:pt x="2189" y="14544"/>
                    <a:pt x="2185" y="14544"/>
                    <a:pt x="2181" y="14544"/>
                  </a:cubicBezTo>
                  <a:cubicBezTo>
                    <a:pt x="2070" y="14555"/>
                    <a:pt x="1986" y="14649"/>
                    <a:pt x="1996" y="14761"/>
                  </a:cubicBezTo>
                  <a:cubicBezTo>
                    <a:pt x="2004" y="14865"/>
                    <a:pt x="2091" y="14949"/>
                    <a:pt x="2195" y="14949"/>
                  </a:cubicBezTo>
                  <a:cubicBezTo>
                    <a:pt x="2202" y="14949"/>
                    <a:pt x="2205" y="14946"/>
                    <a:pt x="2213" y="14946"/>
                  </a:cubicBezTo>
                  <a:cubicBezTo>
                    <a:pt x="2321" y="14938"/>
                    <a:pt x="2404" y="14841"/>
                    <a:pt x="2397" y="14729"/>
                  </a:cubicBezTo>
                  <a:cubicBezTo>
                    <a:pt x="2387" y="14625"/>
                    <a:pt x="2299" y="14544"/>
                    <a:pt x="2193" y="14544"/>
                  </a:cubicBezTo>
                  <a:close/>
                  <a:moveTo>
                    <a:pt x="2312" y="16377"/>
                  </a:moveTo>
                  <a:cubicBezTo>
                    <a:pt x="2308" y="16377"/>
                    <a:pt x="2304" y="16377"/>
                    <a:pt x="2300" y="16377"/>
                  </a:cubicBezTo>
                  <a:cubicBezTo>
                    <a:pt x="2192" y="16381"/>
                    <a:pt x="2104" y="16475"/>
                    <a:pt x="2112" y="16586"/>
                  </a:cubicBezTo>
                  <a:cubicBezTo>
                    <a:pt x="2115" y="16694"/>
                    <a:pt x="2205" y="16778"/>
                    <a:pt x="2310" y="16778"/>
                  </a:cubicBezTo>
                  <a:lnTo>
                    <a:pt x="2321" y="16778"/>
                  </a:lnTo>
                  <a:cubicBezTo>
                    <a:pt x="2432" y="16771"/>
                    <a:pt x="2516" y="16677"/>
                    <a:pt x="2512" y="16565"/>
                  </a:cubicBezTo>
                  <a:cubicBezTo>
                    <a:pt x="2506" y="16461"/>
                    <a:pt x="2418" y="16377"/>
                    <a:pt x="2312" y="16377"/>
                  </a:cubicBezTo>
                  <a:close/>
                  <a:moveTo>
                    <a:pt x="2372" y="18210"/>
                  </a:moveTo>
                  <a:cubicBezTo>
                    <a:pt x="2370" y="18210"/>
                    <a:pt x="2368" y="18210"/>
                    <a:pt x="2366" y="18210"/>
                  </a:cubicBezTo>
                  <a:cubicBezTo>
                    <a:pt x="2255" y="18210"/>
                    <a:pt x="2163" y="18301"/>
                    <a:pt x="2163" y="18412"/>
                  </a:cubicBezTo>
                  <a:cubicBezTo>
                    <a:pt x="2167" y="18524"/>
                    <a:pt x="2258" y="18611"/>
                    <a:pt x="2366" y="18611"/>
                  </a:cubicBezTo>
                  <a:lnTo>
                    <a:pt x="2369" y="18611"/>
                  </a:lnTo>
                  <a:cubicBezTo>
                    <a:pt x="2480" y="18611"/>
                    <a:pt x="2568" y="18521"/>
                    <a:pt x="2568" y="18409"/>
                  </a:cubicBezTo>
                  <a:cubicBezTo>
                    <a:pt x="2568" y="18299"/>
                    <a:pt x="2480" y="18210"/>
                    <a:pt x="2372" y="18210"/>
                  </a:cubicBezTo>
                  <a:close/>
                  <a:moveTo>
                    <a:pt x="2338" y="20039"/>
                  </a:moveTo>
                  <a:cubicBezTo>
                    <a:pt x="2230" y="20039"/>
                    <a:pt x="2139" y="20122"/>
                    <a:pt x="2133" y="20231"/>
                  </a:cubicBezTo>
                  <a:cubicBezTo>
                    <a:pt x="2125" y="20343"/>
                    <a:pt x="2213" y="20436"/>
                    <a:pt x="2324" y="20444"/>
                  </a:cubicBezTo>
                  <a:lnTo>
                    <a:pt x="2334" y="20444"/>
                  </a:lnTo>
                  <a:cubicBezTo>
                    <a:pt x="2439" y="20444"/>
                    <a:pt x="2530" y="20360"/>
                    <a:pt x="2533" y="20252"/>
                  </a:cubicBezTo>
                  <a:cubicBezTo>
                    <a:pt x="2540" y="20140"/>
                    <a:pt x="2453" y="20047"/>
                    <a:pt x="2345" y="20039"/>
                  </a:cubicBezTo>
                  <a:cubicBezTo>
                    <a:pt x="2343" y="20039"/>
                    <a:pt x="2341" y="20039"/>
                    <a:pt x="2338" y="20039"/>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7" name="Google Shape;2457;p52"/>
            <p:cNvSpPr/>
            <p:nvPr/>
          </p:nvSpPr>
          <p:spPr>
            <a:xfrm>
              <a:off x="2742273" y="4143914"/>
              <a:ext cx="124992" cy="1228150"/>
            </a:xfrm>
            <a:custGeom>
              <a:rect b="b" l="l" r="r" t="t"/>
              <a:pathLst>
                <a:path extrusionOk="0" h="22000" w="2239">
                  <a:moveTo>
                    <a:pt x="83" y="0"/>
                  </a:moveTo>
                  <a:cubicBezTo>
                    <a:pt x="44" y="0"/>
                    <a:pt x="1" y="33"/>
                    <a:pt x="9" y="83"/>
                  </a:cubicBezTo>
                  <a:cubicBezTo>
                    <a:pt x="291" y="1672"/>
                    <a:pt x="545" y="3264"/>
                    <a:pt x="772" y="4860"/>
                  </a:cubicBezTo>
                  <a:cubicBezTo>
                    <a:pt x="1570" y="10516"/>
                    <a:pt x="2016" y="16223"/>
                    <a:pt x="2107" y="21934"/>
                  </a:cubicBezTo>
                  <a:cubicBezTo>
                    <a:pt x="2107" y="21977"/>
                    <a:pt x="2140" y="21999"/>
                    <a:pt x="2173" y="21999"/>
                  </a:cubicBezTo>
                  <a:cubicBezTo>
                    <a:pt x="2206" y="21999"/>
                    <a:pt x="2239" y="21977"/>
                    <a:pt x="2239" y="21934"/>
                  </a:cubicBezTo>
                  <a:cubicBezTo>
                    <a:pt x="2215" y="20321"/>
                    <a:pt x="2162" y="18711"/>
                    <a:pt x="2078" y="17098"/>
                  </a:cubicBezTo>
                  <a:cubicBezTo>
                    <a:pt x="1789" y="11383"/>
                    <a:pt x="1138" y="5683"/>
                    <a:pt x="137" y="48"/>
                  </a:cubicBezTo>
                  <a:cubicBezTo>
                    <a:pt x="132" y="15"/>
                    <a:pt x="108" y="0"/>
                    <a:pt x="8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8" name="Google Shape;2458;p52"/>
            <p:cNvSpPr/>
            <p:nvPr/>
          </p:nvSpPr>
          <p:spPr>
            <a:xfrm>
              <a:off x="2279484" y="4115332"/>
              <a:ext cx="353707" cy="1233398"/>
            </a:xfrm>
            <a:custGeom>
              <a:rect b="b" l="l" r="r" t="t"/>
              <a:pathLst>
                <a:path extrusionOk="0" h="22094" w="6336">
                  <a:moveTo>
                    <a:pt x="6272" y="0"/>
                  </a:moveTo>
                  <a:cubicBezTo>
                    <a:pt x="6239" y="0"/>
                    <a:pt x="6203" y="22"/>
                    <a:pt x="6198" y="66"/>
                  </a:cubicBezTo>
                  <a:cubicBezTo>
                    <a:pt x="6002" y="1742"/>
                    <a:pt x="5748" y="3414"/>
                    <a:pt x="5434" y="5073"/>
                  </a:cubicBezTo>
                  <a:cubicBezTo>
                    <a:pt x="4884" y="7985"/>
                    <a:pt x="4156" y="10864"/>
                    <a:pt x="3253" y="13686"/>
                  </a:cubicBezTo>
                  <a:cubicBezTo>
                    <a:pt x="2351" y="16519"/>
                    <a:pt x="1271" y="19292"/>
                    <a:pt x="27" y="21989"/>
                  </a:cubicBezTo>
                  <a:cubicBezTo>
                    <a:pt x="1" y="22045"/>
                    <a:pt x="48" y="22093"/>
                    <a:pt x="92" y="22093"/>
                  </a:cubicBezTo>
                  <a:cubicBezTo>
                    <a:pt x="112" y="22093"/>
                    <a:pt x="131" y="22083"/>
                    <a:pt x="142" y="22060"/>
                  </a:cubicBezTo>
                  <a:cubicBezTo>
                    <a:pt x="843" y="20540"/>
                    <a:pt x="1494" y="18996"/>
                    <a:pt x="2089" y="17432"/>
                  </a:cubicBezTo>
                  <a:cubicBezTo>
                    <a:pt x="3152" y="14634"/>
                    <a:pt x="4041" y="11774"/>
                    <a:pt x="4752" y="8868"/>
                  </a:cubicBezTo>
                  <a:cubicBezTo>
                    <a:pt x="5459" y="5968"/>
                    <a:pt x="5986" y="3027"/>
                    <a:pt x="6330" y="66"/>
                  </a:cubicBezTo>
                  <a:cubicBezTo>
                    <a:pt x="6335" y="22"/>
                    <a:pt x="6305" y="0"/>
                    <a:pt x="627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9" name="Google Shape;2459;p52"/>
            <p:cNvSpPr/>
            <p:nvPr/>
          </p:nvSpPr>
          <p:spPr>
            <a:xfrm>
              <a:off x="2232032" y="5273254"/>
              <a:ext cx="719640" cy="125327"/>
            </a:xfrm>
            <a:custGeom>
              <a:rect b="b" l="l" r="r" t="t"/>
              <a:pathLst>
                <a:path extrusionOk="0" h="2245" w="12891">
                  <a:moveTo>
                    <a:pt x="66" y="0"/>
                  </a:moveTo>
                  <a:cubicBezTo>
                    <a:pt x="33" y="0"/>
                    <a:pt x="1" y="21"/>
                    <a:pt x="2" y="63"/>
                  </a:cubicBezTo>
                  <a:cubicBezTo>
                    <a:pt x="58" y="885"/>
                    <a:pt x="786" y="1408"/>
                    <a:pt x="1532" y="1575"/>
                  </a:cubicBezTo>
                  <a:cubicBezTo>
                    <a:pt x="1990" y="1679"/>
                    <a:pt x="2470" y="1708"/>
                    <a:pt x="2950" y="1708"/>
                  </a:cubicBezTo>
                  <a:cubicBezTo>
                    <a:pt x="3383" y="1708"/>
                    <a:pt x="3817" y="1685"/>
                    <a:pt x="4236" y="1673"/>
                  </a:cubicBezTo>
                  <a:cubicBezTo>
                    <a:pt x="5215" y="1645"/>
                    <a:pt x="6191" y="1593"/>
                    <a:pt x="7170" y="1572"/>
                  </a:cubicBezTo>
                  <a:cubicBezTo>
                    <a:pt x="7403" y="1567"/>
                    <a:pt x="7637" y="1564"/>
                    <a:pt x="7870" y="1564"/>
                  </a:cubicBezTo>
                  <a:cubicBezTo>
                    <a:pt x="9532" y="1564"/>
                    <a:pt x="11200" y="1703"/>
                    <a:pt x="12780" y="2241"/>
                  </a:cubicBezTo>
                  <a:cubicBezTo>
                    <a:pt x="12788" y="2243"/>
                    <a:pt x="12795" y="2245"/>
                    <a:pt x="12802" y="2245"/>
                  </a:cubicBezTo>
                  <a:cubicBezTo>
                    <a:pt x="12869" y="2245"/>
                    <a:pt x="12890" y="2137"/>
                    <a:pt x="12815" y="2112"/>
                  </a:cubicBezTo>
                  <a:cubicBezTo>
                    <a:pt x="11887" y="1798"/>
                    <a:pt x="10926" y="1614"/>
                    <a:pt x="9954" y="1519"/>
                  </a:cubicBezTo>
                  <a:cubicBezTo>
                    <a:pt x="9271" y="1453"/>
                    <a:pt x="8588" y="1430"/>
                    <a:pt x="7904" y="1430"/>
                  </a:cubicBezTo>
                  <a:cubicBezTo>
                    <a:pt x="6783" y="1430"/>
                    <a:pt x="5661" y="1492"/>
                    <a:pt x="4543" y="1527"/>
                  </a:cubicBezTo>
                  <a:cubicBezTo>
                    <a:pt x="4056" y="1544"/>
                    <a:pt x="3557" y="1571"/>
                    <a:pt x="3061" y="1571"/>
                  </a:cubicBezTo>
                  <a:cubicBezTo>
                    <a:pt x="2658" y="1571"/>
                    <a:pt x="2256" y="1553"/>
                    <a:pt x="1863" y="1498"/>
                  </a:cubicBezTo>
                  <a:cubicBezTo>
                    <a:pt x="1082" y="1394"/>
                    <a:pt x="197" y="951"/>
                    <a:pt x="138" y="63"/>
                  </a:cubicBezTo>
                  <a:cubicBezTo>
                    <a:pt x="135" y="21"/>
                    <a:pt x="100" y="0"/>
                    <a:pt x="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0" name="Google Shape;2460;p52"/>
            <p:cNvSpPr/>
            <p:nvPr/>
          </p:nvSpPr>
          <p:spPr>
            <a:xfrm>
              <a:off x="2705205" y="3811699"/>
              <a:ext cx="127839" cy="371125"/>
            </a:xfrm>
            <a:custGeom>
              <a:rect b="b" l="l" r="r" t="t"/>
              <a:pathLst>
                <a:path extrusionOk="0" h="6648" w="2290">
                  <a:moveTo>
                    <a:pt x="953" y="1"/>
                  </a:moveTo>
                  <a:cubicBezTo>
                    <a:pt x="287" y="1"/>
                    <a:pt x="0" y="483"/>
                    <a:pt x="0" y="483"/>
                  </a:cubicBezTo>
                  <a:lnTo>
                    <a:pt x="0" y="2285"/>
                  </a:lnTo>
                  <a:lnTo>
                    <a:pt x="861" y="2689"/>
                  </a:lnTo>
                  <a:lnTo>
                    <a:pt x="314" y="3320"/>
                  </a:lnTo>
                  <a:lnTo>
                    <a:pt x="718" y="6166"/>
                  </a:lnTo>
                  <a:lnTo>
                    <a:pt x="2290" y="6647"/>
                  </a:lnTo>
                  <a:lnTo>
                    <a:pt x="1345" y="52"/>
                  </a:lnTo>
                  <a:cubicBezTo>
                    <a:pt x="1202" y="16"/>
                    <a:pt x="1072" y="1"/>
                    <a:pt x="95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1" name="Google Shape;2461;p52"/>
            <p:cNvSpPr/>
            <p:nvPr/>
          </p:nvSpPr>
          <p:spPr>
            <a:xfrm>
              <a:off x="2537898" y="4864559"/>
              <a:ext cx="232065" cy="178584"/>
            </a:xfrm>
            <a:custGeom>
              <a:rect b="b" l="l" r="r" t="t"/>
              <a:pathLst>
                <a:path extrusionOk="0" h="3199" w="4157">
                  <a:moveTo>
                    <a:pt x="1346" y="0"/>
                  </a:moveTo>
                  <a:lnTo>
                    <a:pt x="1" y="1317"/>
                  </a:lnTo>
                  <a:lnTo>
                    <a:pt x="1346" y="3199"/>
                  </a:lnTo>
                  <a:cubicBezTo>
                    <a:pt x="2405" y="2711"/>
                    <a:pt x="2862" y="1944"/>
                    <a:pt x="3098" y="1265"/>
                  </a:cubicBezTo>
                  <a:lnTo>
                    <a:pt x="2854" y="652"/>
                  </a:lnTo>
                  <a:lnTo>
                    <a:pt x="2854" y="652"/>
                  </a:lnTo>
                  <a:cubicBezTo>
                    <a:pt x="2854" y="652"/>
                    <a:pt x="3143" y="684"/>
                    <a:pt x="3435" y="684"/>
                  </a:cubicBezTo>
                  <a:cubicBezTo>
                    <a:pt x="3793" y="684"/>
                    <a:pt x="4156" y="637"/>
                    <a:pt x="4001" y="426"/>
                  </a:cubicBezTo>
                  <a:cubicBezTo>
                    <a:pt x="3719" y="38"/>
                    <a:pt x="1346" y="0"/>
                    <a:pt x="1346" y="0"/>
                  </a:cubicBezTo>
                  <a:close/>
                </a:path>
              </a:pathLst>
            </a:custGeom>
            <a:solidFill>
              <a:srgbClr val="FDA1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2" name="Google Shape;2462;p52"/>
            <p:cNvSpPr/>
            <p:nvPr/>
          </p:nvSpPr>
          <p:spPr>
            <a:xfrm>
              <a:off x="2192453" y="3880643"/>
              <a:ext cx="558920" cy="1057493"/>
            </a:xfrm>
            <a:custGeom>
              <a:rect b="b" l="l" r="r" t="t"/>
              <a:pathLst>
                <a:path extrusionOk="0" h="18943" w="10012">
                  <a:moveTo>
                    <a:pt x="7524" y="1"/>
                  </a:moveTo>
                  <a:cubicBezTo>
                    <a:pt x="7524" y="1"/>
                    <a:pt x="1" y="8301"/>
                    <a:pt x="1" y="10901"/>
                  </a:cubicBezTo>
                  <a:cubicBezTo>
                    <a:pt x="1" y="12500"/>
                    <a:pt x="6189" y="18942"/>
                    <a:pt x="6189" y="18942"/>
                  </a:cubicBezTo>
                  <a:lnTo>
                    <a:pt x="7524" y="17525"/>
                  </a:lnTo>
                  <a:cubicBezTo>
                    <a:pt x="7524" y="17525"/>
                    <a:pt x="4137" y="11057"/>
                    <a:pt x="4332" y="10803"/>
                  </a:cubicBezTo>
                  <a:cubicBezTo>
                    <a:pt x="5195" y="9691"/>
                    <a:pt x="8767" y="5810"/>
                    <a:pt x="8767" y="5810"/>
                  </a:cubicBezTo>
                  <a:cubicBezTo>
                    <a:pt x="8767" y="5810"/>
                    <a:pt x="10011" y="876"/>
                    <a:pt x="752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3" name="Google Shape;2463;p52"/>
            <p:cNvSpPr/>
            <p:nvPr/>
          </p:nvSpPr>
          <p:spPr>
            <a:xfrm>
              <a:off x="2427587" y="4821239"/>
              <a:ext cx="114720" cy="119075"/>
            </a:xfrm>
            <a:custGeom>
              <a:rect b="b" l="l" r="r" t="t"/>
              <a:pathLst>
                <a:path extrusionOk="0" h="2133" w="2055">
                  <a:moveTo>
                    <a:pt x="89" y="1"/>
                  </a:moveTo>
                  <a:cubicBezTo>
                    <a:pt x="42" y="1"/>
                    <a:pt x="0" y="65"/>
                    <a:pt x="43" y="107"/>
                  </a:cubicBezTo>
                  <a:lnTo>
                    <a:pt x="1924" y="2114"/>
                  </a:lnTo>
                  <a:cubicBezTo>
                    <a:pt x="1937" y="2127"/>
                    <a:pt x="1951" y="2132"/>
                    <a:pt x="1965" y="2132"/>
                  </a:cubicBezTo>
                  <a:cubicBezTo>
                    <a:pt x="2012" y="2132"/>
                    <a:pt x="2055" y="2070"/>
                    <a:pt x="2011" y="2024"/>
                  </a:cubicBezTo>
                  <a:cubicBezTo>
                    <a:pt x="1384" y="1355"/>
                    <a:pt x="757" y="689"/>
                    <a:pt x="130" y="20"/>
                  </a:cubicBezTo>
                  <a:cubicBezTo>
                    <a:pt x="117" y="6"/>
                    <a:pt x="103" y="1"/>
                    <a:pt x="8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4" name="Google Shape;2464;p52"/>
            <p:cNvSpPr/>
            <p:nvPr/>
          </p:nvSpPr>
          <p:spPr>
            <a:xfrm>
              <a:off x="2483859" y="4607429"/>
              <a:ext cx="136269" cy="256348"/>
            </a:xfrm>
            <a:custGeom>
              <a:rect b="b" l="l" r="r" t="t"/>
              <a:pathLst>
                <a:path extrusionOk="0" h="4592" w="2441">
                  <a:moveTo>
                    <a:pt x="78" y="0"/>
                  </a:moveTo>
                  <a:cubicBezTo>
                    <a:pt x="39" y="0"/>
                    <a:pt x="1" y="30"/>
                    <a:pt x="17" y="77"/>
                  </a:cubicBezTo>
                  <a:cubicBezTo>
                    <a:pt x="641" y="1637"/>
                    <a:pt x="1405" y="3139"/>
                    <a:pt x="2304" y="4561"/>
                  </a:cubicBezTo>
                  <a:cubicBezTo>
                    <a:pt x="2317" y="4583"/>
                    <a:pt x="2336" y="4592"/>
                    <a:pt x="2355" y="4592"/>
                  </a:cubicBezTo>
                  <a:cubicBezTo>
                    <a:pt x="2398" y="4592"/>
                    <a:pt x="2440" y="4547"/>
                    <a:pt x="2411" y="4498"/>
                  </a:cubicBezTo>
                  <a:cubicBezTo>
                    <a:pt x="1519" y="3084"/>
                    <a:pt x="760" y="1595"/>
                    <a:pt x="139" y="42"/>
                  </a:cubicBezTo>
                  <a:cubicBezTo>
                    <a:pt x="129" y="13"/>
                    <a:pt x="103" y="0"/>
                    <a:pt x="7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5" name="Google Shape;2465;p52"/>
            <p:cNvSpPr/>
            <p:nvPr/>
          </p:nvSpPr>
          <p:spPr>
            <a:xfrm>
              <a:off x="2493517" y="4809627"/>
              <a:ext cx="99089" cy="86920"/>
            </a:xfrm>
            <a:custGeom>
              <a:rect b="b" l="l" r="r" t="t"/>
              <a:pathLst>
                <a:path extrusionOk="0" h="1557" w="1775">
                  <a:moveTo>
                    <a:pt x="1680" y="1"/>
                  </a:moveTo>
                  <a:cubicBezTo>
                    <a:pt x="1670" y="1"/>
                    <a:pt x="1660" y="3"/>
                    <a:pt x="1650" y="9"/>
                  </a:cubicBezTo>
                  <a:cubicBezTo>
                    <a:pt x="994" y="353"/>
                    <a:pt x="444" y="852"/>
                    <a:pt x="32" y="1465"/>
                  </a:cubicBezTo>
                  <a:cubicBezTo>
                    <a:pt x="1" y="1512"/>
                    <a:pt x="44" y="1556"/>
                    <a:pt x="88" y="1556"/>
                  </a:cubicBezTo>
                  <a:cubicBezTo>
                    <a:pt x="107" y="1556"/>
                    <a:pt x="127" y="1548"/>
                    <a:pt x="140" y="1528"/>
                  </a:cubicBezTo>
                  <a:cubicBezTo>
                    <a:pt x="542" y="932"/>
                    <a:pt x="1078" y="451"/>
                    <a:pt x="1712" y="117"/>
                  </a:cubicBezTo>
                  <a:cubicBezTo>
                    <a:pt x="1775" y="84"/>
                    <a:pt x="1736" y="1"/>
                    <a:pt x="168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66" name="Google Shape;2466;p52"/>
          <p:cNvGrpSpPr/>
          <p:nvPr/>
        </p:nvGrpSpPr>
        <p:grpSpPr>
          <a:xfrm>
            <a:off x="7348044" y="1442690"/>
            <a:ext cx="1649395" cy="3691826"/>
            <a:chOff x="9736400" y="2155417"/>
            <a:chExt cx="1649395" cy="3691826"/>
          </a:xfrm>
        </p:grpSpPr>
        <p:sp>
          <p:nvSpPr>
            <p:cNvPr id="2467" name="Google Shape;2467;p52"/>
            <p:cNvSpPr/>
            <p:nvPr/>
          </p:nvSpPr>
          <p:spPr>
            <a:xfrm rot="-5400000">
              <a:off x="10435439" y="2966927"/>
              <a:ext cx="195081" cy="170419"/>
            </a:xfrm>
            <a:custGeom>
              <a:rect b="b" l="l" r="r" t="t"/>
              <a:pathLst>
                <a:path extrusionOk="0" h="3082" w="3528">
                  <a:moveTo>
                    <a:pt x="1764" y="385"/>
                  </a:moveTo>
                  <a:lnTo>
                    <a:pt x="3172" y="2826"/>
                  </a:lnTo>
                  <a:lnTo>
                    <a:pt x="353" y="2826"/>
                  </a:lnTo>
                  <a:lnTo>
                    <a:pt x="1764" y="385"/>
                  </a:lnTo>
                  <a:close/>
                  <a:moveTo>
                    <a:pt x="1764" y="1"/>
                  </a:moveTo>
                  <a:cubicBezTo>
                    <a:pt x="1719" y="1"/>
                    <a:pt x="1677" y="25"/>
                    <a:pt x="1652" y="67"/>
                  </a:cubicBezTo>
                  <a:lnTo>
                    <a:pt x="22" y="2889"/>
                  </a:lnTo>
                  <a:cubicBezTo>
                    <a:pt x="1" y="2928"/>
                    <a:pt x="1" y="2977"/>
                    <a:pt x="22" y="3019"/>
                  </a:cubicBezTo>
                  <a:cubicBezTo>
                    <a:pt x="47" y="3056"/>
                    <a:pt x="89" y="3081"/>
                    <a:pt x="134" y="3081"/>
                  </a:cubicBezTo>
                  <a:lnTo>
                    <a:pt x="3395" y="3081"/>
                  </a:lnTo>
                  <a:cubicBezTo>
                    <a:pt x="3440" y="3081"/>
                    <a:pt x="3482" y="3056"/>
                    <a:pt x="3503" y="3019"/>
                  </a:cubicBezTo>
                  <a:cubicBezTo>
                    <a:pt x="3527" y="2977"/>
                    <a:pt x="3527" y="2928"/>
                    <a:pt x="3503" y="2889"/>
                  </a:cubicBezTo>
                  <a:lnTo>
                    <a:pt x="1872" y="67"/>
                  </a:lnTo>
                  <a:cubicBezTo>
                    <a:pt x="1851" y="25"/>
                    <a:pt x="1810" y="1"/>
                    <a:pt x="1764" y="1"/>
                  </a:cubicBezTo>
                  <a:close/>
                </a:path>
              </a:pathLst>
            </a:custGeom>
            <a:solidFill>
              <a:srgbClr val="D1CB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8" name="Google Shape;2468;p52"/>
            <p:cNvSpPr/>
            <p:nvPr/>
          </p:nvSpPr>
          <p:spPr>
            <a:xfrm rot="-5400000">
              <a:off x="9650526" y="3163611"/>
              <a:ext cx="906230" cy="356487"/>
            </a:xfrm>
            <a:custGeom>
              <a:rect b="b" l="l" r="r" t="t"/>
              <a:pathLst>
                <a:path extrusionOk="0" h="6447" w="16389">
                  <a:moveTo>
                    <a:pt x="3861" y="1"/>
                  </a:moveTo>
                  <a:cubicBezTo>
                    <a:pt x="1907" y="1"/>
                    <a:pt x="0" y="1948"/>
                    <a:pt x="2427" y="4187"/>
                  </a:cubicBezTo>
                  <a:cubicBezTo>
                    <a:pt x="4213" y="5834"/>
                    <a:pt x="8217" y="6446"/>
                    <a:pt x="11489" y="6446"/>
                  </a:cubicBezTo>
                  <a:cubicBezTo>
                    <a:pt x="13982" y="6446"/>
                    <a:pt x="16050" y="6091"/>
                    <a:pt x="16389" y="5567"/>
                  </a:cubicBezTo>
                  <a:cubicBezTo>
                    <a:pt x="16389" y="5567"/>
                    <a:pt x="7573" y="2228"/>
                    <a:pt x="5493" y="552"/>
                  </a:cubicBezTo>
                  <a:cubicBezTo>
                    <a:pt x="5018" y="170"/>
                    <a:pt x="4437" y="1"/>
                    <a:pt x="386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9" name="Google Shape;2469;p52"/>
            <p:cNvSpPr/>
            <p:nvPr/>
          </p:nvSpPr>
          <p:spPr>
            <a:xfrm rot="-5400000">
              <a:off x="10023878" y="3364332"/>
              <a:ext cx="122036" cy="108323"/>
            </a:xfrm>
            <a:custGeom>
              <a:rect b="b" l="l" r="r" t="t"/>
              <a:pathLst>
                <a:path extrusionOk="0" h="1959" w="2207">
                  <a:moveTo>
                    <a:pt x="2120" y="1"/>
                  </a:moveTo>
                  <a:cubicBezTo>
                    <a:pt x="2101" y="1"/>
                    <a:pt x="2083" y="8"/>
                    <a:pt x="2070" y="27"/>
                  </a:cubicBezTo>
                  <a:cubicBezTo>
                    <a:pt x="1544" y="780"/>
                    <a:pt x="861" y="1396"/>
                    <a:pt x="60" y="1843"/>
                  </a:cubicBezTo>
                  <a:cubicBezTo>
                    <a:pt x="1" y="1875"/>
                    <a:pt x="38" y="1959"/>
                    <a:pt x="93" y="1959"/>
                  </a:cubicBezTo>
                  <a:cubicBezTo>
                    <a:pt x="103" y="1959"/>
                    <a:pt x="113" y="1956"/>
                    <a:pt x="123" y="1951"/>
                  </a:cubicBezTo>
                  <a:cubicBezTo>
                    <a:pt x="941" y="1494"/>
                    <a:pt x="1638" y="860"/>
                    <a:pt x="2175" y="90"/>
                  </a:cubicBezTo>
                  <a:cubicBezTo>
                    <a:pt x="2207" y="44"/>
                    <a:pt x="2163" y="1"/>
                    <a:pt x="212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0" name="Google Shape;2470;p52"/>
            <p:cNvSpPr/>
            <p:nvPr/>
          </p:nvSpPr>
          <p:spPr>
            <a:xfrm rot="-5400000">
              <a:off x="10098471" y="3368977"/>
              <a:ext cx="7022" cy="54908"/>
            </a:xfrm>
            <a:custGeom>
              <a:rect b="b" l="l" r="r" t="t"/>
              <a:pathLst>
                <a:path extrusionOk="0" h="993" w="127">
                  <a:moveTo>
                    <a:pt x="64" y="0"/>
                  </a:moveTo>
                  <a:cubicBezTo>
                    <a:pt x="32" y="0"/>
                    <a:pt x="1" y="20"/>
                    <a:pt x="1" y="61"/>
                  </a:cubicBezTo>
                  <a:lnTo>
                    <a:pt x="1" y="932"/>
                  </a:lnTo>
                  <a:cubicBezTo>
                    <a:pt x="1" y="972"/>
                    <a:pt x="32" y="992"/>
                    <a:pt x="64" y="992"/>
                  </a:cubicBezTo>
                  <a:cubicBezTo>
                    <a:pt x="95" y="992"/>
                    <a:pt x="126" y="972"/>
                    <a:pt x="126" y="932"/>
                  </a:cubicBezTo>
                  <a:lnTo>
                    <a:pt x="126" y="61"/>
                  </a:lnTo>
                  <a:cubicBezTo>
                    <a:pt x="126" y="20"/>
                    <a:pt x="95" y="0"/>
                    <a:pt x="6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1" name="Google Shape;2471;p52"/>
            <p:cNvSpPr/>
            <p:nvPr/>
          </p:nvSpPr>
          <p:spPr>
            <a:xfrm rot="-5400000">
              <a:off x="9742897" y="3088769"/>
              <a:ext cx="78851" cy="25933"/>
            </a:xfrm>
            <a:custGeom>
              <a:rect b="b" l="l" r="r" t="t"/>
              <a:pathLst>
                <a:path extrusionOk="0" h="469" w="1426">
                  <a:moveTo>
                    <a:pt x="1053" y="0"/>
                  </a:moveTo>
                  <a:cubicBezTo>
                    <a:pt x="607" y="0"/>
                    <a:pt x="1" y="137"/>
                    <a:pt x="1" y="137"/>
                  </a:cubicBezTo>
                  <a:lnTo>
                    <a:pt x="394" y="468"/>
                  </a:lnTo>
                  <a:lnTo>
                    <a:pt x="1426" y="60"/>
                  </a:lnTo>
                  <a:cubicBezTo>
                    <a:pt x="1342" y="17"/>
                    <a:pt x="1207" y="0"/>
                    <a:pt x="1053" y="0"/>
                  </a:cubicBezTo>
                  <a:close/>
                </a:path>
              </a:pathLst>
            </a:custGeom>
            <a:solidFill>
              <a:srgbClr val="A43B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2" name="Google Shape;2472;p52"/>
            <p:cNvSpPr/>
            <p:nvPr/>
          </p:nvSpPr>
          <p:spPr>
            <a:xfrm rot="-5400000">
              <a:off x="9776599" y="2947795"/>
              <a:ext cx="404483" cy="433900"/>
            </a:xfrm>
            <a:custGeom>
              <a:rect b="b" l="l" r="r" t="t"/>
              <a:pathLst>
                <a:path extrusionOk="0" h="7847" w="7315">
                  <a:moveTo>
                    <a:pt x="7042" y="1"/>
                  </a:moveTo>
                  <a:cubicBezTo>
                    <a:pt x="7008" y="1"/>
                    <a:pt x="6973" y="7"/>
                    <a:pt x="6938" y="21"/>
                  </a:cubicBezTo>
                  <a:lnTo>
                    <a:pt x="175" y="2691"/>
                  </a:lnTo>
                  <a:cubicBezTo>
                    <a:pt x="67" y="2733"/>
                    <a:pt x="0" y="2837"/>
                    <a:pt x="0" y="2948"/>
                  </a:cubicBezTo>
                  <a:lnTo>
                    <a:pt x="0" y="7572"/>
                  </a:lnTo>
                  <a:cubicBezTo>
                    <a:pt x="0" y="7730"/>
                    <a:pt x="128" y="7847"/>
                    <a:pt x="273" y="7847"/>
                  </a:cubicBezTo>
                  <a:cubicBezTo>
                    <a:pt x="307" y="7847"/>
                    <a:pt x="342" y="7840"/>
                    <a:pt x="377" y="7826"/>
                  </a:cubicBezTo>
                  <a:lnTo>
                    <a:pt x="7140" y="5158"/>
                  </a:lnTo>
                  <a:cubicBezTo>
                    <a:pt x="7245" y="5116"/>
                    <a:pt x="7314" y="5011"/>
                    <a:pt x="7314" y="4899"/>
                  </a:cubicBezTo>
                  <a:lnTo>
                    <a:pt x="7314" y="276"/>
                  </a:lnTo>
                  <a:cubicBezTo>
                    <a:pt x="7314" y="118"/>
                    <a:pt x="7187" y="1"/>
                    <a:pt x="704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3" name="Google Shape;2473;p52"/>
            <p:cNvSpPr/>
            <p:nvPr/>
          </p:nvSpPr>
          <p:spPr>
            <a:xfrm rot="-5400000">
              <a:off x="9751108" y="2947795"/>
              <a:ext cx="404483" cy="433900"/>
            </a:xfrm>
            <a:custGeom>
              <a:rect b="b" l="l" r="r" t="t"/>
              <a:pathLst>
                <a:path extrusionOk="0" h="7847" w="7315">
                  <a:moveTo>
                    <a:pt x="7039" y="0"/>
                  </a:moveTo>
                  <a:cubicBezTo>
                    <a:pt x="7005" y="0"/>
                    <a:pt x="6971" y="6"/>
                    <a:pt x="6938" y="19"/>
                  </a:cubicBezTo>
                  <a:lnTo>
                    <a:pt x="175" y="2692"/>
                  </a:lnTo>
                  <a:cubicBezTo>
                    <a:pt x="67" y="2734"/>
                    <a:pt x="0" y="2834"/>
                    <a:pt x="0" y="2949"/>
                  </a:cubicBezTo>
                  <a:lnTo>
                    <a:pt x="0" y="7570"/>
                  </a:lnTo>
                  <a:cubicBezTo>
                    <a:pt x="0" y="7729"/>
                    <a:pt x="130" y="7846"/>
                    <a:pt x="276" y="7846"/>
                  </a:cubicBezTo>
                  <a:cubicBezTo>
                    <a:pt x="309" y="7846"/>
                    <a:pt x="343" y="7840"/>
                    <a:pt x="377" y="7827"/>
                  </a:cubicBezTo>
                  <a:lnTo>
                    <a:pt x="7140" y="5155"/>
                  </a:lnTo>
                  <a:cubicBezTo>
                    <a:pt x="7245" y="5113"/>
                    <a:pt x="7314" y="5012"/>
                    <a:pt x="7314" y="4897"/>
                  </a:cubicBezTo>
                  <a:lnTo>
                    <a:pt x="7314" y="277"/>
                  </a:lnTo>
                  <a:cubicBezTo>
                    <a:pt x="7314" y="118"/>
                    <a:pt x="7185" y="0"/>
                    <a:pt x="703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4" name="Google Shape;2474;p52"/>
            <p:cNvSpPr/>
            <p:nvPr/>
          </p:nvSpPr>
          <p:spPr>
            <a:xfrm rot="-5400000">
              <a:off x="9921887" y="3079480"/>
              <a:ext cx="338405" cy="137629"/>
            </a:xfrm>
            <a:custGeom>
              <a:rect b="b" l="l" r="r" t="t"/>
              <a:pathLst>
                <a:path extrusionOk="0" h="2489" w="6120">
                  <a:moveTo>
                    <a:pt x="6051" y="1"/>
                  </a:moveTo>
                  <a:cubicBezTo>
                    <a:pt x="6044" y="1"/>
                    <a:pt x="6037" y="2"/>
                    <a:pt x="6030" y="5"/>
                  </a:cubicBezTo>
                  <a:lnTo>
                    <a:pt x="39" y="2372"/>
                  </a:lnTo>
                  <a:cubicBezTo>
                    <a:pt x="19" y="2379"/>
                    <a:pt x="1" y="2403"/>
                    <a:pt x="1" y="2427"/>
                  </a:cubicBezTo>
                  <a:cubicBezTo>
                    <a:pt x="1" y="2435"/>
                    <a:pt x="4" y="2441"/>
                    <a:pt x="8" y="2448"/>
                  </a:cubicBezTo>
                  <a:cubicBezTo>
                    <a:pt x="16" y="2472"/>
                    <a:pt x="38" y="2488"/>
                    <a:pt x="62" y="2488"/>
                  </a:cubicBezTo>
                  <a:cubicBezTo>
                    <a:pt x="70" y="2488"/>
                    <a:pt x="77" y="2487"/>
                    <a:pt x="85" y="2483"/>
                  </a:cubicBezTo>
                  <a:lnTo>
                    <a:pt x="6075" y="121"/>
                  </a:lnTo>
                  <a:cubicBezTo>
                    <a:pt x="6106" y="107"/>
                    <a:pt x="6120" y="72"/>
                    <a:pt x="6106" y="41"/>
                  </a:cubicBezTo>
                  <a:cubicBezTo>
                    <a:pt x="6098" y="17"/>
                    <a:pt x="6075" y="1"/>
                    <a:pt x="605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5" name="Google Shape;2475;p52"/>
            <p:cNvSpPr/>
            <p:nvPr/>
          </p:nvSpPr>
          <p:spPr>
            <a:xfrm rot="-5400000">
              <a:off x="9718954" y="3293858"/>
              <a:ext cx="510207" cy="366163"/>
            </a:xfrm>
            <a:custGeom>
              <a:rect b="b" l="l" r="r" t="t"/>
              <a:pathLst>
                <a:path extrusionOk="0" h="6622" w="9227">
                  <a:moveTo>
                    <a:pt x="8561" y="0"/>
                  </a:moveTo>
                  <a:cubicBezTo>
                    <a:pt x="8561" y="0"/>
                    <a:pt x="4230" y="830"/>
                    <a:pt x="1877" y="1809"/>
                  </a:cubicBezTo>
                  <a:cubicBezTo>
                    <a:pt x="1181" y="2098"/>
                    <a:pt x="658" y="2398"/>
                    <a:pt x="473" y="2697"/>
                  </a:cubicBezTo>
                  <a:cubicBezTo>
                    <a:pt x="156" y="3203"/>
                    <a:pt x="0" y="3921"/>
                    <a:pt x="84" y="4607"/>
                  </a:cubicBezTo>
                  <a:cubicBezTo>
                    <a:pt x="208" y="5655"/>
                    <a:pt x="892" y="6622"/>
                    <a:pt x="2424" y="6622"/>
                  </a:cubicBezTo>
                  <a:cubicBezTo>
                    <a:pt x="2481" y="6622"/>
                    <a:pt x="2540" y="6621"/>
                    <a:pt x="2599" y="6618"/>
                  </a:cubicBezTo>
                  <a:cubicBezTo>
                    <a:pt x="5293" y="6496"/>
                    <a:pt x="9226" y="1624"/>
                    <a:pt x="9226" y="1624"/>
                  </a:cubicBezTo>
                  <a:lnTo>
                    <a:pt x="8561"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6" name="Google Shape;2476;p52"/>
            <p:cNvSpPr/>
            <p:nvPr/>
          </p:nvSpPr>
          <p:spPr>
            <a:xfrm rot="-5400000">
              <a:off x="9916440" y="3602764"/>
              <a:ext cx="103844" cy="154715"/>
            </a:xfrm>
            <a:custGeom>
              <a:rect b="b" l="l" r="r" t="t"/>
              <a:pathLst>
                <a:path extrusionOk="0" h="2798" w="1878">
                  <a:moveTo>
                    <a:pt x="1877" y="0"/>
                  </a:moveTo>
                  <a:cubicBezTo>
                    <a:pt x="1181" y="289"/>
                    <a:pt x="658" y="589"/>
                    <a:pt x="473" y="888"/>
                  </a:cubicBezTo>
                  <a:cubicBezTo>
                    <a:pt x="156" y="1394"/>
                    <a:pt x="0" y="2112"/>
                    <a:pt x="84" y="2798"/>
                  </a:cubicBezTo>
                  <a:cubicBezTo>
                    <a:pt x="1498" y="2324"/>
                    <a:pt x="1826" y="937"/>
                    <a:pt x="187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7" name="Google Shape;2477;p52"/>
            <p:cNvSpPr/>
            <p:nvPr/>
          </p:nvSpPr>
          <p:spPr>
            <a:xfrm rot="-5400000">
              <a:off x="9841598" y="3342131"/>
              <a:ext cx="73155" cy="31297"/>
            </a:xfrm>
            <a:custGeom>
              <a:rect b="b" l="l" r="r" t="t"/>
              <a:pathLst>
                <a:path extrusionOk="0" h="566" w="1323">
                  <a:moveTo>
                    <a:pt x="1238" y="0"/>
                  </a:moveTo>
                  <a:cubicBezTo>
                    <a:pt x="1232" y="0"/>
                    <a:pt x="1227" y="1"/>
                    <a:pt x="1220" y="3"/>
                  </a:cubicBezTo>
                  <a:cubicBezTo>
                    <a:pt x="816" y="107"/>
                    <a:pt x="429" y="257"/>
                    <a:pt x="60" y="453"/>
                  </a:cubicBezTo>
                  <a:cubicBezTo>
                    <a:pt x="1" y="485"/>
                    <a:pt x="37" y="565"/>
                    <a:pt x="93" y="565"/>
                  </a:cubicBezTo>
                  <a:cubicBezTo>
                    <a:pt x="102" y="565"/>
                    <a:pt x="113" y="563"/>
                    <a:pt x="123" y="557"/>
                  </a:cubicBezTo>
                  <a:cubicBezTo>
                    <a:pt x="482" y="369"/>
                    <a:pt x="858" y="223"/>
                    <a:pt x="1252" y="118"/>
                  </a:cubicBezTo>
                  <a:cubicBezTo>
                    <a:pt x="1322" y="102"/>
                    <a:pt x="1302" y="0"/>
                    <a:pt x="123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8" name="Google Shape;2478;p52"/>
            <p:cNvSpPr/>
            <p:nvPr/>
          </p:nvSpPr>
          <p:spPr>
            <a:xfrm rot="-5400000">
              <a:off x="9833194" y="3278321"/>
              <a:ext cx="119161" cy="153388"/>
            </a:xfrm>
            <a:custGeom>
              <a:rect b="b" l="l" r="r" t="t"/>
              <a:pathLst>
                <a:path extrusionOk="0" h="2774" w="2155">
                  <a:moveTo>
                    <a:pt x="410" y="1"/>
                  </a:moveTo>
                  <a:cubicBezTo>
                    <a:pt x="385" y="1"/>
                    <a:pt x="361" y="14"/>
                    <a:pt x="353" y="45"/>
                  </a:cubicBezTo>
                  <a:cubicBezTo>
                    <a:pt x="1" y="1243"/>
                    <a:pt x="778" y="2602"/>
                    <a:pt x="2050" y="2773"/>
                  </a:cubicBezTo>
                  <a:cubicBezTo>
                    <a:pt x="2053" y="2773"/>
                    <a:pt x="2056" y="2773"/>
                    <a:pt x="2059" y="2773"/>
                  </a:cubicBezTo>
                  <a:cubicBezTo>
                    <a:pt x="2129" y="2773"/>
                    <a:pt x="2154" y="2664"/>
                    <a:pt x="2081" y="2655"/>
                  </a:cubicBezTo>
                  <a:cubicBezTo>
                    <a:pt x="876" y="2491"/>
                    <a:pt x="134" y="1219"/>
                    <a:pt x="472" y="76"/>
                  </a:cubicBezTo>
                  <a:cubicBezTo>
                    <a:pt x="484" y="30"/>
                    <a:pt x="447" y="1"/>
                    <a:pt x="41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9" name="Google Shape;2479;p52"/>
            <p:cNvSpPr/>
            <p:nvPr/>
          </p:nvSpPr>
          <p:spPr>
            <a:xfrm rot="-5400000">
              <a:off x="9664599" y="3110058"/>
              <a:ext cx="367491" cy="142495"/>
            </a:xfrm>
            <a:custGeom>
              <a:rect b="b" l="l" r="r" t="t"/>
              <a:pathLst>
                <a:path extrusionOk="0" h="2577" w="6646">
                  <a:moveTo>
                    <a:pt x="3974" y="1"/>
                  </a:moveTo>
                  <a:cubicBezTo>
                    <a:pt x="3089" y="1"/>
                    <a:pt x="1384" y="279"/>
                    <a:pt x="697" y="701"/>
                  </a:cubicBezTo>
                  <a:cubicBezTo>
                    <a:pt x="0" y="1133"/>
                    <a:pt x="1067" y="2213"/>
                    <a:pt x="1067" y="2213"/>
                  </a:cubicBezTo>
                  <a:cubicBezTo>
                    <a:pt x="1067" y="2213"/>
                    <a:pt x="1160" y="2218"/>
                    <a:pt x="1320" y="2218"/>
                  </a:cubicBezTo>
                  <a:cubicBezTo>
                    <a:pt x="1685" y="2218"/>
                    <a:pt x="2394" y="2196"/>
                    <a:pt x="3133" y="2053"/>
                  </a:cubicBezTo>
                  <a:cubicBezTo>
                    <a:pt x="3133" y="2053"/>
                    <a:pt x="4035" y="2474"/>
                    <a:pt x="4732" y="2565"/>
                  </a:cubicBezTo>
                  <a:cubicBezTo>
                    <a:pt x="4793" y="2573"/>
                    <a:pt x="4843" y="2577"/>
                    <a:pt x="4884" y="2577"/>
                  </a:cubicBezTo>
                  <a:cubicBezTo>
                    <a:pt x="5530" y="2577"/>
                    <a:pt x="3852" y="1656"/>
                    <a:pt x="3851" y="1656"/>
                  </a:cubicBezTo>
                  <a:lnTo>
                    <a:pt x="3851" y="1656"/>
                  </a:lnTo>
                  <a:cubicBezTo>
                    <a:pt x="3852" y="1656"/>
                    <a:pt x="5193" y="2385"/>
                    <a:pt x="5704" y="2385"/>
                  </a:cubicBezTo>
                  <a:cubicBezTo>
                    <a:pt x="5761" y="2385"/>
                    <a:pt x="5807" y="2376"/>
                    <a:pt x="5840" y="2356"/>
                  </a:cubicBezTo>
                  <a:cubicBezTo>
                    <a:pt x="6109" y="2201"/>
                    <a:pt x="4906" y="1515"/>
                    <a:pt x="4398" y="1239"/>
                  </a:cubicBezTo>
                  <a:lnTo>
                    <a:pt x="4398" y="1239"/>
                  </a:lnTo>
                  <a:cubicBezTo>
                    <a:pt x="4811" y="1454"/>
                    <a:pt x="5703" y="1896"/>
                    <a:pt x="6093" y="1896"/>
                  </a:cubicBezTo>
                  <a:cubicBezTo>
                    <a:pt x="6147" y="1896"/>
                    <a:pt x="6192" y="1887"/>
                    <a:pt x="6224" y="1868"/>
                  </a:cubicBezTo>
                  <a:cubicBezTo>
                    <a:pt x="6558" y="1670"/>
                    <a:pt x="4517" y="684"/>
                    <a:pt x="4516" y="684"/>
                  </a:cubicBezTo>
                  <a:lnTo>
                    <a:pt x="4516" y="684"/>
                  </a:lnTo>
                  <a:cubicBezTo>
                    <a:pt x="4517" y="684"/>
                    <a:pt x="5900" y="1164"/>
                    <a:pt x="6339" y="1164"/>
                  </a:cubicBezTo>
                  <a:cubicBezTo>
                    <a:pt x="6393" y="1164"/>
                    <a:pt x="6433" y="1157"/>
                    <a:pt x="6454" y="1140"/>
                  </a:cubicBezTo>
                  <a:cubicBezTo>
                    <a:pt x="6645" y="994"/>
                    <a:pt x="4896" y="241"/>
                    <a:pt x="4460" y="57"/>
                  </a:cubicBezTo>
                  <a:cubicBezTo>
                    <a:pt x="4371" y="18"/>
                    <a:pt x="4199" y="1"/>
                    <a:pt x="3974" y="1"/>
                  </a:cubicBezTo>
                  <a:close/>
                </a:path>
              </a:pathLst>
            </a:custGeom>
            <a:solidFill>
              <a:srgbClr val="E878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0" name="Google Shape;2480;p52"/>
            <p:cNvSpPr/>
            <p:nvPr/>
          </p:nvSpPr>
          <p:spPr>
            <a:xfrm rot="-5400000">
              <a:off x="10231843" y="3796462"/>
              <a:ext cx="842253" cy="572303"/>
            </a:xfrm>
            <a:custGeom>
              <a:rect b="b" l="l" r="r" t="t"/>
              <a:pathLst>
                <a:path extrusionOk="0" h="10350" w="15232">
                  <a:moveTo>
                    <a:pt x="7835" y="0"/>
                  </a:moveTo>
                  <a:cubicBezTo>
                    <a:pt x="5039" y="0"/>
                    <a:pt x="2385" y="66"/>
                    <a:pt x="450" y="218"/>
                  </a:cubicBezTo>
                  <a:cubicBezTo>
                    <a:pt x="304" y="1151"/>
                    <a:pt x="1" y="3493"/>
                    <a:pt x="158" y="4821"/>
                  </a:cubicBezTo>
                  <a:cubicBezTo>
                    <a:pt x="747" y="9887"/>
                    <a:pt x="2140" y="10350"/>
                    <a:pt x="2140" y="10350"/>
                  </a:cubicBezTo>
                  <a:cubicBezTo>
                    <a:pt x="4377" y="9295"/>
                    <a:pt x="9318" y="8325"/>
                    <a:pt x="12105" y="7988"/>
                  </a:cubicBezTo>
                  <a:cubicBezTo>
                    <a:pt x="12872" y="7894"/>
                    <a:pt x="13987" y="7751"/>
                    <a:pt x="15231" y="7594"/>
                  </a:cubicBezTo>
                  <a:lnTo>
                    <a:pt x="15231" y="225"/>
                  </a:lnTo>
                  <a:cubicBezTo>
                    <a:pt x="13973" y="130"/>
                    <a:pt x="12872" y="67"/>
                    <a:pt x="12022" y="46"/>
                  </a:cubicBezTo>
                  <a:cubicBezTo>
                    <a:pt x="10638" y="17"/>
                    <a:pt x="9219" y="0"/>
                    <a:pt x="783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1" name="Google Shape;2481;p52"/>
            <p:cNvSpPr/>
            <p:nvPr/>
          </p:nvSpPr>
          <p:spPr>
            <a:xfrm rot="-5400000">
              <a:off x="10738456" y="5530514"/>
              <a:ext cx="248219" cy="155877"/>
            </a:xfrm>
            <a:custGeom>
              <a:rect b="b" l="l" r="r" t="t"/>
              <a:pathLst>
                <a:path extrusionOk="0" h="2819" w="4489">
                  <a:moveTo>
                    <a:pt x="4268" y="0"/>
                  </a:moveTo>
                  <a:lnTo>
                    <a:pt x="0" y="714"/>
                  </a:lnTo>
                  <a:lnTo>
                    <a:pt x="146" y="2564"/>
                  </a:lnTo>
                  <a:lnTo>
                    <a:pt x="4488" y="2818"/>
                  </a:lnTo>
                  <a:lnTo>
                    <a:pt x="4268" y="0"/>
                  </a:lnTo>
                  <a:close/>
                </a:path>
              </a:pathLst>
            </a:custGeom>
            <a:solidFill>
              <a:srgbClr val="E878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2" name="Google Shape;2482;p52"/>
            <p:cNvSpPr/>
            <p:nvPr/>
          </p:nvSpPr>
          <p:spPr>
            <a:xfrm rot="-5400000">
              <a:off x="9947986" y="4499842"/>
              <a:ext cx="1644363" cy="490190"/>
            </a:xfrm>
            <a:custGeom>
              <a:rect b="b" l="l" r="r" t="t"/>
              <a:pathLst>
                <a:path extrusionOk="0" h="8865" w="29738">
                  <a:moveTo>
                    <a:pt x="28678" y="0"/>
                  </a:moveTo>
                  <a:lnTo>
                    <a:pt x="1" y="3802"/>
                  </a:lnTo>
                  <a:lnTo>
                    <a:pt x="1" y="8864"/>
                  </a:lnTo>
                  <a:lnTo>
                    <a:pt x="29737" y="7314"/>
                  </a:lnTo>
                  <a:lnTo>
                    <a:pt x="2867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3" name="Google Shape;2483;p52"/>
            <p:cNvSpPr/>
            <p:nvPr/>
          </p:nvSpPr>
          <p:spPr>
            <a:xfrm rot="-5400000">
              <a:off x="10824439" y="5362030"/>
              <a:ext cx="82721" cy="341281"/>
            </a:xfrm>
            <a:custGeom>
              <a:rect b="b" l="l" r="r" t="t"/>
              <a:pathLst>
                <a:path extrusionOk="0" h="6172" w="1496">
                  <a:moveTo>
                    <a:pt x="1475" y="1"/>
                  </a:moveTo>
                  <a:lnTo>
                    <a:pt x="1" y="74"/>
                  </a:lnTo>
                  <a:lnTo>
                    <a:pt x="46" y="6171"/>
                  </a:lnTo>
                  <a:lnTo>
                    <a:pt x="1496" y="6141"/>
                  </a:lnTo>
                  <a:lnTo>
                    <a:pt x="1475"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4" name="Google Shape;2484;p52"/>
            <p:cNvSpPr/>
            <p:nvPr/>
          </p:nvSpPr>
          <p:spPr>
            <a:xfrm rot="-5400000">
              <a:off x="10863809" y="5343340"/>
              <a:ext cx="7022" cy="286705"/>
            </a:xfrm>
            <a:custGeom>
              <a:rect b="b" l="l" r="r" t="t"/>
              <a:pathLst>
                <a:path extrusionOk="0" h="5185" w="127">
                  <a:moveTo>
                    <a:pt x="62" y="1"/>
                  </a:moveTo>
                  <a:cubicBezTo>
                    <a:pt x="31" y="1"/>
                    <a:pt x="1" y="20"/>
                    <a:pt x="1" y="58"/>
                  </a:cubicBezTo>
                  <a:cubicBezTo>
                    <a:pt x="1" y="1748"/>
                    <a:pt x="4" y="3439"/>
                    <a:pt x="1" y="5124"/>
                  </a:cubicBezTo>
                  <a:cubicBezTo>
                    <a:pt x="1" y="5165"/>
                    <a:pt x="31" y="5185"/>
                    <a:pt x="62" y="5185"/>
                  </a:cubicBezTo>
                  <a:cubicBezTo>
                    <a:pt x="92" y="5185"/>
                    <a:pt x="123" y="5165"/>
                    <a:pt x="123" y="5124"/>
                  </a:cubicBezTo>
                  <a:cubicBezTo>
                    <a:pt x="126" y="3439"/>
                    <a:pt x="123" y="1748"/>
                    <a:pt x="123" y="58"/>
                  </a:cubicBezTo>
                  <a:cubicBezTo>
                    <a:pt x="123" y="20"/>
                    <a:pt x="92" y="1"/>
                    <a:pt x="6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5" name="Google Shape;2485;p52"/>
            <p:cNvSpPr/>
            <p:nvPr/>
          </p:nvSpPr>
          <p:spPr>
            <a:xfrm rot="-5400000">
              <a:off x="9480798" y="4419996"/>
              <a:ext cx="1795539" cy="465418"/>
            </a:xfrm>
            <a:custGeom>
              <a:rect b="b" l="l" r="r" t="t"/>
              <a:pathLst>
                <a:path extrusionOk="0" h="8417" w="32472">
                  <a:moveTo>
                    <a:pt x="17049" y="1"/>
                  </a:moveTo>
                  <a:lnTo>
                    <a:pt x="0" y="1596"/>
                  </a:lnTo>
                  <a:lnTo>
                    <a:pt x="0" y="7405"/>
                  </a:lnTo>
                  <a:lnTo>
                    <a:pt x="16433" y="6524"/>
                  </a:lnTo>
                  <a:lnTo>
                    <a:pt x="30614" y="8416"/>
                  </a:lnTo>
                  <a:lnTo>
                    <a:pt x="32471" y="1952"/>
                  </a:lnTo>
                  <a:lnTo>
                    <a:pt x="17049"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6" name="Google Shape;2486;p52"/>
            <p:cNvSpPr/>
            <p:nvPr/>
          </p:nvSpPr>
          <p:spPr>
            <a:xfrm rot="-5400000">
              <a:off x="10480477" y="3988198"/>
              <a:ext cx="158863" cy="85375"/>
            </a:xfrm>
            <a:custGeom>
              <a:rect b="b" l="l" r="r" t="t"/>
              <a:pathLst>
                <a:path extrusionOk="0" h="1544" w="2873">
                  <a:moveTo>
                    <a:pt x="332" y="0"/>
                  </a:moveTo>
                  <a:cubicBezTo>
                    <a:pt x="311" y="0"/>
                    <a:pt x="289" y="9"/>
                    <a:pt x="272" y="28"/>
                  </a:cubicBezTo>
                  <a:cubicBezTo>
                    <a:pt x="262" y="41"/>
                    <a:pt x="0" y="334"/>
                    <a:pt x="0" y="661"/>
                  </a:cubicBezTo>
                  <a:cubicBezTo>
                    <a:pt x="0" y="697"/>
                    <a:pt x="5" y="731"/>
                    <a:pt x="11" y="766"/>
                  </a:cubicBezTo>
                  <a:cubicBezTo>
                    <a:pt x="42" y="954"/>
                    <a:pt x="168" y="1104"/>
                    <a:pt x="381" y="1219"/>
                  </a:cubicBezTo>
                  <a:cubicBezTo>
                    <a:pt x="761" y="1417"/>
                    <a:pt x="2702" y="1536"/>
                    <a:pt x="2781" y="1543"/>
                  </a:cubicBezTo>
                  <a:cubicBezTo>
                    <a:pt x="2783" y="1543"/>
                    <a:pt x="2785" y="1543"/>
                    <a:pt x="2787" y="1543"/>
                  </a:cubicBezTo>
                  <a:cubicBezTo>
                    <a:pt x="2830" y="1543"/>
                    <a:pt x="2865" y="1510"/>
                    <a:pt x="2869" y="1466"/>
                  </a:cubicBezTo>
                  <a:cubicBezTo>
                    <a:pt x="2872" y="1421"/>
                    <a:pt x="2837" y="1382"/>
                    <a:pt x="2792" y="1379"/>
                  </a:cubicBezTo>
                  <a:cubicBezTo>
                    <a:pt x="2242" y="1345"/>
                    <a:pt x="746" y="1226"/>
                    <a:pt x="457" y="1073"/>
                  </a:cubicBezTo>
                  <a:cubicBezTo>
                    <a:pt x="290" y="985"/>
                    <a:pt x="196" y="874"/>
                    <a:pt x="172" y="738"/>
                  </a:cubicBezTo>
                  <a:cubicBezTo>
                    <a:pt x="119" y="449"/>
                    <a:pt x="391" y="139"/>
                    <a:pt x="394" y="135"/>
                  </a:cubicBezTo>
                  <a:cubicBezTo>
                    <a:pt x="426" y="104"/>
                    <a:pt x="423" y="52"/>
                    <a:pt x="388" y="20"/>
                  </a:cubicBezTo>
                  <a:cubicBezTo>
                    <a:pt x="371" y="7"/>
                    <a:pt x="352" y="0"/>
                    <a:pt x="33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7" name="Google Shape;2487;p52"/>
            <p:cNvSpPr/>
            <p:nvPr/>
          </p:nvSpPr>
          <p:spPr>
            <a:xfrm rot="-5400000">
              <a:off x="9725396" y="4670621"/>
              <a:ext cx="1548371" cy="88140"/>
            </a:xfrm>
            <a:custGeom>
              <a:rect b="b" l="l" r="r" t="t"/>
              <a:pathLst>
                <a:path extrusionOk="0" h="1594" w="28002">
                  <a:moveTo>
                    <a:pt x="15143" y="0"/>
                  </a:moveTo>
                  <a:cubicBezTo>
                    <a:pt x="15141" y="0"/>
                    <a:pt x="15139" y="0"/>
                    <a:pt x="15137" y="0"/>
                  </a:cubicBezTo>
                  <a:cubicBezTo>
                    <a:pt x="14399" y="7"/>
                    <a:pt x="663" y="830"/>
                    <a:pt x="78" y="864"/>
                  </a:cubicBezTo>
                  <a:cubicBezTo>
                    <a:pt x="32" y="868"/>
                    <a:pt x="1" y="906"/>
                    <a:pt x="1" y="948"/>
                  </a:cubicBezTo>
                  <a:lnTo>
                    <a:pt x="1" y="951"/>
                  </a:lnTo>
                  <a:cubicBezTo>
                    <a:pt x="4" y="995"/>
                    <a:pt x="39" y="1028"/>
                    <a:pt x="82" y="1028"/>
                  </a:cubicBezTo>
                  <a:cubicBezTo>
                    <a:pt x="84" y="1028"/>
                    <a:pt x="86" y="1028"/>
                    <a:pt x="88" y="1028"/>
                  </a:cubicBezTo>
                  <a:cubicBezTo>
                    <a:pt x="231" y="1021"/>
                    <a:pt x="14402" y="171"/>
                    <a:pt x="15141" y="164"/>
                  </a:cubicBezTo>
                  <a:cubicBezTo>
                    <a:pt x="15143" y="164"/>
                    <a:pt x="15146" y="164"/>
                    <a:pt x="15149" y="164"/>
                  </a:cubicBezTo>
                  <a:cubicBezTo>
                    <a:pt x="15963" y="164"/>
                    <a:pt x="27786" y="1578"/>
                    <a:pt x="27904" y="1593"/>
                  </a:cubicBezTo>
                  <a:cubicBezTo>
                    <a:pt x="27908" y="1593"/>
                    <a:pt x="27913" y="1594"/>
                    <a:pt x="27917" y="1594"/>
                  </a:cubicBezTo>
                  <a:cubicBezTo>
                    <a:pt x="27957" y="1594"/>
                    <a:pt x="27992" y="1564"/>
                    <a:pt x="27998" y="1523"/>
                  </a:cubicBezTo>
                  <a:cubicBezTo>
                    <a:pt x="28001" y="1478"/>
                    <a:pt x="27970" y="1436"/>
                    <a:pt x="27925" y="1432"/>
                  </a:cubicBezTo>
                  <a:cubicBezTo>
                    <a:pt x="27435" y="1374"/>
                    <a:pt x="15939" y="0"/>
                    <a:pt x="1514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8" name="Google Shape;2488;p52"/>
            <p:cNvSpPr/>
            <p:nvPr/>
          </p:nvSpPr>
          <p:spPr>
            <a:xfrm rot="-5400000">
              <a:off x="10203864" y="4557432"/>
              <a:ext cx="26652" cy="129169"/>
            </a:xfrm>
            <a:custGeom>
              <a:rect b="b" l="l" r="r" t="t"/>
              <a:pathLst>
                <a:path extrusionOk="0" h="2336" w="482">
                  <a:moveTo>
                    <a:pt x="348" y="1"/>
                  </a:moveTo>
                  <a:cubicBezTo>
                    <a:pt x="311" y="1"/>
                    <a:pt x="274" y="20"/>
                    <a:pt x="259" y="64"/>
                  </a:cubicBezTo>
                  <a:cubicBezTo>
                    <a:pt x="1" y="774"/>
                    <a:pt x="4" y="1566"/>
                    <a:pt x="276" y="2273"/>
                  </a:cubicBezTo>
                  <a:cubicBezTo>
                    <a:pt x="294" y="2317"/>
                    <a:pt x="333" y="2336"/>
                    <a:pt x="370" y="2336"/>
                  </a:cubicBezTo>
                  <a:cubicBezTo>
                    <a:pt x="427" y="2336"/>
                    <a:pt x="481" y="2291"/>
                    <a:pt x="454" y="2224"/>
                  </a:cubicBezTo>
                  <a:cubicBezTo>
                    <a:pt x="192" y="1545"/>
                    <a:pt x="189" y="799"/>
                    <a:pt x="436" y="112"/>
                  </a:cubicBezTo>
                  <a:cubicBezTo>
                    <a:pt x="460" y="45"/>
                    <a:pt x="404" y="1"/>
                    <a:pt x="34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9" name="Google Shape;2489;p52"/>
            <p:cNvSpPr/>
            <p:nvPr/>
          </p:nvSpPr>
          <p:spPr>
            <a:xfrm rot="-5400000">
              <a:off x="10259629" y="5530486"/>
              <a:ext cx="248219" cy="155932"/>
            </a:xfrm>
            <a:custGeom>
              <a:rect b="b" l="l" r="r" t="t"/>
              <a:pathLst>
                <a:path extrusionOk="0" h="2820" w="4489">
                  <a:moveTo>
                    <a:pt x="4268" y="1"/>
                  </a:moveTo>
                  <a:lnTo>
                    <a:pt x="0" y="716"/>
                  </a:lnTo>
                  <a:lnTo>
                    <a:pt x="146" y="2565"/>
                  </a:lnTo>
                  <a:lnTo>
                    <a:pt x="4488" y="2820"/>
                  </a:lnTo>
                  <a:lnTo>
                    <a:pt x="4268" y="1"/>
                  </a:lnTo>
                  <a:close/>
                </a:path>
              </a:pathLst>
            </a:custGeom>
            <a:solidFill>
              <a:srgbClr val="E878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0" name="Google Shape;2490;p52"/>
            <p:cNvSpPr/>
            <p:nvPr/>
          </p:nvSpPr>
          <p:spPr>
            <a:xfrm rot="-5400000">
              <a:off x="10190620" y="5548512"/>
              <a:ext cx="203541" cy="393922"/>
            </a:xfrm>
            <a:custGeom>
              <a:rect b="b" l="l" r="r" t="t"/>
              <a:pathLst>
                <a:path extrusionOk="0" h="7124" w="3681">
                  <a:moveTo>
                    <a:pt x="81" y="1"/>
                  </a:moveTo>
                  <a:cubicBezTo>
                    <a:pt x="30" y="1"/>
                    <a:pt x="1" y="4"/>
                    <a:pt x="1" y="4"/>
                  </a:cubicBezTo>
                  <a:lnTo>
                    <a:pt x="1" y="7108"/>
                  </a:lnTo>
                  <a:cubicBezTo>
                    <a:pt x="112" y="7119"/>
                    <a:pt x="220" y="7122"/>
                    <a:pt x="335" y="7122"/>
                  </a:cubicBezTo>
                  <a:cubicBezTo>
                    <a:pt x="384" y="7122"/>
                    <a:pt x="433" y="7119"/>
                    <a:pt x="482" y="7119"/>
                  </a:cubicBezTo>
                  <a:cubicBezTo>
                    <a:pt x="627" y="7122"/>
                    <a:pt x="796" y="7124"/>
                    <a:pt x="976" y="7124"/>
                  </a:cubicBezTo>
                  <a:cubicBezTo>
                    <a:pt x="2012" y="7124"/>
                    <a:pt x="3451" y="7052"/>
                    <a:pt x="3196" y="6673"/>
                  </a:cubicBezTo>
                  <a:cubicBezTo>
                    <a:pt x="2423" y="6237"/>
                    <a:pt x="2746" y="5094"/>
                    <a:pt x="2746" y="5094"/>
                  </a:cubicBezTo>
                  <a:cubicBezTo>
                    <a:pt x="2746" y="5094"/>
                    <a:pt x="3680" y="4383"/>
                    <a:pt x="3398" y="3899"/>
                  </a:cubicBezTo>
                  <a:cubicBezTo>
                    <a:pt x="3273" y="3689"/>
                    <a:pt x="3101" y="3676"/>
                    <a:pt x="2906" y="3676"/>
                  </a:cubicBezTo>
                  <a:cubicBezTo>
                    <a:pt x="2877" y="3676"/>
                    <a:pt x="2849" y="3676"/>
                    <a:pt x="2820" y="3676"/>
                  </a:cubicBezTo>
                  <a:cubicBezTo>
                    <a:pt x="2590" y="3676"/>
                    <a:pt x="2335" y="3659"/>
                    <a:pt x="2095" y="3349"/>
                  </a:cubicBezTo>
                  <a:cubicBezTo>
                    <a:pt x="1729" y="2871"/>
                    <a:pt x="1939" y="2275"/>
                    <a:pt x="1806" y="1572"/>
                  </a:cubicBezTo>
                  <a:cubicBezTo>
                    <a:pt x="1764" y="1358"/>
                    <a:pt x="1691" y="1133"/>
                    <a:pt x="1558" y="899"/>
                  </a:cubicBezTo>
                  <a:cubicBezTo>
                    <a:pt x="1249" y="352"/>
                    <a:pt x="816" y="136"/>
                    <a:pt x="482" y="52"/>
                  </a:cubicBezTo>
                  <a:cubicBezTo>
                    <a:pt x="310" y="9"/>
                    <a:pt x="165" y="1"/>
                    <a:pt x="8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1" name="Google Shape;2491;p52"/>
            <p:cNvSpPr/>
            <p:nvPr/>
          </p:nvSpPr>
          <p:spPr>
            <a:xfrm rot="-5400000">
              <a:off x="10378596" y="5723935"/>
              <a:ext cx="114018" cy="102185"/>
            </a:xfrm>
            <a:custGeom>
              <a:rect b="b" l="l" r="r" t="t"/>
              <a:pathLst>
                <a:path extrusionOk="0" h="1848" w="2062">
                  <a:moveTo>
                    <a:pt x="103" y="1"/>
                  </a:moveTo>
                  <a:cubicBezTo>
                    <a:pt x="26" y="1"/>
                    <a:pt x="1" y="131"/>
                    <a:pt x="88" y="162"/>
                  </a:cubicBezTo>
                  <a:cubicBezTo>
                    <a:pt x="893" y="437"/>
                    <a:pt x="1538" y="1030"/>
                    <a:pt x="1894" y="1807"/>
                  </a:cubicBezTo>
                  <a:cubicBezTo>
                    <a:pt x="1906" y="1836"/>
                    <a:pt x="1929" y="1848"/>
                    <a:pt x="1952" y="1848"/>
                  </a:cubicBezTo>
                  <a:cubicBezTo>
                    <a:pt x="2004" y="1848"/>
                    <a:pt x="2061" y="1788"/>
                    <a:pt x="2032" y="1723"/>
                  </a:cubicBezTo>
                  <a:cubicBezTo>
                    <a:pt x="1664" y="911"/>
                    <a:pt x="974" y="295"/>
                    <a:pt x="130" y="6"/>
                  </a:cubicBezTo>
                  <a:cubicBezTo>
                    <a:pt x="120" y="2"/>
                    <a:pt x="111" y="1"/>
                    <a:pt x="10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2" name="Google Shape;2492;p52"/>
            <p:cNvSpPr/>
            <p:nvPr/>
          </p:nvSpPr>
          <p:spPr>
            <a:xfrm rot="-5400000">
              <a:off x="10279009" y="5637012"/>
              <a:ext cx="26652" cy="393811"/>
            </a:xfrm>
            <a:custGeom>
              <a:rect b="b" l="l" r="r" t="t"/>
              <a:pathLst>
                <a:path extrusionOk="0" h="7122" w="482">
                  <a:moveTo>
                    <a:pt x="81" y="1"/>
                  </a:moveTo>
                  <a:cubicBezTo>
                    <a:pt x="30" y="1"/>
                    <a:pt x="1" y="4"/>
                    <a:pt x="1" y="4"/>
                  </a:cubicBezTo>
                  <a:lnTo>
                    <a:pt x="1" y="7108"/>
                  </a:lnTo>
                  <a:cubicBezTo>
                    <a:pt x="112" y="7119"/>
                    <a:pt x="220" y="7122"/>
                    <a:pt x="335" y="7122"/>
                  </a:cubicBezTo>
                  <a:lnTo>
                    <a:pt x="482" y="7122"/>
                  </a:lnTo>
                  <a:lnTo>
                    <a:pt x="482" y="52"/>
                  </a:lnTo>
                  <a:cubicBezTo>
                    <a:pt x="310" y="9"/>
                    <a:pt x="165" y="1"/>
                    <a:pt x="8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3" name="Google Shape;2493;p52"/>
            <p:cNvSpPr/>
            <p:nvPr/>
          </p:nvSpPr>
          <p:spPr>
            <a:xfrm rot="-5400000">
              <a:off x="10344534" y="5341018"/>
              <a:ext cx="90186" cy="360358"/>
            </a:xfrm>
            <a:custGeom>
              <a:rect b="b" l="l" r="r" t="t"/>
              <a:pathLst>
                <a:path extrusionOk="0" h="6517" w="1631">
                  <a:moveTo>
                    <a:pt x="1631" y="1"/>
                  </a:moveTo>
                  <a:lnTo>
                    <a:pt x="150" y="60"/>
                  </a:lnTo>
                  <a:lnTo>
                    <a:pt x="0" y="6517"/>
                  </a:lnTo>
                  <a:lnTo>
                    <a:pt x="1453" y="6499"/>
                  </a:lnTo>
                  <a:lnTo>
                    <a:pt x="1631"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4" name="Google Shape;2494;p52"/>
            <p:cNvSpPr/>
            <p:nvPr/>
          </p:nvSpPr>
          <p:spPr>
            <a:xfrm rot="-5400000">
              <a:off x="10380476" y="5320503"/>
              <a:ext cx="14211" cy="316343"/>
            </a:xfrm>
            <a:custGeom>
              <a:rect b="b" l="l" r="r" t="t"/>
              <a:pathLst>
                <a:path extrusionOk="0" h="5721" w="257">
                  <a:moveTo>
                    <a:pt x="194" y="1"/>
                  </a:moveTo>
                  <a:cubicBezTo>
                    <a:pt x="162" y="1"/>
                    <a:pt x="130" y="21"/>
                    <a:pt x="130" y="61"/>
                  </a:cubicBezTo>
                  <a:cubicBezTo>
                    <a:pt x="85" y="1929"/>
                    <a:pt x="43" y="3793"/>
                    <a:pt x="1" y="5661"/>
                  </a:cubicBezTo>
                  <a:cubicBezTo>
                    <a:pt x="1" y="5701"/>
                    <a:pt x="32" y="5721"/>
                    <a:pt x="64" y="5721"/>
                  </a:cubicBezTo>
                  <a:cubicBezTo>
                    <a:pt x="96" y="5721"/>
                    <a:pt x="128" y="5701"/>
                    <a:pt x="130" y="5661"/>
                  </a:cubicBezTo>
                  <a:cubicBezTo>
                    <a:pt x="172" y="3793"/>
                    <a:pt x="213" y="1929"/>
                    <a:pt x="255" y="61"/>
                  </a:cubicBezTo>
                  <a:cubicBezTo>
                    <a:pt x="257" y="21"/>
                    <a:pt x="225" y="1"/>
                    <a:pt x="19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5" name="Google Shape;2495;p52"/>
            <p:cNvSpPr/>
            <p:nvPr/>
          </p:nvSpPr>
          <p:spPr>
            <a:xfrm rot="-5400000">
              <a:off x="9931508" y="2878759"/>
              <a:ext cx="1370652" cy="871947"/>
            </a:xfrm>
            <a:custGeom>
              <a:rect b="b" l="l" r="r" t="t"/>
              <a:pathLst>
                <a:path extrusionOk="0" h="15769" w="24788">
                  <a:moveTo>
                    <a:pt x="2737" y="0"/>
                  </a:moveTo>
                  <a:cubicBezTo>
                    <a:pt x="2306" y="0"/>
                    <a:pt x="1987" y="83"/>
                    <a:pt x="1816" y="284"/>
                  </a:cubicBezTo>
                  <a:cubicBezTo>
                    <a:pt x="843" y="1427"/>
                    <a:pt x="0" y="4298"/>
                    <a:pt x="338" y="8142"/>
                  </a:cubicBezTo>
                  <a:cubicBezTo>
                    <a:pt x="676" y="11981"/>
                    <a:pt x="84" y="12745"/>
                    <a:pt x="42" y="13967"/>
                  </a:cubicBezTo>
                  <a:cubicBezTo>
                    <a:pt x="10" y="14899"/>
                    <a:pt x="908" y="15636"/>
                    <a:pt x="2233" y="15636"/>
                  </a:cubicBezTo>
                  <a:cubicBezTo>
                    <a:pt x="2648" y="15636"/>
                    <a:pt x="3105" y="15564"/>
                    <a:pt x="3588" y="15403"/>
                  </a:cubicBezTo>
                  <a:cubicBezTo>
                    <a:pt x="4289" y="15169"/>
                    <a:pt x="5813" y="15082"/>
                    <a:pt x="7618" y="15082"/>
                  </a:cubicBezTo>
                  <a:cubicBezTo>
                    <a:pt x="11035" y="15082"/>
                    <a:pt x="15461" y="15394"/>
                    <a:pt x="17230" y="15615"/>
                  </a:cubicBezTo>
                  <a:cubicBezTo>
                    <a:pt x="17972" y="15708"/>
                    <a:pt x="18634" y="15769"/>
                    <a:pt x="19225" y="15769"/>
                  </a:cubicBezTo>
                  <a:cubicBezTo>
                    <a:pt x="20788" y="15769"/>
                    <a:pt x="21857" y="15345"/>
                    <a:pt x="22592" y="13967"/>
                  </a:cubicBezTo>
                  <a:cubicBezTo>
                    <a:pt x="23607" y="12069"/>
                    <a:pt x="24788" y="10166"/>
                    <a:pt x="24788" y="10166"/>
                  </a:cubicBezTo>
                  <a:lnTo>
                    <a:pt x="24704" y="7169"/>
                  </a:lnTo>
                  <a:cubicBezTo>
                    <a:pt x="24704" y="7169"/>
                    <a:pt x="22509" y="2187"/>
                    <a:pt x="20903" y="1748"/>
                  </a:cubicBezTo>
                  <a:cubicBezTo>
                    <a:pt x="20354" y="1596"/>
                    <a:pt x="19637" y="1545"/>
                    <a:pt x="18776" y="1545"/>
                  </a:cubicBezTo>
                  <a:cubicBezTo>
                    <a:pt x="17120" y="1545"/>
                    <a:pt x="14930" y="1734"/>
                    <a:pt x="12373" y="1762"/>
                  </a:cubicBezTo>
                  <a:cubicBezTo>
                    <a:pt x="12341" y="1762"/>
                    <a:pt x="12308" y="1763"/>
                    <a:pt x="12275" y="1763"/>
                  </a:cubicBezTo>
                  <a:cubicBezTo>
                    <a:pt x="9084" y="1763"/>
                    <a:pt x="4723" y="0"/>
                    <a:pt x="273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6" name="Google Shape;2496;p52"/>
            <p:cNvSpPr/>
            <p:nvPr/>
          </p:nvSpPr>
          <p:spPr>
            <a:xfrm rot="-5400000">
              <a:off x="10573317" y="2531949"/>
              <a:ext cx="102959" cy="373297"/>
            </a:xfrm>
            <a:custGeom>
              <a:rect b="b" l="l" r="r" t="t"/>
              <a:pathLst>
                <a:path extrusionOk="0" h="6751" w="1862">
                  <a:moveTo>
                    <a:pt x="1181" y="1"/>
                  </a:moveTo>
                  <a:cubicBezTo>
                    <a:pt x="377" y="1049"/>
                    <a:pt x="1" y="2394"/>
                    <a:pt x="178" y="3708"/>
                  </a:cubicBezTo>
                  <a:cubicBezTo>
                    <a:pt x="335" y="4875"/>
                    <a:pt x="924" y="5966"/>
                    <a:pt x="1795" y="6750"/>
                  </a:cubicBezTo>
                  <a:cubicBezTo>
                    <a:pt x="1819" y="6715"/>
                    <a:pt x="1840" y="6677"/>
                    <a:pt x="1861" y="6642"/>
                  </a:cubicBezTo>
                  <a:cubicBezTo>
                    <a:pt x="1046" y="5893"/>
                    <a:pt x="485" y="4879"/>
                    <a:pt x="314" y="3782"/>
                  </a:cubicBezTo>
                  <a:cubicBezTo>
                    <a:pt x="115" y="2495"/>
                    <a:pt x="471" y="1154"/>
                    <a:pt x="1247" y="120"/>
                  </a:cubicBezTo>
                  <a:cubicBezTo>
                    <a:pt x="1223" y="81"/>
                    <a:pt x="1202" y="43"/>
                    <a:pt x="118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7" name="Google Shape;2497;p52"/>
            <p:cNvSpPr/>
            <p:nvPr/>
          </p:nvSpPr>
          <p:spPr>
            <a:xfrm rot="-5400000">
              <a:off x="10336157" y="2834025"/>
              <a:ext cx="327789" cy="160411"/>
            </a:xfrm>
            <a:custGeom>
              <a:rect b="b" l="l" r="r" t="t"/>
              <a:pathLst>
                <a:path extrusionOk="0" h="2901" w="5928">
                  <a:moveTo>
                    <a:pt x="79" y="0"/>
                  </a:moveTo>
                  <a:cubicBezTo>
                    <a:pt x="43" y="0"/>
                    <a:pt x="1" y="32"/>
                    <a:pt x="7" y="81"/>
                  </a:cubicBezTo>
                  <a:cubicBezTo>
                    <a:pt x="101" y="631"/>
                    <a:pt x="331" y="1150"/>
                    <a:pt x="672" y="1590"/>
                  </a:cubicBezTo>
                  <a:cubicBezTo>
                    <a:pt x="1282" y="2377"/>
                    <a:pt x="2212" y="2879"/>
                    <a:pt x="3209" y="2900"/>
                  </a:cubicBezTo>
                  <a:cubicBezTo>
                    <a:pt x="3236" y="2901"/>
                    <a:pt x="3262" y="2901"/>
                    <a:pt x="3289" y="2901"/>
                  </a:cubicBezTo>
                  <a:cubicBezTo>
                    <a:pt x="4275" y="2901"/>
                    <a:pt x="5244" y="2465"/>
                    <a:pt x="5889" y="1715"/>
                  </a:cubicBezTo>
                  <a:cubicBezTo>
                    <a:pt x="5928" y="1670"/>
                    <a:pt x="5885" y="1607"/>
                    <a:pt x="5840" y="1607"/>
                  </a:cubicBezTo>
                  <a:cubicBezTo>
                    <a:pt x="5825" y="1607"/>
                    <a:pt x="5811" y="1613"/>
                    <a:pt x="5798" y="1628"/>
                  </a:cubicBezTo>
                  <a:cubicBezTo>
                    <a:pt x="5174" y="2355"/>
                    <a:pt x="4232" y="2777"/>
                    <a:pt x="3282" y="2777"/>
                  </a:cubicBezTo>
                  <a:cubicBezTo>
                    <a:pt x="2985" y="2777"/>
                    <a:pt x="2686" y="2735"/>
                    <a:pt x="2397" y="2649"/>
                  </a:cubicBezTo>
                  <a:cubicBezTo>
                    <a:pt x="1226" y="2297"/>
                    <a:pt x="331" y="1245"/>
                    <a:pt x="128" y="46"/>
                  </a:cubicBezTo>
                  <a:cubicBezTo>
                    <a:pt x="124" y="14"/>
                    <a:pt x="103" y="0"/>
                    <a:pt x="7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8" name="Google Shape;2498;p52"/>
            <p:cNvSpPr/>
            <p:nvPr/>
          </p:nvSpPr>
          <p:spPr>
            <a:xfrm rot="-5400000">
              <a:off x="10474090" y="2928331"/>
              <a:ext cx="498706" cy="246118"/>
            </a:xfrm>
            <a:custGeom>
              <a:rect b="b" l="l" r="r" t="t"/>
              <a:pathLst>
                <a:path extrusionOk="0" h="4451" w="9019">
                  <a:moveTo>
                    <a:pt x="3988" y="0"/>
                  </a:moveTo>
                  <a:cubicBezTo>
                    <a:pt x="2499" y="0"/>
                    <a:pt x="1027" y="640"/>
                    <a:pt x="43" y="1760"/>
                  </a:cubicBezTo>
                  <a:cubicBezTo>
                    <a:pt x="1" y="1805"/>
                    <a:pt x="43" y="1869"/>
                    <a:pt x="90" y="1869"/>
                  </a:cubicBezTo>
                  <a:cubicBezTo>
                    <a:pt x="105" y="1869"/>
                    <a:pt x="120" y="1863"/>
                    <a:pt x="134" y="1848"/>
                  </a:cubicBezTo>
                  <a:cubicBezTo>
                    <a:pt x="701" y="1203"/>
                    <a:pt x="1433" y="715"/>
                    <a:pt x="2245" y="429"/>
                  </a:cubicBezTo>
                  <a:cubicBezTo>
                    <a:pt x="2803" y="233"/>
                    <a:pt x="3386" y="134"/>
                    <a:pt x="3966" y="134"/>
                  </a:cubicBezTo>
                  <a:cubicBezTo>
                    <a:pt x="4862" y="134"/>
                    <a:pt x="5752" y="371"/>
                    <a:pt x="6528" y="858"/>
                  </a:cubicBezTo>
                  <a:cubicBezTo>
                    <a:pt x="7775" y="1639"/>
                    <a:pt x="8663" y="2948"/>
                    <a:pt x="8890" y="4405"/>
                  </a:cubicBezTo>
                  <a:cubicBezTo>
                    <a:pt x="8894" y="4437"/>
                    <a:pt x="8916" y="4450"/>
                    <a:pt x="8939" y="4450"/>
                  </a:cubicBezTo>
                  <a:cubicBezTo>
                    <a:pt x="8976" y="4450"/>
                    <a:pt x="9018" y="4418"/>
                    <a:pt x="9012" y="4370"/>
                  </a:cubicBezTo>
                  <a:cubicBezTo>
                    <a:pt x="8879" y="3520"/>
                    <a:pt x="8524" y="2718"/>
                    <a:pt x="8001" y="2036"/>
                  </a:cubicBezTo>
                  <a:cubicBezTo>
                    <a:pt x="7085" y="840"/>
                    <a:pt x="5688" y="60"/>
                    <a:pt x="4172" y="4"/>
                  </a:cubicBezTo>
                  <a:cubicBezTo>
                    <a:pt x="4110" y="2"/>
                    <a:pt x="4049" y="0"/>
                    <a:pt x="398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9" name="Google Shape;2499;p52"/>
            <p:cNvSpPr/>
            <p:nvPr/>
          </p:nvSpPr>
          <p:spPr>
            <a:xfrm rot="-5400000">
              <a:off x="10431928" y="3133116"/>
              <a:ext cx="397239" cy="319992"/>
            </a:xfrm>
            <a:custGeom>
              <a:rect b="b" l="l" r="r" t="t"/>
              <a:pathLst>
                <a:path extrusionOk="0" h="5787" w="7184">
                  <a:moveTo>
                    <a:pt x="7106" y="0"/>
                  </a:moveTo>
                  <a:cubicBezTo>
                    <a:pt x="7105" y="0"/>
                    <a:pt x="7104" y="0"/>
                    <a:pt x="7103" y="0"/>
                  </a:cubicBezTo>
                  <a:cubicBezTo>
                    <a:pt x="6362" y="21"/>
                    <a:pt x="5622" y="150"/>
                    <a:pt x="4919" y="387"/>
                  </a:cubicBezTo>
                  <a:cubicBezTo>
                    <a:pt x="2497" y="1202"/>
                    <a:pt x="633" y="3230"/>
                    <a:pt x="13" y="5708"/>
                  </a:cubicBezTo>
                  <a:cubicBezTo>
                    <a:pt x="0" y="5756"/>
                    <a:pt x="39" y="5786"/>
                    <a:pt x="77" y="5786"/>
                  </a:cubicBezTo>
                  <a:cubicBezTo>
                    <a:pt x="102" y="5786"/>
                    <a:pt x="126" y="5773"/>
                    <a:pt x="135" y="5743"/>
                  </a:cubicBezTo>
                  <a:cubicBezTo>
                    <a:pt x="302" y="5070"/>
                    <a:pt x="560" y="4426"/>
                    <a:pt x="905" y="3826"/>
                  </a:cubicBezTo>
                  <a:cubicBezTo>
                    <a:pt x="2180" y="1613"/>
                    <a:pt x="4553" y="206"/>
                    <a:pt x="7103" y="126"/>
                  </a:cubicBezTo>
                  <a:cubicBezTo>
                    <a:pt x="7182" y="122"/>
                    <a:pt x="7184" y="0"/>
                    <a:pt x="710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0" name="Google Shape;2500;p52"/>
            <p:cNvSpPr/>
            <p:nvPr/>
          </p:nvSpPr>
          <p:spPr>
            <a:xfrm rot="-5400000">
              <a:off x="10212628" y="3395712"/>
              <a:ext cx="494780" cy="143822"/>
            </a:xfrm>
            <a:custGeom>
              <a:rect b="b" l="l" r="r" t="t"/>
              <a:pathLst>
                <a:path extrusionOk="0" h="2601" w="8948">
                  <a:moveTo>
                    <a:pt x="77" y="0"/>
                  </a:moveTo>
                  <a:cubicBezTo>
                    <a:pt x="38" y="0"/>
                    <a:pt x="0" y="30"/>
                    <a:pt x="19" y="76"/>
                  </a:cubicBezTo>
                  <a:cubicBezTo>
                    <a:pt x="287" y="711"/>
                    <a:pt x="720" y="1247"/>
                    <a:pt x="1270" y="1662"/>
                  </a:cubicBezTo>
                  <a:cubicBezTo>
                    <a:pt x="2111" y="2293"/>
                    <a:pt x="3144" y="2601"/>
                    <a:pt x="4183" y="2601"/>
                  </a:cubicBezTo>
                  <a:cubicBezTo>
                    <a:pt x="4436" y="2601"/>
                    <a:pt x="4689" y="2583"/>
                    <a:pt x="4940" y="2547"/>
                  </a:cubicBezTo>
                  <a:cubicBezTo>
                    <a:pt x="6420" y="2334"/>
                    <a:pt x="7765" y="1571"/>
                    <a:pt x="8898" y="616"/>
                  </a:cubicBezTo>
                  <a:cubicBezTo>
                    <a:pt x="8947" y="576"/>
                    <a:pt x="8901" y="510"/>
                    <a:pt x="8849" y="510"/>
                  </a:cubicBezTo>
                  <a:cubicBezTo>
                    <a:pt x="8835" y="510"/>
                    <a:pt x="8821" y="515"/>
                    <a:pt x="8807" y="526"/>
                  </a:cubicBezTo>
                  <a:cubicBezTo>
                    <a:pt x="8201" y="1038"/>
                    <a:pt x="7539" y="1491"/>
                    <a:pt x="6817" y="1832"/>
                  </a:cubicBezTo>
                  <a:cubicBezTo>
                    <a:pt x="5987" y="2230"/>
                    <a:pt x="5074" y="2474"/>
                    <a:pt x="4160" y="2474"/>
                  </a:cubicBezTo>
                  <a:cubicBezTo>
                    <a:pt x="3734" y="2474"/>
                    <a:pt x="3309" y="2421"/>
                    <a:pt x="2891" y="2307"/>
                  </a:cubicBezTo>
                  <a:cubicBezTo>
                    <a:pt x="1706" y="1982"/>
                    <a:pt x="625" y="1195"/>
                    <a:pt x="141" y="42"/>
                  </a:cubicBezTo>
                  <a:cubicBezTo>
                    <a:pt x="129" y="13"/>
                    <a:pt x="103" y="0"/>
                    <a:pt x="7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1" name="Google Shape;2501;p52"/>
            <p:cNvSpPr/>
            <p:nvPr/>
          </p:nvSpPr>
          <p:spPr>
            <a:xfrm rot="-5400000">
              <a:off x="10404253" y="3600055"/>
              <a:ext cx="133206" cy="517506"/>
            </a:xfrm>
            <a:custGeom>
              <a:rect b="b" l="l" r="r" t="t"/>
              <a:pathLst>
                <a:path extrusionOk="0" h="9359" w="2409">
                  <a:moveTo>
                    <a:pt x="2333" y="0"/>
                  </a:moveTo>
                  <a:cubicBezTo>
                    <a:pt x="2325" y="0"/>
                    <a:pt x="2317" y="2"/>
                    <a:pt x="2309" y="5"/>
                  </a:cubicBezTo>
                  <a:cubicBezTo>
                    <a:pt x="1730" y="224"/>
                    <a:pt x="1277" y="657"/>
                    <a:pt x="974" y="1189"/>
                  </a:cubicBezTo>
                  <a:cubicBezTo>
                    <a:pt x="284" y="2399"/>
                    <a:pt x="490" y="3848"/>
                    <a:pt x="730" y="5152"/>
                  </a:cubicBezTo>
                  <a:cubicBezTo>
                    <a:pt x="876" y="5935"/>
                    <a:pt x="1043" y="6723"/>
                    <a:pt x="1040" y="7524"/>
                  </a:cubicBezTo>
                  <a:cubicBezTo>
                    <a:pt x="1040" y="8207"/>
                    <a:pt x="834" y="9044"/>
                    <a:pt x="75" y="9232"/>
                  </a:cubicBezTo>
                  <a:cubicBezTo>
                    <a:pt x="0" y="9251"/>
                    <a:pt x="26" y="9359"/>
                    <a:pt x="95" y="9359"/>
                  </a:cubicBezTo>
                  <a:cubicBezTo>
                    <a:pt x="100" y="9359"/>
                    <a:pt x="105" y="9358"/>
                    <a:pt x="110" y="9357"/>
                  </a:cubicBezTo>
                  <a:cubicBezTo>
                    <a:pt x="741" y="9197"/>
                    <a:pt x="1064" y="8587"/>
                    <a:pt x="1141" y="7981"/>
                  </a:cubicBezTo>
                  <a:cubicBezTo>
                    <a:pt x="1235" y="7249"/>
                    <a:pt x="1103" y="6486"/>
                    <a:pt x="974" y="5765"/>
                  </a:cubicBezTo>
                  <a:cubicBezTo>
                    <a:pt x="834" y="5002"/>
                    <a:pt x="667" y="4238"/>
                    <a:pt x="633" y="3462"/>
                  </a:cubicBezTo>
                  <a:cubicBezTo>
                    <a:pt x="577" y="2162"/>
                    <a:pt x="1005" y="636"/>
                    <a:pt x="2343" y="127"/>
                  </a:cubicBezTo>
                  <a:cubicBezTo>
                    <a:pt x="2408" y="99"/>
                    <a:pt x="2391" y="0"/>
                    <a:pt x="233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2" name="Google Shape;2502;p52"/>
            <p:cNvSpPr/>
            <p:nvPr/>
          </p:nvSpPr>
          <p:spPr>
            <a:xfrm rot="-5400000">
              <a:off x="10485896" y="2161417"/>
              <a:ext cx="343603" cy="331604"/>
            </a:xfrm>
            <a:custGeom>
              <a:rect b="b" l="l" r="r" t="t"/>
              <a:pathLst>
                <a:path extrusionOk="0" h="5997" w="6214">
                  <a:moveTo>
                    <a:pt x="4875" y="1"/>
                  </a:moveTo>
                  <a:cubicBezTo>
                    <a:pt x="3527" y="1"/>
                    <a:pt x="3255" y="806"/>
                    <a:pt x="3255" y="806"/>
                  </a:cubicBezTo>
                  <a:lnTo>
                    <a:pt x="1" y="4381"/>
                  </a:lnTo>
                  <a:cubicBezTo>
                    <a:pt x="1" y="4381"/>
                    <a:pt x="1416" y="5788"/>
                    <a:pt x="1990" y="5952"/>
                  </a:cubicBezTo>
                  <a:cubicBezTo>
                    <a:pt x="2100" y="5984"/>
                    <a:pt x="2191" y="5996"/>
                    <a:pt x="2266" y="5996"/>
                  </a:cubicBezTo>
                  <a:cubicBezTo>
                    <a:pt x="2581" y="5996"/>
                    <a:pt x="2617" y="5771"/>
                    <a:pt x="2617" y="5771"/>
                  </a:cubicBezTo>
                  <a:cubicBezTo>
                    <a:pt x="2617" y="5771"/>
                    <a:pt x="3021" y="5889"/>
                    <a:pt x="3496" y="5889"/>
                  </a:cubicBezTo>
                  <a:cubicBezTo>
                    <a:pt x="3997" y="5889"/>
                    <a:pt x="4578" y="5757"/>
                    <a:pt x="4848" y="5217"/>
                  </a:cubicBezTo>
                  <a:cubicBezTo>
                    <a:pt x="5266" y="4381"/>
                    <a:pt x="5032" y="3583"/>
                    <a:pt x="5032" y="3583"/>
                  </a:cubicBezTo>
                  <a:cubicBezTo>
                    <a:pt x="5032" y="3583"/>
                    <a:pt x="6213" y="1"/>
                    <a:pt x="487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3" name="Google Shape;2503;p52"/>
            <p:cNvSpPr/>
            <p:nvPr/>
          </p:nvSpPr>
          <p:spPr>
            <a:xfrm rot="-5400000">
              <a:off x="10519266" y="2532861"/>
              <a:ext cx="267628" cy="190989"/>
            </a:xfrm>
            <a:custGeom>
              <a:rect b="b" l="l" r="r" t="t"/>
              <a:pathLst>
                <a:path extrusionOk="0" h="3454" w="4840">
                  <a:moveTo>
                    <a:pt x="1585" y="1"/>
                  </a:moveTo>
                  <a:lnTo>
                    <a:pt x="1585" y="1"/>
                  </a:lnTo>
                  <a:cubicBezTo>
                    <a:pt x="1" y="966"/>
                    <a:pt x="1844" y="3454"/>
                    <a:pt x="1844" y="3454"/>
                  </a:cubicBezTo>
                  <a:cubicBezTo>
                    <a:pt x="2458" y="3295"/>
                    <a:pt x="3128" y="3207"/>
                    <a:pt x="3866" y="3207"/>
                  </a:cubicBezTo>
                  <a:cubicBezTo>
                    <a:pt x="4178" y="3207"/>
                    <a:pt x="4502" y="3222"/>
                    <a:pt x="4840" y="3256"/>
                  </a:cubicBezTo>
                  <a:lnTo>
                    <a:pt x="4401" y="789"/>
                  </a:lnTo>
                  <a:lnTo>
                    <a:pt x="3788" y="615"/>
                  </a:lnTo>
                  <a:lnTo>
                    <a:pt x="2913" y="370"/>
                  </a:lnTo>
                  <a:lnTo>
                    <a:pt x="1585" y="1"/>
                  </a:lnTo>
                  <a:close/>
                </a:path>
              </a:pathLst>
            </a:custGeom>
            <a:solidFill>
              <a:srgbClr val="E878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4" name="Google Shape;2504;p52"/>
            <p:cNvSpPr/>
            <p:nvPr/>
          </p:nvSpPr>
          <p:spPr>
            <a:xfrm rot="-5400000">
              <a:off x="10598642" y="2519784"/>
              <a:ext cx="81394" cy="132542"/>
            </a:xfrm>
            <a:custGeom>
              <a:rect b="b" l="l" r="r" t="t"/>
              <a:pathLst>
                <a:path extrusionOk="0" h="2397" w="1472">
                  <a:moveTo>
                    <a:pt x="130" y="0"/>
                  </a:moveTo>
                  <a:cubicBezTo>
                    <a:pt x="1" y="320"/>
                    <a:pt x="154" y="1303"/>
                    <a:pt x="1471" y="2397"/>
                  </a:cubicBezTo>
                  <a:lnTo>
                    <a:pt x="1339" y="335"/>
                  </a:lnTo>
                  <a:lnTo>
                    <a:pt x="130" y="0"/>
                  </a:lnTo>
                  <a:close/>
                </a:path>
              </a:pathLst>
            </a:custGeom>
            <a:solidFill>
              <a:srgbClr val="2729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5" name="Google Shape;2505;p52"/>
            <p:cNvSpPr/>
            <p:nvPr/>
          </p:nvSpPr>
          <p:spPr>
            <a:xfrm rot="-5400000">
              <a:off x="10480007" y="2349171"/>
              <a:ext cx="105669" cy="31795"/>
            </a:xfrm>
            <a:custGeom>
              <a:rect b="b" l="l" r="r" t="t"/>
              <a:pathLst>
                <a:path extrusionOk="0" h="575" w="1911">
                  <a:moveTo>
                    <a:pt x="1290" y="1"/>
                  </a:moveTo>
                  <a:cubicBezTo>
                    <a:pt x="465" y="1"/>
                    <a:pt x="1" y="374"/>
                    <a:pt x="1" y="374"/>
                  </a:cubicBezTo>
                  <a:cubicBezTo>
                    <a:pt x="1" y="374"/>
                    <a:pt x="618" y="574"/>
                    <a:pt x="1167" y="574"/>
                  </a:cubicBezTo>
                  <a:cubicBezTo>
                    <a:pt x="1478" y="574"/>
                    <a:pt x="1766" y="511"/>
                    <a:pt x="1911" y="311"/>
                  </a:cubicBezTo>
                  <a:cubicBezTo>
                    <a:pt x="1911" y="311"/>
                    <a:pt x="1610" y="1"/>
                    <a:pt x="129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6" name="Google Shape;2506;p52"/>
            <p:cNvSpPr/>
            <p:nvPr/>
          </p:nvSpPr>
          <p:spPr>
            <a:xfrm rot="-5400000">
              <a:off x="10489739" y="2310022"/>
              <a:ext cx="308325" cy="234119"/>
            </a:xfrm>
            <a:custGeom>
              <a:rect b="b" l="l" r="r" t="t"/>
              <a:pathLst>
                <a:path extrusionOk="0" h="4234" w="5576">
                  <a:moveTo>
                    <a:pt x="1767" y="1"/>
                  </a:moveTo>
                  <a:cubicBezTo>
                    <a:pt x="753" y="1"/>
                    <a:pt x="112" y="350"/>
                    <a:pt x="38" y="1564"/>
                  </a:cubicBezTo>
                  <a:cubicBezTo>
                    <a:pt x="0" y="2174"/>
                    <a:pt x="157" y="2818"/>
                    <a:pt x="641" y="3236"/>
                  </a:cubicBezTo>
                  <a:cubicBezTo>
                    <a:pt x="952" y="3498"/>
                    <a:pt x="1188" y="3693"/>
                    <a:pt x="1418" y="3826"/>
                  </a:cubicBezTo>
                  <a:cubicBezTo>
                    <a:pt x="1596" y="3926"/>
                    <a:pt x="1767" y="3996"/>
                    <a:pt x="1969" y="4038"/>
                  </a:cubicBezTo>
                  <a:cubicBezTo>
                    <a:pt x="2052" y="4056"/>
                    <a:pt x="2147" y="4069"/>
                    <a:pt x="2244" y="4077"/>
                  </a:cubicBezTo>
                  <a:cubicBezTo>
                    <a:pt x="2568" y="4101"/>
                    <a:pt x="3087" y="4233"/>
                    <a:pt x="3620" y="4233"/>
                  </a:cubicBezTo>
                  <a:cubicBezTo>
                    <a:pt x="3625" y="4233"/>
                    <a:pt x="3630" y="4233"/>
                    <a:pt x="3634" y="4233"/>
                  </a:cubicBezTo>
                  <a:cubicBezTo>
                    <a:pt x="4414" y="4233"/>
                    <a:pt x="5214" y="3957"/>
                    <a:pt x="5471" y="2676"/>
                  </a:cubicBezTo>
                  <a:cubicBezTo>
                    <a:pt x="5481" y="2637"/>
                    <a:pt x="5488" y="2596"/>
                    <a:pt x="5495" y="2554"/>
                  </a:cubicBezTo>
                  <a:cubicBezTo>
                    <a:pt x="5498" y="2533"/>
                    <a:pt x="5502" y="2515"/>
                    <a:pt x="5502" y="2498"/>
                  </a:cubicBezTo>
                  <a:cubicBezTo>
                    <a:pt x="5509" y="2470"/>
                    <a:pt x="5513" y="2442"/>
                    <a:pt x="5513" y="2418"/>
                  </a:cubicBezTo>
                  <a:cubicBezTo>
                    <a:pt x="5516" y="2407"/>
                    <a:pt x="5516" y="2397"/>
                    <a:pt x="5519" y="2387"/>
                  </a:cubicBezTo>
                  <a:cubicBezTo>
                    <a:pt x="5523" y="2366"/>
                    <a:pt x="5523" y="2341"/>
                    <a:pt x="5526" y="2316"/>
                  </a:cubicBezTo>
                  <a:cubicBezTo>
                    <a:pt x="5537" y="2208"/>
                    <a:pt x="5547" y="2101"/>
                    <a:pt x="5551" y="1982"/>
                  </a:cubicBezTo>
                  <a:cubicBezTo>
                    <a:pt x="5575" y="1380"/>
                    <a:pt x="5376" y="783"/>
                    <a:pt x="4979" y="334"/>
                  </a:cubicBezTo>
                  <a:cubicBezTo>
                    <a:pt x="4962" y="313"/>
                    <a:pt x="4945" y="296"/>
                    <a:pt x="4927" y="278"/>
                  </a:cubicBezTo>
                  <a:lnTo>
                    <a:pt x="4927" y="275"/>
                  </a:lnTo>
                  <a:cubicBezTo>
                    <a:pt x="4770" y="160"/>
                    <a:pt x="4579" y="135"/>
                    <a:pt x="4338" y="135"/>
                  </a:cubicBezTo>
                  <a:cubicBezTo>
                    <a:pt x="4143" y="135"/>
                    <a:pt x="3917" y="151"/>
                    <a:pt x="3649" y="151"/>
                  </a:cubicBezTo>
                  <a:cubicBezTo>
                    <a:pt x="3432" y="151"/>
                    <a:pt x="3188" y="140"/>
                    <a:pt x="2913" y="100"/>
                  </a:cubicBezTo>
                  <a:cubicBezTo>
                    <a:pt x="2494" y="41"/>
                    <a:pt x="2109" y="1"/>
                    <a:pt x="1767" y="1"/>
                  </a:cubicBezTo>
                  <a:close/>
                </a:path>
              </a:pathLst>
            </a:custGeom>
            <a:solidFill>
              <a:srgbClr val="E878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7" name="Google Shape;2507;p52"/>
            <p:cNvSpPr/>
            <p:nvPr/>
          </p:nvSpPr>
          <p:spPr>
            <a:xfrm rot="-5400000">
              <a:off x="10546969" y="2358958"/>
              <a:ext cx="26763" cy="44457"/>
            </a:xfrm>
            <a:custGeom>
              <a:rect b="b" l="l" r="r" t="t"/>
              <a:pathLst>
                <a:path extrusionOk="0" h="804" w="484">
                  <a:moveTo>
                    <a:pt x="8" y="1"/>
                  </a:moveTo>
                  <a:lnTo>
                    <a:pt x="8" y="1"/>
                  </a:lnTo>
                  <a:cubicBezTo>
                    <a:pt x="1" y="39"/>
                    <a:pt x="64" y="263"/>
                    <a:pt x="88" y="803"/>
                  </a:cubicBezTo>
                  <a:cubicBezTo>
                    <a:pt x="88" y="803"/>
                    <a:pt x="98" y="804"/>
                    <a:pt x="115" y="804"/>
                  </a:cubicBezTo>
                  <a:cubicBezTo>
                    <a:pt x="205" y="804"/>
                    <a:pt x="483" y="774"/>
                    <a:pt x="440" y="402"/>
                  </a:cubicBezTo>
                  <a:cubicBezTo>
                    <a:pt x="401" y="74"/>
                    <a:pt x="8" y="1"/>
                    <a:pt x="8" y="1"/>
                  </a:cubicBezTo>
                  <a:close/>
                </a:path>
              </a:pathLst>
            </a:custGeom>
            <a:solidFill>
              <a:srgbClr val="2729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8" name="Google Shape;2508;p52"/>
            <p:cNvSpPr/>
            <p:nvPr/>
          </p:nvSpPr>
          <p:spPr>
            <a:xfrm rot="-5400000">
              <a:off x="10609342" y="2359732"/>
              <a:ext cx="33951" cy="47222"/>
            </a:xfrm>
            <a:custGeom>
              <a:rect b="b" l="l" r="r" t="t"/>
              <a:pathLst>
                <a:path extrusionOk="0" h="854" w="614">
                  <a:moveTo>
                    <a:pt x="178" y="0"/>
                  </a:moveTo>
                  <a:cubicBezTo>
                    <a:pt x="147" y="370"/>
                    <a:pt x="0" y="812"/>
                    <a:pt x="0" y="854"/>
                  </a:cubicBezTo>
                  <a:cubicBezTo>
                    <a:pt x="0" y="854"/>
                    <a:pt x="401" y="840"/>
                    <a:pt x="491" y="526"/>
                  </a:cubicBezTo>
                  <a:cubicBezTo>
                    <a:pt x="613" y="98"/>
                    <a:pt x="178" y="0"/>
                    <a:pt x="178" y="0"/>
                  </a:cubicBezTo>
                  <a:close/>
                </a:path>
              </a:pathLst>
            </a:custGeom>
            <a:solidFill>
              <a:srgbClr val="2729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9" name="Google Shape;2509;p52"/>
            <p:cNvSpPr/>
            <p:nvPr/>
          </p:nvSpPr>
          <p:spPr>
            <a:xfrm rot="-5400000">
              <a:off x="10583685" y="2178033"/>
              <a:ext cx="125686" cy="231520"/>
            </a:xfrm>
            <a:custGeom>
              <a:rect b="b" l="l" r="r" t="t"/>
              <a:pathLst>
                <a:path extrusionOk="0" h="4187" w="2273">
                  <a:moveTo>
                    <a:pt x="808" y="0"/>
                  </a:moveTo>
                  <a:cubicBezTo>
                    <a:pt x="754" y="0"/>
                    <a:pt x="710" y="30"/>
                    <a:pt x="680" y="103"/>
                  </a:cubicBezTo>
                  <a:cubicBezTo>
                    <a:pt x="517" y="510"/>
                    <a:pt x="966" y="1409"/>
                    <a:pt x="966" y="1409"/>
                  </a:cubicBezTo>
                  <a:cubicBezTo>
                    <a:pt x="966" y="1409"/>
                    <a:pt x="706" y="1220"/>
                    <a:pt x="546" y="1220"/>
                  </a:cubicBezTo>
                  <a:cubicBezTo>
                    <a:pt x="496" y="1220"/>
                    <a:pt x="455" y="1239"/>
                    <a:pt x="436" y="1288"/>
                  </a:cubicBezTo>
                  <a:cubicBezTo>
                    <a:pt x="353" y="1489"/>
                    <a:pt x="597" y="1779"/>
                    <a:pt x="597" y="2065"/>
                  </a:cubicBezTo>
                  <a:cubicBezTo>
                    <a:pt x="597" y="2350"/>
                    <a:pt x="26" y="2674"/>
                    <a:pt x="1" y="2681"/>
                  </a:cubicBezTo>
                  <a:lnTo>
                    <a:pt x="189" y="4186"/>
                  </a:lnTo>
                  <a:cubicBezTo>
                    <a:pt x="189" y="4186"/>
                    <a:pt x="1457" y="3779"/>
                    <a:pt x="1865" y="2800"/>
                  </a:cubicBezTo>
                  <a:cubicBezTo>
                    <a:pt x="2273" y="1817"/>
                    <a:pt x="1496" y="716"/>
                    <a:pt x="1496" y="674"/>
                  </a:cubicBezTo>
                  <a:cubicBezTo>
                    <a:pt x="1496" y="640"/>
                    <a:pt x="1056" y="0"/>
                    <a:pt x="80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0" name="Google Shape;2510;p52"/>
            <p:cNvSpPr/>
            <p:nvPr/>
          </p:nvSpPr>
          <p:spPr>
            <a:xfrm rot="-5400000">
              <a:off x="10612134" y="2407590"/>
              <a:ext cx="17971" cy="13381"/>
            </a:xfrm>
            <a:custGeom>
              <a:rect b="b" l="l" r="r" t="t"/>
              <a:pathLst>
                <a:path extrusionOk="0" h="242" w="325">
                  <a:moveTo>
                    <a:pt x="160" y="1"/>
                  </a:moveTo>
                  <a:cubicBezTo>
                    <a:pt x="70" y="5"/>
                    <a:pt x="1" y="60"/>
                    <a:pt x="4" y="126"/>
                  </a:cubicBezTo>
                  <a:cubicBezTo>
                    <a:pt x="7" y="191"/>
                    <a:pt x="76" y="242"/>
                    <a:pt x="160" y="242"/>
                  </a:cubicBezTo>
                  <a:cubicBezTo>
                    <a:pt x="162" y="242"/>
                    <a:pt x="165" y="242"/>
                    <a:pt x="168" y="241"/>
                  </a:cubicBezTo>
                  <a:cubicBezTo>
                    <a:pt x="255" y="238"/>
                    <a:pt x="324" y="182"/>
                    <a:pt x="324" y="116"/>
                  </a:cubicBezTo>
                  <a:cubicBezTo>
                    <a:pt x="321" y="50"/>
                    <a:pt x="248" y="1"/>
                    <a:pt x="160" y="1"/>
                  </a:cubicBezTo>
                  <a:close/>
                </a:path>
              </a:pathLst>
            </a:custGeom>
            <a:solidFill>
              <a:srgbClr val="2729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1" name="Google Shape;2511;p52"/>
            <p:cNvSpPr/>
            <p:nvPr/>
          </p:nvSpPr>
          <p:spPr>
            <a:xfrm rot="-5400000">
              <a:off x="10553466" y="2405212"/>
              <a:ext cx="17971" cy="13160"/>
            </a:xfrm>
            <a:custGeom>
              <a:rect b="b" l="l" r="r" t="t"/>
              <a:pathLst>
                <a:path extrusionOk="0" h="238" w="325">
                  <a:moveTo>
                    <a:pt x="166" y="1"/>
                  </a:moveTo>
                  <a:cubicBezTo>
                    <a:pt x="163" y="1"/>
                    <a:pt x="160" y="1"/>
                    <a:pt x="157" y="1"/>
                  </a:cubicBezTo>
                  <a:cubicBezTo>
                    <a:pt x="70" y="4"/>
                    <a:pt x="1" y="60"/>
                    <a:pt x="4" y="126"/>
                  </a:cubicBezTo>
                  <a:cubicBezTo>
                    <a:pt x="4" y="190"/>
                    <a:pt x="73" y="238"/>
                    <a:pt x="159" y="238"/>
                  </a:cubicBezTo>
                  <a:cubicBezTo>
                    <a:pt x="162" y="238"/>
                    <a:pt x="165" y="238"/>
                    <a:pt x="168" y="238"/>
                  </a:cubicBezTo>
                  <a:cubicBezTo>
                    <a:pt x="255" y="234"/>
                    <a:pt x="324" y="178"/>
                    <a:pt x="321" y="112"/>
                  </a:cubicBezTo>
                  <a:cubicBezTo>
                    <a:pt x="321" y="48"/>
                    <a:pt x="250" y="1"/>
                    <a:pt x="166" y="1"/>
                  </a:cubicBezTo>
                  <a:close/>
                </a:path>
              </a:pathLst>
            </a:custGeom>
            <a:solidFill>
              <a:srgbClr val="2729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2" name="Google Shape;2512;p52"/>
            <p:cNvSpPr/>
            <p:nvPr/>
          </p:nvSpPr>
          <p:spPr>
            <a:xfrm rot="-5400000">
              <a:off x="10632483" y="2423681"/>
              <a:ext cx="17971" cy="34393"/>
            </a:xfrm>
            <a:custGeom>
              <a:rect b="b" l="l" r="r" t="t"/>
              <a:pathLst>
                <a:path extrusionOk="0" h="622" w="325">
                  <a:moveTo>
                    <a:pt x="161" y="0"/>
                  </a:moveTo>
                  <a:cubicBezTo>
                    <a:pt x="79" y="0"/>
                    <a:pt x="28" y="61"/>
                    <a:pt x="14" y="224"/>
                  </a:cubicBezTo>
                  <a:cubicBezTo>
                    <a:pt x="1" y="395"/>
                    <a:pt x="35" y="614"/>
                    <a:pt x="126" y="621"/>
                  </a:cubicBezTo>
                  <a:cubicBezTo>
                    <a:pt x="128" y="621"/>
                    <a:pt x="130" y="621"/>
                    <a:pt x="132" y="621"/>
                  </a:cubicBezTo>
                  <a:cubicBezTo>
                    <a:pt x="217" y="621"/>
                    <a:pt x="297" y="492"/>
                    <a:pt x="311" y="324"/>
                  </a:cubicBezTo>
                  <a:cubicBezTo>
                    <a:pt x="324" y="154"/>
                    <a:pt x="262" y="7"/>
                    <a:pt x="175" y="1"/>
                  </a:cubicBezTo>
                  <a:cubicBezTo>
                    <a:pt x="170" y="0"/>
                    <a:pt x="166" y="0"/>
                    <a:pt x="161" y="0"/>
                  </a:cubicBezTo>
                  <a:close/>
                </a:path>
              </a:pathLst>
            </a:custGeom>
            <a:solidFill>
              <a:srgbClr val="A43B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3" name="Google Shape;2513;p52"/>
            <p:cNvSpPr/>
            <p:nvPr/>
          </p:nvSpPr>
          <p:spPr>
            <a:xfrm rot="-5400000">
              <a:off x="10535468" y="2423598"/>
              <a:ext cx="18966" cy="30910"/>
            </a:xfrm>
            <a:custGeom>
              <a:rect b="b" l="l" r="r" t="t"/>
              <a:pathLst>
                <a:path extrusionOk="0" h="559" w="343">
                  <a:moveTo>
                    <a:pt x="95" y="0"/>
                  </a:moveTo>
                  <a:cubicBezTo>
                    <a:pt x="53" y="52"/>
                    <a:pt x="22" y="140"/>
                    <a:pt x="15" y="237"/>
                  </a:cubicBezTo>
                  <a:cubicBezTo>
                    <a:pt x="1" y="408"/>
                    <a:pt x="60" y="551"/>
                    <a:pt x="151" y="558"/>
                  </a:cubicBezTo>
                  <a:cubicBezTo>
                    <a:pt x="153" y="558"/>
                    <a:pt x="155" y="558"/>
                    <a:pt x="157" y="558"/>
                  </a:cubicBezTo>
                  <a:cubicBezTo>
                    <a:pt x="242" y="558"/>
                    <a:pt x="322" y="429"/>
                    <a:pt x="335" y="261"/>
                  </a:cubicBezTo>
                  <a:cubicBezTo>
                    <a:pt x="342" y="168"/>
                    <a:pt x="329" y="84"/>
                    <a:pt x="297" y="25"/>
                  </a:cubicBezTo>
                  <a:lnTo>
                    <a:pt x="95" y="0"/>
                  </a:lnTo>
                  <a:close/>
                </a:path>
              </a:pathLst>
            </a:custGeom>
            <a:solidFill>
              <a:srgbClr val="A43B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4" name="Google Shape;2514;p52"/>
            <p:cNvSpPr/>
            <p:nvPr/>
          </p:nvSpPr>
          <p:spPr>
            <a:xfrm rot="-5400000">
              <a:off x="10563668" y="2417129"/>
              <a:ext cx="37214" cy="22837"/>
            </a:xfrm>
            <a:custGeom>
              <a:rect b="b" l="l" r="r" t="t"/>
              <a:pathLst>
                <a:path extrusionOk="0" h="413" w="673">
                  <a:moveTo>
                    <a:pt x="150" y="1"/>
                  </a:moveTo>
                  <a:cubicBezTo>
                    <a:pt x="137" y="1"/>
                    <a:pt x="124" y="7"/>
                    <a:pt x="116" y="19"/>
                  </a:cubicBezTo>
                  <a:cubicBezTo>
                    <a:pt x="111" y="23"/>
                    <a:pt x="7" y="140"/>
                    <a:pt x="0" y="357"/>
                  </a:cubicBezTo>
                  <a:lnTo>
                    <a:pt x="0" y="364"/>
                  </a:lnTo>
                  <a:cubicBezTo>
                    <a:pt x="4" y="388"/>
                    <a:pt x="24" y="409"/>
                    <a:pt x="53" y="412"/>
                  </a:cubicBezTo>
                  <a:cubicBezTo>
                    <a:pt x="80" y="412"/>
                    <a:pt x="105" y="388"/>
                    <a:pt x="105" y="360"/>
                  </a:cubicBezTo>
                  <a:cubicBezTo>
                    <a:pt x="108" y="259"/>
                    <a:pt x="136" y="186"/>
                    <a:pt x="161" y="140"/>
                  </a:cubicBezTo>
                  <a:cubicBezTo>
                    <a:pt x="320" y="294"/>
                    <a:pt x="596" y="340"/>
                    <a:pt x="610" y="340"/>
                  </a:cubicBezTo>
                  <a:cubicBezTo>
                    <a:pt x="613" y="340"/>
                    <a:pt x="617" y="341"/>
                    <a:pt x="621" y="341"/>
                  </a:cubicBezTo>
                  <a:cubicBezTo>
                    <a:pt x="645" y="341"/>
                    <a:pt x="666" y="322"/>
                    <a:pt x="669" y="298"/>
                  </a:cubicBezTo>
                  <a:cubicBezTo>
                    <a:pt x="673" y="266"/>
                    <a:pt x="655" y="242"/>
                    <a:pt x="627" y="235"/>
                  </a:cubicBezTo>
                  <a:cubicBezTo>
                    <a:pt x="624" y="235"/>
                    <a:pt x="314" y="186"/>
                    <a:pt x="199" y="23"/>
                  </a:cubicBezTo>
                  <a:cubicBezTo>
                    <a:pt x="188" y="8"/>
                    <a:pt x="174" y="2"/>
                    <a:pt x="157" y="2"/>
                  </a:cubicBezTo>
                  <a:cubicBezTo>
                    <a:pt x="155" y="1"/>
                    <a:pt x="152" y="1"/>
                    <a:pt x="150" y="1"/>
                  </a:cubicBezTo>
                  <a:close/>
                </a:path>
              </a:pathLst>
            </a:custGeom>
            <a:solidFill>
              <a:srgbClr val="2729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5" name="Google Shape;2515;p52"/>
            <p:cNvSpPr/>
            <p:nvPr/>
          </p:nvSpPr>
          <p:spPr>
            <a:xfrm rot="-5400000">
              <a:off x="10718909" y="2471566"/>
              <a:ext cx="30468" cy="32071"/>
            </a:xfrm>
            <a:custGeom>
              <a:rect b="b" l="l" r="r" t="t"/>
              <a:pathLst>
                <a:path extrusionOk="0" h="580" w="551">
                  <a:moveTo>
                    <a:pt x="418" y="0"/>
                  </a:moveTo>
                  <a:cubicBezTo>
                    <a:pt x="227" y="84"/>
                    <a:pt x="94" y="213"/>
                    <a:pt x="0" y="367"/>
                  </a:cubicBezTo>
                  <a:cubicBezTo>
                    <a:pt x="178" y="467"/>
                    <a:pt x="349" y="537"/>
                    <a:pt x="551" y="579"/>
                  </a:cubicBezTo>
                  <a:cubicBezTo>
                    <a:pt x="449" y="422"/>
                    <a:pt x="398" y="227"/>
                    <a:pt x="418" y="0"/>
                  </a:cubicBezTo>
                  <a:close/>
                </a:path>
              </a:pathLst>
            </a:custGeom>
            <a:solidFill>
              <a:srgbClr val="2729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6" name="Google Shape;2516;p52"/>
            <p:cNvSpPr/>
            <p:nvPr/>
          </p:nvSpPr>
          <p:spPr>
            <a:xfrm rot="-5400000">
              <a:off x="10662370" y="2342204"/>
              <a:ext cx="141058" cy="118497"/>
            </a:xfrm>
            <a:custGeom>
              <a:rect b="b" l="l" r="r" t="t"/>
              <a:pathLst>
                <a:path extrusionOk="0" h="2143" w="2551">
                  <a:moveTo>
                    <a:pt x="2498" y="0"/>
                  </a:moveTo>
                  <a:lnTo>
                    <a:pt x="2498" y="0"/>
                  </a:lnTo>
                  <a:cubicBezTo>
                    <a:pt x="2383" y="75"/>
                    <a:pt x="2217" y="100"/>
                    <a:pt x="2031" y="100"/>
                  </a:cubicBezTo>
                  <a:cubicBezTo>
                    <a:pt x="1672" y="100"/>
                    <a:pt x="1240" y="8"/>
                    <a:pt x="957" y="8"/>
                  </a:cubicBezTo>
                  <a:cubicBezTo>
                    <a:pt x="822" y="8"/>
                    <a:pt x="722" y="29"/>
                    <a:pt x="679" y="90"/>
                  </a:cubicBezTo>
                  <a:cubicBezTo>
                    <a:pt x="463" y="404"/>
                    <a:pt x="1561" y="557"/>
                    <a:pt x="1686" y="1216"/>
                  </a:cubicBezTo>
                  <a:cubicBezTo>
                    <a:pt x="1710" y="1362"/>
                    <a:pt x="1694" y="1480"/>
                    <a:pt x="1644" y="1578"/>
                  </a:cubicBezTo>
                  <a:cubicBezTo>
                    <a:pt x="1111" y="1578"/>
                    <a:pt x="592" y="1446"/>
                    <a:pt x="268" y="1422"/>
                  </a:cubicBezTo>
                  <a:cubicBezTo>
                    <a:pt x="174" y="1414"/>
                    <a:pt x="84" y="1401"/>
                    <a:pt x="0" y="1383"/>
                  </a:cubicBezTo>
                  <a:lnTo>
                    <a:pt x="0" y="1383"/>
                  </a:lnTo>
                  <a:cubicBezTo>
                    <a:pt x="652" y="1686"/>
                    <a:pt x="1418" y="2024"/>
                    <a:pt x="1749" y="2112"/>
                  </a:cubicBezTo>
                  <a:cubicBezTo>
                    <a:pt x="1815" y="2125"/>
                    <a:pt x="1878" y="2139"/>
                    <a:pt x="1937" y="2143"/>
                  </a:cubicBezTo>
                  <a:cubicBezTo>
                    <a:pt x="1958" y="2128"/>
                    <a:pt x="1975" y="2115"/>
                    <a:pt x="1990" y="2101"/>
                  </a:cubicBezTo>
                  <a:cubicBezTo>
                    <a:pt x="2062" y="2038"/>
                    <a:pt x="2128" y="1965"/>
                    <a:pt x="2184" y="1885"/>
                  </a:cubicBezTo>
                  <a:cubicBezTo>
                    <a:pt x="2271" y="1763"/>
                    <a:pt x="2337" y="1620"/>
                    <a:pt x="2387" y="1473"/>
                  </a:cubicBezTo>
                  <a:cubicBezTo>
                    <a:pt x="2551" y="986"/>
                    <a:pt x="2540" y="411"/>
                    <a:pt x="24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7" name="Google Shape;2517;p52"/>
            <p:cNvSpPr/>
            <p:nvPr/>
          </p:nvSpPr>
          <p:spPr>
            <a:xfrm rot="-5400000">
              <a:off x="10561954" y="2460093"/>
              <a:ext cx="44181" cy="62870"/>
            </a:xfrm>
            <a:custGeom>
              <a:rect b="b" l="l" r="r" t="t"/>
              <a:pathLst>
                <a:path extrusionOk="0" h="1137" w="799">
                  <a:moveTo>
                    <a:pt x="770" y="1"/>
                  </a:moveTo>
                  <a:cubicBezTo>
                    <a:pt x="770" y="1"/>
                    <a:pt x="87" y="18"/>
                    <a:pt x="46" y="478"/>
                  </a:cubicBezTo>
                  <a:cubicBezTo>
                    <a:pt x="0" y="1022"/>
                    <a:pt x="798" y="1136"/>
                    <a:pt x="798" y="1136"/>
                  </a:cubicBezTo>
                  <a:cubicBezTo>
                    <a:pt x="781" y="384"/>
                    <a:pt x="770" y="1"/>
                    <a:pt x="77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8" name="Google Shape;2518;p52"/>
            <p:cNvSpPr/>
            <p:nvPr/>
          </p:nvSpPr>
          <p:spPr>
            <a:xfrm rot="-5400000">
              <a:off x="10576884" y="2512623"/>
              <a:ext cx="10948" cy="22671"/>
            </a:xfrm>
            <a:custGeom>
              <a:rect b="b" l="l" r="r" t="t"/>
              <a:pathLst>
                <a:path extrusionOk="0" h="410" w="198">
                  <a:moveTo>
                    <a:pt x="110" y="0"/>
                  </a:moveTo>
                  <a:cubicBezTo>
                    <a:pt x="90" y="0"/>
                    <a:pt x="70" y="10"/>
                    <a:pt x="60" y="33"/>
                  </a:cubicBezTo>
                  <a:cubicBezTo>
                    <a:pt x="11" y="152"/>
                    <a:pt x="0" y="284"/>
                    <a:pt x="84" y="388"/>
                  </a:cubicBezTo>
                  <a:cubicBezTo>
                    <a:pt x="95" y="403"/>
                    <a:pt x="109" y="409"/>
                    <a:pt x="122" y="409"/>
                  </a:cubicBezTo>
                  <a:cubicBezTo>
                    <a:pt x="161" y="409"/>
                    <a:pt x="198" y="360"/>
                    <a:pt x="164" y="319"/>
                  </a:cubicBezTo>
                  <a:cubicBezTo>
                    <a:pt x="105" y="246"/>
                    <a:pt x="126" y="152"/>
                    <a:pt x="161" y="71"/>
                  </a:cubicBezTo>
                  <a:cubicBezTo>
                    <a:pt x="179" y="30"/>
                    <a:pt x="144" y="0"/>
                    <a:pt x="110" y="0"/>
                  </a:cubicBezTo>
                  <a:close/>
                </a:path>
              </a:pathLst>
            </a:custGeom>
            <a:solidFill>
              <a:srgbClr val="A43B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9" name="Google Shape;2519;p52"/>
            <p:cNvSpPr/>
            <p:nvPr/>
          </p:nvSpPr>
          <p:spPr>
            <a:xfrm rot="-5400000">
              <a:off x="10676138" y="2387325"/>
              <a:ext cx="117944" cy="90297"/>
            </a:xfrm>
            <a:custGeom>
              <a:rect b="b" l="l" r="r" t="t"/>
              <a:pathLst>
                <a:path extrusionOk="0" h="1633" w="2133">
                  <a:moveTo>
                    <a:pt x="856" y="1"/>
                  </a:moveTo>
                  <a:cubicBezTo>
                    <a:pt x="788" y="1"/>
                    <a:pt x="719" y="9"/>
                    <a:pt x="651" y="25"/>
                  </a:cubicBezTo>
                  <a:cubicBezTo>
                    <a:pt x="436" y="81"/>
                    <a:pt x="219" y="220"/>
                    <a:pt x="146" y="534"/>
                  </a:cubicBezTo>
                  <a:cubicBezTo>
                    <a:pt x="0" y="1158"/>
                    <a:pt x="578" y="1506"/>
                    <a:pt x="1034" y="1593"/>
                  </a:cubicBezTo>
                  <a:cubicBezTo>
                    <a:pt x="1157" y="1617"/>
                    <a:pt x="1280" y="1632"/>
                    <a:pt x="1396" y="1632"/>
                  </a:cubicBezTo>
                  <a:cubicBezTo>
                    <a:pt x="1709" y="1632"/>
                    <a:pt x="1974" y="1520"/>
                    <a:pt x="2056" y="1154"/>
                  </a:cubicBezTo>
                  <a:cubicBezTo>
                    <a:pt x="2133" y="813"/>
                    <a:pt x="1704" y="419"/>
                    <a:pt x="1422" y="199"/>
                  </a:cubicBezTo>
                  <a:cubicBezTo>
                    <a:pt x="1257" y="72"/>
                    <a:pt x="1058" y="1"/>
                    <a:pt x="856" y="1"/>
                  </a:cubicBezTo>
                  <a:close/>
                </a:path>
              </a:pathLst>
            </a:custGeom>
            <a:solidFill>
              <a:srgbClr val="E878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0" name="Google Shape;2520;p52"/>
            <p:cNvSpPr/>
            <p:nvPr/>
          </p:nvSpPr>
          <p:spPr>
            <a:xfrm rot="-5400000">
              <a:off x="10708347" y="2404881"/>
              <a:ext cx="62981" cy="43020"/>
            </a:xfrm>
            <a:custGeom>
              <a:rect b="b" l="l" r="r" t="t"/>
              <a:pathLst>
                <a:path extrusionOk="0" h="778" w="1139">
                  <a:moveTo>
                    <a:pt x="191" y="0"/>
                  </a:moveTo>
                  <a:cubicBezTo>
                    <a:pt x="152" y="0"/>
                    <a:pt x="114" y="1"/>
                    <a:pt x="75" y="3"/>
                  </a:cubicBezTo>
                  <a:cubicBezTo>
                    <a:pt x="0" y="11"/>
                    <a:pt x="3" y="122"/>
                    <a:pt x="76" y="122"/>
                  </a:cubicBezTo>
                  <a:cubicBezTo>
                    <a:pt x="77" y="122"/>
                    <a:pt x="79" y="122"/>
                    <a:pt x="80" y="122"/>
                  </a:cubicBezTo>
                  <a:cubicBezTo>
                    <a:pt x="125" y="120"/>
                    <a:pt x="171" y="118"/>
                    <a:pt x="216" y="118"/>
                  </a:cubicBezTo>
                  <a:cubicBezTo>
                    <a:pt x="367" y="118"/>
                    <a:pt x="518" y="135"/>
                    <a:pt x="654" y="202"/>
                  </a:cubicBezTo>
                  <a:cubicBezTo>
                    <a:pt x="815" y="279"/>
                    <a:pt x="1041" y="484"/>
                    <a:pt x="953" y="690"/>
                  </a:cubicBezTo>
                  <a:cubicBezTo>
                    <a:pt x="935" y="737"/>
                    <a:pt x="975" y="778"/>
                    <a:pt x="1012" y="778"/>
                  </a:cubicBezTo>
                  <a:cubicBezTo>
                    <a:pt x="1031" y="778"/>
                    <a:pt x="1048" y="768"/>
                    <a:pt x="1058" y="746"/>
                  </a:cubicBezTo>
                  <a:cubicBezTo>
                    <a:pt x="1138" y="547"/>
                    <a:pt x="1034" y="345"/>
                    <a:pt x="881" y="209"/>
                  </a:cubicBezTo>
                  <a:cubicBezTo>
                    <a:pt x="688" y="43"/>
                    <a:pt x="438" y="0"/>
                    <a:pt x="191" y="0"/>
                  </a:cubicBezTo>
                  <a:close/>
                </a:path>
              </a:pathLst>
            </a:custGeom>
            <a:solidFill>
              <a:srgbClr val="2729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1" name="Google Shape;2521;p52"/>
            <p:cNvSpPr/>
            <p:nvPr/>
          </p:nvSpPr>
          <p:spPr>
            <a:xfrm rot="-5400000">
              <a:off x="10002396" y="3284292"/>
              <a:ext cx="1868805" cy="570091"/>
            </a:xfrm>
            <a:custGeom>
              <a:rect b="b" l="l" r="r" t="t"/>
              <a:pathLst>
                <a:path extrusionOk="0" h="10310" w="33797">
                  <a:moveTo>
                    <a:pt x="12795" y="0"/>
                  </a:moveTo>
                  <a:cubicBezTo>
                    <a:pt x="12519" y="0"/>
                    <a:pt x="12260" y="2"/>
                    <a:pt x="12022" y="5"/>
                  </a:cubicBezTo>
                  <a:cubicBezTo>
                    <a:pt x="10662" y="25"/>
                    <a:pt x="9269" y="26"/>
                    <a:pt x="7908" y="26"/>
                  </a:cubicBezTo>
                  <a:cubicBezTo>
                    <a:pt x="7781" y="26"/>
                    <a:pt x="7654" y="26"/>
                    <a:pt x="7528" y="26"/>
                  </a:cubicBezTo>
                  <a:cubicBezTo>
                    <a:pt x="4845" y="26"/>
                    <a:pt x="2314" y="29"/>
                    <a:pt x="450" y="173"/>
                  </a:cubicBezTo>
                  <a:cubicBezTo>
                    <a:pt x="304" y="1110"/>
                    <a:pt x="1" y="3448"/>
                    <a:pt x="158" y="4775"/>
                  </a:cubicBezTo>
                  <a:cubicBezTo>
                    <a:pt x="747" y="9842"/>
                    <a:pt x="2140" y="10309"/>
                    <a:pt x="2140" y="10309"/>
                  </a:cubicBezTo>
                  <a:cubicBezTo>
                    <a:pt x="4377" y="9253"/>
                    <a:pt x="9318" y="8281"/>
                    <a:pt x="12105" y="7943"/>
                  </a:cubicBezTo>
                  <a:cubicBezTo>
                    <a:pt x="14585" y="7642"/>
                    <a:pt x="20724" y="6804"/>
                    <a:pt x="23137" y="6804"/>
                  </a:cubicBezTo>
                  <a:cubicBezTo>
                    <a:pt x="23436" y="6804"/>
                    <a:pt x="23678" y="6817"/>
                    <a:pt x="23848" y="6845"/>
                  </a:cubicBezTo>
                  <a:cubicBezTo>
                    <a:pt x="25921" y="7190"/>
                    <a:pt x="27976" y="7476"/>
                    <a:pt x="29301" y="7476"/>
                  </a:cubicBezTo>
                  <a:cubicBezTo>
                    <a:pt x="29918" y="7476"/>
                    <a:pt x="30376" y="7414"/>
                    <a:pt x="30604" y="7267"/>
                  </a:cubicBezTo>
                  <a:cubicBezTo>
                    <a:pt x="31183" y="6894"/>
                    <a:pt x="33131" y="3121"/>
                    <a:pt x="33796" y="1813"/>
                  </a:cubicBezTo>
                  <a:cubicBezTo>
                    <a:pt x="29663" y="619"/>
                    <a:pt x="18004" y="0"/>
                    <a:pt x="1279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2" name="Google Shape;2522;p52"/>
            <p:cNvSpPr/>
            <p:nvPr/>
          </p:nvSpPr>
          <p:spPr>
            <a:xfrm rot="-5400000">
              <a:off x="10465630" y="3700526"/>
              <a:ext cx="1104739" cy="170474"/>
            </a:xfrm>
            <a:custGeom>
              <a:rect b="b" l="l" r="r" t="t"/>
              <a:pathLst>
                <a:path extrusionOk="0" h="3083" w="19979">
                  <a:moveTo>
                    <a:pt x="19905" y="0"/>
                  </a:moveTo>
                  <a:cubicBezTo>
                    <a:pt x="19903" y="0"/>
                    <a:pt x="19900" y="0"/>
                    <a:pt x="19898" y="0"/>
                  </a:cubicBezTo>
                  <a:cubicBezTo>
                    <a:pt x="13232" y="541"/>
                    <a:pt x="6608" y="1527"/>
                    <a:pt x="75" y="2958"/>
                  </a:cubicBezTo>
                  <a:cubicBezTo>
                    <a:pt x="1" y="2975"/>
                    <a:pt x="26" y="3082"/>
                    <a:pt x="95" y="3082"/>
                  </a:cubicBezTo>
                  <a:cubicBezTo>
                    <a:pt x="100" y="3082"/>
                    <a:pt x="105" y="3082"/>
                    <a:pt x="111" y="3080"/>
                  </a:cubicBezTo>
                  <a:cubicBezTo>
                    <a:pt x="6633" y="1652"/>
                    <a:pt x="13243" y="666"/>
                    <a:pt x="19898" y="126"/>
                  </a:cubicBezTo>
                  <a:cubicBezTo>
                    <a:pt x="19976" y="119"/>
                    <a:pt x="19978" y="0"/>
                    <a:pt x="1990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3" name="Google Shape;2523;p52"/>
            <p:cNvSpPr/>
            <p:nvPr/>
          </p:nvSpPr>
          <p:spPr>
            <a:xfrm rot="-5400000">
              <a:off x="10873569" y="4110842"/>
              <a:ext cx="111972" cy="523533"/>
            </a:xfrm>
            <a:custGeom>
              <a:rect b="b" l="l" r="r" t="t"/>
              <a:pathLst>
                <a:path extrusionOk="0" h="9468" w="2025">
                  <a:moveTo>
                    <a:pt x="324" y="0"/>
                  </a:moveTo>
                  <a:cubicBezTo>
                    <a:pt x="293" y="0"/>
                    <a:pt x="258" y="20"/>
                    <a:pt x="255" y="60"/>
                  </a:cubicBezTo>
                  <a:cubicBezTo>
                    <a:pt x="164" y="806"/>
                    <a:pt x="98" y="1552"/>
                    <a:pt x="67" y="2301"/>
                  </a:cubicBezTo>
                  <a:cubicBezTo>
                    <a:pt x="11" y="3583"/>
                    <a:pt x="0" y="4907"/>
                    <a:pt x="311" y="6158"/>
                  </a:cubicBezTo>
                  <a:cubicBezTo>
                    <a:pt x="610" y="7340"/>
                    <a:pt x="1150" y="8461"/>
                    <a:pt x="1879" y="9440"/>
                  </a:cubicBezTo>
                  <a:cubicBezTo>
                    <a:pt x="1893" y="9460"/>
                    <a:pt x="1913" y="9468"/>
                    <a:pt x="1932" y="9468"/>
                  </a:cubicBezTo>
                  <a:cubicBezTo>
                    <a:pt x="1979" y="9468"/>
                    <a:pt x="2025" y="9422"/>
                    <a:pt x="1990" y="9378"/>
                  </a:cubicBezTo>
                  <a:cubicBezTo>
                    <a:pt x="1053" y="8120"/>
                    <a:pt x="404" y="6604"/>
                    <a:pt x="241" y="5040"/>
                  </a:cubicBezTo>
                  <a:cubicBezTo>
                    <a:pt x="70" y="3392"/>
                    <a:pt x="185" y="1702"/>
                    <a:pt x="380" y="60"/>
                  </a:cubicBezTo>
                  <a:cubicBezTo>
                    <a:pt x="386" y="20"/>
                    <a:pt x="356" y="0"/>
                    <a:pt x="32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4" name="Google Shape;2524;p52"/>
            <p:cNvSpPr/>
            <p:nvPr/>
          </p:nvSpPr>
          <p:spPr>
            <a:xfrm rot="-5400000">
              <a:off x="10404197" y="2872815"/>
              <a:ext cx="704403" cy="174787"/>
            </a:xfrm>
            <a:custGeom>
              <a:rect b="b" l="l" r="r" t="t"/>
              <a:pathLst>
                <a:path extrusionOk="0" h="3161" w="12739">
                  <a:moveTo>
                    <a:pt x="0" y="0"/>
                  </a:moveTo>
                  <a:lnTo>
                    <a:pt x="861" y="1467"/>
                  </a:lnTo>
                  <a:lnTo>
                    <a:pt x="7136" y="2450"/>
                  </a:lnTo>
                  <a:lnTo>
                    <a:pt x="7916" y="1711"/>
                  </a:lnTo>
                  <a:lnTo>
                    <a:pt x="8133" y="2662"/>
                  </a:lnTo>
                  <a:lnTo>
                    <a:pt x="11390" y="3161"/>
                  </a:lnTo>
                  <a:cubicBezTo>
                    <a:pt x="12258" y="2788"/>
                    <a:pt x="12739" y="1282"/>
                    <a:pt x="12739" y="1282"/>
                  </a:cubicBezTo>
                  <a:cubicBezTo>
                    <a:pt x="7718" y="380"/>
                    <a:pt x="0" y="0"/>
                    <a:pt x="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5" name="Google Shape;2525;p52"/>
            <p:cNvSpPr/>
            <p:nvPr/>
          </p:nvSpPr>
          <p:spPr>
            <a:xfrm rot="-5400000">
              <a:off x="9351851" y="3265879"/>
              <a:ext cx="1836181" cy="586680"/>
            </a:xfrm>
            <a:custGeom>
              <a:rect b="b" l="l" r="r" t="t"/>
              <a:pathLst>
                <a:path extrusionOk="0" h="10610" w="33207">
                  <a:moveTo>
                    <a:pt x="1812" y="0"/>
                  </a:moveTo>
                  <a:cubicBezTo>
                    <a:pt x="1451" y="0"/>
                    <a:pt x="271" y="271"/>
                    <a:pt x="59" y="3769"/>
                  </a:cubicBezTo>
                  <a:cubicBezTo>
                    <a:pt x="0" y="4696"/>
                    <a:pt x="293" y="6111"/>
                    <a:pt x="227" y="6978"/>
                  </a:cubicBezTo>
                  <a:cubicBezTo>
                    <a:pt x="3781" y="7076"/>
                    <a:pt x="13478" y="7379"/>
                    <a:pt x="17499" y="8285"/>
                  </a:cubicBezTo>
                  <a:cubicBezTo>
                    <a:pt x="21907" y="9285"/>
                    <a:pt x="29788" y="9330"/>
                    <a:pt x="33206" y="10609"/>
                  </a:cubicBezTo>
                  <a:cubicBezTo>
                    <a:pt x="33123" y="10059"/>
                    <a:pt x="32447" y="8285"/>
                    <a:pt x="31053" y="6219"/>
                  </a:cubicBezTo>
                  <a:cubicBezTo>
                    <a:pt x="30210" y="4965"/>
                    <a:pt x="29432" y="4616"/>
                    <a:pt x="28237" y="4616"/>
                  </a:cubicBezTo>
                  <a:cubicBezTo>
                    <a:pt x="27689" y="4616"/>
                    <a:pt x="27053" y="4690"/>
                    <a:pt x="26283" y="4783"/>
                  </a:cubicBezTo>
                  <a:cubicBezTo>
                    <a:pt x="25825" y="4838"/>
                    <a:pt x="25259" y="4864"/>
                    <a:pt x="24611" y="4864"/>
                  </a:cubicBezTo>
                  <a:cubicBezTo>
                    <a:pt x="21793" y="4864"/>
                    <a:pt x="17423" y="4357"/>
                    <a:pt x="13614" y="3431"/>
                  </a:cubicBezTo>
                  <a:cubicBezTo>
                    <a:pt x="8927" y="2292"/>
                    <a:pt x="1917" y="9"/>
                    <a:pt x="1917" y="9"/>
                  </a:cubicBezTo>
                  <a:cubicBezTo>
                    <a:pt x="1917" y="9"/>
                    <a:pt x="1878" y="0"/>
                    <a:pt x="181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6" name="Google Shape;2526;p52"/>
            <p:cNvSpPr/>
            <p:nvPr/>
          </p:nvSpPr>
          <p:spPr>
            <a:xfrm rot="-5400000">
              <a:off x="10020367" y="3899449"/>
              <a:ext cx="251979" cy="141002"/>
            </a:xfrm>
            <a:custGeom>
              <a:rect b="b" l="l" r="r" t="t"/>
              <a:pathLst>
                <a:path extrusionOk="0" h="2550" w="4557">
                  <a:moveTo>
                    <a:pt x="86" y="1"/>
                  </a:moveTo>
                  <a:cubicBezTo>
                    <a:pt x="44" y="1"/>
                    <a:pt x="0" y="46"/>
                    <a:pt x="26" y="96"/>
                  </a:cubicBezTo>
                  <a:cubicBezTo>
                    <a:pt x="772" y="1637"/>
                    <a:pt x="2240" y="2550"/>
                    <a:pt x="3903" y="2550"/>
                  </a:cubicBezTo>
                  <a:cubicBezTo>
                    <a:pt x="4091" y="2550"/>
                    <a:pt x="4281" y="2538"/>
                    <a:pt x="4473" y="2514"/>
                  </a:cubicBezTo>
                  <a:cubicBezTo>
                    <a:pt x="4550" y="2504"/>
                    <a:pt x="4556" y="2385"/>
                    <a:pt x="4483" y="2385"/>
                  </a:cubicBezTo>
                  <a:cubicBezTo>
                    <a:pt x="4479" y="2385"/>
                    <a:pt x="4476" y="2385"/>
                    <a:pt x="4473" y="2386"/>
                  </a:cubicBezTo>
                  <a:cubicBezTo>
                    <a:pt x="4285" y="2409"/>
                    <a:pt x="4100" y="2420"/>
                    <a:pt x="3916" y="2420"/>
                  </a:cubicBezTo>
                  <a:cubicBezTo>
                    <a:pt x="2296" y="2420"/>
                    <a:pt x="864" y="1539"/>
                    <a:pt x="134" y="33"/>
                  </a:cubicBezTo>
                  <a:cubicBezTo>
                    <a:pt x="124" y="10"/>
                    <a:pt x="105" y="1"/>
                    <a:pt x="8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7" name="Google Shape;2527;p52"/>
            <p:cNvSpPr/>
            <p:nvPr/>
          </p:nvSpPr>
          <p:spPr>
            <a:xfrm rot="-5400000">
              <a:off x="10132948" y="4195941"/>
              <a:ext cx="78851" cy="371859"/>
            </a:xfrm>
            <a:custGeom>
              <a:rect b="b" l="l" r="r" t="t"/>
              <a:pathLst>
                <a:path extrusionOk="0" h="6725" w="1426">
                  <a:moveTo>
                    <a:pt x="1333" y="0"/>
                  </a:moveTo>
                  <a:cubicBezTo>
                    <a:pt x="1323" y="0"/>
                    <a:pt x="1312" y="3"/>
                    <a:pt x="1301" y="10"/>
                  </a:cubicBezTo>
                  <a:cubicBezTo>
                    <a:pt x="343" y="574"/>
                    <a:pt x="217" y="1787"/>
                    <a:pt x="123" y="2786"/>
                  </a:cubicBezTo>
                  <a:cubicBezTo>
                    <a:pt x="1" y="4075"/>
                    <a:pt x="15" y="5375"/>
                    <a:pt x="158" y="6665"/>
                  </a:cubicBezTo>
                  <a:cubicBezTo>
                    <a:pt x="161" y="6705"/>
                    <a:pt x="195" y="6725"/>
                    <a:pt x="227" y="6725"/>
                  </a:cubicBezTo>
                  <a:cubicBezTo>
                    <a:pt x="259" y="6725"/>
                    <a:pt x="288" y="6705"/>
                    <a:pt x="283" y="6665"/>
                  </a:cubicBezTo>
                  <a:cubicBezTo>
                    <a:pt x="154" y="5487"/>
                    <a:pt x="130" y="4299"/>
                    <a:pt x="221" y="3117"/>
                  </a:cubicBezTo>
                  <a:cubicBezTo>
                    <a:pt x="301" y="2083"/>
                    <a:pt x="364" y="709"/>
                    <a:pt x="1364" y="117"/>
                  </a:cubicBezTo>
                  <a:cubicBezTo>
                    <a:pt x="1425" y="82"/>
                    <a:pt x="1388" y="0"/>
                    <a:pt x="133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8" name="Google Shape;2528;p52"/>
            <p:cNvSpPr/>
            <p:nvPr/>
          </p:nvSpPr>
          <p:spPr>
            <a:xfrm rot="-5400000">
              <a:off x="9764877" y="3743656"/>
              <a:ext cx="1227051" cy="112415"/>
            </a:xfrm>
            <a:custGeom>
              <a:rect b="b" l="l" r="r" t="t"/>
              <a:pathLst>
                <a:path extrusionOk="0" h="2033" w="22191">
                  <a:moveTo>
                    <a:pt x="80" y="0"/>
                  </a:moveTo>
                  <a:cubicBezTo>
                    <a:pt x="1" y="0"/>
                    <a:pt x="2" y="126"/>
                    <a:pt x="84" y="126"/>
                  </a:cubicBezTo>
                  <a:cubicBezTo>
                    <a:pt x="1702" y="164"/>
                    <a:pt x="3321" y="223"/>
                    <a:pt x="4938" y="307"/>
                  </a:cubicBezTo>
                  <a:cubicBezTo>
                    <a:pt x="7795" y="450"/>
                    <a:pt x="10650" y="665"/>
                    <a:pt x="13496" y="951"/>
                  </a:cubicBezTo>
                  <a:cubicBezTo>
                    <a:pt x="16367" y="1241"/>
                    <a:pt x="19228" y="1599"/>
                    <a:pt x="22078" y="2032"/>
                  </a:cubicBezTo>
                  <a:cubicBezTo>
                    <a:pt x="22081" y="2032"/>
                    <a:pt x="22084" y="2032"/>
                    <a:pt x="22087" y="2032"/>
                  </a:cubicBezTo>
                  <a:cubicBezTo>
                    <a:pt x="22161" y="2032"/>
                    <a:pt x="22190" y="1919"/>
                    <a:pt x="22113" y="1910"/>
                  </a:cubicBezTo>
                  <a:cubicBezTo>
                    <a:pt x="20521" y="1669"/>
                    <a:pt x="18924" y="1450"/>
                    <a:pt x="17325" y="1251"/>
                  </a:cubicBezTo>
                  <a:cubicBezTo>
                    <a:pt x="14471" y="903"/>
                    <a:pt x="11607" y="623"/>
                    <a:pt x="8740" y="414"/>
                  </a:cubicBezTo>
                  <a:cubicBezTo>
                    <a:pt x="5858" y="202"/>
                    <a:pt x="2973" y="66"/>
                    <a:pt x="84" y="0"/>
                  </a:cubicBezTo>
                  <a:cubicBezTo>
                    <a:pt x="83" y="0"/>
                    <a:pt x="82" y="0"/>
                    <a:pt x="8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9" name="Google Shape;2529;p52"/>
            <p:cNvSpPr/>
            <p:nvPr/>
          </p:nvSpPr>
          <p:spPr>
            <a:xfrm rot="-5400000">
              <a:off x="10116027" y="3805614"/>
              <a:ext cx="1174189" cy="36274"/>
            </a:xfrm>
            <a:custGeom>
              <a:rect b="b" l="l" r="r" t="t"/>
              <a:pathLst>
                <a:path extrusionOk="0" h="656" w="21235">
                  <a:moveTo>
                    <a:pt x="9269" y="1"/>
                  </a:moveTo>
                  <a:cubicBezTo>
                    <a:pt x="6205" y="1"/>
                    <a:pt x="3141" y="106"/>
                    <a:pt x="83" y="313"/>
                  </a:cubicBezTo>
                  <a:cubicBezTo>
                    <a:pt x="6" y="321"/>
                    <a:pt x="0" y="439"/>
                    <a:pt x="76" y="439"/>
                  </a:cubicBezTo>
                  <a:cubicBezTo>
                    <a:pt x="79" y="439"/>
                    <a:pt x="81" y="439"/>
                    <a:pt x="83" y="439"/>
                  </a:cubicBezTo>
                  <a:cubicBezTo>
                    <a:pt x="1620" y="334"/>
                    <a:pt x="3161" y="258"/>
                    <a:pt x="4700" y="206"/>
                  </a:cubicBezTo>
                  <a:cubicBezTo>
                    <a:pt x="6216" y="154"/>
                    <a:pt x="7733" y="128"/>
                    <a:pt x="9250" y="128"/>
                  </a:cubicBezTo>
                  <a:cubicBezTo>
                    <a:pt x="13222" y="128"/>
                    <a:pt x="17196" y="305"/>
                    <a:pt x="21154" y="656"/>
                  </a:cubicBezTo>
                  <a:cubicBezTo>
                    <a:pt x="21156" y="656"/>
                    <a:pt x="21158" y="656"/>
                    <a:pt x="21160" y="656"/>
                  </a:cubicBezTo>
                  <a:cubicBezTo>
                    <a:pt x="21234" y="656"/>
                    <a:pt x="21232" y="533"/>
                    <a:pt x="21154" y="527"/>
                  </a:cubicBezTo>
                  <a:cubicBezTo>
                    <a:pt x="19618" y="390"/>
                    <a:pt x="18081" y="279"/>
                    <a:pt x="16544" y="199"/>
                  </a:cubicBezTo>
                  <a:cubicBezTo>
                    <a:pt x="14121" y="67"/>
                    <a:pt x="11695" y="1"/>
                    <a:pt x="926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0" name="Google Shape;2530;p52"/>
            <p:cNvSpPr/>
            <p:nvPr/>
          </p:nvSpPr>
          <p:spPr>
            <a:xfrm rot="-5400000">
              <a:off x="10026422" y="3193692"/>
              <a:ext cx="433900" cy="43628"/>
            </a:xfrm>
            <a:custGeom>
              <a:rect b="b" l="l" r="r" t="t"/>
              <a:pathLst>
                <a:path extrusionOk="0" h="789" w="7847">
                  <a:moveTo>
                    <a:pt x="71" y="1"/>
                  </a:moveTo>
                  <a:cubicBezTo>
                    <a:pt x="0" y="1"/>
                    <a:pt x="4" y="117"/>
                    <a:pt x="80" y="127"/>
                  </a:cubicBezTo>
                  <a:cubicBezTo>
                    <a:pt x="2631" y="468"/>
                    <a:pt x="5195" y="687"/>
                    <a:pt x="7767" y="788"/>
                  </a:cubicBezTo>
                  <a:cubicBezTo>
                    <a:pt x="7847" y="788"/>
                    <a:pt x="7847" y="663"/>
                    <a:pt x="7767" y="660"/>
                  </a:cubicBezTo>
                  <a:cubicBezTo>
                    <a:pt x="5195" y="562"/>
                    <a:pt x="2631" y="343"/>
                    <a:pt x="80" y="2"/>
                  </a:cubicBezTo>
                  <a:cubicBezTo>
                    <a:pt x="77" y="1"/>
                    <a:pt x="74" y="1"/>
                    <a:pt x="7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1" name="Google Shape;2531;p52"/>
            <p:cNvSpPr/>
            <p:nvPr/>
          </p:nvSpPr>
          <p:spPr>
            <a:xfrm rot="-5400000">
              <a:off x="10145583" y="2884427"/>
              <a:ext cx="692846" cy="163120"/>
            </a:xfrm>
            <a:custGeom>
              <a:rect b="b" l="l" r="r" t="t"/>
              <a:pathLst>
                <a:path extrusionOk="0" h="2950" w="12530">
                  <a:moveTo>
                    <a:pt x="2578" y="0"/>
                  </a:moveTo>
                  <a:lnTo>
                    <a:pt x="0" y="1014"/>
                  </a:lnTo>
                  <a:cubicBezTo>
                    <a:pt x="5329" y="1778"/>
                    <a:pt x="11880" y="2950"/>
                    <a:pt x="12485" y="2950"/>
                  </a:cubicBezTo>
                  <a:cubicBezTo>
                    <a:pt x="12514" y="2950"/>
                    <a:pt x="12530" y="2947"/>
                    <a:pt x="12530" y="2941"/>
                  </a:cubicBezTo>
                  <a:cubicBezTo>
                    <a:pt x="12530" y="2941"/>
                    <a:pt x="12439" y="1631"/>
                    <a:pt x="11735" y="1470"/>
                  </a:cubicBezTo>
                  <a:cubicBezTo>
                    <a:pt x="11031" y="1310"/>
                    <a:pt x="9132" y="815"/>
                    <a:pt x="9132" y="815"/>
                  </a:cubicBezTo>
                  <a:lnTo>
                    <a:pt x="8348" y="1470"/>
                  </a:lnTo>
                  <a:lnTo>
                    <a:pt x="8000" y="815"/>
                  </a:lnTo>
                  <a:lnTo>
                    <a:pt x="257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2" name="Google Shape;2532;p52"/>
            <p:cNvSpPr/>
            <p:nvPr/>
          </p:nvSpPr>
          <p:spPr>
            <a:xfrm rot="-5400000">
              <a:off x="10841691" y="2806129"/>
              <a:ext cx="181146" cy="166327"/>
            </a:xfrm>
            <a:custGeom>
              <a:rect b="b" l="l" r="r" t="t"/>
              <a:pathLst>
                <a:path extrusionOk="0" h="3008" w="3276">
                  <a:moveTo>
                    <a:pt x="79" y="1"/>
                  </a:moveTo>
                  <a:cubicBezTo>
                    <a:pt x="19" y="1"/>
                    <a:pt x="1" y="104"/>
                    <a:pt x="70" y="126"/>
                  </a:cubicBezTo>
                  <a:cubicBezTo>
                    <a:pt x="1379" y="579"/>
                    <a:pt x="3146" y="1287"/>
                    <a:pt x="3146" y="2945"/>
                  </a:cubicBezTo>
                  <a:cubicBezTo>
                    <a:pt x="3146" y="2987"/>
                    <a:pt x="3179" y="3008"/>
                    <a:pt x="3211" y="3008"/>
                  </a:cubicBezTo>
                  <a:cubicBezTo>
                    <a:pt x="3243" y="3008"/>
                    <a:pt x="3275" y="2987"/>
                    <a:pt x="3275" y="2945"/>
                  </a:cubicBezTo>
                  <a:cubicBezTo>
                    <a:pt x="3272" y="1224"/>
                    <a:pt x="1471" y="475"/>
                    <a:pt x="101" y="5"/>
                  </a:cubicBezTo>
                  <a:cubicBezTo>
                    <a:pt x="93" y="2"/>
                    <a:pt x="86" y="1"/>
                    <a:pt x="7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3" name="Google Shape;2533;p52"/>
            <p:cNvSpPr/>
            <p:nvPr/>
          </p:nvSpPr>
          <p:spPr>
            <a:xfrm rot="-5400000">
              <a:off x="10843295" y="5636459"/>
              <a:ext cx="171746" cy="249823"/>
            </a:xfrm>
            <a:custGeom>
              <a:rect b="b" l="l" r="r" t="t"/>
              <a:pathLst>
                <a:path extrusionOk="0" h="4518" w="3106">
                  <a:moveTo>
                    <a:pt x="1615" y="0"/>
                  </a:moveTo>
                  <a:cubicBezTo>
                    <a:pt x="1275" y="0"/>
                    <a:pt x="1145" y="17"/>
                    <a:pt x="820" y="17"/>
                  </a:cubicBezTo>
                  <a:lnTo>
                    <a:pt x="1" y="17"/>
                  </a:lnTo>
                  <a:lnTo>
                    <a:pt x="1" y="4387"/>
                  </a:lnTo>
                  <a:cubicBezTo>
                    <a:pt x="1" y="4387"/>
                    <a:pt x="196" y="4499"/>
                    <a:pt x="482" y="4516"/>
                  </a:cubicBezTo>
                  <a:cubicBezTo>
                    <a:pt x="502" y="4517"/>
                    <a:pt x="523" y="4518"/>
                    <a:pt x="545" y="4518"/>
                  </a:cubicBezTo>
                  <a:cubicBezTo>
                    <a:pt x="1011" y="4518"/>
                    <a:pt x="1682" y="4249"/>
                    <a:pt x="2169" y="2916"/>
                  </a:cubicBezTo>
                  <a:cubicBezTo>
                    <a:pt x="2169" y="2916"/>
                    <a:pt x="3026" y="2630"/>
                    <a:pt x="3067" y="1895"/>
                  </a:cubicBezTo>
                  <a:cubicBezTo>
                    <a:pt x="3105" y="1160"/>
                    <a:pt x="2169" y="795"/>
                    <a:pt x="2169" y="795"/>
                  </a:cubicBezTo>
                  <a:cubicBezTo>
                    <a:pt x="2169" y="795"/>
                    <a:pt x="2333" y="328"/>
                    <a:pt x="2637" y="328"/>
                  </a:cubicBezTo>
                  <a:cubicBezTo>
                    <a:pt x="2670" y="328"/>
                    <a:pt x="2704" y="333"/>
                    <a:pt x="2740" y="345"/>
                  </a:cubicBezTo>
                  <a:cubicBezTo>
                    <a:pt x="2740" y="345"/>
                    <a:pt x="2719" y="31"/>
                    <a:pt x="2332" y="17"/>
                  </a:cubicBezTo>
                  <a:cubicBezTo>
                    <a:pt x="2007" y="5"/>
                    <a:pt x="1784" y="0"/>
                    <a:pt x="161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4" name="Google Shape;2534;p52"/>
            <p:cNvSpPr/>
            <p:nvPr/>
          </p:nvSpPr>
          <p:spPr>
            <a:xfrm rot="-5400000">
              <a:off x="10916284" y="5709503"/>
              <a:ext cx="26652" cy="248827"/>
            </a:xfrm>
            <a:custGeom>
              <a:rect b="b" l="l" r="r" t="t"/>
              <a:pathLst>
                <a:path extrusionOk="0" h="4500" w="482">
                  <a:moveTo>
                    <a:pt x="1" y="0"/>
                  </a:moveTo>
                  <a:lnTo>
                    <a:pt x="1" y="4370"/>
                  </a:lnTo>
                  <a:cubicBezTo>
                    <a:pt x="1" y="4370"/>
                    <a:pt x="196" y="4482"/>
                    <a:pt x="482" y="4499"/>
                  </a:cubicBezTo>
                  <a:lnTo>
                    <a:pt x="48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5" name="Google Shape;2535;p52"/>
            <p:cNvSpPr/>
            <p:nvPr/>
          </p:nvSpPr>
          <p:spPr>
            <a:xfrm rot="-5400000">
              <a:off x="10787972" y="5767923"/>
              <a:ext cx="87974" cy="55184"/>
            </a:xfrm>
            <a:custGeom>
              <a:rect b="b" l="l" r="r" t="t"/>
              <a:pathLst>
                <a:path extrusionOk="0" h="998" w="1591">
                  <a:moveTo>
                    <a:pt x="1507" y="1"/>
                  </a:moveTo>
                  <a:cubicBezTo>
                    <a:pt x="1488" y="1"/>
                    <a:pt x="1469" y="9"/>
                    <a:pt x="1457" y="29"/>
                  </a:cubicBezTo>
                  <a:cubicBezTo>
                    <a:pt x="1160" y="517"/>
                    <a:pt x="652" y="835"/>
                    <a:pt x="80" y="877"/>
                  </a:cubicBezTo>
                  <a:cubicBezTo>
                    <a:pt x="2" y="880"/>
                    <a:pt x="1" y="998"/>
                    <a:pt x="76" y="998"/>
                  </a:cubicBezTo>
                  <a:cubicBezTo>
                    <a:pt x="77" y="998"/>
                    <a:pt x="79" y="998"/>
                    <a:pt x="80" y="998"/>
                  </a:cubicBezTo>
                  <a:cubicBezTo>
                    <a:pt x="694" y="953"/>
                    <a:pt x="1244" y="618"/>
                    <a:pt x="1561" y="92"/>
                  </a:cubicBezTo>
                  <a:cubicBezTo>
                    <a:pt x="1590" y="44"/>
                    <a:pt x="1549" y="1"/>
                    <a:pt x="15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6" name="Google Shape;2536;p52"/>
            <p:cNvSpPr/>
            <p:nvPr/>
          </p:nvSpPr>
          <p:spPr>
            <a:xfrm rot="-5400000">
              <a:off x="10844539" y="4573772"/>
              <a:ext cx="37490" cy="161074"/>
            </a:xfrm>
            <a:custGeom>
              <a:rect b="b" l="l" r="r" t="t"/>
              <a:pathLst>
                <a:path extrusionOk="0" h="2913" w="678">
                  <a:moveTo>
                    <a:pt x="433" y="0"/>
                  </a:moveTo>
                  <a:cubicBezTo>
                    <a:pt x="396" y="0"/>
                    <a:pt x="358" y="19"/>
                    <a:pt x="341" y="62"/>
                  </a:cubicBezTo>
                  <a:cubicBezTo>
                    <a:pt x="0" y="975"/>
                    <a:pt x="52" y="1992"/>
                    <a:pt x="484" y="2866"/>
                  </a:cubicBezTo>
                  <a:cubicBezTo>
                    <a:pt x="500" y="2899"/>
                    <a:pt x="526" y="2912"/>
                    <a:pt x="553" y="2912"/>
                  </a:cubicBezTo>
                  <a:cubicBezTo>
                    <a:pt x="613" y="2912"/>
                    <a:pt x="677" y="2845"/>
                    <a:pt x="641" y="2773"/>
                  </a:cubicBezTo>
                  <a:cubicBezTo>
                    <a:pt x="234" y="1940"/>
                    <a:pt x="195" y="978"/>
                    <a:pt x="519" y="110"/>
                  </a:cubicBezTo>
                  <a:cubicBezTo>
                    <a:pt x="544" y="43"/>
                    <a:pt x="489" y="0"/>
                    <a:pt x="43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7" name="Google Shape;2537;p52"/>
            <p:cNvSpPr/>
            <p:nvPr/>
          </p:nvSpPr>
          <p:spPr>
            <a:xfrm rot="-5400000">
              <a:off x="10542214" y="3120647"/>
              <a:ext cx="1152790" cy="534371"/>
            </a:xfrm>
            <a:custGeom>
              <a:rect b="b" l="l" r="r" t="t"/>
              <a:pathLst>
                <a:path extrusionOk="0" h="9664" w="20848">
                  <a:moveTo>
                    <a:pt x="14441" y="0"/>
                  </a:moveTo>
                  <a:cubicBezTo>
                    <a:pt x="14419" y="0"/>
                    <a:pt x="14408" y="0"/>
                    <a:pt x="14408" y="0"/>
                  </a:cubicBezTo>
                  <a:lnTo>
                    <a:pt x="7781" y="3387"/>
                  </a:lnTo>
                  <a:lnTo>
                    <a:pt x="2425" y="695"/>
                  </a:lnTo>
                  <a:lnTo>
                    <a:pt x="0" y="2614"/>
                  </a:lnTo>
                  <a:cubicBezTo>
                    <a:pt x="0" y="2614"/>
                    <a:pt x="3115" y="6834"/>
                    <a:pt x="5739" y="8747"/>
                  </a:cubicBezTo>
                  <a:cubicBezTo>
                    <a:pt x="6505" y="9303"/>
                    <a:pt x="7233" y="9663"/>
                    <a:pt x="7824" y="9663"/>
                  </a:cubicBezTo>
                  <a:cubicBezTo>
                    <a:pt x="7892" y="9663"/>
                    <a:pt x="7957" y="9659"/>
                    <a:pt x="8021" y="9649"/>
                  </a:cubicBezTo>
                  <a:cubicBezTo>
                    <a:pt x="8575" y="9569"/>
                    <a:pt x="9279" y="9356"/>
                    <a:pt x="10074" y="9057"/>
                  </a:cubicBezTo>
                  <a:cubicBezTo>
                    <a:pt x="14276" y="7475"/>
                    <a:pt x="20847" y="3656"/>
                    <a:pt x="20847" y="3656"/>
                  </a:cubicBezTo>
                  <a:cubicBezTo>
                    <a:pt x="18639" y="94"/>
                    <a:pt x="14836" y="0"/>
                    <a:pt x="1444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8" name="Google Shape;2538;p52"/>
            <p:cNvSpPr/>
            <p:nvPr/>
          </p:nvSpPr>
          <p:spPr>
            <a:xfrm rot="-5400000">
              <a:off x="11222370" y="3483520"/>
              <a:ext cx="239759" cy="87090"/>
            </a:xfrm>
            <a:custGeom>
              <a:rect b="b" l="l" r="r" t="t"/>
              <a:pathLst>
                <a:path extrusionOk="0" h="1575" w="4336">
                  <a:moveTo>
                    <a:pt x="1843" y="0"/>
                  </a:moveTo>
                  <a:cubicBezTo>
                    <a:pt x="1255" y="0"/>
                    <a:pt x="625" y="177"/>
                    <a:pt x="1" y="658"/>
                  </a:cubicBezTo>
                  <a:cubicBezTo>
                    <a:pt x="767" y="1214"/>
                    <a:pt x="1495" y="1574"/>
                    <a:pt x="2086" y="1574"/>
                  </a:cubicBezTo>
                  <a:cubicBezTo>
                    <a:pt x="2154" y="1574"/>
                    <a:pt x="2219" y="1570"/>
                    <a:pt x="2283" y="1560"/>
                  </a:cubicBezTo>
                  <a:cubicBezTo>
                    <a:pt x="2837" y="1480"/>
                    <a:pt x="3541" y="1267"/>
                    <a:pt x="4336" y="968"/>
                  </a:cubicBezTo>
                  <a:cubicBezTo>
                    <a:pt x="3827" y="573"/>
                    <a:pt x="2903" y="0"/>
                    <a:pt x="184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9" name="Google Shape;2539;p52"/>
            <p:cNvSpPr/>
            <p:nvPr/>
          </p:nvSpPr>
          <p:spPr>
            <a:xfrm rot="-5400000">
              <a:off x="10985320" y="3888335"/>
              <a:ext cx="21067" cy="21012"/>
            </a:xfrm>
            <a:custGeom>
              <a:rect b="b" l="l" r="r" t="t"/>
              <a:pathLst>
                <a:path extrusionOk="0" h="380" w="381">
                  <a:moveTo>
                    <a:pt x="189" y="0"/>
                  </a:moveTo>
                  <a:cubicBezTo>
                    <a:pt x="84" y="0"/>
                    <a:pt x="1" y="87"/>
                    <a:pt x="1" y="192"/>
                  </a:cubicBezTo>
                  <a:cubicBezTo>
                    <a:pt x="1" y="296"/>
                    <a:pt x="84" y="380"/>
                    <a:pt x="189" y="380"/>
                  </a:cubicBezTo>
                  <a:cubicBezTo>
                    <a:pt x="294" y="380"/>
                    <a:pt x="381" y="296"/>
                    <a:pt x="381" y="192"/>
                  </a:cubicBezTo>
                  <a:cubicBezTo>
                    <a:pt x="381" y="87"/>
                    <a:pt x="294" y="0"/>
                    <a:pt x="18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0" name="Google Shape;2540;p52"/>
            <p:cNvSpPr/>
            <p:nvPr/>
          </p:nvSpPr>
          <p:spPr>
            <a:xfrm rot="-5400000">
              <a:off x="10791788" y="3822479"/>
              <a:ext cx="192924" cy="236220"/>
            </a:xfrm>
            <a:custGeom>
              <a:rect b="b" l="l" r="r" t="t"/>
              <a:pathLst>
                <a:path extrusionOk="0" h="4272" w="3489">
                  <a:moveTo>
                    <a:pt x="2670" y="0"/>
                  </a:moveTo>
                  <a:cubicBezTo>
                    <a:pt x="2413" y="0"/>
                    <a:pt x="2501" y="1150"/>
                    <a:pt x="2501" y="1150"/>
                  </a:cubicBezTo>
                  <a:lnTo>
                    <a:pt x="1975" y="934"/>
                  </a:lnTo>
                  <a:cubicBezTo>
                    <a:pt x="1965" y="934"/>
                    <a:pt x="1954" y="934"/>
                    <a:pt x="1944" y="934"/>
                  </a:cubicBezTo>
                  <a:cubicBezTo>
                    <a:pt x="1133" y="934"/>
                    <a:pt x="485" y="1481"/>
                    <a:pt x="0" y="2568"/>
                  </a:cubicBezTo>
                  <a:lnTo>
                    <a:pt x="1387" y="4272"/>
                  </a:lnTo>
                  <a:lnTo>
                    <a:pt x="3488" y="2258"/>
                  </a:lnTo>
                  <a:cubicBezTo>
                    <a:pt x="3488" y="2258"/>
                    <a:pt x="3125" y="328"/>
                    <a:pt x="2760" y="39"/>
                  </a:cubicBezTo>
                  <a:cubicBezTo>
                    <a:pt x="2726" y="12"/>
                    <a:pt x="2696" y="0"/>
                    <a:pt x="2670" y="0"/>
                  </a:cubicBezTo>
                  <a:close/>
                </a:path>
              </a:pathLst>
            </a:custGeom>
            <a:solidFill>
              <a:srgbClr val="E878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1" name="Google Shape;2541;p52"/>
            <p:cNvSpPr/>
            <p:nvPr/>
          </p:nvSpPr>
          <p:spPr>
            <a:xfrm rot="-5400000">
              <a:off x="10813850" y="3905863"/>
              <a:ext cx="147472" cy="152393"/>
            </a:xfrm>
            <a:custGeom>
              <a:rect b="b" l="l" r="r" t="t"/>
              <a:pathLst>
                <a:path extrusionOk="0" h="2756" w="2667">
                  <a:moveTo>
                    <a:pt x="2584" y="0"/>
                  </a:moveTo>
                  <a:cubicBezTo>
                    <a:pt x="1111" y="0"/>
                    <a:pt x="300" y="1409"/>
                    <a:pt x="11" y="2680"/>
                  </a:cubicBezTo>
                  <a:cubicBezTo>
                    <a:pt x="1" y="2726"/>
                    <a:pt x="39" y="2755"/>
                    <a:pt x="75" y="2755"/>
                  </a:cubicBezTo>
                  <a:cubicBezTo>
                    <a:pt x="99" y="2755"/>
                    <a:pt x="123" y="2742"/>
                    <a:pt x="130" y="2711"/>
                  </a:cubicBezTo>
                  <a:cubicBezTo>
                    <a:pt x="405" y="1500"/>
                    <a:pt x="1166" y="122"/>
                    <a:pt x="2583" y="122"/>
                  </a:cubicBezTo>
                  <a:cubicBezTo>
                    <a:pt x="2585" y="122"/>
                    <a:pt x="2587" y="122"/>
                    <a:pt x="2589" y="122"/>
                  </a:cubicBezTo>
                  <a:cubicBezTo>
                    <a:pt x="2590" y="122"/>
                    <a:pt x="2591" y="122"/>
                    <a:pt x="2592" y="122"/>
                  </a:cubicBezTo>
                  <a:cubicBezTo>
                    <a:pt x="2666" y="122"/>
                    <a:pt x="2665" y="0"/>
                    <a:pt x="2589" y="0"/>
                  </a:cubicBezTo>
                  <a:cubicBezTo>
                    <a:pt x="2588" y="0"/>
                    <a:pt x="2586" y="0"/>
                    <a:pt x="258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2" name="Google Shape;2542;p52"/>
            <p:cNvSpPr/>
            <p:nvPr/>
          </p:nvSpPr>
          <p:spPr>
            <a:xfrm rot="-5400000">
              <a:off x="10765744" y="3239946"/>
              <a:ext cx="365942" cy="221456"/>
            </a:xfrm>
            <a:custGeom>
              <a:rect b="b" l="l" r="r" t="t"/>
              <a:pathLst>
                <a:path extrusionOk="0" h="4005" w="6618">
                  <a:moveTo>
                    <a:pt x="6531" y="1"/>
                  </a:moveTo>
                  <a:cubicBezTo>
                    <a:pt x="6521" y="1"/>
                    <a:pt x="6510" y="4"/>
                    <a:pt x="6499" y="10"/>
                  </a:cubicBezTo>
                  <a:cubicBezTo>
                    <a:pt x="4346" y="1293"/>
                    <a:pt x="2213" y="2610"/>
                    <a:pt x="56" y="3889"/>
                  </a:cubicBezTo>
                  <a:cubicBezTo>
                    <a:pt x="0" y="3924"/>
                    <a:pt x="37" y="4005"/>
                    <a:pt x="90" y="4005"/>
                  </a:cubicBezTo>
                  <a:cubicBezTo>
                    <a:pt x="99" y="4005"/>
                    <a:pt x="109" y="4002"/>
                    <a:pt x="119" y="3997"/>
                  </a:cubicBezTo>
                  <a:cubicBezTo>
                    <a:pt x="2273" y="2715"/>
                    <a:pt x="4408" y="1397"/>
                    <a:pt x="6562" y="115"/>
                  </a:cubicBezTo>
                  <a:cubicBezTo>
                    <a:pt x="6617" y="82"/>
                    <a:pt x="6584" y="1"/>
                    <a:pt x="653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3" name="Google Shape;2543;p52"/>
            <p:cNvSpPr/>
            <p:nvPr/>
          </p:nvSpPr>
          <p:spPr>
            <a:xfrm rot="-5400000">
              <a:off x="10812468" y="3600746"/>
              <a:ext cx="324139" cy="169700"/>
            </a:xfrm>
            <a:custGeom>
              <a:rect b="b" l="l" r="r" t="t"/>
              <a:pathLst>
                <a:path extrusionOk="0" h="3069" w="5862">
                  <a:moveTo>
                    <a:pt x="89" y="1"/>
                  </a:moveTo>
                  <a:cubicBezTo>
                    <a:pt x="36" y="1"/>
                    <a:pt x="0" y="81"/>
                    <a:pt x="59" y="114"/>
                  </a:cubicBezTo>
                  <a:cubicBezTo>
                    <a:pt x="1930" y="1138"/>
                    <a:pt x="3822" y="2121"/>
                    <a:pt x="5735" y="3062"/>
                  </a:cubicBezTo>
                  <a:cubicBezTo>
                    <a:pt x="5745" y="3066"/>
                    <a:pt x="5755" y="3068"/>
                    <a:pt x="5764" y="3068"/>
                  </a:cubicBezTo>
                  <a:cubicBezTo>
                    <a:pt x="5823" y="3068"/>
                    <a:pt x="5861" y="2983"/>
                    <a:pt x="5798" y="2954"/>
                  </a:cubicBezTo>
                  <a:cubicBezTo>
                    <a:pt x="3885" y="2016"/>
                    <a:pt x="1990" y="1034"/>
                    <a:pt x="118" y="9"/>
                  </a:cubicBezTo>
                  <a:cubicBezTo>
                    <a:pt x="108" y="3"/>
                    <a:pt x="98" y="1"/>
                    <a:pt x="8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4" name="Google Shape;2544;p52"/>
            <p:cNvSpPr/>
            <p:nvPr/>
          </p:nvSpPr>
          <p:spPr>
            <a:xfrm rot="-5400000">
              <a:off x="11097901" y="3448021"/>
              <a:ext cx="42190" cy="126626"/>
            </a:xfrm>
            <a:custGeom>
              <a:rect b="b" l="l" r="r" t="t"/>
              <a:pathLst>
                <a:path extrusionOk="0" h="2290" w="763">
                  <a:moveTo>
                    <a:pt x="74" y="1"/>
                  </a:moveTo>
                  <a:cubicBezTo>
                    <a:pt x="37" y="1"/>
                    <a:pt x="0" y="29"/>
                    <a:pt x="17" y="74"/>
                  </a:cubicBezTo>
                  <a:cubicBezTo>
                    <a:pt x="268" y="785"/>
                    <a:pt x="474" y="1509"/>
                    <a:pt x="634" y="2244"/>
                  </a:cubicBezTo>
                  <a:cubicBezTo>
                    <a:pt x="641" y="2276"/>
                    <a:pt x="664" y="2290"/>
                    <a:pt x="688" y="2290"/>
                  </a:cubicBezTo>
                  <a:cubicBezTo>
                    <a:pt x="724" y="2290"/>
                    <a:pt x="763" y="2259"/>
                    <a:pt x="752" y="2213"/>
                  </a:cubicBezTo>
                  <a:cubicBezTo>
                    <a:pt x="592" y="1478"/>
                    <a:pt x="387" y="753"/>
                    <a:pt x="136" y="42"/>
                  </a:cubicBezTo>
                  <a:cubicBezTo>
                    <a:pt x="124" y="13"/>
                    <a:pt x="99" y="1"/>
                    <a:pt x="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5" name="Google Shape;2545;p52"/>
            <p:cNvSpPr/>
            <p:nvPr/>
          </p:nvSpPr>
          <p:spPr>
            <a:xfrm rot="-5400000">
              <a:off x="11048854" y="3470747"/>
              <a:ext cx="63645" cy="54742"/>
            </a:xfrm>
            <a:custGeom>
              <a:rect b="b" l="l" r="r" t="t"/>
              <a:pathLst>
                <a:path extrusionOk="0" h="990" w="1151">
                  <a:moveTo>
                    <a:pt x="83" y="1"/>
                  </a:moveTo>
                  <a:cubicBezTo>
                    <a:pt x="34" y="1"/>
                    <a:pt x="1" y="79"/>
                    <a:pt x="56" y="117"/>
                  </a:cubicBezTo>
                  <a:cubicBezTo>
                    <a:pt x="408" y="371"/>
                    <a:pt x="728" y="653"/>
                    <a:pt x="1024" y="970"/>
                  </a:cubicBezTo>
                  <a:cubicBezTo>
                    <a:pt x="1036" y="984"/>
                    <a:pt x="1051" y="990"/>
                    <a:pt x="1065" y="990"/>
                  </a:cubicBezTo>
                  <a:cubicBezTo>
                    <a:pt x="1110" y="990"/>
                    <a:pt x="1150" y="928"/>
                    <a:pt x="1108" y="883"/>
                  </a:cubicBezTo>
                  <a:cubicBezTo>
                    <a:pt x="808" y="559"/>
                    <a:pt x="477" y="270"/>
                    <a:pt x="115" y="12"/>
                  </a:cubicBezTo>
                  <a:cubicBezTo>
                    <a:pt x="104" y="4"/>
                    <a:pt x="93" y="1"/>
                    <a:pt x="8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6" name="Google Shape;2546;p52"/>
            <p:cNvSpPr/>
            <p:nvPr/>
          </p:nvSpPr>
          <p:spPr>
            <a:xfrm rot="-5400000">
              <a:off x="10920044" y="3785514"/>
              <a:ext cx="140726" cy="133869"/>
            </a:xfrm>
            <a:custGeom>
              <a:rect b="b" l="l" r="r" t="t"/>
              <a:pathLst>
                <a:path extrusionOk="0" h="2421" w="2545">
                  <a:moveTo>
                    <a:pt x="2459" y="0"/>
                  </a:moveTo>
                  <a:cubicBezTo>
                    <a:pt x="2440" y="0"/>
                    <a:pt x="2421" y="8"/>
                    <a:pt x="2408" y="29"/>
                  </a:cubicBezTo>
                  <a:cubicBezTo>
                    <a:pt x="1833" y="976"/>
                    <a:pt x="1025" y="1761"/>
                    <a:pt x="59" y="2304"/>
                  </a:cubicBezTo>
                  <a:cubicBezTo>
                    <a:pt x="0" y="2340"/>
                    <a:pt x="36" y="2420"/>
                    <a:pt x="91" y="2420"/>
                  </a:cubicBezTo>
                  <a:cubicBezTo>
                    <a:pt x="101" y="2420"/>
                    <a:pt x="111" y="2418"/>
                    <a:pt x="122" y="2412"/>
                  </a:cubicBezTo>
                  <a:cubicBezTo>
                    <a:pt x="1104" y="1854"/>
                    <a:pt x="1927" y="1057"/>
                    <a:pt x="2516" y="91"/>
                  </a:cubicBezTo>
                  <a:cubicBezTo>
                    <a:pt x="2545" y="43"/>
                    <a:pt x="2502" y="0"/>
                    <a:pt x="245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7" name="Google Shape;2547;p52"/>
            <p:cNvSpPr/>
            <p:nvPr/>
          </p:nvSpPr>
          <p:spPr>
            <a:xfrm rot="-5400000">
              <a:off x="10920819" y="3822893"/>
              <a:ext cx="57728" cy="47443"/>
            </a:xfrm>
            <a:custGeom>
              <a:rect b="b" l="l" r="r" t="t"/>
              <a:pathLst>
                <a:path extrusionOk="0" h="858" w="1044">
                  <a:moveTo>
                    <a:pt x="94" y="1"/>
                  </a:moveTo>
                  <a:cubicBezTo>
                    <a:pt x="44" y="1"/>
                    <a:pt x="0" y="61"/>
                    <a:pt x="47" y="102"/>
                  </a:cubicBezTo>
                  <a:cubicBezTo>
                    <a:pt x="47" y="102"/>
                    <a:pt x="47" y="102"/>
                    <a:pt x="47" y="102"/>
                  </a:cubicBezTo>
                  <a:lnTo>
                    <a:pt x="47" y="102"/>
                  </a:lnTo>
                  <a:cubicBezTo>
                    <a:pt x="48" y="103"/>
                    <a:pt x="49" y="104"/>
                    <a:pt x="50" y="105"/>
                  </a:cubicBezTo>
                  <a:lnTo>
                    <a:pt x="50" y="105"/>
                  </a:lnTo>
                  <a:cubicBezTo>
                    <a:pt x="348" y="337"/>
                    <a:pt x="633" y="587"/>
                    <a:pt x="911" y="841"/>
                  </a:cubicBezTo>
                  <a:cubicBezTo>
                    <a:pt x="924" y="853"/>
                    <a:pt x="939" y="858"/>
                    <a:pt x="953" y="858"/>
                  </a:cubicBezTo>
                  <a:cubicBezTo>
                    <a:pt x="1002" y="858"/>
                    <a:pt x="1044" y="797"/>
                    <a:pt x="998" y="754"/>
                  </a:cubicBezTo>
                  <a:cubicBezTo>
                    <a:pt x="725" y="505"/>
                    <a:pt x="441" y="259"/>
                    <a:pt x="151" y="29"/>
                  </a:cubicBezTo>
                  <a:lnTo>
                    <a:pt x="151" y="29"/>
                  </a:lnTo>
                  <a:cubicBezTo>
                    <a:pt x="149" y="27"/>
                    <a:pt x="147" y="25"/>
                    <a:pt x="144" y="22"/>
                  </a:cubicBezTo>
                  <a:cubicBezTo>
                    <a:pt x="141" y="20"/>
                    <a:pt x="139" y="19"/>
                    <a:pt x="136" y="18"/>
                  </a:cubicBezTo>
                  <a:lnTo>
                    <a:pt x="136" y="18"/>
                  </a:lnTo>
                  <a:cubicBezTo>
                    <a:pt x="135" y="17"/>
                    <a:pt x="135" y="16"/>
                    <a:pt x="134" y="16"/>
                  </a:cubicBezTo>
                  <a:cubicBezTo>
                    <a:pt x="121" y="5"/>
                    <a:pt x="107" y="1"/>
                    <a:pt x="9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8" name="Google Shape;2548;p52"/>
            <p:cNvSpPr/>
            <p:nvPr/>
          </p:nvSpPr>
          <p:spPr>
            <a:xfrm rot="-5400000">
              <a:off x="11008903" y="3871221"/>
              <a:ext cx="82002" cy="97043"/>
            </a:xfrm>
            <a:custGeom>
              <a:rect b="b" l="l" r="r" t="t"/>
              <a:pathLst>
                <a:path extrusionOk="0" h="1755" w="1483">
                  <a:moveTo>
                    <a:pt x="86" y="1"/>
                  </a:moveTo>
                  <a:cubicBezTo>
                    <a:pt x="43" y="1"/>
                    <a:pt x="1" y="62"/>
                    <a:pt x="38" y="107"/>
                  </a:cubicBezTo>
                  <a:cubicBezTo>
                    <a:pt x="477" y="651"/>
                    <a:pt x="920" y="1191"/>
                    <a:pt x="1359" y="1735"/>
                  </a:cubicBezTo>
                  <a:cubicBezTo>
                    <a:pt x="1370" y="1749"/>
                    <a:pt x="1384" y="1755"/>
                    <a:pt x="1397" y="1755"/>
                  </a:cubicBezTo>
                  <a:cubicBezTo>
                    <a:pt x="1441" y="1755"/>
                    <a:pt x="1483" y="1693"/>
                    <a:pt x="1446" y="1648"/>
                  </a:cubicBezTo>
                  <a:cubicBezTo>
                    <a:pt x="1007" y="1104"/>
                    <a:pt x="564" y="564"/>
                    <a:pt x="125" y="20"/>
                  </a:cubicBezTo>
                  <a:cubicBezTo>
                    <a:pt x="114" y="6"/>
                    <a:pt x="100" y="1"/>
                    <a:pt x="8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2A47"/>
        </a:solidFill>
      </p:bgPr>
    </p:bg>
    <p:spTree>
      <p:nvGrpSpPr>
        <p:cNvPr id="2552" name="Shape 2552"/>
        <p:cNvGrpSpPr/>
        <p:nvPr/>
      </p:nvGrpSpPr>
      <p:grpSpPr>
        <a:xfrm>
          <a:off x="0" y="0"/>
          <a:ext cx="0" cy="0"/>
          <a:chOff x="0" y="0"/>
          <a:chExt cx="0" cy="0"/>
        </a:xfrm>
      </p:grpSpPr>
      <p:pic>
        <p:nvPicPr>
          <p:cNvPr id="2553" name="Google Shape;2553;p53">
            <a:hlinkClick r:id="rId3"/>
          </p:cNvPr>
          <p:cNvPicPr preferRelativeResize="0"/>
          <p:nvPr/>
        </p:nvPicPr>
        <p:blipFill>
          <a:blip r:embed="rId4">
            <a:alphaModFix/>
          </a:blip>
          <a:stretch>
            <a:fillRect/>
          </a:stretch>
        </p:blipFill>
        <p:spPr>
          <a:xfrm>
            <a:off x="3451063" y="2123075"/>
            <a:ext cx="2241874" cy="8973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lidesgo Final Pages">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869FB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Health Insurance MK Plan by Slidesgo">
  <a:themeElements>
    <a:clrScheme name="Simple Light">
      <a:dk1>
        <a:srgbClr val="191919"/>
      </a:dk1>
      <a:lt1>
        <a:srgbClr val="F2EFFF"/>
      </a:lt1>
      <a:dk2>
        <a:srgbClr val="C7CAEA"/>
      </a:dk2>
      <a:lt2>
        <a:srgbClr val="FFFFFF"/>
      </a:lt2>
      <a:accent1>
        <a:srgbClr val="A7B3D8"/>
      </a:accent1>
      <a:accent2>
        <a:srgbClr val="7577A8"/>
      </a:accent2>
      <a:accent3>
        <a:srgbClr val="173E5D"/>
      </a:accent3>
      <a:accent4>
        <a:srgbClr val="277CA0"/>
      </a:accent4>
      <a:accent5>
        <a:srgbClr val="EEA44A"/>
      </a:accent5>
      <a:accent6>
        <a:srgbClr val="86231D"/>
      </a:accent6>
      <a:hlink>
        <a:srgbClr val="19191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